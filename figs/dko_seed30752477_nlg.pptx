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2066240"/>
              <a:ext cx="13462" cy="49"/>
            </a:xfrm>
            <a:custGeom>
              <a:avLst/>
              <a:pathLst>
                <a:path w="13462" h="49">
                  <a:moveTo>
                    <a:pt x="0" y="0"/>
                  </a:moveTo>
                  <a:lnTo>
                    <a:pt x="100" y="0"/>
                  </a:lnTo>
                  <a:lnTo>
                    <a:pt x="768" y="0"/>
                  </a:lnTo>
                  <a:lnTo>
                    <a:pt x="1436" y="0"/>
                  </a:lnTo>
                  <a:lnTo>
                    <a:pt x="2104" y="0"/>
                  </a:lnTo>
                  <a:lnTo>
                    <a:pt x="2772" y="0"/>
                  </a:lnTo>
                  <a:lnTo>
                    <a:pt x="3440" y="0"/>
                  </a:lnTo>
                  <a:lnTo>
                    <a:pt x="4108" y="0"/>
                  </a:lnTo>
                  <a:lnTo>
                    <a:pt x="4776" y="0"/>
                  </a:lnTo>
                  <a:lnTo>
                    <a:pt x="5444" y="0"/>
                  </a:lnTo>
                  <a:lnTo>
                    <a:pt x="6112" y="0"/>
                  </a:lnTo>
                  <a:lnTo>
                    <a:pt x="6780" y="0"/>
                  </a:lnTo>
                  <a:lnTo>
                    <a:pt x="7448" y="0"/>
                  </a:lnTo>
                  <a:lnTo>
                    <a:pt x="8116" y="0"/>
                  </a:lnTo>
                  <a:lnTo>
                    <a:pt x="8784" y="0"/>
                  </a:lnTo>
                  <a:lnTo>
                    <a:pt x="9452" y="0"/>
                  </a:lnTo>
                  <a:lnTo>
                    <a:pt x="10120" y="0"/>
                  </a:lnTo>
                  <a:lnTo>
                    <a:pt x="10788" y="0"/>
                  </a:lnTo>
                  <a:lnTo>
                    <a:pt x="11456" y="0"/>
                  </a:lnTo>
                  <a:lnTo>
                    <a:pt x="12124" y="0"/>
                  </a:lnTo>
                  <a:lnTo>
                    <a:pt x="12792" y="0"/>
                  </a:lnTo>
                  <a:lnTo>
                    <a:pt x="13460" y="0"/>
                  </a:lnTo>
                  <a:lnTo>
                    <a:pt x="13462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0846" y="1991464"/>
              <a:ext cx="20276" cy="74824"/>
            </a:xfrm>
            <a:custGeom>
              <a:avLst/>
              <a:pathLst>
                <a:path w="20276" h="74824">
                  <a:moveTo>
                    <a:pt x="0" y="74824"/>
                  </a:moveTo>
                  <a:lnTo>
                    <a:pt x="1" y="74775"/>
                  </a:lnTo>
                  <a:lnTo>
                    <a:pt x="669" y="74775"/>
                  </a:lnTo>
                  <a:lnTo>
                    <a:pt x="1337" y="60266"/>
                  </a:lnTo>
                  <a:lnTo>
                    <a:pt x="2005" y="52454"/>
                  </a:lnTo>
                  <a:lnTo>
                    <a:pt x="2673" y="32365"/>
                  </a:lnTo>
                  <a:lnTo>
                    <a:pt x="3341" y="30133"/>
                  </a:lnTo>
                  <a:lnTo>
                    <a:pt x="4010" y="30133"/>
                  </a:lnTo>
                  <a:lnTo>
                    <a:pt x="4678" y="30133"/>
                  </a:lnTo>
                  <a:lnTo>
                    <a:pt x="5346" y="30133"/>
                  </a:lnTo>
                  <a:lnTo>
                    <a:pt x="6014" y="30133"/>
                  </a:lnTo>
                  <a:lnTo>
                    <a:pt x="6682" y="30133"/>
                  </a:lnTo>
                  <a:lnTo>
                    <a:pt x="7350" y="30133"/>
                  </a:lnTo>
                  <a:lnTo>
                    <a:pt x="8018" y="30133"/>
                  </a:lnTo>
                  <a:lnTo>
                    <a:pt x="8686" y="30133"/>
                  </a:lnTo>
                  <a:lnTo>
                    <a:pt x="9354" y="30133"/>
                  </a:lnTo>
                  <a:lnTo>
                    <a:pt x="10022" y="14508"/>
                  </a:lnTo>
                  <a:lnTo>
                    <a:pt x="10690" y="1115"/>
                  </a:lnTo>
                  <a:lnTo>
                    <a:pt x="11358" y="0"/>
                  </a:lnTo>
                  <a:lnTo>
                    <a:pt x="12026" y="7812"/>
                  </a:lnTo>
                  <a:lnTo>
                    <a:pt x="12694" y="27901"/>
                  </a:lnTo>
                  <a:lnTo>
                    <a:pt x="13362" y="30133"/>
                  </a:lnTo>
                  <a:lnTo>
                    <a:pt x="14030" y="30133"/>
                  </a:lnTo>
                  <a:lnTo>
                    <a:pt x="14698" y="30133"/>
                  </a:lnTo>
                  <a:lnTo>
                    <a:pt x="15366" y="30133"/>
                  </a:lnTo>
                  <a:lnTo>
                    <a:pt x="16034" y="30133"/>
                  </a:lnTo>
                  <a:lnTo>
                    <a:pt x="16702" y="30133"/>
                  </a:lnTo>
                  <a:lnTo>
                    <a:pt x="17370" y="30133"/>
                  </a:lnTo>
                  <a:lnTo>
                    <a:pt x="18038" y="30133"/>
                  </a:lnTo>
                  <a:lnTo>
                    <a:pt x="18706" y="30133"/>
                  </a:lnTo>
                  <a:lnTo>
                    <a:pt x="19374" y="53636"/>
                  </a:lnTo>
                  <a:lnTo>
                    <a:pt x="20042" y="69504"/>
                  </a:lnTo>
                  <a:lnTo>
                    <a:pt x="20276" y="748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2243" y="2066240"/>
              <a:ext cx="19376" cy="49"/>
            </a:xfrm>
            <a:custGeom>
              <a:avLst/>
              <a:pathLst>
                <a:path w="19376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19376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4323" y="1976956"/>
              <a:ext cx="10302" cy="89333"/>
            </a:xfrm>
            <a:custGeom>
              <a:avLst/>
              <a:pathLst>
                <a:path w="10302" h="89333">
                  <a:moveTo>
                    <a:pt x="0" y="89333"/>
                  </a:moveTo>
                  <a:lnTo>
                    <a:pt x="655" y="64403"/>
                  </a:lnTo>
                  <a:lnTo>
                    <a:pt x="1323" y="40070"/>
                  </a:lnTo>
                  <a:lnTo>
                    <a:pt x="1991" y="32529"/>
                  </a:lnTo>
                  <a:lnTo>
                    <a:pt x="2659" y="29379"/>
                  </a:lnTo>
                  <a:lnTo>
                    <a:pt x="3327" y="0"/>
                  </a:lnTo>
                  <a:lnTo>
                    <a:pt x="3995" y="0"/>
                  </a:lnTo>
                  <a:lnTo>
                    <a:pt x="4663" y="16740"/>
                  </a:lnTo>
                  <a:lnTo>
                    <a:pt x="5331" y="22321"/>
                  </a:lnTo>
                  <a:lnTo>
                    <a:pt x="5999" y="22321"/>
                  </a:lnTo>
                  <a:lnTo>
                    <a:pt x="6667" y="22321"/>
                  </a:lnTo>
                  <a:lnTo>
                    <a:pt x="7335" y="22321"/>
                  </a:lnTo>
                  <a:lnTo>
                    <a:pt x="8003" y="22321"/>
                  </a:lnTo>
                  <a:lnTo>
                    <a:pt x="8671" y="32365"/>
                  </a:lnTo>
                  <a:lnTo>
                    <a:pt x="9339" y="68145"/>
                  </a:lnTo>
                  <a:lnTo>
                    <a:pt x="10007" y="76385"/>
                  </a:lnTo>
                  <a:lnTo>
                    <a:pt x="10302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44735" y="2035340"/>
              <a:ext cx="9132" cy="30948"/>
            </a:xfrm>
            <a:custGeom>
              <a:avLst/>
              <a:pathLst>
                <a:path w="9132" h="30948">
                  <a:moveTo>
                    <a:pt x="0" y="30948"/>
                  </a:moveTo>
                  <a:lnTo>
                    <a:pt x="284" y="21271"/>
                  </a:lnTo>
                  <a:lnTo>
                    <a:pt x="952" y="21271"/>
                  </a:lnTo>
                  <a:lnTo>
                    <a:pt x="1620" y="20188"/>
                  </a:lnTo>
                  <a:lnTo>
                    <a:pt x="2288" y="16715"/>
                  </a:lnTo>
                  <a:lnTo>
                    <a:pt x="2956" y="0"/>
                  </a:lnTo>
                  <a:lnTo>
                    <a:pt x="3624" y="0"/>
                  </a:lnTo>
                  <a:lnTo>
                    <a:pt x="4292" y="0"/>
                  </a:lnTo>
                  <a:lnTo>
                    <a:pt x="4960" y="0"/>
                  </a:lnTo>
                  <a:lnTo>
                    <a:pt x="5628" y="0"/>
                  </a:lnTo>
                  <a:lnTo>
                    <a:pt x="6296" y="0"/>
                  </a:lnTo>
                  <a:lnTo>
                    <a:pt x="6964" y="16715"/>
                  </a:lnTo>
                  <a:lnTo>
                    <a:pt x="7632" y="16715"/>
                  </a:lnTo>
                  <a:lnTo>
                    <a:pt x="8300" y="29881"/>
                  </a:lnTo>
                  <a:lnTo>
                    <a:pt x="8968" y="22866"/>
                  </a:lnTo>
                  <a:lnTo>
                    <a:pt x="9132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69066" y="1999277"/>
              <a:ext cx="33237" cy="67012"/>
            </a:xfrm>
            <a:custGeom>
              <a:avLst/>
              <a:pathLst>
                <a:path w="33237" h="67012">
                  <a:moveTo>
                    <a:pt x="0" y="67012"/>
                  </a:moveTo>
                  <a:lnTo>
                    <a:pt x="1" y="66963"/>
                  </a:lnTo>
                  <a:lnTo>
                    <a:pt x="669" y="66963"/>
                  </a:lnTo>
                  <a:lnTo>
                    <a:pt x="1337" y="66963"/>
                  </a:lnTo>
                  <a:lnTo>
                    <a:pt x="2006" y="66963"/>
                  </a:lnTo>
                  <a:lnTo>
                    <a:pt x="2674" y="66963"/>
                  </a:lnTo>
                  <a:lnTo>
                    <a:pt x="3342" y="66963"/>
                  </a:lnTo>
                  <a:lnTo>
                    <a:pt x="4010" y="66963"/>
                  </a:lnTo>
                  <a:lnTo>
                    <a:pt x="4678" y="66963"/>
                  </a:lnTo>
                  <a:lnTo>
                    <a:pt x="5346" y="66963"/>
                  </a:lnTo>
                  <a:lnTo>
                    <a:pt x="6014" y="66963"/>
                  </a:lnTo>
                  <a:lnTo>
                    <a:pt x="6682" y="66963"/>
                  </a:lnTo>
                  <a:lnTo>
                    <a:pt x="7350" y="66963"/>
                  </a:lnTo>
                  <a:lnTo>
                    <a:pt x="8018" y="66963"/>
                  </a:lnTo>
                  <a:lnTo>
                    <a:pt x="8686" y="66963"/>
                  </a:lnTo>
                  <a:lnTo>
                    <a:pt x="9354" y="51338"/>
                  </a:lnTo>
                  <a:lnTo>
                    <a:pt x="10022" y="44641"/>
                  </a:lnTo>
                  <a:lnTo>
                    <a:pt x="10690" y="44641"/>
                  </a:lnTo>
                  <a:lnTo>
                    <a:pt x="11358" y="24553"/>
                  </a:lnTo>
                  <a:lnTo>
                    <a:pt x="12026" y="22320"/>
                  </a:lnTo>
                  <a:lnTo>
                    <a:pt x="12694" y="22320"/>
                  </a:lnTo>
                  <a:lnTo>
                    <a:pt x="13362" y="22320"/>
                  </a:lnTo>
                  <a:lnTo>
                    <a:pt x="14030" y="22320"/>
                  </a:lnTo>
                  <a:lnTo>
                    <a:pt x="14698" y="22320"/>
                  </a:lnTo>
                  <a:lnTo>
                    <a:pt x="15366" y="22320"/>
                  </a:lnTo>
                  <a:lnTo>
                    <a:pt x="16034" y="22320"/>
                  </a:lnTo>
                  <a:lnTo>
                    <a:pt x="16702" y="22320"/>
                  </a:lnTo>
                  <a:lnTo>
                    <a:pt x="17370" y="22320"/>
                  </a:lnTo>
                  <a:lnTo>
                    <a:pt x="18038" y="22320"/>
                  </a:lnTo>
                  <a:lnTo>
                    <a:pt x="18706" y="22320"/>
                  </a:lnTo>
                  <a:lnTo>
                    <a:pt x="19374" y="37945"/>
                  </a:lnTo>
                  <a:lnTo>
                    <a:pt x="20042" y="44641"/>
                  </a:lnTo>
                  <a:lnTo>
                    <a:pt x="20710" y="44641"/>
                  </a:lnTo>
                  <a:lnTo>
                    <a:pt x="21378" y="64730"/>
                  </a:lnTo>
                  <a:lnTo>
                    <a:pt x="22046" y="49106"/>
                  </a:lnTo>
                  <a:lnTo>
                    <a:pt x="22714" y="27901"/>
                  </a:lnTo>
                  <a:lnTo>
                    <a:pt x="23382" y="0"/>
                  </a:lnTo>
                  <a:lnTo>
                    <a:pt x="24050" y="7058"/>
                  </a:lnTo>
                  <a:lnTo>
                    <a:pt x="24718" y="10208"/>
                  </a:lnTo>
                  <a:lnTo>
                    <a:pt x="25386" y="15798"/>
                  </a:lnTo>
                  <a:lnTo>
                    <a:pt x="26054" y="17749"/>
                  </a:lnTo>
                  <a:lnTo>
                    <a:pt x="26723" y="17749"/>
                  </a:lnTo>
                  <a:lnTo>
                    <a:pt x="27391" y="17749"/>
                  </a:lnTo>
                  <a:lnTo>
                    <a:pt x="28059" y="17749"/>
                  </a:lnTo>
                  <a:lnTo>
                    <a:pt x="28727" y="17749"/>
                  </a:lnTo>
                  <a:lnTo>
                    <a:pt x="29395" y="17749"/>
                  </a:lnTo>
                  <a:lnTo>
                    <a:pt x="30063" y="17749"/>
                  </a:lnTo>
                  <a:lnTo>
                    <a:pt x="30731" y="17749"/>
                  </a:lnTo>
                  <a:lnTo>
                    <a:pt x="31399" y="17749"/>
                  </a:lnTo>
                  <a:lnTo>
                    <a:pt x="32067" y="32401"/>
                  </a:lnTo>
                  <a:lnTo>
                    <a:pt x="32735" y="49799"/>
                  </a:lnTo>
                  <a:lnTo>
                    <a:pt x="33237" y="670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05139" y="2021598"/>
              <a:ext cx="53405" cy="44691"/>
            </a:xfrm>
            <a:custGeom>
              <a:avLst/>
              <a:pathLst>
                <a:path w="53405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6" y="44642"/>
                  </a:lnTo>
                  <a:lnTo>
                    <a:pt x="2674" y="44642"/>
                  </a:lnTo>
                  <a:lnTo>
                    <a:pt x="3342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44642"/>
                  </a:lnTo>
                  <a:lnTo>
                    <a:pt x="7350" y="44642"/>
                  </a:lnTo>
                  <a:lnTo>
                    <a:pt x="8018" y="44642"/>
                  </a:lnTo>
                  <a:lnTo>
                    <a:pt x="8686" y="44642"/>
                  </a:lnTo>
                  <a:lnTo>
                    <a:pt x="9354" y="44642"/>
                  </a:lnTo>
                  <a:lnTo>
                    <a:pt x="10022" y="44642"/>
                  </a:lnTo>
                  <a:lnTo>
                    <a:pt x="10690" y="44642"/>
                  </a:lnTo>
                  <a:lnTo>
                    <a:pt x="11358" y="44642"/>
                  </a:lnTo>
                  <a:lnTo>
                    <a:pt x="12026" y="44642"/>
                  </a:lnTo>
                  <a:lnTo>
                    <a:pt x="12694" y="44642"/>
                  </a:lnTo>
                  <a:lnTo>
                    <a:pt x="13362" y="44642"/>
                  </a:lnTo>
                  <a:lnTo>
                    <a:pt x="14030" y="44642"/>
                  </a:lnTo>
                  <a:lnTo>
                    <a:pt x="14698" y="44642"/>
                  </a:lnTo>
                  <a:lnTo>
                    <a:pt x="15366" y="44642"/>
                  </a:lnTo>
                  <a:lnTo>
                    <a:pt x="16034" y="44642"/>
                  </a:lnTo>
                  <a:lnTo>
                    <a:pt x="16702" y="44642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4642"/>
                  </a:lnTo>
                  <a:lnTo>
                    <a:pt x="21378" y="44642"/>
                  </a:lnTo>
                  <a:lnTo>
                    <a:pt x="22046" y="44642"/>
                  </a:lnTo>
                  <a:lnTo>
                    <a:pt x="22714" y="44642"/>
                  </a:lnTo>
                  <a:lnTo>
                    <a:pt x="23382" y="44642"/>
                  </a:lnTo>
                  <a:lnTo>
                    <a:pt x="24050" y="44642"/>
                  </a:lnTo>
                  <a:lnTo>
                    <a:pt x="24718" y="44642"/>
                  </a:lnTo>
                  <a:lnTo>
                    <a:pt x="25386" y="39061"/>
                  </a:lnTo>
                  <a:lnTo>
                    <a:pt x="26054" y="22321"/>
                  </a:lnTo>
                  <a:lnTo>
                    <a:pt x="26723" y="22321"/>
                  </a:lnTo>
                  <a:lnTo>
                    <a:pt x="27391" y="22321"/>
                  </a:lnTo>
                  <a:lnTo>
                    <a:pt x="28059" y="22321"/>
                  </a:lnTo>
                  <a:lnTo>
                    <a:pt x="28727" y="22321"/>
                  </a:lnTo>
                  <a:lnTo>
                    <a:pt x="29395" y="13392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5580"/>
                  </a:lnTo>
                  <a:lnTo>
                    <a:pt x="36075" y="22321"/>
                  </a:lnTo>
                  <a:lnTo>
                    <a:pt x="36743" y="22321"/>
                  </a:lnTo>
                  <a:lnTo>
                    <a:pt x="37411" y="22321"/>
                  </a:lnTo>
                  <a:lnTo>
                    <a:pt x="38079" y="22321"/>
                  </a:lnTo>
                  <a:lnTo>
                    <a:pt x="38747" y="22321"/>
                  </a:lnTo>
                  <a:lnTo>
                    <a:pt x="39415" y="31249"/>
                  </a:lnTo>
                  <a:lnTo>
                    <a:pt x="40083" y="44642"/>
                  </a:lnTo>
                  <a:lnTo>
                    <a:pt x="40751" y="44642"/>
                  </a:lnTo>
                  <a:lnTo>
                    <a:pt x="41419" y="44642"/>
                  </a:lnTo>
                  <a:lnTo>
                    <a:pt x="42087" y="44642"/>
                  </a:lnTo>
                  <a:lnTo>
                    <a:pt x="42755" y="26785"/>
                  </a:lnTo>
                  <a:lnTo>
                    <a:pt x="43423" y="22321"/>
                  </a:lnTo>
                  <a:lnTo>
                    <a:pt x="44091" y="22321"/>
                  </a:lnTo>
                  <a:lnTo>
                    <a:pt x="44759" y="22321"/>
                  </a:lnTo>
                  <a:lnTo>
                    <a:pt x="45427" y="22321"/>
                  </a:lnTo>
                  <a:lnTo>
                    <a:pt x="46095" y="22321"/>
                  </a:lnTo>
                  <a:lnTo>
                    <a:pt x="46763" y="22321"/>
                  </a:lnTo>
                  <a:lnTo>
                    <a:pt x="47431" y="12276"/>
                  </a:lnTo>
                  <a:lnTo>
                    <a:pt x="48099" y="0"/>
                  </a:lnTo>
                  <a:lnTo>
                    <a:pt x="48767" y="0"/>
                  </a:lnTo>
                  <a:lnTo>
                    <a:pt x="49435" y="0"/>
                  </a:lnTo>
                  <a:lnTo>
                    <a:pt x="50103" y="0"/>
                  </a:lnTo>
                  <a:lnTo>
                    <a:pt x="50772" y="0"/>
                  </a:lnTo>
                  <a:lnTo>
                    <a:pt x="51440" y="0"/>
                  </a:lnTo>
                  <a:lnTo>
                    <a:pt x="52108" y="0"/>
                  </a:lnTo>
                  <a:lnTo>
                    <a:pt x="52776" y="38175"/>
                  </a:lnTo>
                  <a:lnTo>
                    <a:pt x="53405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5964" y="2043919"/>
              <a:ext cx="1884" cy="22370"/>
            </a:xfrm>
            <a:custGeom>
              <a:avLst/>
              <a:pathLst>
                <a:path w="1884" h="22370">
                  <a:moveTo>
                    <a:pt x="0" y="22370"/>
                  </a:moveTo>
                  <a:lnTo>
                    <a:pt x="656" y="0"/>
                  </a:lnTo>
                  <a:lnTo>
                    <a:pt x="1324" y="0"/>
                  </a:lnTo>
                  <a:lnTo>
                    <a:pt x="1884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0715" y="2021598"/>
              <a:ext cx="17084" cy="44691"/>
            </a:xfrm>
            <a:custGeom>
              <a:avLst/>
              <a:pathLst>
                <a:path w="17084" h="44691">
                  <a:moveTo>
                    <a:pt x="0" y="44691"/>
                  </a:moveTo>
                  <a:lnTo>
                    <a:pt x="602" y="24318"/>
                  </a:lnTo>
                  <a:lnTo>
                    <a:pt x="1270" y="0"/>
                  </a:lnTo>
                  <a:lnTo>
                    <a:pt x="1938" y="0"/>
                  </a:lnTo>
                  <a:lnTo>
                    <a:pt x="2606" y="0"/>
                  </a:lnTo>
                  <a:lnTo>
                    <a:pt x="3274" y="0"/>
                  </a:lnTo>
                  <a:lnTo>
                    <a:pt x="3942" y="0"/>
                  </a:lnTo>
                  <a:lnTo>
                    <a:pt x="4610" y="0"/>
                  </a:lnTo>
                  <a:lnTo>
                    <a:pt x="5278" y="0"/>
                  </a:lnTo>
                  <a:lnTo>
                    <a:pt x="5946" y="0"/>
                  </a:lnTo>
                  <a:lnTo>
                    <a:pt x="6614" y="7812"/>
                  </a:lnTo>
                  <a:lnTo>
                    <a:pt x="7282" y="0"/>
                  </a:lnTo>
                  <a:lnTo>
                    <a:pt x="7950" y="3348"/>
                  </a:lnTo>
                  <a:lnTo>
                    <a:pt x="8618" y="22321"/>
                  </a:lnTo>
                  <a:lnTo>
                    <a:pt x="9286" y="22321"/>
                  </a:lnTo>
                  <a:lnTo>
                    <a:pt x="9954" y="22321"/>
                  </a:lnTo>
                  <a:lnTo>
                    <a:pt x="10622" y="43600"/>
                  </a:lnTo>
                  <a:lnTo>
                    <a:pt x="11290" y="41277"/>
                  </a:lnTo>
                  <a:lnTo>
                    <a:pt x="11958" y="30495"/>
                  </a:lnTo>
                  <a:lnTo>
                    <a:pt x="12626" y="32056"/>
                  </a:lnTo>
                  <a:lnTo>
                    <a:pt x="13294" y="32056"/>
                  </a:lnTo>
                  <a:lnTo>
                    <a:pt x="13962" y="32056"/>
                  </a:lnTo>
                  <a:lnTo>
                    <a:pt x="14630" y="32056"/>
                  </a:lnTo>
                  <a:lnTo>
                    <a:pt x="15298" y="32056"/>
                  </a:lnTo>
                  <a:lnTo>
                    <a:pt x="15966" y="32056"/>
                  </a:lnTo>
                  <a:lnTo>
                    <a:pt x="16634" y="32972"/>
                  </a:lnTo>
                  <a:lnTo>
                    <a:pt x="17084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0727" y="2021598"/>
              <a:ext cx="10160" cy="44691"/>
            </a:xfrm>
            <a:custGeom>
              <a:avLst/>
              <a:pathLst>
                <a:path w="10160" h="44691">
                  <a:moveTo>
                    <a:pt x="0" y="44691"/>
                  </a:moveTo>
                  <a:lnTo>
                    <a:pt x="630" y="26023"/>
                  </a:lnTo>
                  <a:lnTo>
                    <a:pt x="1298" y="29836"/>
                  </a:lnTo>
                  <a:lnTo>
                    <a:pt x="1966" y="42074"/>
                  </a:lnTo>
                  <a:lnTo>
                    <a:pt x="2634" y="22321"/>
                  </a:lnTo>
                  <a:lnTo>
                    <a:pt x="3302" y="22321"/>
                  </a:lnTo>
                  <a:lnTo>
                    <a:pt x="3970" y="22321"/>
                  </a:lnTo>
                  <a:lnTo>
                    <a:pt x="4638" y="22321"/>
                  </a:lnTo>
                  <a:lnTo>
                    <a:pt x="5307" y="22321"/>
                  </a:lnTo>
                  <a:lnTo>
                    <a:pt x="5975" y="11160"/>
                  </a:lnTo>
                  <a:lnTo>
                    <a:pt x="6643" y="0"/>
                  </a:lnTo>
                  <a:lnTo>
                    <a:pt x="7311" y="0"/>
                  </a:lnTo>
                  <a:lnTo>
                    <a:pt x="7979" y="24318"/>
                  </a:lnTo>
                  <a:lnTo>
                    <a:pt x="8647" y="30495"/>
                  </a:lnTo>
                  <a:lnTo>
                    <a:pt x="9315" y="32056"/>
                  </a:lnTo>
                  <a:lnTo>
                    <a:pt x="9983" y="36635"/>
                  </a:lnTo>
                  <a:lnTo>
                    <a:pt x="10160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49433" y="2066240"/>
              <a:ext cx="9355" cy="49"/>
            </a:xfrm>
            <a:custGeom>
              <a:avLst/>
              <a:pathLst>
                <a:path w="9355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9355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62153" y="1976956"/>
              <a:ext cx="57426" cy="89333"/>
            </a:xfrm>
            <a:custGeom>
              <a:avLst/>
              <a:pathLst>
                <a:path w="57426" h="89333">
                  <a:moveTo>
                    <a:pt x="0" y="89333"/>
                  </a:moveTo>
                  <a:lnTo>
                    <a:pt x="642" y="79245"/>
                  </a:lnTo>
                  <a:lnTo>
                    <a:pt x="1310" y="60177"/>
                  </a:lnTo>
                  <a:lnTo>
                    <a:pt x="1978" y="51597"/>
                  </a:lnTo>
                  <a:lnTo>
                    <a:pt x="2646" y="51597"/>
                  </a:lnTo>
                  <a:lnTo>
                    <a:pt x="3314" y="43969"/>
                  </a:lnTo>
                  <a:lnTo>
                    <a:pt x="3982" y="32529"/>
                  </a:lnTo>
                  <a:lnTo>
                    <a:pt x="4650" y="32529"/>
                  </a:lnTo>
                  <a:lnTo>
                    <a:pt x="5318" y="32529"/>
                  </a:lnTo>
                  <a:lnTo>
                    <a:pt x="5986" y="32529"/>
                  </a:lnTo>
                  <a:lnTo>
                    <a:pt x="6654" y="23948"/>
                  </a:lnTo>
                  <a:lnTo>
                    <a:pt x="7322" y="11117"/>
                  </a:lnTo>
                  <a:lnTo>
                    <a:pt x="7990" y="113"/>
                  </a:lnTo>
                  <a:lnTo>
                    <a:pt x="8658" y="10600"/>
                  </a:lnTo>
                  <a:lnTo>
                    <a:pt x="9326" y="13461"/>
                  </a:lnTo>
                  <a:lnTo>
                    <a:pt x="9994" y="13461"/>
                  </a:lnTo>
                  <a:lnTo>
                    <a:pt x="10662" y="23948"/>
                  </a:lnTo>
                  <a:lnTo>
                    <a:pt x="11330" y="43016"/>
                  </a:lnTo>
                  <a:lnTo>
                    <a:pt x="11998" y="51597"/>
                  </a:lnTo>
                  <a:lnTo>
                    <a:pt x="12667" y="51597"/>
                  </a:lnTo>
                  <a:lnTo>
                    <a:pt x="13335" y="59224"/>
                  </a:lnTo>
                  <a:lnTo>
                    <a:pt x="14003" y="70665"/>
                  </a:lnTo>
                  <a:lnTo>
                    <a:pt x="14671" y="70665"/>
                  </a:lnTo>
                  <a:lnTo>
                    <a:pt x="15339" y="70665"/>
                  </a:lnTo>
                  <a:lnTo>
                    <a:pt x="16007" y="70665"/>
                  </a:lnTo>
                  <a:lnTo>
                    <a:pt x="16675" y="79245"/>
                  </a:lnTo>
                  <a:lnTo>
                    <a:pt x="17343" y="66963"/>
                  </a:lnTo>
                  <a:lnTo>
                    <a:pt x="18011" y="82587"/>
                  </a:lnTo>
                  <a:lnTo>
                    <a:pt x="18679" y="89284"/>
                  </a:lnTo>
                  <a:lnTo>
                    <a:pt x="19347" y="89284"/>
                  </a:lnTo>
                  <a:lnTo>
                    <a:pt x="20015" y="89284"/>
                  </a:lnTo>
                  <a:lnTo>
                    <a:pt x="20683" y="89284"/>
                  </a:lnTo>
                  <a:lnTo>
                    <a:pt x="21351" y="89284"/>
                  </a:lnTo>
                  <a:lnTo>
                    <a:pt x="22019" y="89284"/>
                  </a:lnTo>
                  <a:lnTo>
                    <a:pt x="22687" y="89284"/>
                  </a:lnTo>
                  <a:lnTo>
                    <a:pt x="23355" y="89284"/>
                  </a:lnTo>
                  <a:lnTo>
                    <a:pt x="24023" y="89284"/>
                  </a:lnTo>
                  <a:lnTo>
                    <a:pt x="24691" y="89284"/>
                  </a:lnTo>
                  <a:lnTo>
                    <a:pt x="25359" y="89284"/>
                  </a:lnTo>
                  <a:lnTo>
                    <a:pt x="26027" y="89284"/>
                  </a:lnTo>
                  <a:lnTo>
                    <a:pt x="26695" y="89284"/>
                  </a:lnTo>
                  <a:lnTo>
                    <a:pt x="27363" y="89284"/>
                  </a:lnTo>
                  <a:lnTo>
                    <a:pt x="28031" y="89284"/>
                  </a:lnTo>
                  <a:lnTo>
                    <a:pt x="28699" y="89284"/>
                  </a:lnTo>
                  <a:lnTo>
                    <a:pt x="29367" y="83703"/>
                  </a:lnTo>
                  <a:lnTo>
                    <a:pt x="30035" y="66963"/>
                  </a:lnTo>
                  <a:lnTo>
                    <a:pt x="30703" y="66963"/>
                  </a:lnTo>
                  <a:lnTo>
                    <a:pt x="31371" y="66963"/>
                  </a:lnTo>
                  <a:lnTo>
                    <a:pt x="32039" y="66963"/>
                  </a:lnTo>
                  <a:lnTo>
                    <a:pt x="32707" y="66963"/>
                  </a:lnTo>
                  <a:lnTo>
                    <a:pt x="33375" y="66963"/>
                  </a:lnTo>
                  <a:lnTo>
                    <a:pt x="34043" y="55802"/>
                  </a:lnTo>
                  <a:lnTo>
                    <a:pt x="34711" y="23437"/>
                  </a:lnTo>
                  <a:lnTo>
                    <a:pt x="35379" y="18972"/>
                  </a:lnTo>
                  <a:lnTo>
                    <a:pt x="36047" y="0"/>
                  </a:lnTo>
                  <a:lnTo>
                    <a:pt x="36715" y="0"/>
                  </a:lnTo>
                  <a:lnTo>
                    <a:pt x="37384" y="0"/>
                  </a:lnTo>
                  <a:lnTo>
                    <a:pt x="38052" y="0"/>
                  </a:lnTo>
                  <a:lnTo>
                    <a:pt x="38720" y="0"/>
                  </a:lnTo>
                  <a:lnTo>
                    <a:pt x="39388" y="5580"/>
                  </a:lnTo>
                  <a:lnTo>
                    <a:pt x="40056" y="22321"/>
                  </a:lnTo>
                  <a:lnTo>
                    <a:pt x="40724" y="22321"/>
                  </a:lnTo>
                  <a:lnTo>
                    <a:pt x="41392" y="22321"/>
                  </a:lnTo>
                  <a:lnTo>
                    <a:pt x="42060" y="22321"/>
                  </a:lnTo>
                  <a:lnTo>
                    <a:pt x="42728" y="22321"/>
                  </a:lnTo>
                  <a:lnTo>
                    <a:pt x="43396" y="22321"/>
                  </a:lnTo>
                  <a:lnTo>
                    <a:pt x="44064" y="33481"/>
                  </a:lnTo>
                  <a:lnTo>
                    <a:pt x="44732" y="65846"/>
                  </a:lnTo>
                  <a:lnTo>
                    <a:pt x="45400" y="70311"/>
                  </a:lnTo>
                  <a:lnTo>
                    <a:pt x="46068" y="89284"/>
                  </a:lnTo>
                  <a:lnTo>
                    <a:pt x="46736" y="89284"/>
                  </a:lnTo>
                  <a:lnTo>
                    <a:pt x="47404" y="89284"/>
                  </a:lnTo>
                  <a:lnTo>
                    <a:pt x="48072" y="89284"/>
                  </a:lnTo>
                  <a:lnTo>
                    <a:pt x="48740" y="89284"/>
                  </a:lnTo>
                  <a:lnTo>
                    <a:pt x="49408" y="89284"/>
                  </a:lnTo>
                  <a:lnTo>
                    <a:pt x="50076" y="89284"/>
                  </a:lnTo>
                  <a:lnTo>
                    <a:pt x="50744" y="89284"/>
                  </a:lnTo>
                  <a:lnTo>
                    <a:pt x="51412" y="89284"/>
                  </a:lnTo>
                  <a:lnTo>
                    <a:pt x="52080" y="89284"/>
                  </a:lnTo>
                  <a:lnTo>
                    <a:pt x="52748" y="89284"/>
                  </a:lnTo>
                  <a:lnTo>
                    <a:pt x="53416" y="89284"/>
                  </a:lnTo>
                  <a:lnTo>
                    <a:pt x="54084" y="89284"/>
                  </a:lnTo>
                  <a:lnTo>
                    <a:pt x="54752" y="89284"/>
                  </a:lnTo>
                  <a:lnTo>
                    <a:pt x="55420" y="89284"/>
                  </a:lnTo>
                  <a:lnTo>
                    <a:pt x="56088" y="89284"/>
                  </a:lnTo>
                  <a:lnTo>
                    <a:pt x="56756" y="89284"/>
                  </a:lnTo>
                  <a:lnTo>
                    <a:pt x="57424" y="89284"/>
                  </a:lnTo>
                  <a:lnTo>
                    <a:pt x="57426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33300" y="1975520"/>
              <a:ext cx="109864" cy="90769"/>
            </a:xfrm>
            <a:custGeom>
              <a:avLst/>
              <a:pathLst>
                <a:path w="109864" h="90769">
                  <a:moveTo>
                    <a:pt x="0" y="90769"/>
                  </a:moveTo>
                  <a:lnTo>
                    <a:pt x="306" y="70584"/>
                  </a:lnTo>
                  <a:lnTo>
                    <a:pt x="974" y="47385"/>
                  </a:lnTo>
                  <a:lnTo>
                    <a:pt x="1642" y="57734"/>
                  </a:lnTo>
                  <a:lnTo>
                    <a:pt x="2310" y="45841"/>
                  </a:lnTo>
                  <a:lnTo>
                    <a:pt x="2978" y="45314"/>
                  </a:lnTo>
                  <a:lnTo>
                    <a:pt x="3646" y="45314"/>
                  </a:lnTo>
                  <a:lnTo>
                    <a:pt x="4314" y="41621"/>
                  </a:lnTo>
                  <a:lnTo>
                    <a:pt x="4982" y="30018"/>
                  </a:lnTo>
                  <a:lnTo>
                    <a:pt x="5650" y="24216"/>
                  </a:lnTo>
                  <a:lnTo>
                    <a:pt x="6318" y="17359"/>
                  </a:lnTo>
                  <a:lnTo>
                    <a:pt x="6986" y="13667"/>
                  </a:lnTo>
                  <a:lnTo>
                    <a:pt x="7654" y="13667"/>
                  </a:lnTo>
                  <a:lnTo>
                    <a:pt x="8322" y="2097"/>
                  </a:lnTo>
                  <a:lnTo>
                    <a:pt x="8990" y="5152"/>
                  </a:lnTo>
                  <a:lnTo>
                    <a:pt x="9658" y="0"/>
                  </a:lnTo>
                  <a:lnTo>
                    <a:pt x="10326" y="37426"/>
                  </a:lnTo>
                  <a:lnTo>
                    <a:pt x="10994" y="65402"/>
                  </a:lnTo>
                  <a:lnTo>
                    <a:pt x="11662" y="47867"/>
                  </a:lnTo>
                  <a:lnTo>
                    <a:pt x="12330" y="22641"/>
                  </a:lnTo>
                  <a:lnTo>
                    <a:pt x="12998" y="23757"/>
                  </a:lnTo>
                  <a:lnTo>
                    <a:pt x="13666" y="23757"/>
                  </a:lnTo>
                  <a:lnTo>
                    <a:pt x="14334" y="31569"/>
                  </a:lnTo>
                  <a:lnTo>
                    <a:pt x="15002" y="56122"/>
                  </a:lnTo>
                  <a:lnTo>
                    <a:pt x="15670" y="68399"/>
                  </a:lnTo>
                  <a:lnTo>
                    <a:pt x="16338" y="82907"/>
                  </a:lnTo>
                  <a:lnTo>
                    <a:pt x="17007" y="90720"/>
                  </a:lnTo>
                  <a:lnTo>
                    <a:pt x="17675" y="90720"/>
                  </a:lnTo>
                  <a:lnTo>
                    <a:pt x="18343" y="90720"/>
                  </a:lnTo>
                  <a:lnTo>
                    <a:pt x="19011" y="90720"/>
                  </a:lnTo>
                  <a:lnTo>
                    <a:pt x="19679" y="90720"/>
                  </a:lnTo>
                  <a:lnTo>
                    <a:pt x="20347" y="90720"/>
                  </a:lnTo>
                  <a:lnTo>
                    <a:pt x="21015" y="90720"/>
                  </a:lnTo>
                  <a:lnTo>
                    <a:pt x="21683" y="90720"/>
                  </a:lnTo>
                  <a:lnTo>
                    <a:pt x="22351" y="90720"/>
                  </a:lnTo>
                  <a:lnTo>
                    <a:pt x="23019" y="90720"/>
                  </a:lnTo>
                  <a:lnTo>
                    <a:pt x="23687" y="90720"/>
                  </a:lnTo>
                  <a:lnTo>
                    <a:pt x="24355" y="90720"/>
                  </a:lnTo>
                  <a:lnTo>
                    <a:pt x="25023" y="90720"/>
                  </a:lnTo>
                  <a:lnTo>
                    <a:pt x="25691" y="90720"/>
                  </a:lnTo>
                  <a:lnTo>
                    <a:pt x="26359" y="90720"/>
                  </a:lnTo>
                  <a:lnTo>
                    <a:pt x="27027" y="90720"/>
                  </a:lnTo>
                  <a:lnTo>
                    <a:pt x="27695" y="79559"/>
                  </a:lnTo>
                  <a:lnTo>
                    <a:pt x="28363" y="68399"/>
                  </a:lnTo>
                  <a:lnTo>
                    <a:pt x="29031" y="68399"/>
                  </a:lnTo>
                  <a:lnTo>
                    <a:pt x="29699" y="68399"/>
                  </a:lnTo>
                  <a:lnTo>
                    <a:pt x="30367" y="60586"/>
                  </a:lnTo>
                  <a:lnTo>
                    <a:pt x="31035" y="46078"/>
                  </a:lnTo>
                  <a:lnTo>
                    <a:pt x="31703" y="46078"/>
                  </a:lnTo>
                  <a:lnTo>
                    <a:pt x="32371" y="46078"/>
                  </a:lnTo>
                  <a:lnTo>
                    <a:pt x="33039" y="46078"/>
                  </a:lnTo>
                  <a:lnTo>
                    <a:pt x="33707" y="46078"/>
                  </a:lnTo>
                  <a:lnTo>
                    <a:pt x="34375" y="46078"/>
                  </a:lnTo>
                  <a:lnTo>
                    <a:pt x="35043" y="46078"/>
                  </a:lnTo>
                  <a:lnTo>
                    <a:pt x="35711" y="46078"/>
                  </a:lnTo>
                  <a:lnTo>
                    <a:pt x="36379" y="46078"/>
                  </a:lnTo>
                  <a:lnTo>
                    <a:pt x="37047" y="46078"/>
                  </a:lnTo>
                  <a:lnTo>
                    <a:pt x="37715" y="57238"/>
                  </a:lnTo>
                  <a:lnTo>
                    <a:pt x="38383" y="68399"/>
                  </a:lnTo>
                  <a:lnTo>
                    <a:pt x="39051" y="68399"/>
                  </a:lnTo>
                  <a:lnTo>
                    <a:pt x="39719" y="68399"/>
                  </a:lnTo>
                  <a:lnTo>
                    <a:pt x="40387" y="76211"/>
                  </a:lnTo>
                  <a:lnTo>
                    <a:pt x="41055" y="90720"/>
                  </a:lnTo>
                  <a:lnTo>
                    <a:pt x="41724" y="90720"/>
                  </a:lnTo>
                  <a:lnTo>
                    <a:pt x="42392" y="90720"/>
                  </a:lnTo>
                  <a:lnTo>
                    <a:pt x="43060" y="90720"/>
                  </a:lnTo>
                  <a:lnTo>
                    <a:pt x="43728" y="90720"/>
                  </a:lnTo>
                  <a:lnTo>
                    <a:pt x="44396" y="90720"/>
                  </a:lnTo>
                  <a:lnTo>
                    <a:pt x="45064" y="90720"/>
                  </a:lnTo>
                  <a:lnTo>
                    <a:pt x="45732" y="90720"/>
                  </a:lnTo>
                  <a:lnTo>
                    <a:pt x="46400" y="90720"/>
                  </a:lnTo>
                  <a:lnTo>
                    <a:pt x="47068" y="90720"/>
                  </a:lnTo>
                  <a:lnTo>
                    <a:pt x="47736" y="90720"/>
                  </a:lnTo>
                  <a:lnTo>
                    <a:pt x="48404" y="90720"/>
                  </a:lnTo>
                  <a:lnTo>
                    <a:pt x="49072" y="90720"/>
                  </a:lnTo>
                  <a:lnTo>
                    <a:pt x="49740" y="77327"/>
                  </a:lnTo>
                  <a:lnTo>
                    <a:pt x="50408" y="68399"/>
                  </a:lnTo>
                  <a:lnTo>
                    <a:pt x="51076" y="68399"/>
                  </a:lnTo>
                  <a:lnTo>
                    <a:pt x="51744" y="68399"/>
                  </a:lnTo>
                  <a:lnTo>
                    <a:pt x="52412" y="68399"/>
                  </a:lnTo>
                  <a:lnTo>
                    <a:pt x="53080" y="68399"/>
                  </a:lnTo>
                  <a:lnTo>
                    <a:pt x="53748" y="68399"/>
                  </a:lnTo>
                  <a:lnTo>
                    <a:pt x="54416" y="68399"/>
                  </a:lnTo>
                  <a:lnTo>
                    <a:pt x="55084" y="68399"/>
                  </a:lnTo>
                  <a:lnTo>
                    <a:pt x="55752" y="68399"/>
                  </a:lnTo>
                  <a:lnTo>
                    <a:pt x="56420" y="68399"/>
                  </a:lnTo>
                  <a:lnTo>
                    <a:pt x="57088" y="51658"/>
                  </a:lnTo>
                  <a:lnTo>
                    <a:pt x="57756" y="46078"/>
                  </a:lnTo>
                  <a:lnTo>
                    <a:pt x="58424" y="46078"/>
                  </a:lnTo>
                  <a:lnTo>
                    <a:pt x="59092" y="46078"/>
                  </a:lnTo>
                  <a:lnTo>
                    <a:pt x="59760" y="59470"/>
                  </a:lnTo>
                  <a:lnTo>
                    <a:pt x="60428" y="68399"/>
                  </a:lnTo>
                  <a:lnTo>
                    <a:pt x="61096" y="68399"/>
                  </a:lnTo>
                  <a:lnTo>
                    <a:pt x="61764" y="68399"/>
                  </a:lnTo>
                  <a:lnTo>
                    <a:pt x="62432" y="68399"/>
                  </a:lnTo>
                  <a:lnTo>
                    <a:pt x="63100" y="68399"/>
                  </a:lnTo>
                  <a:lnTo>
                    <a:pt x="63768" y="68399"/>
                  </a:lnTo>
                  <a:lnTo>
                    <a:pt x="64436" y="68399"/>
                  </a:lnTo>
                  <a:lnTo>
                    <a:pt x="65104" y="68399"/>
                  </a:lnTo>
                  <a:lnTo>
                    <a:pt x="65772" y="68399"/>
                  </a:lnTo>
                  <a:lnTo>
                    <a:pt x="66441" y="68399"/>
                  </a:lnTo>
                  <a:lnTo>
                    <a:pt x="67109" y="85139"/>
                  </a:lnTo>
                  <a:lnTo>
                    <a:pt x="67777" y="90720"/>
                  </a:lnTo>
                  <a:lnTo>
                    <a:pt x="68445" y="90720"/>
                  </a:lnTo>
                  <a:lnTo>
                    <a:pt x="69113" y="90720"/>
                  </a:lnTo>
                  <a:lnTo>
                    <a:pt x="69781" y="90720"/>
                  </a:lnTo>
                  <a:lnTo>
                    <a:pt x="70449" y="90720"/>
                  </a:lnTo>
                  <a:lnTo>
                    <a:pt x="71117" y="90720"/>
                  </a:lnTo>
                  <a:lnTo>
                    <a:pt x="71785" y="90720"/>
                  </a:lnTo>
                  <a:lnTo>
                    <a:pt x="72453" y="90720"/>
                  </a:lnTo>
                  <a:lnTo>
                    <a:pt x="73121" y="90720"/>
                  </a:lnTo>
                  <a:lnTo>
                    <a:pt x="73789" y="90720"/>
                  </a:lnTo>
                  <a:lnTo>
                    <a:pt x="74457" y="90720"/>
                  </a:lnTo>
                  <a:lnTo>
                    <a:pt x="75125" y="90720"/>
                  </a:lnTo>
                  <a:lnTo>
                    <a:pt x="75793" y="90720"/>
                  </a:lnTo>
                  <a:lnTo>
                    <a:pt x="76461" y="90720"/>
                  </a:lnTo>
                  <a:lnTo>
                    <a:pt x="77129" y="90720"/>
                  </a:lnTo>
                  <a:lnTo>
                    <a:pt x="77797" y="90720"/>
                  </a:lnTo>
                  <a:lnTo>
                    <a:pt x="78465" y="90720"/>
                  </a:lnTo>
                  <a:lnTo>
                    <a:pt x="79133" y="90720"/>
                  </a:lnTo>
                  <a:lnTo>
                    <a:pt x="79801" y="90720"/>
                  </a:lnTo>
                  <a:lnTo>
                    <a:pt x="80469" y="90720"/>
                  </a:lnTo>
                  <a:lnTo>
                    <a:pt x="81137" y="90720"/>
                  </a:lnTo>
                  <a:lnTo>
                    <a:pt x="81805" y="90720"/>
                  </a:lnTo>
                  <a:lnTo>
                    <a:pt x="82473" y="90720"/>
                  </a:lnTo>
                  <a:lnTo>
                    <a:pt x="83141" y="90720"/>
                  </a:lnTo>
                  <a:lnTo>
                    <a:pt x="83809" y="90720"/>
                  </a:lnTo>
                  <a:lnTo>
                    <a:pt x="84477" y="90720"/>
                  </a:lnTo>
                  <a:lnTo>
                    <a:pt x="85145" y="90720"/>
                  </a:lnTo>
                  <a:lnTo>
                    <a:pt x="85813" y="90720"/>
                  </a:lnTo>
                  <a:lnTo>
                    <a:pt x="86481" y="90720"/>
                  </a:lnTo>
                  <a:lnTo>
                    <a:pt x="87149" y="90720"/>
                  </a:lnTo>
                  <a:lnTo>
                    <a:pt x="87817" y="90720"/>
                  </a:lnTo>
                  <a:lnTo>
                    <a:pt x="88485" y="90720"/>
                  </a:lnTo>
                  <a:lnTo>
                    <a:pt x="89153" y="90720"/>
                  </a:lnTo>
                  <a:lnTo>
                    <a:pt x="89821" y="90720"/>
                  </a:lnTo>
                  <a:lnTo>
                    <a:pt x="90490" y="90720"/>
                  </a:lnTo>
                  <a:lnTo>
                    <a:pt x="91158" y="90720"/>
                  </a:lnTo>
                  <a:lnTo>
                    <a:pt x="91826" y="90720"/>
                  </a:lnTo>
                  <a:lnTo>
                    <a:pt x="92494" y="90720"/>
                  </a:lnTo>
                  <a:lnTo>
                    <a:pt x="93162" y="90720"/>
                  </a:lnTo>
                  <a:lnTo>
                    <a:pt x="93830" y="90720"/>
                  </a:lnTo>
                  <a:lnTo>
                    <a:pt x="94498" y="90720"/>
                  </a:lnTo>
                  <a:lnTo>
                    <a:pt x="95166" y="90720"/>
                  </a:lnTo>
                  <a:lnTo>
                    <a:pt x="95834" y="90720"/>
                  </a:lnTo>
                  <a:lnTo>
                    <a:pt x="96502" y="90720"/>
                  </a:lnTo>
                  <a:lnTo>
                    <a:pt x="97170" y="90720"/>
                  </a:lnTo>
                  <a:lnTo>
                    <a:pt x="97838" y="90720"/>
                  </a:lnTo>
                  <a:lnTo>
                    <a:pt x="98506" y="90720"/>
                  </a:lnTo>
                  <a:lnTo>
                    <a:pt x="99174" y="90720"/>
                  </a:lnTo>
                  <a:lnTo>
                    <a:pt x="99842" y="90720"/>
                  </a:lnTo>
                  <a:lnTo>
                    <a:pt x="100510" y="90720"/>
                  </a:lnTo>
                  <a:lnTo>
                    <a:pt x="101178" y="90720"/>
                  </a:lnTo>
                  <a:lnTo>
                    <a:pt x="101846" y="90720"/>
                  </a:lnTo>
                  <a:lnTo>
                    <a:pt x="102514" y="90720"/>
                  </a:lnTo>
                  <a:lnTo>
                    <a:pt x="103182" y="90720"/>
                  </a:lnTo>
                  <a:lnTo>
                    <a:pt x="103850" y="90720"/>
                  </a:lnTo>
                  <a:lnTo>
                    <a:pt x="104518" y="90720"/>
                  </a:lnTo>
                  <a:lnTo>
                    <a:pt x="105186" y="90720"/>
                  </a:lnTo>
                  <a:lnTo>
                    <a:pt x="105854" y="90720"/>
                  </a:lnTo>
                  <a:lnTo>
                    <a:pt x="106522" y="90720"/>
                  </a:lnTo>
                  <a:lnTo>
                    <a:pt x="107190" y="90720"/>
                  </a:lnTo>
                  <a:lnTo>
                    <a:pt x="107858" y="90720"/>
                  </a:lnTo>
                  <a:lnTo>
                    <a:pt x="108526" y="90720"/>
                  </a:lnTo>
                  <a:lnTo>
                    <a:pt x="109194" y="90720"/>
                  </a:lnTo>
                  <a:lnTo>
                    <a:pt x="109862" y="90720"/>
                  </a:lnTo>
                  <a:lnTo>
                    <a:pt x="109864" y="9076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675" y="1990960"/>
              <a:ext cx="20680" cy="75328"/>
            </a:xfrm>
            <a:custGeom>
              <a:avLst/>
              <a:pathLst>
                <a:path w="20680" h="75328">
                  <a:moveTo>
                    <a:pt x="0" y="75328"/>
                  </a:moveTo>
                  <a:lnTo>
                    <a:pt x="504" y="57193"/>
                  </a:lnTo>
                  <a:lnTo>
                    <a:pt x="1172" y="45037"/>
                  </a:lnTo>
                  <a:lnTo>
                    <a:pt x="1840" y="38957"/>
                  </a:lnTo>
                  <a:lnTo>
                    <a:pt x="2508" y="38957"/>
                  </a:lnTo>
                  <a:lnTo>
                    <a:pt x="3176" y="22523"/>
                  </a:lnTo>
                  <a:lnTo>
                    <a:pt x="3844" y="30524"/>
                  </a:lnTo>
                  <a:lnTo>
                    <a:pt x="4512" y="31413"/>
                  </a:lnTo>
                  <a:lnTo>
                    <a:pt x="5180" y="23981"/>
                  </a:lnTo>
                  <a:lnTo>
                    <a:pt x="5848" y="25910"/>
                  </a:lnTo>
                  <a:lnTo>
                    <a:pt x="6516" y="14049"/>
                  </a:lnTo>
                  <a:lnTo>
                    <a:pt x="7185" y="19482"/>
                  </a:lnTo>
                  <a:lnTo>
                    <a:pt x="7853" y="6962"/>
                  </a:lnTo>
                  <a:lnTo>
                    <a:pt x="8521" y="0"/>
                  </a:lnTo>
                  <a:lnTo>
                    <a:pt x="9189" y="3336"/>
                  </a:lnTo>
                  <a:lnTo>
                    <a:pt x="9857" y="6713"/>
                  </a:lnTo>
                  <a:lnTo>
                    <a:pt x="10525" y="18322"/>
                  </a:lnTo>
                  <a:lnTo>
                    <a:pt x="11193" y="58538"/>
                  </a:lnTo>
                  <a:lnTo>
                    <a:pt x="11861" y="75279"/>
                  </a:lnTo>
                  <a:lnTo>
                    <a:pt x="12529" y="75279"/>
                  </a:lnTo>
                  <a:lnTo>
                    <a:pt x="13197" y="75279"/>
                  </a:lnTo>
                  <a:lnTo>
                    <a:pt x="13865" y="75279"/>
                  </a:lnTo>
                  <a:lnTo>
                    <a:pt x="14533" y="75279"/>
                  </a:lnTo>
                  <a:lnTo>
                    <a:pt x="15201" y="75279"/>
                  </a:lnTo>
                  <a:lnTo>
                    <a:pt x="15869" y="75279"/>
                  </a:lnTo>
                  <a:lnTo>
                    <a:pt x="16537" y="75279"/>
                  </a:lnTo>
                  <a:lnTo>
                    <a:pt x="17205" y="75279"/>
                  </a:lnTo>
                  <a:lnTo>
                    <a:pt x="17873" y="75279"/>
                  </a:lnTo>
                  <a:lnTo>
                    <a:pt x="18541" y="54074"/>
                  </a:lnTo>
                  <a:lnTo>
                    <a:pt x="19209" y="52958"/>
                  </a:lnTo>
                  <a:lnTo>
                    <a:pt x="19877" y="52958"/>
                  </a:lnTo>
                  <a:lnTo>
                    <a:pt x="20545" y="74237"/>
                  </a:lnTo>
                  <a:lnTo>
                    <a:pt x="20680" y="7532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4018" y="1935889"/>
              <a:ext cx="95168" cy="130400"/>
            </a:xfrm>
            <a:custGeom>
              <a:avLst/>
              <a:pathLst>
                <a:path w="95168" h="130400">
                  <a:moveTo>
                    <a:pt x="0" y="130400"/>
                  </a:moveTo>
                  <a:lnTo>
                    <a:pt x="542" y="117765"/>
                  </a:lnTo>
                  <a:lnTo>
                    <a:pt x="1210" y="117765"/>
                  </a:lnTo>
                  <a:lnTo>
                    <a:pt x="1878" y="126807"/>
                  </a:lnTo>
                  <a:lnTo>
                    <a:pt x="2546" y="98682"/>
                  </a:lnTo>
                  <a:lnTo>
                    <a:pt x="3214" y="84637"/>
                  </a:lnTo>
                  <a:lnTo>
                    <a:pt x="3882" y="62792"/>
                  </a:lnTo>
                  <a:lnTo>
                    <a:pt x="4550" y="38535"/>
                  </a:lnTo>
                  <a:lnTo>
                    <a:pt x="5218" y="23099"/>
                  </a:lnTo>
                  <a:lnTo>
                    <a:pt x="5886" y="42036"/>
                  </a:lnTo>
                  <a:lnTo>
                    <a:pt x="6554" y="42036"/>
                  </a:lnTo>
                  <a:lnTo>
                    <a:pt x="7222" y="22134"/>
                  </a:lnTo>
                  <a:lnTo>
                    <a:pt x="7890" y="13452"/>
                  </a:lnTo>
                  <a:lnTo>
                    <a:pt x="8558" y="13452"/>
                  </a:lnTo>
                  <a:lnTo>
                    <a:pt x="9226" y="9593"/>
                  </a:lnTo>
                  <a:lnTo>
                    <a:pt x="9894" y="5252"/>
                  </a:lnTo>
                  <a:lnTo>
                    <a:pt x="10562" y="13452"/>
                  </a:lnTo>
                  <a:lnTo>
                    <a:pt x="11230" y="13452"/>
                  </a:lnTo>
                  <a:lnTo>
                    <a:pt x="11898" y="0"/>
                  </a:lnTo>
                  <a:lnTo>
                    <a:pt x="12566" y="15636"/>
                  </a:lnTo>
                  <a:lnTo>
                    <a:pt x="13234" y="39430"/>
                  </a:lnTo>
                  <a:lnTo>
                    <a:pt x="13902" y="50517"/>
                  </a:lnTo>
                  <a:lnTo>
                    <a:pt x="14570" y="89837"/>
                  </a:lnTo>
                  <a:lnTo>
                    <a:pt x="15238" y="115279"/>
                  </a:lnTo>
                  <a:lnTo>
                    <a:pt x="15906" y="85708"/>
                  </a:lnTo>
                  <a:lnTo>
                    <a:pt x="16574" y="85708"/>
                  </a:lnTo>
                  <a:lnTo>
                    <a:pt x="17242" y="87941"/>
                  </a:lnTo>
                  <a:lnTo>
                    <a:pt x="17910" y="108030"/>
                  </a:lnTo>
                  <a:lnTo>
                    <a:pt x="18578" y="108030"/>
                  </a:lnTo>
                  <a:lnTo>
                    <a:pt x="19246" y="116958"/>
                  </a:lnTo>
                  <a:lnTo>
                    <a:pt x="19914" y="130351"/>
                  </a:lnTo>
                  <a:lnTo>
                    <a:pt x="20582" y="130351"/>
                  </a:lnTo>
                  <a:lnTo>
                    <a:pt x="21251" y="130351"/>
                  </a:lnTo>
                  <a:lnTo>
                    <a:pt x="21919" y="130351"/>
                  </a:lnTo>
                  <a:lnTo>
                    <a:pt x="22587" y="130351"/>
                  </a:lnTo>
                  <a:lnTo>
                    <a:pt x="23255" y="130351"/>
                  </a:lnTo>
                  <a:lnTo>
                    <a:pt x="23923" y="130351"/>
                  </a:lnTo>
                  <a:lnTo>
                    <a:pt x="24591" y="130351"/>
                  </a:lnTo>
                  <a:lnTo>
                    <a:pt x="25259" y="130351"/>
                  </a:lnTo>
                  <a:lnTo>
                    <a:pt x="25927" y="130351"/>
                  </a:lnTo>
                  <a:lnTo>
                    <a:pt x="26595" y="130351"/>
                  </a:lnTo>
                  <a:lnTo>
                    <a:pt x="27263" y="130351"/>
                  </a:lnTo>
                  <a:lnTo>
                    <a:pt x="27931" y="130351"/>
                  </a:lnTo>
                  <a:lnTo>
                    <a:pt x="28599" y="130351"/>
                  </a:lnTo>
                  <a:lnTo>
                    <a:pt x="29267" y="130351"/>
                  </a:lnTo>
                  <a:lnTo>
                    <a:pt x="29935" y="130351"/>
                  </a:lnTo>
                  <a:lnTo>
                    <a:pt x="30603" y="130351"/>
                  </a:lnTo>
                  <a:lnTo>
                    <a:pt x="31271" y="130351"/>
                  </a:lnTo>
                  <a:lnTo>
                    <a:pt x="31939" y="130351"/>
                  </a:lnTo>
                  <a:lnTo>
                    <a:pt x="32607" y="130351"/>
                  </a:lnTo>
                  <a:lnTo>
                    <a:pt x="33275" y="130351"/>
                  </a:lnTo>
                  <a:lnTo>
                    <a:pt x="33943" y="130351"/>
                  </a:lnTo>
                  <a:lnTo>
                    <a:pt x="34611" y="130351"/>
                  </a:lnTo>
                  <a:lnTo>
                    <a:pt x="35279" y="130351"/>
                  </a:lnTo>
                  <a:lnTo>
                    <a:pt x="35947" y="130351"/>
                  </a:lnTo>
                  <a:lnTo>
                    <a:pt x="36615" y="130351"/>
                  </a:lnTo>
                  <a:lnTo>
                    <a:pt x="37283" y="130351"/>
                  </a:lnTo>
                  <a:lnTo>
                    <a:pt x="37951" y="130351"/>
                  </a:lnTo>
                  <a:lnTo>
                    <a:pt x="38619" y="130351"/>
                  </a:lnTo>
                  <a:lnTo>
                    <a:pt x="39287" y="130351"/>
                  </a:lnTo>
                  <a:lnTo>
                    <a:pt x="39955" y="130351"/>
                  </a:lnTo>
                  <a:lnTo>
                    <a:pt x="40623" y="130351"/>
                  </a:lnTo>
                  <a:lnTo>
                    <a:pt x="41291" y="130351"/>
                  </a:lnTo>
                  <a:lnTo>
                    <a:pt x="41959" y="130351"/>
                  </a:lnTo>
                  <a:lnTo>
                    <a:pt x="42627" y="130351"/>
                  </a:lnTo>
                  <a:lnTo>
                    <a:pt x="43295" y="130351"/>
                  </a:lnTo>
                  <a:lnTo>
                    <a:pt x="43963" y="130351"/>
                  </a:lnTo>
                  <a:lnTo>
                    <a:pt x="44631" y="130351"/>
                  </a:lnTo>
                  <a:lnTo>
                    <a:pt x="45300" y="130351"/>
                  </a:lnTo>
                  <a:lnTo>
                    <a:pt x="45968" y="130351"/>
                  </a:lnTo>
                  <a:lnTo>
                    <a:pt x="46636" y="130351"/>
                  </a:lnTo>
                  <a:lnTo>
                    <a:pt x="47304" y="130351"/>
                  </a:lnTo>
                  <a:lnTo>
                    <a:pt x="47972" y="130351"/>
                  </a:lnTo>
                  <a:lnTo>
                    <a:pt x="48640" y="130351"/>
                  </a:lnTo>
                  <a:lnTo>
                    <a:pt x="49308" y="130351"/>
                  </a:lnTo>
                  <a:lnTo>
                    <a:pt x="49976" y="130351"/>
                  </a:lnTo>
                  <a:lnTo>
                    <a:pt x="50644" y="122538"/>
                  </a:lnTo>
                  <a:lnTo>
                    <a:pt x="51312" y="108030"/>
                  </a:lnTo>
                  <a:lnTo>
                    <a:pt x="51980" y="108030"/>
                  </a:lnTo>
                  <a:lnTo>
                    <a:pt x="52648" y="108030"/>
                  </a:lnTo>
                  <a:lnTo>
                    <a:pt x="53316" y="108030"/>
                  </a:lnTo>
                  <a:lnTo>
                    <a:pt x="53984" y="108030"/>
                  </a:lnTo>
                  <a:lnTo>
                    <a:pt x="54652" y="108030"/>
                  </a:lnTo>
                  <a:lnTo>
                    <a:pt x="55320" y="108030"/>
                  </a:lnTo>
                  <a:lnTo>
                    <a:pt x="55988" y="108030"/>
                  </a:lnTo>
                  <a:lnTo>
                    <a:pt x="56656" y="89057"/>
                  </a:lnTo>
                  <a:lnTo>
                    <a:pt x="57324" y="85708"/>
                  </a:lnTo>
                  <a:lnTo>
                    <a:pt x="57992" y="85708"/>
                  </a:lnTo>
                  <a:lnTo>
                    <a:pt x="58660" y="85708"/>
                  </a:lnTo>
                  <a:lnTo>
                    <a:pt x="59328" y="85708"/>
                  </a:lnTo>
                  <a:lnTo>
                    <a:pt x="59996" y="85708"/>
                  </a:lnTo>
                  <a:lnTo>
                    <a:pt x="60664" y="93521"/>
                  </a:lnTo>
                  <a:lnTo>
                    <a:pt x="61332" y="108030"/>
                  </a:lnTo>
                  <a:lnTo>
                    <a:pt x="62000" y="108030"/>
                  </a:lnTo>
                  <a:lnTo>
                    <a:pt x="62668" y="108030"/>
                  </a:lnTo>
                  <a:lnTo>
                    <a:pt x="63336" y="108030"/>
                  </a:lnTo>
                  <a:lnTo>
                    <a:pt x="64004" y="108030"/>
                  </a:lnTo>
                  <a:lnTo>
                    <a:pt x="64672" y="104681"/>
                  </a:lnTo>
                  <a:lnTo>
                    <a:pt x="65340" y="85708"/>
                  </a:lnTo>
                  <a:lnTo>
                    <a:pt x="66008" y="85708"/>
                  </a:lnTo>
                  <a:lnTo>
                    <a:pt x="66676" y="104681"/>
                  </a:lnTo>
                  <a:lnTo>
                    <a:pt x="67344" y="90173"/>
                  </a:lnTo>
                  <a:lnTo>
                    <a:pt x="68012" y="85708"/>
                  </a:lnTo>
                  <a:lnTo>
                    <a:pt x="68680" y="85708"/>
                  </a:lnTo>
                  <a:lnTo>
                    <a:pt x="69348" y="85708"/>
                  </a:lnTo>
                  <a:lnTo>
                    <a:pt x="70017" y="85708"/>
                  </a:lnTo>
                  <a:lnTo>
                    <a:pt x="70685" y="85708"/>
                  </a:lnTo>
                  <a:lnTo>
                    <a:pt x="71353" y="85708"/>
                  </a:lnTo>
                  <a:lnTo>
                    <a:pt x="72021" y="85708"/>
                  </a:lnTo>
                  <a:lnTo>
                    <a:pt x="72689" y="73432"/>
                  </a:lnTo>
                  <a:lnTo>
                    <a:pt x="73357" y="63388"/>
                  </a:lnTo>
                  <a:lnTo>
                    <a:pt x="74025" y="63388"/>
                  </a:lnTo>
                  <a:lnTo>
                    <a:pt x="74693" y="66736"/>
                  </a:lnTo>
                  <a:lnTo>
                    <a:pt x="75361" y="85708"/>
                  </a:lnTo>
                  <a:lnTo>
                    <a:pt x="76029" y="85708"/>
                  </a:lnTo>
                  <a:lnTo>
                    <a:pt x="76697" y="85708"/>
                  </a:lnTo>
                  <a:lnTo>
                    <a:pt x="77365" y="103565"/>
                  </a:lnTo>
                  <a:lnTo>
                    <a:pt x="78033" y="100217"/>
                  </a:lnTo>
                  <a:lnTo>
                    <a:pt x="78701" y="85708"/>
                  </a:lnTo>
                  <a:lnTo>
                    <a:pt x="79369" y="85708"/>
                  </a:lnTo>
                  <a:lnTo>
                    <a:pt x="80037" y="85708"/>
                  </a:lnTo>
                  <a:lnTo>
                    <a:pt x="80705" y="85708"/>
                  </a:lnTo>
                  <a:lnTo>
                    <a:pt x="81373" y="67852"/>
                  </a:lnTo>
                  <a:lnTo>
                    <a:pt x="82041" y="48879"/>
                  </a:lnTo>
                  <a:lnTo>
                    <a:pt x="82709" y="53343"/>
                  </a:lnTo>
                  <a:lnTo>
                    <a:pt x="83377" y="63388"/>
                  </a:lnTo>
                  <a:lnTo>
                    <a:pt x="84045" y="63388"/>
                  </a:lnTo>
                  <a:lnTo>
                    <a:pt x="84713" y="62271"/>
                  </a:lnTo>
                  <a:lnTo>
                    <a:pt x="85381" y="41066"/>
                  </a:lnTo>
                  <a:lnTo>
                    <a:pt x="86049" y="41066"/>
                  </a:lnTo>
                  <a:lnTo>
                    <a:pt x="86717" y="41066"/>
                  </a:lnTo>
                  <a:lnTo>
                    <a:pt x="87385" y="41066"/>
                  </a:lnTo>
                  <a:lnTo>
                    <a:pt x="88053" y="80269"/>
                  </a:lnTo>
                  <a:lnTo>
                    <a:pt x="88721" y="83884"/>
                  </a:lnTo>
                  <a:lnTo>
                    <a:pt x="89389" y="67402"/>
                  </a:lnTo>
                  <a:lnTo>
                    <a:pt x="90057" y="58245"/>
                  </a:lnTo>
                  <a:lnTo>
                    <a:pt x="90725" y="44510"/>
                  </a:lnTo>
                  <a:lnTo>
                    <a:pt x="91393" y="84284"/>
                  </a:lnTo>
                  <a:lnTo>
                    <a:pt x="92061" y="115428"/>
                  </a:lnTo>
                  <a:lnTo>
                    <a:pt x="92729" y="120462"/>
                  </a:lnTo>
                  <a:lnTo>
                    <a:pt x="93397" y="120462"/>
                  </a:lnTo>
                  <a:lnTo>
                    <a:pt x="94065" y="120814"/>
                  </a:lnTo>
                  <a:lnTo>
                    <a:pt x="94734" y="121531"/>
                  </a:lnTo>
                  <a:lnTo>
                    <a:pt x="95168" y="13040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76782" y="2021598"/>
              <a:ext cx="96852" cy="44691"/>
            </a:xfrm>
            <a:custGeom>
              <a:avLst/>
              <a:pathLst>
                <a:path w="96852" h="44691">
                  <a:moveTo>
                    <a:pt x="0" y="44691"/>
                  </a:moveTo>
                  <a:lnTo>
                    <a:pt x="655" y="24525"/>
                  </a:lnTo>
                  <a:lnTo>
                    <a:pt x="1323" y="0"/>
                  </a:lnTo>
                  <a:lnTo>
                    <a:pt x="1991" y="0"/>
                  </a:lnTo>
                  <a:lnTo>
                    <a:pt x="2659" y="0"/>
                  </a:lnTo>
                  <a:lnTo>
                    <a:pt x="3327" y="0"/>
                  </a:lnTo>
                  <a:lnTo>
                    <a:pt x="3995" y="0"/>
                  </a:lnTo>
                  <a:lnTo>
                    <a:pt x="4663" y="0"/>
                  </a:lnTo>
                  <a:lnTo>
                    <a:pt x="5331" y="0"/>
                  </a:lnTo>
                  <a:lnTo>
                    <a:pt x="5999" y="0"/>
                  </a:lnTo>
                  <a:lnTo>
                    <a:pt x="6667" y="0"/>
                  </a:lnTo>
                  <a:lnTo>
                    <a:pt x="7335" y="0"/>
                  </a:lnTo>
                  <a:lnTo>
                    <a:pt x="8003" y="0"/>
                  </a:lnTo>
                  <a:lnTo>
                    <a:pt x="8671" y="14508"/>
                  </a:lnTo>
                  <a:lnTo>
                    <a:pt x="9339" y="22321"/>
                  </a:lnTo>
                  <a:lnTo>
                    <a:pt x="10007" y="22321"/>
                  </a:lnTo>
                  <a:lnTo>
                    <a:pt x="10675" y="42409"/>
                  </a:lnTo>
                  <a:lnTo>
                    <a:pt x="11343" y="44642"/>
                  </a:lnTo>
                  <a:lnTo>
                    <a:pt x="12011" y="44642"/>
                  </a:lnTo>
                  <a:lnTo>
                    <a:pt x="12679" y="44642"/>
                  </a:lnTo>
                  <a:lnTo>
                    <a:pt x="13347" y="44642"/>
                  </a:lnTo>
                  <a:lnTo>
                    <a:pt x="14015" y="44642"/>
                  </a:lnTo>
                  <a:lnTo>
                    <a:pt x="14683" y="44642"/>
                  </a:lnTo>
                  <a:lnTo>
                    <a:pt x="15351" y="44642"/>
                  </a:lnTo>
                  <a:lnTo>
                    <a:pt x="16019" y="44642"/>
                  </a:lnTo>
                  <a:lnTo>
                    <a:pt x="16687" y="44642"/>
                  </a:lnTo>
                  <a:lnTo>
                    <a:pt x="17355" y="44642"/>
                  </a:lnTo>
                  <a:lnTo>
                    <a:pt x="18023" y="44642"/>
                  </a:lnTo>
                  <a:lnTo>
                    <a:pt x="18691" y="44642"/>
                  </a:lnTo>
                  <a:lnTo>
                    <a:pt x="19359" y="44642"/>
                  </a:lnTo>
                  <a:lnTo>
                    <a:pt x="20027" y="44642"/>
                  </a:lnTo>
                  <a:lnTo>
                    <a:pt x="20695" y="44642"/>
                  </a:lnTo>
                  <a:lnTo>
                    <a:pt x="21363" y="44642"/>
                  </a:lnTo>
                  <a:lnTo>
                    <a:pt x="22031" y="44642"/>
                  </a:lnTo>
                  <a:lnTo>
                    <a:pt x="22699" y="44642"/>
                  </a:lnTo>
                  <a:lnTo>
                    <a:pt x="23367" y="44642"/>
                  </a:lnTo>
                  <a:lnTo>
                    <a:pt x="24035" y="44642"/>
                  </a:lnTo>
                  <a:lnTo>
                    <a:pt x="24704" y="44642"/>
                  </a:lnTo>
                  <a:lnTo>
                    <a:pt x="25372" y="44642"/>
                  </a:lnTo>
                  <a:lnTo>
                    <a:pt x="26040" y="44642"/>
                  </a:lnTo>
                  <a:lnTo>
                    <a:pt x="26708" y="44642"/>
                  </a:lnTo>
                  <a:lnTo>
                    <a:pt x="27376" y="44642"/>
                  </a:lnTo>
                  <a:lnTo>
                    <a:pt x="28044" y="44642"/>
                  </a:lnTo>
                  <a:lnTo>
                    <a:pt x="28712" y="44642"/>
                  </a:lnTo>
                  <a:lnTo>
                    <a:pt x="29380" y="44642"/>
                  </a:lnTo>
                  <a:lnTo>
                    <a:pt x="30048" y="44642"/>
                  </a:lnTo>
                  <a:lnTo>
                    <a:pt x="30716" y="44642"/>
                  </a:lnTo>
                  <a:lnTo>
                    <a:pt x="31384" y="44642"/>
                  </a:lnTo>
                  <a:lnTo>
                    <a:pt x="32052" y="44642"/>
                  </a:lnTo>
                  <a:lnTo>
                    <a:pt x="32720" y="44642"/>
                  </a:lnTo>
                  <a:lnTo>
                    <a:pt x="33388" y="44642"/>
                  </a:lnTo>
                  <a:lnTo>
                    <a:pt x="34056" y="44642"/>
                  </a:lnTo>
                  <a:lnTo>
                    <a:pt x="34724" y="44642"/>
                  </a:lnTo>
                  <a:lnTo>
                    <a:pt x="35392" y="44642"/>
                  </a:lnTo>
                  <a:lnTo>
                    <a:pt x="36060" y="44642"/>
                  </a:lnTo>
                  <a:lnTo>
                    <a:pt x="36728" y="44642"/>
                  </a:lnTo>
                  <a:lnTo>
                    <a:pt x="37396" y="44642"/>
                  </a:lnTo>
                  <a:lnTo>
                    <a:pt x="38064" y="44642"/>
                  </a:lnTo>
                  <a:lnTo>
                    <a:pt x="38732" y="44642"/>
                  </a:lnTo>
                  <a:lnTo>
                    <a:pt x="39400" y="44642"/>
                  </a:lnTo>
                  <a:lnTo>
                    <a:pt x="40068" y="44642"/>
                  </a:lnTo>
                  <a:lnTo>
                    <a:pt x="40736" y="44642"/>
                  </a:lnTo>
                  <a:lnTo>
                    <a:pt x="41404" y="44642"/>
                  </a:lnTo>
                  <a:lnTo>
                    <a:pt x="42072" y="44642"/>
                  </a:lnTo>
                  <a:lnTo>
                    <a:pt x="42740" y="44642"/>
                  </a:lnTo>
                  <a:lnTo>
                    <a:pt x="43408" y="44642"/>
                  </a:lnTo>
                  <a:lnTo>
                    <a:pt x="44076" y="44642"/>
                  </a:lnTo>
                  <a:lnTo>
                    <a:pt x="44744" y="44642"/>
                  </a:lnTo>
                  <a:lnTo>
                    <a:pt x="45412" y="44642"/>
                  </a:lnTo>
                  <a:lnTo>
                    <a:pt x="46080" y="44642"/>
                  </a:lnTo>
                  <a:lnTo>
                    <a:pt x="46748" y="44642"/>
                  </a:lnTo>
                  <a:lnTo>
                    <a:pt x="47416" y="44642"/>
                  </a:lnTo>
                  <a:lnTo>
                    <a:pt x="48084" y="44642"/>
                  </a:lnTo>
                  <a:lnTo>
                    <a:pt x="48752" y="44642"/>
                  </a:lnTo>
                  <a:lnTo>
                    <a:pt x="49421" y="44642"/>
                  </a:lnTo>
                  <a:lnTo>
                    <a:pt x="50089" y="44642"/>
                  </a:lnTo>
                  <a:lnTo>
                    <a:pt x="50757" y="36829"/>
                  </a:lnTo>
                  <a:lnTo>
                    <a:pt x="51425" y="22321"/>
                  </a:lnTo>
                  <a:lnTo>
                    <a:pt x="52093" y="20088"/>
                  </a:lnTo>
                  <a:lnTo>
                    <a:pt x="52761" y="0"/>
                  </a:lnTo>
                  <a:lnTo>
                    <a:pt x="53429" y="0"/>
                  </a:lnTo>
                  <a:lnTo>
                    <a:pt x="54097" y="0"/>
                  </a:lnTo>
                  <a:lnTo>
                    <a:pt x="54765" y="0"/>
                  </a:lnTo>
                  <a:lnTo>
                    <a:pt x="55433" y="0"/>
                  </a:lnTo>
                  <a:lnTo>
                    <a:pt x="56101" y="0"/>
                  </a:lnTo>
                  <a:lnTo>
                    <a:pt x="56769" y="0"/>
                  </a:lnTo>
                  <a:lnTo>
                    <a:pt x="57437" y="0"/>
                  </a:lnTo>
                  <a:lnTo>
                    <a:pt x="58105" y="0"/>
                  </a:lnTo>
                  <a:lnTo>
                    <a:pt x="58773" y="0"/>
                  </a:lnTo>
                  <a:lnTo>
                    <a:pt x="59441" y="0"/>
                  </a:lnTo>
                  <a:lnTo>
                    <a:pt x="60109" y="0"/>
                  </a:lnTo>
                  <a:lnTo>
                    <a:pt x="60777" y="7812"/>
                  </a:lnTo>
                  <a:lnTo>
                    <a:pt x="61445" y="22321"/>
                  </a:lnTo>
                  <a:lnTo>
                    <a:pt x="62113" y="24553"/>
                  </a:lnTo>
                  <a:lnTo>
                    <a:pt x="62781" y="44642"/>
                  </a:lnTo>
                  <a:lnTo>
                    <a:pt x="63449" y="44642"/>
                  </a:lnTo>
                  <a:lnTo>
                    <a:pt x="64117" y="44642"/>
                  </a:lnTo>
                  <a:lnTo>
                    <a:pt x="64785" y="44642"/>
                  </a:lnTo>
                  <a:lnTo>
                    <a:pt x="65453" y="44642"/>
                  </a:lnTo>
                  <a:lnTo>
                    <a:pt x="66121" y="44642"/>
                  </a:lnTo>
                  <a:lnTo>
                    <a:pt x="66789" y="44642"/>
                  </a:lnTo>
                  <a:lnTo>
                    <a:pt x="67457" y="44642"/>
                  </a:lnTo>
                  <a:lnTo>
                    <a:pt x="68125" y="44642"/>
                  </a:lnTo>
                  <a:lnTo>
                    <a:pt x="68793" y="44642"/>
                  </a:lnTo>
                  <a:lnTo>
                    <a:pt x="69461" y="44642"/>
                  </a:lnTo>
                  <a:lnTo>
                    <a:pt x="70129" y="44642"/>
                  </a:lnTo>
                  <a:lnTo>
                    <a:pt x="70797" y="44642"/>
                  </a:lnTo>
                  <a:lnTo>
                    <a:pt x="71465" y="44642"/>
                  </a:lnTo>
                  <a:lnTo>
                    <a:pt x="72133" y="44642"/>
                  </a:lnTo>
                  <a:lnTo>
                    <a:pt x="72801" y="44642"/>
                  </a:lnTo>
                  <a:lnTo>
                    <a:pt x="73469" y="44642"/>
                  </a:lnTo>
                  <a:lnTo>
                    <a:pt x="74138" y="44642"/>
                  </a:lnTo>
                  <a:lnTo>
                    <a:pt x="74806" y="44642"/>
                  </a:lnTo>
                  <a:lnTo>
                    <a:pt x="75474" y="44642"/>
                  </a:lnTo>
                  <a:lnTo>
                    <a:pt x="76142" y="44642"/>
                  </a:lnTo>
                  <a:lnTo>
                    <a:pt x="76810" y="44642"/>
                  </a:lnTo>
                  <a:lnTo>
                    <a:pt x="77478" y="44642"/>
                  </a:lnTo>
                  <a:lnTo>
                    <a:pt x="78146" y="44642"/>
                  </a:lnTo>
                  <a:lnTo>
                    <a:pt x="78814" y="44642"/>
                  </a:lnTo>
                  <a:lnTo>
                    <a:pt x="79482" y="44642"/>
                  </a:lnTo>
                  <a:lnTo>
                    <a:pt x="80150" y="44642"/>
                  </a:lnTo>
                  <a:lnTo>
                    <a:pt x="80818" y="44642"/>
                  </a:lnTo>
                  <a:lnTo>
                    <a:pt x="81486" y="44642"/>
                  </a:lnTo>
                  <a:lnTo>
                    <a:pt x="82154" y="44642"/>
                  </a:lnTo>
                  <a:lnTo>
                    <a:pt x="82822" y="44642"/>
                  </a:lnTo>
                  <a:lnTo>
                    <a:pt x="83490" y="44642"/>
                  </a:lnTo>
                  <a:lnTo>
                    <a:pt x="84158" y="44642"/>
                  </a:lnTo>
                  <a:lnTo>
                    <a:pt x="84826" y="44642"/>
                  </a:lnTo>
                  <a:lnTo>
                    <a:pt x="85494" y="44642"/>
                  </a:lnTo>
                  <a:lnTo>
                    <a:pt x="86162" y="44642"/>
                  </a:lnTo>
                  <a:lnTo>
                    <a:pt x="86830" y="44642"/>
                  </a:lnTo>
                  <a:lnTo>
                    <a:pt x="87498" y="44642"/>
                  </a:lnTo>
                  <a:lnTo>
                    <a:pt x="88166" y="44642"/>
                  </a:lnTo>
                  <a:lnTo>
                    <a:pt x="88834" y="44642"/>
                  </a:lnTo>
                  <a:lnTo>
                    <a:pt x="89502" y="44642"/>
                  </a:lnTo>
                  <a:lnTo>
                    <a:pt x="90170" y="44642"/>
                  </a:lnTo>
                  <a:lnTo>
                    <a:pt x="90838" y="44642"/>
                  </a:lnTo>
                  <a:lnTo>
                    <a:pt x="91506" y="44642"/>
                  </a:lnTo>
                  <a:lnTo>
                    <a:pt x="92174" y="44642"/>
                  </a:lnTo>
                  <a:lnTo>
                    <a:pt x="92842" y="44642"/>
                  </a:lnTo>
                  <a:lnTo>
                    <a:pt x="93510" y="44642"/>
                  </a:lnTo>
                  <a:lnTo>
                    <a:pt x="94178" y="44642"/>
                  </a:lnTo>
                  <a:lnTo>
                    <a:pt x="94846" y="44642"/>
                  </a:lnTo>
                  <a:lnTo>
                    <a:pt x="95514" y="44642"/>
                  </a:lnTo>
                  <a:lnTo>
                    <a:pt x="96182" y="44642"/>
                  </a:lnTo>
                  <a:lnTo>
                    <a:pt x="96850" y="44642"/>
                  </a:lnTo>
                  <a:lnTo>
                    <a:pt x="96852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76581" y="1999277"/>
              <a:ext cx="54503" cy="67012"/>
            </a:xfrm>
            <a:custGeom>
              <a:avLst/>
              <a:pathLst>
                <a:path w="54503" h="67012">
                  <a:moveTo>
                    <a:pt x="0" y="67012"/>
                  </a:moveTo>
                  <a:lnTo>
                    <a:pt x="391" y="58956"/>
                  </a:lnTo>
                  <a:lnTo>
                    <a:pt x="1059" y="54377"/>
                  </a:lnTo>
                  <a:lnTo>
                    <a:pt x="1727" y="39726"/>
                  </a:lnTo>
                  <a:lnTo>
                    <a:pt x="2395" y="36063"/>
                  </a:lnTo>
                  <a:lnTo>
                    <a:pt x="3063" y="36063"/>
                  </a:lnTo>
                  <a:lnTo>
                    <a:pt x="3731" y="36063"/>
                  </a:lnTo>
                  <a:lnTo>
                    <a:pt x="4399" y="36063"/>
                  </a:lnTo>
                  <a:lnTo>
                    <a:pt x="5067" y="36063"/>
                  </a:lnTo>
                  <a:lnTo>
                    <a:pt x="5736" y="36063"/>
                  </a:lnTo>
                  <a:lnTo>
                    <a:pt x="6404" y="25991"/>
                  </a:lnTo>
                  <a:lnTo>
                    <a:pt x="7072" y="17749"/>
                  </a:lnTo>
                  <a:lnTo>
                    <a:pt x="7740" y="10208"/>
                  </a:lnTo>
                  <a:lnTo>
                    <a:pt x="8408" y="15928"/>
                  </a:lnTo>
                  <a:lnTo>
                    <a:pt x="9076" y="26441"/>
                  </a:lnTo>
                  <a:lnTo>
                    <a:pt x="9744" y="0"/>
                  </a:lnTo>
                  <a:lnTo>
                    <a:pt x="10412" y="16740"/>
                  </a:lnTo>
                  <a:lnTo>
                    <a:pt x="11080" y="22320"/>
                  </a:lnTo>
                  <a:lnTo>
                    <a:pt x="11748" y="40177"/>
                  </a:lnTo>
                  <a:lnTo>
                    <a:pt x="12416" y="44641"/>
                  </a:lnTo>
                  <a:lnTo>
                    <a:pt x="13084" y="44641"/>
                  </a:lnTo>
                  <a:lnTo>
                    <a:pt x="13752" y="44641"/>
                  </a:lnTo>
                  <a:lnTo>
                    <a:pt x="14420" y="44641"/>
                  </a:lnTo>
                  <a:lnTo>
                    <a:pt x="15088" y="44641"/>
                  </a:lnTo>
                  <a:lnTo>
                    <a:pt x="15756" y="44641"/>
                  </a:lnTo>
                  <a:lnTo>
                    <a:pt x="16424" y="56918"/>
                  </a:lnTo>
                  <a:lnTo>
                    <a:pt x="17092" y="66963"/>
                  </a:lnTo>
                  <a:lnTo>
                    <a:pt x="17760" y="66963"/>
                  </a:lnTo>
                  <a:lnTo>
                    <a:pt x="18428" y="66963"/>
                  </a:lnTo>
                  <a:lnTo>
                    <a:pt x="19096" y="66963"/>
                  </a:lnTo>
                  <a:lnTo>
                    <a:pt x="19764" y="66963"/>
                  </a:lnTo>
                  <a:lnTo>
                    <a:pt x="20432" y="66963"/>
                  </a:lnTo>
                  <a:lnTo>
                    <a:pt x="21100" y="66963"/>
                  </a:lnTo>
                  <a:lnTo>
                    <a:pt x="21768" y="50222"/>
                  </a:lnTo>
                  <a:lnTo>
                    <a:pt x="22436" y="31249"/>
                  </a:lnTo>
                  <a:lnTo>
                    <a:pt x="23104" y="22320"/>
                  </a:lnTo>
                  <a:lnTo>
                    <a:pt x="23772" y="22320"/>
                  </a:lnTo>
                  <a:lnTo>
                    <a:pt x="24440" y="22320"/>
                  </a:lnTo>
                  <a:lnTo>
                    <a:pt x="25108" y="22320"/>
                  </a:lnTo>
                  <a:lnTo>
                    <a:pt x="25776" y="22320"/>
                  </a:lnTo>
                  <a:lnTo>
                    <a:pt x="26444" y="22320"/>
                  </a:lnTo>
                  <a:lnTo>
                    <a:pt x="27112" y="22320"/>
                  </a:lnTo>
                  <a:lnTo>
                    <a:pt x="27780" y="22320"/>
                  </a:lnTo>
                  <a:lnTo>
                    <a:pt x="28448" y="22320"/>
                  </a:lnTo>
                  <a:lnTo>
                    <a:pt x="29116" y="22320"/>
                  </a:lnTo>
                  <a:lnTo>
                    <a:pt x="29784" y="22320"/>
                  </a:lnTo>
                  <a:lnTo>
                    <a:pt x="30453" y="22320"/>
                  </a:lnTo>
                  <a:lnTo>
                    <a:pt x="31121" y="22320"/>
                  </a:lnTo>
                  <a:lnTo>
                    <a:pt x="31789" y="39061"/>
                  </a:lnTo>
                  <a:lnTo>
                    <a:pt x="32457" y="58034"/>
                  </a:lnTo>
                  <a:lnTo>
                    <a:pt x="33125" y="66963"/>
                  </a:lnTo>
                  <a:lnTo>
                    <a:pt x="33793" y="66963"/>
                  </a:lnTo>
                  <a:lnTo>
                    <a:pt x="34461" y="66963"/>
                  </a:lnTo>
                  <a:lnTo>
                    <a:pt x="35129" y="66963"/>
                  </a:lnTo>
                  <a:lnTo>
                    <a:pt x="35797" y="66963"/>
                  </a:lnTo>
                  <a:lnTo>
                    <a:pt x="36465" y="66963"/>
                  </a:lnTo>
                  <a:lnTo>
                    <a:pt x="37133" y="66963"/>
                  </a:lnTo>
                  <a:lnTo>
                    <a:pt x="37801" y="66963"/>
                  </a:lnTo>
                  <a:lnTo>
                    <a:pt x="38469" y="66963"/>
                  </a:lnTo>
                  <a:lnTo>
                    <a:pt x="39137" y="66963"/>
                  </a:lnTo>
                  <a:lnTo>
                    <a:pt x="39805" y="66963"/>
                  </a:lnTo>
                  <a:lnTo>
                    <a:pt x="40473" y="53570"/>
                  </a:lnTo>
                  <a:lnTo>
                    <a:pt x="41141" y="36829"/>
                  </a:lnTo>
                  <a:lnTo>
                    <a:pt x="41809" y="22320"/>
                  </a:lnTo>
                  <a:lnTo>
                    <a:pt x="42477" y="22320"/>
                  </a:lnTo>
                  <a:lnTo>
                    <a:pt x="43145" y="22320"/>
                  </a:lnTo>
                  <a:lnTo>
                    <a:pt x="43813" y="22320"/>
                  </a:lnTo>
                  <a:lnTo>
                    <a:pt x="44481" y="22320"/>
                  </a:lnTo>
                  <a:lnTo>
                    <a:pt x="45149" y="22320"/>
                  </a:lnTo>
                  <a:lnTo>
                    <a:pt x="45817" y="22320"/>
                  </a:lnTo>
                  <a:lnTo>
                    <a:pt x="46485" y="22320"/>
                  </a:lnTo>
                  <a:lnTo>
                    <a:pt x="47153" y="22320"/>
                  </a:lnTo>
                  <a:lnTo>
                    <a:pt x="47821" y="22320"/>
                  </a:lnTo>
                  <a:lnTo>
                    <a:pt x="48489" y="22320"/>
                  </a:lnTo>
                  <a:lnTo>
                    <a:pt x="49157" y="22320"/>
                  </a:lnTo>
                  <a:lnTo>
                    <a:pt x="49825" y="22320"/>
                  </a:lnTo>
                  <a:lnTo>
                    <a:pt x="50493" y="35713"/>
                  </a:lnTo>
                  <a:lnTo>
                    <a:pt x="51161" y="52454"/>
                  </a:lnTo>
                  <a:lnTo>
                    <a:pt x="51829" y="66963"/>
                  </a:lnTo>
                  <a:lnTo>
                    <a:pt x="52497" y="66963"/>
                  </a:lnTo>
                  <a:lnTo>
                    <a:pt x="53165" y="66963"/>
                  </a:lnTo>
                  <a:lnTo>
                    <a:pt x="53833" y="66963"/>
                  </a:lnTo>
                  <a:lnTo>
                    <a:pt x="54502" y="66963"/>
                  </a:lnTo>
                  <a:lnTo>
                    <a:pt x="54503" y="670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53268" y="1976956"/>
              <a:ext cx="11640" cy="89333"/>
            </a:xfrm>
            <a:custGeom>
              <a:avLst/>
              <a:pathLst>
                <a:path w="11640" h="89333">
                  <a:moveTo>
                    <a:pt x="0" y="89333"/>
                  </a:moveTo>
                  <a:lnTo>
                    <a:pt x="528" y="51338"/>
                  </a:lnTo>
                  <a:lnTo>
                    <a:pt x="1196" y="41293"/>
                  </a:lnTo>
                  <a:lnTo>
                    <a:pt x="1864" y="22321"/>
                  </a:lnTo>
                  <a:lnTo>
                    <a:pt x="2532" y="17856"/>
                  </a:lnTo>
                  <a:lnTo>
                    <a:pt x="3200" y="0"/>
                  </a:lnTo>
                  <a:lnTo>
                    <a:pt x="3868" y="0"/>
                  </a:lnTo>
                  <a:lnTo>
                    <a:pt x="4536" y="0"/>
                  </a:lnTo>
                  <a:lnTo>
                    <a:pt x="5204" y="0"/>
                  </a:lnTo>
                  <a:lnTo>
                    <a:pt x="5872" y="0"/>
                  </a:lnTo>
                  <a:lnTo>
                    <a:pt x="6540" y="0"/>
                  </a:lnTo>
                  <a:lnTo>
                    <a:pt x="7208" y="30398"/>
                  </a:lnTo>
                  <a:lnTo>
                    <a:pt x="7876" y="38119"/>
                  </a:lnTo>
                  <a:lnTo>
                    <a:pt x="8544" y="40070"/>
                  </a:lnTo>
                  <a:lnTo>
                    <a:pt x="9212" y="40070"/>
                  </a:lnTo>
                  <a:lnTo>
                    <a:pt x="9880" y="46480"/>
                  </a:lnTo>
                  <a:lnTo>
                    <a:pt x="10548" y="71204"/>
                  </a:lnTo>
                  <a:lnTo>
                    <a:pt x="11216" y="79445"/>
                  </a:lnTo>
                  <a:lnTo>
                    <a:pt x="11640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68785" y="2039812"/>
              <a:ext cx="3323" cy="26476"/>
            </a:xfrm>
            <a:custGeom>
              <a:avLst/>
              <a:pathLst>
                <a:path w="3323" h="26476">
                  <a:moveTo>
                    <a:pt x="0" y="26476"/>
                  </a:moveTo>
                  <a:lnTo>
                    <a:pt x="374" y="7229"/>
                  </a:lnTo>
                  <a:lnTo>
                    <a:pt x="1042" y="0"/>
                  </a:lnTo>
                  <a:lnTo>
                    <a:pt x="1710" y="2975"/>
                  </a:lnTo>
                  <a:lnTo>
                    <a:pt x="2379" y="15696"/>
                  </a:lnTo>
                  <a:lnTo>
                    <a:pt x="3047" y="23217"/>
                  </a:lnTo>
                  <a:lnTo>
                    <a:pt x="3323" y="2647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487195" y="2066240"/>
              <a:ext cx="1339" cy="49"/>
            </a:xfrm>
            <a:custGeom>
              <a:avLst/>
              <a:pathLst>
                <a:path w="1339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1339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00556" y="2021598"/>
              <a:ext cx="13182" cy="44691"/>
            </a:xfrm>
            <a:custGeom>
              <a:avLst/>
              <a:pathLst>
                <a:path w="13182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30133"/>
                  </a:lnTo>
                  <a:lnTo>
                    <a:pt x="3341" y="20088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23503"/>
                  </a:lnTo>
                  <a:lnTo>
                    <a:pt x="12694" y="38417"/>
                  </a:lnTo>
                  <a:lnTo>
                    <a:pt x="13182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25273" y="1976956"/>
              <a:ext cx="76826" cy="89333"/>
            </a:xfrm>
            <a:custGeom>
              <a:avLst/>
              <a:pathLst>
                <a:path w="76826" h="89333">
                  <a:moveTo>
                    <a:pt x="0" y="89333"/>
                  </a:moveTo>
                  <a:lnTo>
                    <a:pt x="1" y="89284"/>
                  </a:lnTo>
                  <a:lnTo>
                    <a:pt x="669" y="89284"/>
                  </a:lnTo>
                  <a:lnTo>
                    <a:pt x="1337" y="89284"/>
                  </a:lnTo>
                  <a:lnTo>
                    <a:pt x="2005" y="89284"/>
                  </a:lnTo>
                  <a:lnTo>
                    <a:pt x="2673" y="89284"/>
                  </a:lnTo>
                  <a:lnTo>
                    <a:pt x="3341" y="89284"/>
                  </a:lnTo>
                  <a:lnTo>
                    <a:pt x="4010" y="89284"/>
                  </a:lnTo>
                  <a:lnTo>
                    <a:pt x="4678" y="89284"/>
                  </a:lnTo>
                  <a:lnTo>
                    <a:pt x="5346" y="89284"/>
                  </a:lnTo>
                  <a:lnTo>
                    <a:pt x="6014" y="89284"/>
                  </a:lnTo>
                  <a:lnTo>
                    <a:pt x="6682" y="89284"/>
                  </a:lnTo>
                  <a:lnTo>
                    <a:pt x="7350" y="89284"/>
                  </a:lnTo>
                  <a:lnTo>
                    <a:pt x="8018" y="89284"/>
                  </a:lnTo>
                  <a:lnTo>
                    <a:pt x="8686" y="89284"/>
                  </a:lnTo>
                  <a:lnTo>
                    <a:pt x="9354" y="89284"/>
                  </a:lnTo>
                  <a:lnTo>
                    <a:pt x="10022" y="89284"/>
                  </a:lnTo>
                  <a:lnTo>
                    <a:pt x="10690" y="89284"/>
                  </a:lnTo>
                  <a:lnTo>
                    <a:pt x="11358" y="89284"/>
                  </a:lnTo>
                  <a:lnTo>
                    <a:pt x="12026" y="89284"/>
                  </a:lnTo>
                  <a:lnTo>
                    <a:pt x="12694" y="89284"/>
                  </a:lnTo>
                  <a:lnTo>
                    <a:pt x="13362" y="89284"/>
                  </a:lnTo>
                  <a:lnTo>
                    <a:pt x="14030" y="89284"/>
                  </a:lnTo>
                  <a:lnTo>
                    <a:pt x="14698" y="89284"/>
                  </a:lnTo>
                  <a:lnTo>
                    <a:pt x="15366" y="89284"/>
                  </a:lnTo>
                  <a:lnTo>
                    <a:pt x="16034" y="89284"/>
                  </a:lnTo>
                  <a:lnTo>
                    <a:pt x="16702" y="89284"/>
                  </a:lnTo>
                  <a:lnTo>
                    <a:pt x="17370" y="89284"/>
                  </a:lnTo>
                  <a:lnTo>
                    <a:pt x="18038" y="89284"/>
                  </a:lnTo>
                  <a:lnTo>
                    <a:pt x="18706" y="89284"/>
                  </a:lnTo>
                  <a:lnTo>
                    <a:pt x="19374" y="89284"/>
                  </a:lnTo>
                  <a:lnTo>
                    <a:pt x="20042" y="89284"/>
                  </a:lnTo>
                  <a:lnTo>
                    <a:pt x="20710" y="89284"/>
                  </a:lnTo>
                  <a:lnTo>
                    <a:pt x="21378" y="89284"/>
                  </a:lnTo>
                  <a:lnTo>
                    <a:pt x="22046" y="89284"/>
                  </a:lnTo>
                  <a:lnTo>
                    <a:pt x="22714" y="89284"/>
                  </a:lnTo>
                  <a:lnTo>
                    <a:pt x="23382" y="89284"/>
                  </a:lnTo>
                  <a:lnTo>
                    <a:pt x="24050" y="89284"/>
                  </a:lnTo>
                  <a:lnTo>
                    <a:pt x="24718" y="89284"/>
                  </a:lnTo>
                  <a:lnTo>
                    <a:pt x="25386" y="89284"/>
                  </a:lnTo>
                  <a:lnTo>
                    <a:pt x="26054" y="89284"/>
                  </a:lnTo>
                  <a:lnTo>
                    <a:pt x="26722" y="89284"/>
                  </a:lnTo>
                  <a:lnTo>
                    <a:pt x="27390" y="89284"/>
                  </a:lnTo>
                  <a:lnTo>
                    <a:pt x="28059" y="89284"/>
                  </a:lnTo>
                  <a:lnTo>
                    <a:pt x="28727" y="89284"/>
                  </a:lnTo>
                  <a:lnTo>
                    <a:pt x="29395" y="89284"/>
                  </a:lnTo>
                  <a:lnTo>
                    <a:pt x="30063" y="89284"/>
                  </a:lnTo>
                  <a:lnTo>
                    <a:pt x="30731" y="89284"/>
                  </a:lnTo>
                  <a:lnTo>
                    <a:pt x="31399" y="89284"/>
                  </a:lnTo>
                  <a:lnTo>
                    <a:pt x="32067" y="89284"/>
                  </a:lnTo>
                  <a:lnTo>
                    <a:pt x="32735" y="89284"/>
                  </a:lnTo>
                  <a:lnTo>
                    <a:pt x="33403" y="89284"/>
                  </a:lnTo>
                  <a:lnTo>
                    <a:pt x="34071" y="89284"/>
                  </a:lnTo>
                  <a:lnTo>
                    <a:pt x="34739" y="89284"/>
                  </a:lnTo>
                  <a:lnTo>
                    <a:pt x="35407" y="89284"/>
                  </a:lnTo>
                  <a:lnTo>
                    <a:pt x="36075" y="89284"/>
                  </a:lnTo>
                  <a:lnTo>
                    <a:pt x="36743" y="89284"/>
                  </a:lnTo>
                  <a:lnTo>
                    <a:pt x="37411" y="89284"/>
                  </a:lnTo>
                  <a:lnTo>
                    <a:pt x="38079" y="89284"/>
                  </a:lnTo>
                  <a:lnTo>
                    <a:pt x="38747" y="89284"/>
                  </a:lnTo>
                  <a:lnTo>
                    <a:pt x="39415" y="89284"/>
                  </a:lnTo>
                  <a:lnTo>
                    <a:pt x="40083" y="89284"/>
                  </a:lnTo>
                  <a:lnTo>
                    <a:pt x="40751" y="89284"/>
                  </a:lnTo>
                  <a:lnTo>
                    <a:pt x="41419" y="89284"/>
                  </a:lnTo>
                  <a:lnTo>
                    <a:pt x="42087" y="89284"/>
                  </a:lnTo>
                  <a:lnTo>
                    <a:pt x="42755" y="89284"/>
                  </a:lnTo>
                  <a:lnTo>
                    <a:pt x="43423" y="89284"/>
                  </a:lnTo>
                  <a:lnTo>
                    <a:pt x="44091" y="89284"/>
                  </a:lnTo>
                  <a:lnTo>
                    <a:pt x="44759" y="89284"/>
                  </a:lnTo>
                  <a:lnTo>
                    <a:pt x="45427" y="89284"/>
                  </a:lnTo>
                  <a:lnTo>
                    <a:pt x="46095" y="89284"/>
                  </a:lnTo>
                  <a:lnTo>
                    <a:pt x="46763" y="89284"/>
                  </a:lnTo>
                  <a:lnTo>
                    <a:pt x="47431" y="89284"/>
                  </a:lnTo>
                  <a:lnTo>
                    <a:pt x="48099" y="89284"/>
                  </a:lnTo>
                  <a:lnTo>
                    <a:pt x="48767" y="89284"/>
                  </a:lnTo>
                  <a:lnTo>
                    <a:pt x="49435" y="89284"/>
                  </a:lnTo>
                  <a:lnTo>
                    <a:pt x="50103" y="89284"/>
                  </a:lnTo>
                  <a:lnTo>
                    <a:pt x="50771" y="89284"/>
                  </a:lnTo>
                  <a:lnTo>
                    <a:pt x="51439" y="89284"/>
                  </a:lnTo>
                  <a:lnTo>
                    <a:pt x="52107" y="68079"/>
                  </a:lnTo>
                  <a:lnTo>
                    <a:pt x="52776" y="66963"/>
                  </a:lnTo>
                  <a:lnTo>
                    <a:pt x="53444" y="66963"/>
                  </a:lnTo>
                  <a:lnTo>
                    <a:pt x="54112" y="66963"/>
                  </a:lnTo>
                  <a:lnTo>
                    <a:pt x="54780" y="66963"/>
                  </a:lnTo>
                  <a:lnTo>
                    <a:pt x="55448" y="60266"/>
                  </a:lnTo>
                  <a:lnTo>
                    <a:pt x="56116" y="44642"/>
                  </a:lnTo>
                  <a:lnTo>
                    <a:pt x="56784" y="29017"/>
                  </a:lnTo>
                  <a:lnTo>
                    <a:pt x="57452" y="12276"/>
                  </a:lnTo>
                  <a:lnTo>
                    <a:pt x="58120" y="0"/>
                  </a:lnTo>
                  <a:lnTo>
                    <a:pt x="58788" y="0"/>
                  </a:lnTo>
                  <a:lnTo>
                    <a:pt x="59456" y="0"/>
                  </a:lnTo>
                  <a:lnTo>
                    <a:pt x="60124" y="0"/>
                  </a:lnTo>
                  <a:lnTo>
                    <a:pt x="60792" y="0"/>
                  </a:lnTo>
                  <a:lnTo>
                    <a:pt x="61460" y="0"/>
                  </a:lnTo>
                  <a:lnTo>
                    <a:pt x="62128" y="21204"/>
                  </a:lnTo>
                  <a:lnTo>
                    <a:pt x="62796" y="22321"/>
                  </a:lnTo>
                  <a:lnTo>
                    <a:pt x="63464" y="22321"/>
                  </a:lnTo>
                  <a:lnTo>
                    <a:pt x="64132" y="22321"/>
                  </a:lnTo>
                  <a:lnTo>
                    <a:pt x="64800" y="22321"/>
                  </a:lnTo>
                  <a:lnTo>
                    <a:pt x="65468" y="29017"/>
                  </a:lnTo>
                  <a:lnTo>
                    <a:pt x="66136" y="44642"/>
                  </a:lnTo>
                  <a:lnTo>
                    <a:pt x="66804" y="60266"/>
                  </a:lnTo>
                  <a:lnTo>
                    <a:pt x="67472" y="77007"/>
                  </a:lnTo>
                  <a:lnTo>
                    <a:pt x="68140" y="89284"/>
                  </a:lnTo>
                  <a:lnTo>
                    <a:pt x="68808" y="89284"/>
                  </a:lnTo>
                  <a:lnTo>
                    <a:pt x="69476" y="89284"/>
                  </a:lnTo>
                  <a:lnTo>
                    <a:pt x="70144" y="89284"/>
                  </a:lnTo>
                  <a:lnTo>
                    <a:pt x="70812" y="89284"/>
                  </a:lnTo>
                  <a:lnTo>
                    <a:pt x="71480" y="89284"/>
                  </a:lnTo>
                  <a:lnTo>
                    <a:pt x="72148" y="89284"/>
                  </a:lnTo>
                  <a:lnTo>
                    <a:pt x="72816" y="89284"/>
                  </a:lnTo>
                  <a:lnTo>
                    <a:pt x="73484" y="89284"/>
                  </a:lnTo>
                  <a:lnTo>
                    <a:pt x="74152" y="89284"/>
                  </a:lnTo>
                  <a:lnTo>
                    <a:pt x="74820" y="89284"/>
                  </a:lnTo>
                  <a:lnTo>
                    <a:pt x="75488" y="89284"/>
                  </a:lnTo>
                  <a:lnTo>
                    <a:pt x="76156" y="89284"/>
                  </a:lnTo>
                  <a:lnTo>
                    <a:pt x="76824" y="89284"/>
                  </a:lnTo>
                  <a:lnTo>
                    <a:pt x="76826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14788" y="2043919"/>
              <a:ext cx="9842" cy="22370"/>
            </a:xfrm>
            <a:custGeom>
              <a:avLst/>
              <a:pathLst>
                <a:path w="9842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22321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10" y="22321"/>
                  </a:lnTo>
                  <a:lnTo>
                    <a:pt x="4678" y="22321"/>
                  </a:lnTo>
                  <a:lnTo>
                    <a:pt x="5346" y="22321"/>
                  </a:lnTo>
                  <a:lnTo>
                    <a:pt x="6014" y="22321"/>
                  </a:lnTo>
                  <a:lnTo>
                    <a:pt x="6682" y="1674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21279"/>
                  </a:lnTo>
                  <a:lnTo>
                    <a:pt x="9842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28188" y="2053654"/>
              <a:ext cx="1866" cy="12634"/>
            </a:xfrm>
            <a:custGeom>
              <a:avLst/>
              <a:pathLst>
                <a:path w="1866" h="12634">
                  <a:moveTo>
                    <a:pt x="0" y="12634"/>
                  </a:moveTo>
                  <a:lnTo>
                    <a:pt x="630" y="5842"/>
                  </a:lnTo>
                  <a:lnTo>
                    <a:pt x="1298" y="0"/>
                  </a:lnTo>
                  <a:lnTo>
                    <a:pt x="1866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51919" y="1976956"/>
              <a:ext cx="22170" cy="89333"/>
            </a:xfrm>
            <a:custGeom>
              <a:avLst/>
              <a:pathLst>
                <a:path w="22170" h="89333">
                  <a:moveTo>
                    <a:pt x="0" y="89333"/>
                  </a:moveTo>
                  <a:lnTo>
                    <a:pt x="281" y="82106"/>
                  </a:lnTo>
                  <a:lnTo>
                    <a:pt x="949" y="44794"/>
                  </a:lnTo>
                  <a:lnTo>
                    <a:pt x="1617" y="0"/>
                  </a:lnTo>
                  <a:lnTo>
                    <a:pt x="2285" y="0"/>
                  </a:lnTo>
                  <a:lnTo>
                    <a:pt x="2953" y="0"/>
                  </a:lnTo>
                  <a:lnTo>
                    <a:pt x="3621" y="0"/>
                  </a:lnTo>
                  <a:lnTo>
                    <a:pt x="4289" y="0"/>
                  </a:lnTo>
                  <a:lnTo>
                    <a:pt x="4957" y="23564"/>
                  </a:lnTo>
                  <a:lnTo>
                    <a:pt x="5625" y="13461"/>
                  </a:lnTo>
                  <a:lnTo>
                    <a:pt x="6293" y="10600"/>
                  </a:lnTo>
                  <a:lnTo>
                    <a:pt x="6961" y="3443"/>
                  </a:lnTo>
                  <a:lnTo>
                    <a:pt x="7629" y="3443"/>
                  </a:lnTo>
                  <a:lnTo>
                    <a:pt x="8297" y="3443"/>
                  </a:lnTo>
                  <a:lnTo>
                    <a:pt x="8965" y="3443"/>
                  </a:lnTo>
                  <a:lnTo>
                    <a:pt x="9633" y="12600"/>
                  </a:lnTo>
                  <a:lnTo>
                    <a:pt x="10301" y="29082"/>
                  </a:lnTo>
                  <a:lnTo>
                    <a:pt x="10969" y="61131"/>
                  </a:lnTo>
                  <a:lnTo>
                    <a:pt x="11637" y="76698"/>
                  </a:lnTo>
                  <a:lnTo>
                    <a:pt x="12305" y="60216"/>
                  </a:lnTo>
                  <a:lnTo>
                    <a:pt x="12973" y="58384"/>
                  </a:lnTo>
                  <a:lnTo>
                    <a:pt x="13641" y="58384"/>
                  </a:lnTo>
                  <a:lnTo>
                    <a:pt x="14309" y="58384"/>
                  </a:lnTo>
                  <a:lnTo>
                    <a:pt x="14977" y="62181"/>
                  </a:lnTo>
                  <a:lnTo>
                    <a:pt x="15645" y="70665"/>
                  </a:lnTo>
                  <a:lnTo>
                    <a:pt x="16313" y="71853"/>
                  </a:lnTo>
                  <a:lnTo>
                    <a:pt x="16981" y="66963"/>
                  </a:lnTo>
                  <a:lnTo>
                    <a:pt x="17650" y="82682"/>
                  </a:lnTo>
                  <a:lnTo>
                    <a:pt x="18318" y="70665"/>
                  </a:lnTo>
                  <a:lnTo>
                    <a:pt x="18986" y="70665"/>
                  </a:lnTo>
                  <a:lnTo>
                    <a:pt x="19654" y="76698"/>
                  </a:lnTo>
                  <a:lnTo>
                    <a:pt x="20322" y="76698"/>
                  </a:lnTo>
                  <a:lnTo>
                    <a:pt x="20990" y="76698"/>
                  </a:lnTo>
                  <a:lnTo>
                    <a:pt x="21658" y="76698"/>
                  </a:lnTo>
                  <a:lnTo>
                    <a:pt x="22170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81591" y="2066240"/>
              <a:ext cx="14700" cy="49"/>
            </a:xfrm>
            <a:custGeom>
              <a:avLst/>
              <a:pathLst>
                <a:path w="14700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4700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09388" y="1989859"/>
              <a:ext cx="16964" cy="76429"/>
            </a:xfrm>
            <a:custGeom>
              <a:avLst/>
              <a:pathLst>
                <a:path w="16964" h="76429">
                  <a:moveTo>
                    <a:pt x="0" y="76429"/>
                  </a:moveTo>
                  <a:lnTo>
                    <a:pt x="262" y="70100"/>
                  </a:lnTo>
                  <a:lnTo>
                    <a:pt x="930" y="60085"/>
                  </a:lnTo>
                  <a:lnTo>
                    <a:pt x="1598" y="62311"/>
                  </a:lnTo>
                  <a:lnTo>
                    <a:pt x="2266" y="61598"/>
                  </a:lnTo>
                  <a:lnTo>
                    <a:pt x="2934" y="67546"/>
                  </a:lnTo>
                  <a:lnTo>
                    <a:pt x="3602" y="67546"/>
                  </a:lnTo>
                  <a:lnTo>
                    <a:pt x="4270" y="51032"/>
                  </a:lnTo>
                  <a:lnTo>
                    <a:pt x="4938" y="57352"/>
                  </a:lnTo>
                  <a:lnTo>
                    <a:pt x="5606" y="38150"/>
                  </a:lnTo>
                  <a:lnTo>
                    <a:pt x="6274" y="19699"/>
                  </a:lnTo>
                  <a:lnTo>
                    <a:pt x="6942" y="29284"/>
                  </a:lnTo>
                  <a:lnTo>
                    <a:pt x="7610" y="8853"/>
                  </a:lnTo>
                  <a:lnTo>
                    <a:pt x="8278" y="8853"/>
                  </a:lnTo>
                  <a:lnTo>
                    <a:pt x="8946" y="557"/>
                  </a:lnTo>
                  <a:lnTo>
                    <a:pt x="9614" y="0"/>
                  </a:lnTo>
                  <a:lnTo>
                    <a:pt x="10282" y="489"/>
                  </a:lnTo>
                  <a:lnTo>
                    <a:pt x="10950" y="20577"/>
                  </a:lnTo>
                  <a:lnTo>
                    <a:pt x="11618" y="31738"/>
                  </a:lnTo>
                  <a:lnTo>
                    <a:pt x="12286" y="31738"/>
                  </a:lnTo>
                  <a:lnTo>
                    <a:pt x="12954" y="31738"/>
                  </a:lnTo>
                  <a:lnTo>
                    <a:pt x="13622" y="31738"/>
                  </a:lnTo>
                  <a:lnTo>
                    <a:pt x="14290" y="45131"/>
                  </a:lnTo>
                  <a:lnTo>
                    <a:pt x="14958" y="54059"/>
                  </a:lnTo>
                  <a:lnTo>
                    <a:pt x="15626" y="54059"/>
                  </a:lnTo>
                  <a:lnTo>
                    <a:pt x="16294" y="75264"/>
                  </a:lnTo>
                  <a:lnTo>
                    <a:pt x="16962" y="76380"/>
                  </a:lnTo>
                  <a:lnTo>
                    <a:pt x="16964" y="7642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38373" y="2066240"/>
              <a:ext cx="4011" cy="49"/>
            </a:xfrm>
            <a:custGeom>
              <a:avLst/>
              <a:pathLst>
                <a:path w="401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01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55074" y="2043919"/>
              <a:ext cx="4480" cy="22370"/>
            </a:xfrm>
            <a:custGeom>
              <a:avLst/>
              <a:pathLst>
                <a:path w="4480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6" y="17856"/>
                  </a:lnTo>
                  <a:lnTo>
                    <a:pt x="2674" y="0"/>
                  </a:lnTo>
                  <a:lnTo>
                    <a:pt x="3342" y="11638"/>
                  </a:lnTo>
                  <a:lnTo>
                    <a:pt x="4010" y="9735"/>
                  </a:lnTo>
                  <a:lnTo>
                    <a:pt x="4480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91042" y="2021598"/>
              <a:ext cx="8415" cy="44691"/>
            </a:xfrm>
            <a:custGeom>
              <a:avLst/>
              <a:pathLst>
                <a:path w="8415" h="44691">
                  <a:moveTo>
                    <a:pt x="0" y="44691"/>
                  </a:moveTo>
                  <a:lnTo>
                    <a:pt x="107" y="42278"/>
                  </a:lnTo>
                  <a:lnTo>
                    <a:pt x="775" y="35014"/>
                  </a:lnTo>
                  <a:lnTo>
                    <a:pt x="1443" y="35395"/>
                  </a:lnTo>
                  <a:lnTo>
                    <a:pt x="2111" y="23503"/>
                  </a:lnTo>
                  <a:lnTo>
                    <a:pt x="2779" y="0"/>
                  </a:lnTo>
                  <a:lnTo>
                    <a:pt x="3447" y="0"/>
                  </a:lnTo>
                  <a:lnTo>
                    <a:pt x="4116" y="0"/>
                  </a:lnTo>
                  <a:lnTo>
                    <a:pt x="4784" y="0"/>
                  </a:lnTo>
                  <a:lnTo>
                    <a:pt x="5452" y="0"/>
                  </a:lnTo>
                  <a:lnTo>
                    <a:pt x="6120" y="0"/>
                  </a:lnTo>
                  <a:lnTo>
                    <a:pt x="6788" y="4464"/>
                  </a:lnTo>
                  <a:lnTo>
                    <a:pt x="7456" y="22321"/>
                  </a:lnTo>
                  <a:lnTo>
                    <a:pt x="8124" y="22321"/>
                  </a:lnTo>
                  <a:lnTo>
                    <a:pt x="8415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826553" y="2066240"/>
              <a:ext cx="2675" cy="49"/>
            </a:xfrm>
            <a:custGeom>
              <a:avLst/>
              <a:pathLst>
                <a:path w="2675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2675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41918" y="2021598"/>
              <a:ext cx="24721" cy="44691"/>
            </a:xfrm>
            <a:custGeom>
              <a:avLst/>
              <a:pathLst>
                <a:path w="24721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09" y="23437"/>
                  </a:lnTo>
                  <a:lnTo>
                    <a:pt x="4677" y="22321"/>
                  </a:lnTo>
                  <a:lnTo>
                    <a:pt x="5346" y="22321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21204"/>
                  </a:lnTo>
                  <a:lnTo>
                    <a:pt x="14698" y="22321"/>
                  </a:lnTo>
                  <a:lnTo>
                    <a:pt x="15366" y="22321"/>
                  </a:lnTo>
                  <a:lnTo>
                    <a:pt x="16034" y="44642"/>
                  </a:lnTo>
                  <a:lnTo>
                    <a:pt x="16702" y="44642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4642"/>
                  </a:lnTo>
                  <a:lnTo>
                    <a:pt x="21378" y="44642"/>
                  </a:lnTo>
                  <a:lnTo>
                    <a:pt x="22046" y="44642"/>
                  </a:lnTo>
                  <a:lnTo>
                    <a:pt x="22714" y="44642"/>
                  </a:lnTo>
                  <a:lnTo>
                    <a:pt x="23382" y="44642"/>
                  </a:lnTo>
                  <a:lnTo>
                    <a:pt x="24050" y="44642"/>
                  </a:lnTo>
                  <a:lnTo>
                    <a:pt x="24718" y="44642"/>
                  </a:lnTo>
                  <a:lnTo>
                    <a:pt x="24721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892688" y="2021598"/>
              <a:ext cx="39610" cy="44691"/>
            </a:xfrm>
            <a:custGeom>
              <a:avLst/>
              <a:pathLst>
                <a:path w="39610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09" y="44642"/>
                  </a:lnTo>
                  <a:lnTo>
                    <a:pt x="4677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44642"/>
                  </a:lnTo>
                  <a:lnTo>
                    <a:pt x="7350" y="44642"/>
                  </a:lnTo>
                  <a:lnTo>
                    <a:pt x="8018" y="44642"/>
                  </a:lnTo>
                  <a:lnTo>
                    <a:pt x="8686" y="44642"/>
                  </a:lnTo>
                  <a:lnTo>
                    <a:pt x="9354" y="44642"/>
                  </a:lnTo>
                  <a:lnTo>
                    <a:pt x="10022" y="44642"/>
                  </a:lnTo>
                  <a:lnTo>
                    <a:pt x="10690" y="44642"/>
                  </a:lnTo>
                  <a:lnTo>
                    <a:pt x="11358" y="44642"/>
                  </a:lnTo>
                  <a:lnTo>
                    <a:pt x="12026" y="44642"/>
                  </a:lnTo>
                  <a:lnTo>
                    <a:pt x="12694" y="44642"/>
                  </a:lnTo>
                  <a:lnTo>
                    <a:pt x="13362" y="44642"/>
                  </a:lnTo>
                  <a:lnTo>
                    <a:pt x="14030" y="44642"/>
                  </a:lnTo>
                  <a:lnTo>
                    <a:pt x="14698" y="44642"/>
                  </a:lnTo>
                  <a:lnTo>
                    <a:pt x="15366" y="44642"/>
                  </a:lnTo>
                  <a:lnTo>
                    <a:pt x="16034" y="44642"/>
                  </a:lnTo>
                  <a:lnTo>
                    <a:pt x="16702" y="44642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4642"/>
                  </a:lnTo>
                  <a:lnTo>
                    <a:pt x="21378" y="44642"/>
                  </a:lnTo>
                  <a:lnTo>
                    <a:pt x="22046" y="44642"/>
                  </a:lnTo>
                  <a:lnTo>
                    <a:pt x="22714" y="44642"/>
                  </a:lnTo>
                  <a:lnTo>
                    <a:pt x="23382" y="44642"/>
                  </a:lnTo>
                  <a:lnTo>
                    <a:pt x="24050" y="44642"/>
                  </a:lnTo>
                  <a:lnTo>
                    <a:pt x="24718" y="44642"/>
                  </a:lnTo>
                  <a:lnTo>
                    <a:pt x="25386" y="44642"/>
                  </a:lnTo>
                  <a:lnTo>
                    <a:pt x="26054" y="44642"/>
                  </a:lnTo>
                  <a:lnTo>
                    <a:pt x="26722" y="44642"/>
                  </a:lnTo>
                  <a:lnTo>
                    <a:pt x="27390" y="44642"/>
                  </a:lnTo>
                  <a:lnTo>
                    <a:pt x="28058" y="44642"/>
                  </a:lnTo>
                  <a:lnTo>
                    <a:pt x="28726" y="44642"/>
                  </a:lnTo>
                  <a:lnTo>
                    <a:pt x="29394" y="36829"/>
                  </a:lnTo>
                  <a:lnTo>
                    <a:pt x="30063" y="22321"/>
                  </a:lnTo>
                  <a:lnTo>
                    <a:pt x="30731" y="22321"/>
                  </a:lnTo>
                  <a:lnTo>
                    <a:pt x="31399" y="20088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6075" y="0"/>
                  </a:lnTo>
                  <a:lnTo>
                    <a:pt x="36743" y="0"/>
                  </a:lnTo>
                  <a:lnTo>
                    <a:pt x="37411" y="0"/>
                  </a:lnTo>
                  <a:lnTo>
                    <a:pt x="38079" y="0"/>
                  </a:lnTo>
                  <a:lnTo>
                    <a:pt x="38747" y="24318"/>
                  </a:lnTo>
                  <a:lnTo>
                    <a:pt x="39415" y="36974"/>
                  </a:lnTo>
                  <a:lnTo>
                    <a:pt x="39610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944126" y="1976956"/>
              <a:ext cx="40753" cy="89333"/>
            </a:xfrm>
            <a:custGeom>
              <a:avLst/>
              <a:pathLst>
                <a:path w="40753" h="89333">
                  <a:moveTo>
                    <a:pt x="0" y="89333"/>
                  </a:moveTo>
                  <a:lnTo>
                    <a:pt x="1" y="89284"/>
                  </a:lnTo>
                  <a:lnTo>
                    <a:pt x="669" y="89284"/>
                  </a:lnTo>
                  <a:lnTo>
                    <a:pt x="1337" y="89284"/>
                  </a:lnTo>
                  <a:lnTo>
                    <a:pt x="2005" y="89284"/>
                  </a:lnTo>
                  <a:lnTo>
                    <a:pt x="2673" y="89284"/>
                  </a:lnTo>
                  <a:lnTo>
                    <a:pt x="3341" y="89284"/>
                  </a:lnTo>
                  <a:lnTo>
                    <a:pt x="4010" y="89284"/>
                  </a:lnTo>
                  <a:lnTo>
                    <a:pt x="4678" y="89284"/>
                  </a:lnTo>
                  <a:lnTo>
                    <a:pt x="5346" y="89284"/>
                  </a:lnTo>
                  <a:lnTo>
                    <a:pt x="6014" y="89284"/>
                  </a:lnTo>
                  <a:lnTo>
                    <a:pt x="6682" y="89284"/>
                  </a:lnTo>
                  <a:lnTo>
                    <a:pt x="7350" y="89284"/>
                  </a:lnTo>
                  <a:lnTo>
                    <a:pt x="8018" y="89284"/>
                  </a:lnTo>
                  <a:lnTo>
                    <a:pt x="8686" y="89284"/>
                  </a:lnTo>
                  <a:lnTo>
                    <a:pt x="9354" y="89284"/>
                  </a:lnTo>
                  <a:lnTo>
                    <a:pt x="10022" y="89284"/>
                  </a:lnTo>
                  <a:lnTo>
                    <a:pt x="10690" y="89284"/>
                  </a:lnTo>
                  <a:lnTo>
                    <a:pt x="11358" y="89284"/>
                  </a:lnTo>
                  <a:lnTo>
                    <a:pt x="12026" y="89284"/>
                  </a:lnTo>
                  <a:lnTo>
                    <a:pt x="12694" y="89284"/>
                  </a:lnTo>
                  <a:lnTo>
                    <a:pt x="13362" y="89284"/>
                  </a:lnTo>
                  <a:lnTo>
                    <a:pt x="14030" y="89284"/>
                  </a:lnTo>
                  <a:lnTo>
                    <a:pt x="14698" y="89284"/>
                  </a:lnTo>
                  <a:lnTo>
                    <a:pt x="15366" y="89284"/>
                  </a:lnTo>
                  <a:lnTo>
                    <a:pt x="16034" y="89284"/>
                  </a:lnTo>
                  <a:lnTo>
                    <a:pt x="16702" y="89284"/>
                  </a:lnTo>
                  <a:lnTo>
                    <a:pt x="17370" y="89284"/>
                  </a:lnTo>
                  <a:lnTo>
                    <a:pt x="18038" y="89284"/>
                  </a:lnTo>
                  <a:lnTo>
                    <a:pt x="18706" y="89284"/>
                  </a:lnTo>
                  <a:lnTo>
                    <a:pt x="19374" y="89284"/>
                  </a:lnTo>
                  <a:lnTo>
                    <a:pt x="20042" y="89284"/>
                  </a:lnTo>
                  <a:lnTo>
                    <a:pt x="20710" y="89284"/>
                  </a:lnTo>
                  <a:lnTo>
                    <a:pt x="21378" y="89284"/>
                  </a:lnTo>
                  <a:lnTo>
                    <a:pt x="22046" y="89284"/>
                  </a:lnTo>
                  <a:lnTo>
                    <a:pt x="22714" y="89284"/>
                  </a:lnTo>
                  <a:lnTo>
                    <a:pt x="23382" y="89284"/>
                  </a:lnTo>
                  <a:lnTo>
                    <a:pt x="24050" y="89284"/>
                  </a:lnTo>
                  <a:lnTo>
                    <a:pt x="24718" y="89284"/>
                  </a:lnTo>
                  <a:lnTo>
                    <a:pt x="25386" y="89284"/>
                  </a:lnTo>
                  <a:lnTo>
                    <a:pt x="26054" y="82587"/>
                  </a:lnTo>
                  <a:lnTo>
                    <a:pt x="26722" y="66963"/>
                  </a:lnTo>
                  <a:lnTo>
                    <a:pt x="27390" y="66963"/>
                  </a:lnTo>
                  <a:lnTo>
                    <a:pt x="28059" y="66963"/>
                  </a:lnTo>
                  <a:lnTo>
                    <a:pt x="28727" y="54686"/>
                  </a:lnTo>
                  <a:lnTo>
                    <a:pt x="29395" y="22321"/>
                  </a:lnTo>
                  <a:lnTo>
                    <a:pt x="30063" y="4464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6075" y="6696"/>
                  </a:lnTo>
                  <a:lnTo>
                    <a:pt x="36743" y="22321"/>
                  </a:lnTo>
                  <a:lnTo>
                    <a:pt x="37411" y="22321"/>
                  </a:lnTo>
                  <a:lnTo>
                    <a:pt x="38079" y="22321"/>
                  </a:lnTo>
                  <a:lnTo>
                    <a:pt x="38747" y="34597"/>
                  </a:lnTo>
                  <a:lnTo>
                    <a:pt x="39415" y="66963"/>
                  </a:lnTo>
                  <a:lnTo>
                    <a:pt x="40083" y="84819"/>
                  </a:lnTo>
                  <a:lnTo>
                    <a:pt x="40751" y="89284"/>
                  </a:lnTo>
                  <a:lnTo>
                    <a:pt x="40753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97132" y="2035340"/>
              <a:ext cx="10404" cy="30948"/>
            </a:xfrm>
            <a:custGeom>
              <a:avLst/>
              <a:pathLst>
                <a:path w="10404" h="30948">
                  <a:moveTo>
                    <a:pt x="0" y="30948"/>
                  </a:moveTo>
                  <a:lnTo>
                    <a:pt x="438" y="20830"/>
                  </a:lnTo>
                  <a:lnTo>
                    <a:pt x="1106" y="0"/>
                  </a:lnTo>
                  <a:lnTo>
                    <a:pt x="1774" y="0"/>
                  </a:lnTo>
                  <a:lnTo>
                    <a:pt x="2442" y="0"/>
                  </a:lnTo>
                  <a:lnTo>
                    <a:pt x="3110" y="0"/>
                  </a:lnTo>
                  <a:lnTo>
                    <a:pt x="3778" y="0"/>
                  </a:lnTo>
                  <a:lnTo>
                    <a:pt x="4446" y="6409"/>
                  </a:lnTo>
                  <a:lnTo>
                    <a:pt x="5114" y="20188"/>
                  </a:lnTo>
                  <a:lnTo>
                    <a:pt x="5782" y="20188"/>
                  </a:lnTo>
                  <a:lnTo>
                    <a:pt x="6450" y="21271"/>
                  </a:lnTo>
                  <a:lnTo>
                    <a:pt x="7118" y="21271"/>
                  </a:lnTo>
                  <a:lnTo>
                    <a:pt x="7786" y="21271"/>
                  </a:lnTo>
                  <a:lnTo>
                    <a:pt x="8454" y="20188"/>
                  </a:lnTo>
                  <a:lnTo>
                    <a:pt x="9122" y="24944"/>
                  </a:lnTo>
                  <a:lnTo>
                    <a:pt x="9790" y="18313"/>
                  </a:lnTo>
                  <a:lnTo>
                    <a:pt x="10404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013601" y="2043919"/>
              <a:ext cx="5334" cy="22370"/>
            </a:xfrm>
            <a:custGeom>
              <a:avLst/>
              <a:pathLst>
                <a:path w="5334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14508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34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032452" y="1909993"/>
              <a:ext cx="19009" cy="156296"/>
            </a:xfrm>
            <a:custGeom>
              <a:avLst/>
              <a:pathLst>
                <a:path w="19009" h="156296">
                  <a:moveTo>
                    <a:pt x="0" y="156296"/>
                  </a:moveTo>
                  <a:lnTo>
                    <a:pt x="522" y="140744"/>
                  </a:lnTo>
                  <a:lnTo>
                    <a:pt x="1190" y="133926"/>
                  </a:lnTo>
                  <a:lnTo>
                    <a:pt x="1859" y="133926"/>
                  </a:lnTo>
                  <a:lnTo>
                    <a:pt x="2527" y="122765"/>
                  </a:lnTo>
                  <a:lnTo>
                    <a:pt x="3195" y="111605"/>
                  </a:lnTo>
                  <a:lnTo>
                    <a:pt x="3863" y="108256"/>
                  </a:lnTo>
                  <a:lnTo>
                    <a:pt x="4531" y="70311"/>
                  </a:lnTo>
                  <a:lnTo>
                    <a:pt x="5199" y="66962"/>
                  </a:lnTo>
                  <a:lnTo>
                    <a:pt x="5867" y="66962"/>
                  </a:lnTo>
                  <a:lnTo>
                    <a:pt x="6535" y="66962"/>
                  </a:lnTo>
                  <a:lnTo>
                    <a:pt x="7203" y="56918"/>
                  </a:lnTo>
                  <a:lnTo>
                    <a:pt x="7871" y="44641"/>
                  </a:lnTo>
                  <a:lnTo>
                    <a:pt x="8539" y="21204"/>
                  </a:lnTo>
                  <a:lnTo>
                    <a:pt x="9207" y="0"/>
                  </a:lnTo>
                  <a:lnTo>
                    <a:pt x="9875" y="0"/>
                  </a:lnTo>
                  <a:lnTo>
                    <a:pt x="10543" y="12276"/>
                  </a:lnTo>
                  <a:lnTo>
                    <a:pt x="11211" y="0"/>
                  </a:lnTo>
                  <a:lnTo>
                    <a:pt x="11879" y="0"/>
                  </a:lnTo>
                  <a:lnTo>
                    <a:pt x="12547" y="11160"/>
                  </a:lnTo>
                  <a:lnTo>
                    <a:pt x="13215" y="22320"/>
                  </a:lnTo>
                  <a:lnTo>
                    <a:pt x="13883" y="61691"/>
                  </a:lnTo>
                  <a:lnTo>
                    <a:pt x="14551" y="96631"/>
                  </a:lnTo>
                  <a:lnTo>
                    <a:pt x="15219" y="107033"/>
                  </a:lnTo>
                  <a:lnTo>
                    <a:pt x="15887" y="107033"/>
                  </a:lnTo>
                  <a:lnTo>
                    <a:pt x="16555" y="107033"/>
                  </a:lnTo>
                  <a:lnTo>
                    <a:pt x="17223" y="115275"/>
                  </a:lnTo>
                  <a:lnTo>
                    <a:pt x="17891" y="125347"/>
                  </a:lnTo>
                  <a:lnTo>
                    <a:pt x="18559" y="144577"/>
                  </a:lnTo>
                  <a:lnTo>
                    <a:pt x="19009" y="1562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051939" y="2057317"/>
              <a:ext cx="1368" cy="8971"/>
            </a:xfrm>
            <a:custGeom>
              <a:avLst/>
              <a:pathLst>
                <a:path w="1368" h="8971">
                  <a:moveTo>
                    <a:pt x="0" y="8971"/>
                  </a:moveTo>
                  <a:lnTo>
                    <a:pt x="409" y="0"/>
                  </a:lnTo>
                  <a:lnTo>
                    <a:pt x="1077" y="4578"/>
                  </a:lnTo>
                  <a:lnTo>
                    <a:pt x="1368" y="89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56536" y="1954635"/>
              <a:ext cx="14322" cy="111654"/>
            </a:xfrm>
            <a:custGeom>
              <a:avLst/>
              <a:pathLst>
                <a:path w="14322" h="111654">
                  <a:moveTo>
                    <a:pt x="0" y="111654"/>
                  </a:moveTo>
                  <a:lnTo>
                    <a:pt x="488" y="110563"/>
                  </a:lnTo>
                  <a:lnTo>
                    <a:pt x="1156" y="53570"/>
                  </a:lnTo>
                  <a:lnTo>
                    <a:pt x="1824" y="17856"/>
                  </a:lnTo>
                  <a:lnTo>
                    <a:pt x="2492" y="0"/>
                  </a:lnTo>
                  <a:lnTo>
                    <a:pt x="3160" y="0"/>
                  </a:lnTo>
                  <a:lnTo>
                    <a:pt x="3828" y="0"/>
                  </a:lnTo>
                  <a:lnTo>
                    <a:pt x="4496" y="0"/>
                  </a:lnTo>
                  <a:lnTo>
                    <a:pt x="5164" y="0"/>
                  </a:lnTo>
                  <a:lnTo>
                    <a:pt x="5832" y="17856"/>
                  </a:lnTo>
                  <a:lnTo>
                    <a:pt x="6500" y="22321"/>
                  </a:lnTo>
                  <a:lnTo>
                    <a:pt x="7168" y="22321"/>
                  </a:lnTo>
                  <a:lnTo>
                    <a:pt x="7836" y="22321"/>
                  </a:lnTo>
                  <a:lnTo>
                    <a:pt x="8505" y="22321"/>
                  </a:lnTo>
                  <a:lnTo>
                    <a:pt x="9173" y="22321"/>
                  </a:lnTo>
                  <a:lnTo>
                    <a:pt x="9841" y="14508"/>
                  </a:lnTo>
                  <a:lnTo>
                    <a:pt x="10509" y="0"/>
                  </a:lnTo>
                  <a:lnTo>
                    <a:pt x="11177" y="12276"/>
                  </a:lnTo>
                  <a:lnTo>
                    <a:pt x="11845" y="26785"/>
                  </a:lnTo>
                  <a:lnTo>
                    <a:pt x="12513" y="73918"/>
                  </a:lnTo>
                  <a:lnTo>
                    <a:pt x="13181" y="97421"/>
                  </a:lnTo>
                  <a:lnTo>
                    <a:pt x="13849" y="100894"/>
                  </a:lnTo>
                  <a:lnTo>
                    <a:pt x="14322" y="1116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98214" y="2043919"/>
              <a:ext cx="2220" cy="22370"/>
            </a:xfrm>
            <a:custGeom>
              <a:avLst/>
              <a:pathLst>
                <a:path w="2220" h="22370">
                  <a:moveTo>
                    <a:pt x="0" y="22370"/>
                  </a:moveTo>
                  <a:lnTo>
                    <a:pt x="228" y="6028"/>
                  </a:lnTo>
                  <a:lnTo>
                    <a:pt x="896" y="0"/>
                  </a:lnTo>
                  <a:lnTo>
                    <a:pt x="1564" y="0"/>
                  </a:lnTo>
                  <a:lnTo>
                    <a:pt x="2220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100586" y="2055529"/>
              <a:ext cx="6945" cy="10759"/>
            </a:xfrm>
            <a:custGeom>
              <a:avLst/>
              <a:pathLst>
                <a:path w="6945" h="10759">
                  <a:moveTo>
                    <a:pt x="0" y="10759"/>
                  </a:moveTo>
                  <a:lnTo>
                    <a:pt x="527" y="9253"/>
                  </a:lnTo>
                  <a:lnTo>
                    <a:pt x="1195" y="10515"/>
                  </a:lnTo>
                  <a:lnTo>
                    <a:pt x="1863" y="0"/>
                  </a:lnTo>
                  <a:lnTo>
                    <a:pt x="2531" y="0"/>
                  </a:lnTo>
                  <a:lnTo>
                    <a:pt x="3199" y="1083"/>
                  </a:lnTo>
                  <a:lnTo>
                    <a:pt x="3867" y="1083"/>
                  </a:lnTo>
                  <a:lnTo>
                    <a:pt x="4535" y="1083"/>
                  </a:lnTo>
                  <a:lnTo>
                    <a:pt x="5203" y="1083"/>
                  </a:lnTo>
                  <a:lnTo>
                    <a:pt x="5871" y="1083"/>
                  </a:lnTo>
                  <a:lnTo>
                    <a:pt x="6540" y="1083"/>
                  </a:lnTo>
                  <a:lnTo>
                    <a:pt x="6945" y="1075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113424" y="1820709"/>
              <a:ext cx="43806" cy="245580"/>
            </a:xfrm>
            <a:custGeom>
              <a:avLst/>
              <a:pathLst>
                <a:path w="43806" h="245580">
                  <a:moveTo>
                    <a:pt x="0" y="245580"/>
                  </a:moveTo>
                  <a:lnTo>
                    <a:pt x="382" y="220126"/>
                  </a:lnTo>
                  <a:lnTo>
                    <a:pt x="1050" y="214631"/>
                  </a:lnTo>
                  <a:lnTo>
                    <a:pt x="1718" y="196318"/>
                  </a:lnTo>
                  <a:lnTo>
                    <a:pt x="2386" y="178919"/>
                  </a:lnTo>
                  <a:lnTo>
                    <a:pt x="3054" y="178004"/>
                  </a:lnTo>
                  <a:lnTo>
                    <a:pt x="3722" y="178004"/>
                  </a:lnTo>
                  <a:lnTo>
                    <a:pt x="4390" y="178004"/>
                  </a:lnTo>
                  <a:lnTo>
                    <a:pt x="5058" y="135138"/>
                  </a:lnTo>
                  <a:lnTo>
                    <a:pt x="5726" y="112503"/>
                  </a:lnTo>
                  <a:lnTo>
                    <a:pt x="6395" y="102016"/>
                  </a:lnTo>
                  <a:lnTo>
                    <a:pt x="7063" y="17856"/>
                  </a:lnTo>
                  <a:lnTo>
                    <a:pt x="7731" y="0"/>
                  </a:lnTo>
                  <a:lnTo>
                    <a:pt x="8399" y="0"/>
                  </a:lnTo>
                  <a:lnTo>
                    <a:pt x="9067" y="0"/>
                  </a:lnTo>
                  <a:lnTo>
                    <a:pt x="9735" y="25669"/>
                  </a:lnTo>
                  <a:lnTo>
                    <a:pt x="10403" y="60266"/>
                  </a:lnTo>
                  <a:lnTo>
                    <a:pt x="11071" y="66963"/>
                  </a:lnTo>
                  <a:lnTo>
                    <a:pt x="11739" y="89284"/>
                  </a:lnTo>
                  <a:lnTo>
                    <a:pt x="12407" y="110489"/>
                  </a:lnTo>
                  <a:lnTo>
                    <a:pt x="13075" y="111605"/>
                  </a:lnTo>
                  <a:lnTo>
                    <a:pt x="13743" y="111605"/>
                  </a:lnTo>
                  <a:lnTo>
                    <a:pt x="14411" y="111605"/>
                  </a:lnTo>
                  <a:lnTo>
                    <a:pt x="15079" y="160711"/>
                  </a:lnTo>
                  <a:lnTo>
                    <a:pt x="15747" y="178568"/>
                  </a:lnTo>
                  <a:lnTo>
                    <a:pt x="16415" y="190844"/>
                  </a:lnTo>
                  <a:lnTo>
                    <a:pt x="17083" y="227674"/>
                  </a:lnTo>
                  <a:lnTo>
                    <a:pt x="17751" y="245531"/>
                  </a:lnTo>
                  <a:lnTo>
                    <a:pt x="18419" y="245531"/>
                  </a:lnTo>
                  <a:lnTo>
                    <a:pt x="19087" y="245531"/>
                  </a:lnTo>
                  <a:lnTo>
                    <a:pt x="19755" y="245531"/>
                  </a:lnTo>
                  <a:lnTo>
                    <a:pt x="20423" y="245531"/>
                  </a:lnTo>
                  <a:lnTo>
                    <a:pt x="21091" y="245531"/>
                  </a:lnTo>
                  <a:lnTo>
                    <a:pt x="21759" y="245531"/>
                  </a:lnTo>
                  <a:lnTo>
                    <a:pt x="22427" y="245531"/>
                  </a:lnTo>
                  <a:lnTo>
                    <a:pt x="23095" y="245531"/>
                  </a:lnTo>
                  <a:lnTo>
                    <a:pt x="23763" y="245531"/>
                  </a:lnTo>
                  <a:lnTo>
                    <a:pt x="24431" y="245531"/>
                  </a:lnTo>
                  <a:lnTo>
                    <a:pt x="25099" y="245531"/>
                  </a:lnTo>
                  <a:lnTo>
                    <a:pt x="25767" y="245531"/>
                  </a:lnTo>
                  <a:lnTo>
                    <a:pt x="26435" y="245531"/>
                  </a:lnTo>
                  <a:lnTo>
                    <a:pt x="27103" y="241066"/>
                  </a:lnTo>
                  <a:lnTo>
                    <a:pt x="27771" y="223210"/>
                  </a:lnTo>
                  <a:lnTo>
                    <a:pt x="28439" y="212049"/>
                  </a:lnTo>
                  <a:lnTo>
                    <a:pt x="29107" y="200889"/>
                  </a:lnTo>
                  <a:lnTo>
                    <a:pt x="29775" y="200889"/>
                  </a:lnTo>
                  <a:lnTo>
                    <a:pt x="30443" y="200889"/>
                  </a:lnTo>
                  <a:lnTo>
                    <a:pt x="31112" y="200889"/>
                  </a:lnTo>
                  <a:lnTo>
                    <a:pt x="31780" y="200889"/>
                  </a:lnTo>
                  <a:lnTo>
                    <a:pt x="32448" y="200889"/>
                  </a:lnTo>
                  <a:lnTo>
                    <a:pt x="33116" y="200889"/>
                  </a:lnTo>
                  <a:lnTo>
                    <a:pt x="33784" y="200889"/>
                  </a:lnTo>
                  <a:lnTo>
                    <a:pt x="34452" y="200889"/>
                  </a:lnTo>
                  <a:lnTo>
                    <a:pt x="35120" y="200889"/>
                  </a:lnTo>
                  <a:lnTo>
                    <a:pt x="35788" y="200889"/>
                  </a:lnTo>
                  <a:lnTo>
                    <a:pt x="36456" y="200889"/>
                  </a:lnTo>
                  <a:lnTo>
                    <a:pt x="37124" y="205353"/>
                  </a:lnTo>
                  <a:lnTo>
                    <a:pt x="37792" y="223210"/>
                  </a:lnTo>
                  <a:lnTo>
                    <a:pt x="38460" y="234370"/>
                  </a:lnTo>
                  <a:lnTo>
                    <a:pt x="39128" y="245531"/>
                  </a:lnTo>
                  <a:lnTo>
                    <a:pt x="39796" y="245531"/>
                  </a:lnTo>
                  <a:lnTo>
                    <a:pt x="40464" y="245531"/>
                  </a:lnTo>
                  <a:lnTo>
                    <a:pt x="41132" y="245531"/>
                  </a:lnTo>
                  <a:lnTo>
                    <a:pt x="41800" y="245531"/>
                  </a:lnTo>
                  <a:lnTo>
                    <a:pt x="42468" y="245531"/>
                  </a:lnTo>
                  <a:lnTo>
                    <a:pt x="43136" y="245531"/>
                  </a:lnTo>
                  <a:lnTo>
                    <a:pt x="43804" y="245531"/>
                  </a:lnTo>
                  <a:lnTo>
                    <a:pt x="43806" y="24558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168838" y="2048476"/>
              <a:ext cx="4076" cy="17812"/>
            </a:xfrm>
            <a:custGeom>
              <a:avLst/>
              <a:pathLst>
                <a:path w="4076" h="17812">
                  <a:moveTo>
                    <a:pt x="0" y="17812"/>
                  </a:moveTo>
                  <a:lnTo>
                    <a:pt x="415" y="10744"/>
                  </a:lnTo>
                  <a:lnTo>
                    <a:pt x="1083" y="0"/>
                  </a:lnTo>
                  <a:lnTo>
                    <a:pt x="1751" y="0"/>
                  </a:lnTo>
                  <a:lnTo>
                    <a:pt x="2419" y="0"/>
                  </a:lnTo>
                  <a:lnTo>
                    <a:pt x="3087" y="10119"/>
                  </a:lnTo>
                  <a:lnTo>
                    <a:pt x="3755" y="12640"/>
                  </a:lnTo>
                  <a:lnTo>
                    <a:pt x="4076" y="178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183280" y="2066240"/>
              <a:ext cx="671" cy="49"/>
            </a:xfrm>
            <a:custGeom>
              <a:avLst/>
              <a:pathLst>
                <a:path w="67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67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194611" y="1997492"/>
              <a:ext cx="13702" cy="68796"/>
            </a:xfrm>
            <a:custGeom>
              <a:avLst/>
              <a:pathLst>
                <a:path w="13702" h="68796">
                  <a:moveTo>
                    <a:pt x="0" y="68796"/>
                  </a:moveTo>
                  <a:lnTo>
                    <a:pt x="26" y="68556"/>
                  </a:lnTo>
                  <a:lnTo>
                    <a:pt x="694" y="68556"/>
                  </a:lnTo>
                  <a:lnTo>
                    <a:pt x="1362" y="58858"/>
                  </a:lnTo>
                  <a:lnTo>
                    <a:pt x="2030" y="41966"/>
                  </a:lnTo>
                  <a:lnTo>
                    <a:pt x="2698" y="31465"/>
                  </a:lnTo>
                  <a:lnTo>
                    <a:pt x="3366" y="27247"/>
                  </a:lnTo>
                  <a:lnTo>
                    <a:pt x="4034" y="0"/>
                  </a:lnTo>
                  <a:lnTo>
                    <a:pt x="4702" y="1220"/>
                  </a:lnTo>
                  <a:lnTo>
                    <a:pt x="5370" y="1220"/>
                  </a:lnTo>
                  <a:lnTo>
                    <a:pt x="6038" y="1220"/>
                  </a:lnTo>
                  <a:lnTo>
                    <a:pt x="6706" y="1220"/>
                  </a:lnTo>
                  <a:lnTo>
                    <a:pt x="7374" y="13124"/>
                  </a:lnTo>
                  <a:lnTo>
                    <a:pt x="8042" y="19534"/>
                  </a:lnTo>
                  <a:lnTo>
                    <a:pt x="8710" y="37848"/>
                  </a:lnTo>
                  <a:lnTo>
                    <a:pt x="9378" y="47921"/>
                  </a:lnTo>
                  <a:lnTo>
                    <a:pt x="10046" y="56162"/>
                  </a:lnTo>
                  <a:lnTo>
                    <a:pt x="10715" y="56162"/>
                  </a:lnTo>
                  <a:lnTo>
                    <a:pt x="11383" y="56162"/>
                  </a:lnTo>
                  <a:lnTo>
                    <a:pt x="12051" y="56162"/>
                  </a:lnTo>
                  <a:lnTo>
                    <a:pt x="12719" y="56162"/>
                  </a:lnTo>
                  <a:lnTo>
                    <a:pt x="13387" y="53942"/>
                  </a:lnTo>
                  <a:lnTo>
                    <a:pt x="13702" y="687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209333" y="2066240"/>
              <a:ext cx="4680" cy="49"/>
            </a:xfrm>
            <a:custGeom>
              <a:avLst/>
              <a:pathLst>
                <a:path w="4680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8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4680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234010" y="2043919"/>
              <a:ext cx="1956" cy="22370"/>
            </a:xfrm>
            <a:custGeom>
              <a:avLst/>
              <a:pathLst>
                <a:path w="1956" h="22370">
                  <a:moveTo>
                    <a:pt x="0" y="22370"/>
                  </a:moveTo>
                  <a:lnTo>
                    <a:pt x="41" y="21279"/>
                  </a:lnTo>
                  <a:lnTo>
                    <a:pt x="709" y="0"/>
                  </a:lnTo>
                  <a:lnTo>
                    <a:pt x="1377" y="19753"/>
                  </a:lnTo>
                  <a:lnTo>
                    <a:pt x="1956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238186" y="2053654"/>
              <a:ext cx="1012" cy="12634"/>
            </a:xfrm>
            <a:custGeom>
              <a:avLst/>
              <a:pathLst>
                <a:path w="1012" h="12634">
                  <a:moveTo>
                    <a:pt x="0" y="12634"/>
                  </a:moveTo>
                  <a:lnTo>
                    <a:pt x="542" y="0"/>
                  </a:lnTo>
                  <a:lnTo>
                    <a:pt x="1012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239580" y="2035340"/>
              <a:ext cx="10381" cy="30948"/>
            </a:xfrm>
            <a:custGeom>
              <a:avLst/>
              <a:pathLst>
                <a:path w="10381" h="30948">
                  <a:moveTo>
                    <a:pt x="0" y="30948"/>
                  </a:moveTo>
                  <a:lnTo>
                    <a:pt x="484" y="16974"/>
                  </a:lnTo>
                  <a:lnTo>
                    <a:pt x="1152" y="4117"/>
                  </a:lnTo>
                  <a:lnTo>
                    <a:pt x="1820" y="4117"/>
                  </a:lnTo>
                  <a:lnTo>
                    <a:pt x="2488" y="5321"/>
                  </a:lnTo>
                  <a:lnTo>
                    <a:pt x="3156" y="5321"/>
                  </a:lnTo>
                  <a:lnTo>
                    <a:pt x="3824" y="7713"/>
                  </a:lnTo>
                  <a:lnTo>
                    <a:pt x="4492" y="21271"/>
                  </a:lnTo>
                  <a:lnTo>
                    <a:pt x="5160" y="21271"/>
                  </a:lnTo>
                  <a:lnTo>
                    <a:pt x="5828" y="21271"/>
                  </a:lnTo>
                  <a:lnTo>
                    <a:pt x="6496" y="20188"/>
                  </a:lnTo>
                  <a:lnTo>
                    <a:pt x="7164" y="0"/>
                  </a:lnTo>
                  <a:lnTo>
                    <a:pt x="7832" y="0"/>
                  </a:lnTo>
                  <a:lnTo>
                    <a:pt x="8500" y="2747"/>
                  </a:lnTo>
                  <a:lnTo>
                    <a:pt x="9168" y="18313"/>
                  </a:lnTo>
                  <a:lnTo>
                    <a:pt x="9836" y="12280"/>
                  </a:lnTo>
                  <a:lnTo>
                    <a:pt x="10381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252086" y="2066240"/>
              <a:ext cx="6683" cy="49"/>
            </a:xfrm>
            <a:custGeom>
              <a:avLst/>
              <a:pathLst>
                <a:path w="6683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6683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73463" y="2021598"/>
              <a:ext cx="20451" cy="44691"/>
            </a:xfrm>
            <a:custGeom>
              <a:avLst/>
              <a:pathLst>
                <a:path w="20451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44642"/>
                  </a:lnTo>
                  <a:lnTo>
                    <a:pt x="7350" y="44642"/>
                  </a:lnTo>
                  <a:lnTo>
                    <a:pt x="8018" y="44642"/>
                  </a:lnTo>
                  <a:lnTo>
                    <a:pt x="8686" y="44642"/>
                  </a:lnTo>
                  <a:lnTo>
                    <a:pt x="9354" y="44642"/>
                  </a:lnTo>
                  <a:lnTo>
                    <a:pt x="10022" y="40177"/>
                  </a:lnTo>
                  <a:lnTo>
                    <a:pt x="10690" y="22321"/>
                  </a:lnTo>
                  <a:lnTo>
                    <a:pt x="11358" y="22321"/>
                  </a:lnTo>
                  <a:lnTo>
                    <a:pt x="12026" y="22321"/>
                  </a:lnTo>
                  <a:lnTo>
                    <a:pt x="12694" y="22321"/>
                  </a:lnTo>
                  <a:lnTo>
                    <a:pt x="13362" y="22321"/>
                  </a:lnTo>
                  <a:lnTo>
                    <a:pt x="14030" y="22321"/>
                  </a:lnTo>
                  <a:lnTo>
                    <a:pt x="14698" y="22321"/>
                  </a:lnTo>
                  <a:lnTo>
                    <a:pt x="15366" y="22321"/>
                  </a:lnTo>
                  <a:lnTo>
                    <a:pt x="16034" y="4464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24318"/>
                  </a:lnTo>
                  <a:lnTo>
                    <a:pt x="18706" y="30495"/>
                  </a:lnTo>
                  <a:lnTo>
                    <a:pt x="19374" y="32056"/>
                  </a:lnTo>
                  <a:lnTo>
                    <a:pt x="20042" y="35719"/>
                  </a:lnTo>
                  <a:lnTo>
                    <a:pt x="20451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318221" y="2017027"/>
              <a:ext cx="47901" cy="49262"/>
            </a:xfrm>
            <a:custGeom>
              <a:avLst/>
              <a:pathLst>
                <a:path w="47901" h="49262">
                  <a:moveTo>
                    <a:pt x="0" y="49262"/>
                  </a:moveTo>
                  <a:lnTo>
                    <a:pt x="1" y="49213"/>
                  </a:lnTo>
                  <a:lnTo>
                    <a:pt x="669" y="49213"/>
                  </a:lnTo>
                  <a:lnTo>
                    <a:pt x="1337" y="49213"/>
                  </a:lnTo>
                  <a:lnTo>
                    <a:pt x="2005" y="38052"/>
                  </a:lnTo>
                  <a:lnTo>
                    <a:pt x="2673" y="26892"/>
                  </a:lnTo>
                  <a:lnTo>
                    <a:pt x="3341" y="26892"/>
                  </a:lnTo>
                  <a:lnTo>
                    <a:pt x="4009" y="26892"/>
                  </a:lnTo>
                  <a:lnTo>
                    <a:pt x="4677" y="26892"/>
                  </a:lnTo>
                  <a:lnTo>
                    <a:pt x="5345" y="26892"/>
                  </a:lnTo>
                  <a:lnTo>
                    <a:pt x="6013" y="22427"/>
                  </a:lnTo>
                  <a:lnTo>
                    <a:pt x="6681" y="30594"/>
                  </a:lnTo>
                  <a:lnTo>
                    <a:pt x="7349" y="30594"/>
                  </a:lnTo>
                  <a:lnTo>
                    <a:pt x="8018" y="30594"/>
                  </a:lnTo>
                  <a:lnTo>
                    <a:pt x="8686" y="19153"/>
                  </a:lnTo>
                  <a:lnTo>
                    <a:pt x="9354" y="18313"/>
                  </a:lnTo>
                  <a:lnTo>
                    <a:pt x="10022" y="18313"/>
                  </a:lnTo>
                  <a:lnTo>
                    <a:pt x="10690" y="16482"/>
                  </a:lnTo>
                  <a:lnTo>
                    <a:pt x="11358" y="0"/>
                  </a:lnTo>
                  <a:lnTo>
                    <a:pt x="12026" y="9156"/>
                  </a:lnTo>
                  <a:lnTo>
                    <a:pt x="12694" y="18313"/>
                  </a:lnTo>
                  <a:lnTo>
                    <a:pt x="13362" y="18313"/>
                  </a:lnTo>
                  <a:lnTo>
                    <a:pt x="14030" y="18313"/>
                  </a:lnTo>
                  <a:lnTo>
                    <a:pt x="14698" y="18313"/>
                  </a:lnTo>
                  <a:lnTo>
                    <a:pt x="15366" y="18313"/>
                  </a:lnTo>
                  <a:lnTo>
                    <a:pt x="16034" y="21976"/>
                  </a:lnTo>
                  <a:lnTo>
                    <a:pt x="16702" y="30594"/>
                  </a:lnTo>
                  <a:lnTo>
                    <a:pt x="17370" y="30594"/>
                  </a:lnTo>
                  <a:lnTo>
                    <a:pt x="18038" y="30594"/>
                  </a:lnTo>
                  <a:lnTo>
                    <a:pt x="18706" y="40458"/>
                  </a:lnTo>
                  <a:lnTo>
                    <a:pt x="19374" y="26892"/>
                  </a:lnTo>
                  <a:lnTo>
                    <a:pt x="20042" y="26892"/>
                  </a:lnTo>
                  <a:lnTo>
                    <a:pt x="20710" y="29124"/>
                  </a:lnTo>
                  <a:lnTo>
                    <a:pt x="21378" y="49213"/>
                  </a:lnTo>
                  <a:lnTo>
                    <a:pt x="22046" y="34704"/>
                  </a:lnTo>
                  <a:lnTo>
                    <a:pt x="22714" y="26892"/>
                  </a:lnTo>
                  <a:lnTo>
                    <a:pt x="23382" y="26892"/>
                  </a:lnTo>
                  <a:lnTo>
                    <a:pt x="24050" y="26892"/>
                  </a:lnTo>
                  <a:lnTo>
                    <a:pt x="24718" y="26892"/>
                  </a:lnTo>
                  <a:lnTo>
                    <a:pt x="25386" y="26892"/>
                  </a:lnTo>
                  <a:lnTo>
                    <a:pt x="26054" y="26892"/>
                  </a:lnTo>
                  <a:lnTo>
                    <a:pt x="26722" y="26892"/>
                  </a:lnTo>
                  <a:lnTo>
                    <a:pt x="27390" y="26892"/>
                  </a:lnTo>
                  <a:lnTo>
                    <a:pt x="28058" y="17963"/>
                  </a:lnTo>
                  <a:lnTo>
                    <a:pt x="28726" y="4571"/>
                  </a:lnTo>
                  <a:lnTo>
                    <a:pt x="29394" y="28889"/>
                  </a:lnTo>
                  <a:lnTo>
                    <a:pt x="30062" y="30594"/>
                  </a:lnTo>
                  <a:lnTo>
                    <a:pt x="30730" y="30594"/>
                  </a:lnTo>
                  <a:lnTo>
                    <a:pt x="31398" y="30594"/>
                  </a:lnTo>
                  <a:lnTo>
                    <a:pt x="32066" y="34408"/>
                  </a:lnTo>
                  <a:lnTo>
                    <a:pt x="32735" y="30594"/>
                  </a:lnTo>
                  <a:lnTo>
                    <a:pt x="33403" y="27734"/>
                  </a:lnTo>
                  <a:lnTo>
                    <a:pt x="34071" y="11526"/>
                  </a:lnTo>
                  <a:lnTo>
                    <a:pt x="34739" y="9154"/>
                  </a:lnTo>
                  <a:lnTo>
                    <a:pt x="35407" y="18573"/>
                  </a:lnTo>
                  <a:lnTo>
                    <a:pt x="36075" y="16003"/>
                  </a:lnTo>
                  <a:lnTo>
                    <a:pt x="36743" y="7684"/>
                  </a:lnTo>
                  <a:lnTo>
                    <a:pt x="37411" y="7684"/>
                  </a:lnTo>
                  <a:lnTo>
                    <a:pt x="38079" y="14064"/>
                  </a:lnTo>
                  <a:lnTo>
                    <a:pt x="38747" y="16457"/>
                  </a:lnTo>
                  <a:lnTo>
                    <a:pt x="39415" y="6360"/>
                  </a:lnTo>
                  <a:lnTo>
                    <a:pt x="40083" y="6360"/>
                  </a:lnTo>
                  <a:lnTo>
                    <a:pt x="40751" y="6360"/>
                  </a:lnTo>
                  <a:lnTo>
                    <a:pt x="41419" y="6360"/>
                  </a:lnTo>
                  <a:lnTo>
                    <a:pt x="42087" y="13592"/>
                  </a:lnTo>
                  <a:lnTo>
                    <a:pt x="42755" y="12789"/>
                  </a:lnTo>
                  <a:lnTo>
                    <a:pt x="43423" y="10077"/>
                  </a:lnTo>
                  <a:lnTo>
                    <a:pt x="44091" y="39324"/>
                  </a:lnTo>
                  <a:lnTo>
                    <a:pt x="44759" y="30015"/>
                  </a:lnTo>
                  <a:lnTo>
                    <a:pt x="45427" y="38502"/>
                  </a:lnTo>
                  <a:lnTo>
                    <a:pt x="46095" y="41612"/>
                  </a:lnTo>
                  <a:lnTo>
                    <a:pt x="46763" y="36627"/>
                  </a:lnTo>
                  <a:lnTo>
                    <a:pt x="47431" y="36627"/>
                  </a:lnTo>
                  <a:lnTo>
                    <a:pt x="47901" y="492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377699" y="1999277"/>
              <a:ext cx="14677" cy="67012"/>
            </a:xfrm>
            <a:custGeom>
              <a:avLst/>
              <a:pathLst>
                <a:path w="14677" h="67012">
                  <a:moveTo>
                    <a:pt x="0" y="67012"/>
                  </a:moveTo>
                  <a:lnTo>
                    <a:pt x="646" y="46170"/>
                  </a:lnTo>
                  <a:lnTo>
                    <a:pt x="1314" y="41384"/>
                  </a:lnTo>
                  <a:lnTo>
                    <a:pt x="1982" y="41384"/>
                  </a:lnTo>
                  <a:lnTo>
                    <a:pt x="2650" y="41384"/>
                  </a:lnTo>
                  <a:lnTo>
                    <a:pt x="3318" y="41384"/>
                  </a:lnTo>
                  <a:lnTo>
                    <a:pt x="3986" y="41384"/>
                  </a:lnTo>
                  <a:lnTo>
                    <a:pt x="4654" y="46967"/>
                  </a:lnTo>
                  <a:lnTo>
                    <a:pt x="5322" y="56252"/>
                  </a:lnTo>
                  <a:lnTo>
                    <a:pt x="5990" y="52779"/>
                  </a:lnTo>
                  <a:lnTo>
                    <a:pt x="6658" y="29276"/>
                  </a:lnTo>
                  <a:lnTo>
                    <a:pt x="7326" y="27358"/>
                  </a:lnTo>
                  <a:lnTo>
                    <a:pt x="7994" y="0"/>
                  </a:lnTo>
                  <a:lnTo>
                    <a:pt x="8662" y="0"/>
                  </a:lnTo>
                  <a:lnTo>
                    <a:pt x="9330" y="21204"/>
                  </a:lnTo>
                  <a:lnTo>
                    <a:pt x="9998" y="30133"/>
                  </a:lnTo>
                  <a:lnTo>
                    <a:pt x="10666" y="60266"/>
                  </a:lnTo>
                  <a:lnTo>
                    <a:pt x="11335" y="66963"/>
                  </a:lnTo>
                  <a:lnTo>
                    <a:pt x="12003" y="66963"/>
                  </a:lnTo>
                  <a:lnTo>
                    <a:pt x="12671" y="66963"/>
                  </a:lnTo>
                  <a:lnTo>
                    <a:pt x="13339" y="66963"/>
                  </a:lnTo>
                  <a:lnTo>
                    <a:pt x="14007" y="66963"/>
                  </a:lnTo>
                  <a:lnTo>
                    <a:pt x="14675" y="66963"/>
                  </a:lnTo>
                  <a:lnTo>
                    <a:pt x="14677" y="670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412413" y="2043919"/>
              <a:ext cx="17949" cy="22370"/>
            </a:xfrm>
            <a:custGeom>
              <a:avLst/>
              <a:pathLst>
                <a:path w="17949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22321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10" y="22321"/>
                  </a:lnTo>
                  <a:lnTo>
                    <a:pt x="4678" y="22321"/>
                  </a:lnTo>
                  <a:lnTo>
                    <a:pt x="5346" y="22321"/>
                  </a:lnTo>
                  <a:lnTo>
                    <a:pt x="6014" y="22321"/>
                  </a:lnTo>
                  <a:lnTo>
                    <a:pt x="6682" y="22321"/>
                  </a:lnTo>
                  <a:lnTo>
                    <a:pt x="7350" y="22321"/>
                  </a:lnTo>
                  <a:lnTo>
                    <a:pt x="8018" y="22321"/>
                  </a:lnTo>
                  <a:lnTo>
                    <a:pt x="8686" y="22321"/>
                  </a:lnTo>
                  <a:lnTo>
                    <a:pt x="9354" y="22321"/>
                  </a:lnTo>
                  <a:lnTo>
                    <a:pt x="10022" y="22321"/>
                  </a:lnTo>
                  <a:lnTo>
                    <a:pt x="10690" y="22321"/>
                  </a:lnTo>
                  <a:lnTo>
                    <a:pt x="11358" y="22321"/>
                  </a:lnTo>
                  <a:lnTo>
                    <a:pt x="12026" y="22321"/>
                  </a:lnTo>
                  <a:lnTo>
                    <a:pt x="12694" y="22321"/>
                  </a:lnTo>
                  <a:lnTo>
                    <a:pt x="13362" y="22321"/>
                  </a:lnTo>
                  <a:lnTo>
                    <a:pt x="14030" y="6696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19753"/>
                  </a:lnTo>
                  <a:lnTo>
                    <a:pt x="17949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431160" y="1881955"/>
              <a:ext cx="20470" cy="184333"/>
            </a:xfrm>
            <a:custGeom>
              <a:avLst/>
              <a:pathLst>
                <a:path w="20470" h="184333">
                  <a:moveTo>
                    <a:pt x="0" y="184333"/>
                  </a:moveTo>
                  <a:lnTo>
                    <a:pt x="627" y="178109"/>
                  </a:lnTo>
                  <a:lnTo>
                    <a:pt x="1295" y="171699"/>
                  </a:lnTo>
                  <a:lnTo>
                    <a:pt x="1963" y="158879"/>
                  </a:lnTo>
                  <a:lnTo>
                    <a:pt x="2631" y="153385"/>
                  </a:lnTo>
                  <a:lnTo>
                    <a:pt x="3299" y="153385"/>
                  </a:lnTo>
                  <a:lnTo>
                    <a:pt x="3967" y="166810"/>
                  </a:lnTo>
                  <a:lnTo>
                    <a:pt x="4635" y="122950"/>
                  </a:lnTo>
                  <a:lnTo>
                    <a:pt x="5303" y="106070"/>
                  </a:lnTo>
                  <a:lnTo>
                    <a:pt x="5971" y="103207"/>
                  </a:lnTo>
                  <a:lnTo>
                    <a:pt x="6639" y="71567"/>
                  </a:lnTo>
                  <a:lnTo>
                    <a:pt x="7307" y="34895"/>
                  </a:lnTo>
                  <a:lnTo>
                    <a:pt x="7975" y="29132"/>
                  </a:lnTo>
                  <a:lnTo>
                    <a:pt x="8643" y="5461"/>
                  </a:lnTo>
                  <a:lnTo>
                    <a:pt x="9312" y="2591"/>
                  </a:lnTo>
                  <a:lnTo>
                    <a:pt x="9980" y="2591"/>
                  </a:lnTo>
                  <a:lnTo>
                    <a:pt x="10648" y="11165"/>
                  </a:lnTo>
                  <a:lnTo>
                    <a:pt x="11316" y="16199"/>
                  </a:lnTo>
                  <a:lnTo>
                    <a:pt x="11984" y="26266"/>
                  </a:lnTo>
                  <a:lnTo>
                    <a:pt x="12652" y="30580"/>
                  </a:lnTo>
                  <a:lnTo>
                    <a:pt x="13320" y="30580"/>
                  </a:lnTo>
                  <a:lnTo>
                    <a:pt x="13988" y="0"/>
                  </a:lnTo>
                  <a:lnTo>
                    <a:pt x="14656" y="33495"/>
                  </a:lnTo>
                  <a:lnTo>
                    <a:pt x="15324" y="46676"/>
                  </a:lnTo>
                  <a:lnTo>
                    <a:pt x="15992" y="42586"/>
                  </a:lnTo>
                  <a:lnTo>
                    <a:pt x="16660" y="82876"/>
                  </a:lnTo>
                  <a:lnTo>
                    <a:pt x="17328" y="129577"/>
                  </a:lnTo>
                  <a:lnTo>
                    <a:pt x="17996" y="130389"/>
                  </a:lnTo>
                  <a:lnTo>
                    <a:pt x="18664" y="161852"/>
                  </a:lnTo>
                  <a:lnTo>
                    <a:pt x="19332" y="170138"/>
                  </a:lnTo>
                  <a:lnTo>
                    <a:pt x="20000" y="171699"/>
                  </a:lnTo>
                  <a:lnTo>
                    <a:pt x="20470" y="184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461146" y="1963000"/>
              <a:ext cx="67709" cy="103288"/>
            </a:xfrm>
            <a:custGeom>
              <a:avLst/>
              <a:pathLst>
                <a:path w="67709" h="103288">
                  <a:moveTo>
                    <a:pt x="0" y="103288"/>
                  </a:moveTo>
                  <a:lnTo>
                    <a:pt x="34" y="102197"/>
                  </a:lnTo>
                  <a:lnTo>
                    <a:pt x="702" y="74221"/>
                  </a:lnTo>
                  <a:lnTo>
                    <a:pt x="1370" y="58597"/>
                  </a:lnTo>
                  <a:lnTo>
                    <a:pt x="2038" y="58597"/>
                  </a:lnTo>
                  <a:lnTo>
                    <a:pt x="2706" y="58597"/>
                  </a:lnTo>
                  <a:lnTo>
                    <a:pt x="3374" y="58597"/>
                  </a:lnTo>
                  <a:lnTo>
                    <a:pt x="4042" y="58597"/>
                  </a:lnTo>
                  <a:lnTo>
                    <a:pt x="4710" y="58597"/>
                  </a:lnTo>
                  <a:lnTo>
                    <a:pt x="5378" y="58597"/>
                  </a:lnTo>
                  <a:lnTo>
                    <a:pt x="6046" y="58597"/>
                  </a:lnTo>
                  <a:lnTo>
                    <a:pt x="6714" y="58597"/>
                  </a:lnTo>
                  <a:lnTo>
                    <a:pt x="7382" y="58597"/>
                  </a:lnTo>
                  <a:lnTo>
                    <a:pt x="8050" y="58597"/>
                  </a:lnTo>
                  <a:lnTo>
                    <a:pt x="8718" y="58597"/>
                  </a:lnTo>
                  <a:lnTo>
                    <a:pt x="9386" y="61945"/>
                  </a:lnTo>
                  <a:lnTo>
                    <a:pt x="10054" y="80918"/>
                  </a:lnTo>
                  <a:lnTo>
                    <a:pt x="10722" y="87614"/>
                  </a:lnTo>
                  <a:lnTo>
                    <a:pt x="11390" y="103239"/>
                  </a:lnTo>
                  <a:lnTo>
                    <a:pt x="12058" y="103239"/>
                  </a:lnTo>
                  <a:lnTo>
                    <a:pt x="12726" y="103239"/>
                  </a:lnTo>
                  <a:lnTo>
                    <a:pt x="13395" y="103239"/>
                  </a:lnTo>
                  <a:lnTo>
                    <a:pt x="14063" y="103239"/>
                  </a:lnTo>
                  <a:lnTo>
                    <a:pt x="14731" y="103239"/>
                  </a:lnTo>
                  <a:lnTo>
                    <a:pt x="15399" y="103239"/>
                  </a:lnTo>
                  <a:lnTo>
                    <a:pt x="16067" y="103239"/>
                  </a:lnTo>
                  <a:lnTo>
                    <a:pt x="16735" y="103239"/>
                  </a:lnTo>
                  <a:lnTo>
                    <a:pt x="17403" y="103239"/>
                  </a:lnTo>
                  <a:lnTo>
                    <a:pt x="18071" y="103239"/>
                  </a:lnTo>
                  <a:lnTo>
                    <a:pt x="18739" y="103239"/>
                  </a:lnTo>
                  <a:lnTo>
                    <a:pt x="19407" y="103239"/>
                  </a:lnTo>
                  <a:lnTo>
                    <a:pt x="20075" y="103239"/>
                  </a:lnTo>
                  <a:lnTo>
                    <a:pt x="20743" y="103239"/>
                  </a:lnTo>
                  <a:lnTo>
                    <a:pt x="21411" y="103239"/>
                  </a:lnTo>
                  <a:lnTo>
                    <a:pt x="22079" y="88730"/>
                  </a:lnTo>
                  <a:lnTo>
                    <a:pt x="22747" y="87480"/>
                  </a:lnTo>
                  <a:lnTo>
                    <a:pt x="23415" y="84620"/>
                  </a:lnTo>
                  <a:lnTo>
                    <a:pt x="24083" y="90653"/>
                  </a:lnTo>
                  <a:lnTo>
                    <a:pt x="24751" y="79665"/>
                  </a:lnTo>
                  <a:lnTo>
                    <a:pt x="25419" y="72340"/>
                  </a:lnTo>
                  <a:lnTo>
                    <a:pt x="26087" y="72340"/>
                  </a:lnTo>
                  <a:lnTo>
                    <a:pt x="26755" y="72340"/>
                  </a:lnTo>
                  <a:lnTo>
                    <a:pt x="27423" y="59520"/>
                  </a:lnTo>
                  <a:lnTo>
                    <a:pt x="28091" y="54026"/>
                  </a:lnTo>
                  <a:lnTo>
                    <a:pt x="28759" y="41206"/>
                  </a:lnTo>
                  <a:lnTo>
                    <a:pt x="29427" y="35712"/>
                  </a:lnTo>
                  <a:lnTo>
                    <a:pt x="30095" y="35712"/>
                  </a:lnTo>
                  <a:lnTo>
                    <a:pt x="30763" y="35712"/>
                  </a:lnTo>
                  <a:lnTo>
                    <a:pt x="31431" y="35712"/>
                  </a:lnTo>
                  <a:lnTo>
                    <a:pt x="32099" y="47616"/>
                  </a:lnTo>
                  <a:lnTo>
                    <a:pt x="32767" y="62692"/>
                  </a:lnTo>
                  <a:lnTo>
                    <a:pt x="33435" y="65552"/>
                  </a:lnTo>
                  <a:lnTo>
                    <a:pt x="34103" y="36276"/>
                  </a:lnTo>
                  <a:lnTo>
                    <a:pt x="34771" y="49668"/>
                  </a:lnTo>
                  <a:lnTo>
                    <a:pt x="35439" y="58597"/>
                  </a:lnTo>
                  <a:lnTo>
                    <a:pt x="36107" y="58597"/>
                  </a:lnTo>
                  <a:lnTo>
                    <a:pt x="36775" y="58597"/>
                  </a:lnTo>
                  <a:lnTo>
                    <a:pt x="37444" y="74221"/>
                  </a:lnTo>
                  <a:lnTo>
                    <a:pt x="38112" y="80918"/>
                  </a:lnTo>
                  <a:lnTo>
                    <a:pt x="38780" y="96542"/>
                  </a:lnTo>
                  <a:lnTo>
                    <a:pt x="39448" y="103239"/>
                  </a:lnTo>
                  <a:lnTo>
                    <a:pt x="40116" y="103239"/>
                  </a:lnTo>
                  <a:lnTo>
                    <a:pt x="40784" y="103239"/>
                  </a:lnTo>
                  <a:lnTo>
                    <a:pt x="41452" y="103239"/>
                  </a:lnTo>
                  <a:lnTo>
                    <a:pt x="42120" y="103239"/>
                  </a:lnTo>
                  <a:lnTo>
                    <a:pt x="42788" y="96542"/>
                  </a:lnTo>
                  <a:lnTo>
                    <a:pt x="43456" y="80918"/>
                  </a:lnTo>
                  <a:lnTo>
                    <a:pt x="44124" y="80918"/>
                  </a:lnTo>
                  <a:lnTo>
                    <a:pt x="44792" y="80918"/>
                  </a:lnTo>
                  <a:lnTo>
                    <a:pt x="45460" y="80918"/>
                  </a:lnTo>
                  <a:lnTo>
                    <a:pt x="46128" y="80918"/>
                  </a:lnTo>
                  <a:lnTo>
                    <a:pt x="46796" y="80918"/>
                  </a:lnTo>
                  <a:lnTo>
                    <a:pt x="47464" y="80918"/>
                  </a:lnTo>
                  <a:lnTo>
                    <a:pt x="48132" y="80918"/>
                  </a:lnTo>
                  <a:lnTo>
                    <a:pt x="48800" y="68641"/>
                  </a:lnTo>
                  <a:lnTo>
                    <a:pt x="49468" y="45204"/>
                  </a:lnTo>
                  <a:lnTo>
                    <a:pt x="50136" y="36276"/>
                  </a:lnTo>
                  <a:lnTo>
                    <a:pt x="50804" y="36276"/>
                  </a:lnTo>
                  <a:lnTo>
                    <a:pt x="51472" y="36276"/>
                  </a:lnTo>
                  <a:lnTo>
                    <a:pt x="52140" y="36276"/>
                  </a:lnTo>
                  <a:lnTo>
                    <a:pt x="52808" y="42972"/>
                  </a:lnTo>
                  <a:lnTo>
                    <a:pt x="53476" y="58597"/>
                  </a:lnTo>
                  <a:lnTo>
                    <a:pt x="54144" y="46320"/>
                  </a:lnTo>
                  <a:lnTo>
                    <a:pt x="54812" y="61674"/>
                  </a:lnTo>
                  <a:lnTo>
                    <a:pt x="55480" y="65552"/>
                  </a:lnTo>
                  <a:lnTo>
                    <a:pt x="56148" y="72340"/>
                  </a:lnTo>
                  <a:lnTo>
                    <a:pt x="56816" y="58604"/>
                  </a:lnTo>
                  <a:lnTo>
                    <a:pt x="57484" y="25639"/>
                  </a:lnTo>
                  <a:lnTo>
                    <a:pt x="58152" y="0"/>
                  </a:lnTo>
                  <a:lnTo>
                    <a:pt x="58820" y="9156"/>
                  </a:lnTo>
                  <a:lnTo>
                    <a:pt x="59488" y="28386"/>
                  </a:lnTo>
                  <a:lnTo>
                    <a:pt x="60156" y="35712"/>
                  </a:lnTo>
                  <a:lnTo>
                    <a:pt x="60824" y="35712"/>
                  </a:lnTo>
                  <a:lnTo>
                    <a:pt x="61492" y="35712"/>
                  </a:lnTo>
                  <a:lnTo>
                    <a:pt x="62161" y="35712"/>
                  </a:lnTo>
                  <a:lnTo>
                    <a:pt x="62829" y="35712"/>
                  </a:lnTo>
                  <a:lnTo>
                    <a:pt x="63497" y="56142"/>
                  </a:lnTo>
                  <a:lnTo>
                    <a:pt x="64165" y="69225"/>
                  </a:lnTo>
                  <a:lnTo>
                    <a:pt x="64833" y="72599"/>
                  </a:lnTo>
                  <a:lnTo>
                    <a:pt x="65501" y="54026"/>
                  </a:lnTo>
                  <a:lnTo>
                    <a:pt x="66169" y="46484"/>
                  </a:lnTo>
                  <a:lnTo>
                    <a:pt x="66837" y="60785"/>
                  </a:lnTo>
                  <a:lnTo>
                    <a:pt x="67505" y="95107"/>
                  </a:lnTo>
                  <a:lnTo>
                    <a:pt x="67709" y="1032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537113" y="2035340"/>
              <a:ext cx="15591" cy="30948"/>
            </a:xfrm>
            <a:custGeom>
              <a:avLst/>
              <a:pathLst>
                <a:path w="15591" h="30948">
                  <a:moveTo>
                    <a:pt x="0" y="30948"/>
                  </a:moveTo>
                  <a:lnTo>
                    <a:pt x="223" y="29830"/>
                  </a:lnTo>
                  <a:lnTo>
                    <a:pt x="891" y="20188"/>
                  </a:lnTo>
                  <a:lnTo>
                    <a:pt x="1559" y="20188"/>
                  </a:lnTo>
                  <a:lnTo>
                    <a:pt x="2227" y="20188"/>
                  </a:lnTo>
                  <a:lnTo>
                    <a:pt x="2895" y="20188"/>
                  </a:lnTo>
                  <a:lnTo>
                    <a:pt x="3563" y="20188"/>
                  </a:lnTo>
                  <a:lnTo>
                    <a:pt x="4231" y="20188"/>
                  </a:lnTo>
                  <a:lnTo>
                    <a:pt x="4899" y="20188"/>
                  </a:lnTo>
                  <a:lnTo>
                    <a:pt x="5567" y="20188"/>
                  </a:lnTo>
                  <a:lnTo>
                    <a:pt x="6235" y="20188"/>
                  </a:lnTo>
                  <a:lnTo>
                    <a:pt x="6903" y="20188"/>
                  </a:lnTo>
                  <a:lnTo>
                    <a:pt x="7571" y="16715"/>
                  </a:lnTo>
                  <a:lnTo>
                    <a:pt x="8239" y="0"/>
                  </a:lnTo>
                  <a:lnTo>
                    <a:pt x="8907" y="1945"/>
                  </a:lnTo>
                  <a:lnTo>
                    <a:pt x="9575" y="28332"/>
                  </a:lnTo>
                  <a:lnTo>
                    <a:pt x="10243" y="17506"/>
                  </a:lnTo>
                  <a:lnTo>
                    <a:pt x="10911" y="30899"/>
                  </a:lnTo>
                  <a:lnTo>
                    <a:pt x="11579" y="30899"/>
                  </a:lnTo>
                  <a:lnTo>
                    <a:pt x="12247" y="30899"/>
                  </a:lnTo>
                  <a:lnTo>
                    <a:pt x="12915" y="30899"/>
                  </a:lnTo>
                  <a:lnTo>
                    <a:pt x="13583" y="30899"/>
                  </a:lnTo>
                  <a:lnTo>
                    <a:pt x="14251" y="30899"/>
                  </a:lnTo>
                  <a:lnTo>
                    <a:pt x="14919" y="30899"/>
                  </a:lnTo>
                  <a:lnTo>
                    <a:pt x="15588" y="30899"/>
                  </a:lnTo>
                  <a:lnTo>
                    <a:pt x="15591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553665" y="2053654"/>
              <a:ext cx="709" cy="12634"/>
            </a:xfrm>
            <a:custGeom>
              <a:avLst/>
              <a:pathLst>
                <a:path w="709" h="12634">
                  <a:moveTo>
                    <a:pt x="0" y="12634"/>
                  </a:moveTo>
                  <a:lnTo>
                    <a:pt x="371" y="0"/>
                  </a:lnTo>
                  <a:lnTo>
                    <a:pt x="709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55092" y="2044381"/>
              <a:ext cx="10321" cy="21907"/>
            </a:xfrm>
            <a:custGeom>
              <a:avLst/>
              <a:pathLst>
                <a:path w="10321" h="21907">
                  <a:moveTo>
                    <a:pt x="0" y="21907"/>
                  </a:moveTo>
                  <a:lnTo>
                    <a:pt x="280" y="12949"/>
                  </a:lnTo>
                  <a:lnTo>
                    <a:pt x="948" y="4094"/>
                  </a:lnTo>
                  <a:lnTo>
                    <a:pt x="1616" y="2912"/>
                  </a:lnTo>
                  <a:lnTo>
                    <a:pt x="2284" y="0"/>
                  </a:lnTo>
                  <a:lnTo>
                    <a:pt x="2952" y="0"/>
                  </a:lnTo>
                  <a:lnTo>
                    <a:pt x="3620" y="0"/>
                  </a:lnTo>
                  <a:lnTo>
                    <a:pt x="4288" y="0"/>
                  </a:lnTo>
                  <a:lnTo>
                    <a:pt x="4956" y="0"/>
                  </a:lnTo>
                  <a:lnTo>
                    <a:pt x="5625" y="0"/>
                  </a:lnTo>
                  <a:lnTo>
                    <a:pt x="6293" y="0"/>
                  </a:lnTo>
                  <a:lnTo>
                    <a:pt x="6961" y="0"/>
                  </a:lnTo>
                  <a:lnTo>
                    <a:pt x="7629" y="0"/>
                  </a:lnTo>
                  <a:lnTo>
                    <a:pt x="8297" y="3894"/>
                  </a:lnTo>
                  <a:lnTo>
                    <a:pt x="8965" y="13024"/>
                  </a:lnTo>
                  <a:lnTo>
                    <a:pt x="9633" y="9782"/>
                  </a:lnTo>
                  <a:lnTo>
                    <a:pt x="10301" y="21317"/>
                  </a:lnTo>
                  <a:lnTo>
                    <a:pt x="10321" y="219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67395" y="2066240"/>
              <a:ext cx="10692" cy="49"/>
            </a:xfrm>
            <a:custGeom>
              <a:avLst/>
              <a:pathLst>
                <a:path w="10692" h="49">
                  <a:moveTo>
                    <a:pt x="0" y="49"/>
                  </a:moveTo>
                  <a:lnTo>
                    <a:pt x="2" y="0"/>
                  </a:lnTo>
                  <a:lnTo>
                    <a:pt x="670" y="0"/>
                  </a:lnTo>
                  <a:lnTo>
                    <a:pt x="1338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0692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92112" y="2066240"/>
              <a:ext cx="16036" cy="49"/>
            </a:xfrm>
            <a:custGeom>
              <a:avLst/>
              <a:pathLst>
                <a:path w="16036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036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22842" y="2013785"/>
              <a:ext cx="60793" cy="52503"/>
            </a:xfrm>
            <a:custGeom>
              <a:avLst/>
              <a:pathLst>
                <a:path w="60793" h="52503">
                  <a:moveTo>
                    <a:pt x="0" y="52503"/>
                  </a:moveTo>
                  <a:lnTo>
                    <a:pt x="1" y="52454"/>
                  </a:lnTo>
                  <a:lnTo>
                    <a:pt x="669" y="52454"/>
                  </a:lnTo>
                  <a:lnTo>
                    <a:pt x="1337" y="52454"/>
                  </a:lnTo>
                  <a:lnTo>
                    <a:pt x="2005" y="52454"/>
                  </a:lnTo>
                  <a:lnTo>
                    <a:pt x="2673" y="52454"/>
                  </a:lnTo>
                  <a:lnTo>
                    <a:pt x="3341" y="52454"/>
                  </a:lnTo>
                  <a:lnTo>
                    <a:pt x="4009" y="52454"/>
                  </a:lnTo>
                  <a:lnTo>
                    <a:pt x="4677" y="52454"/>
                  </a:lnTo>
                  <a:lnTo>
                    <a:pt x="5346" y="52454"/>
                  </a:lnTo>
                  <a:lnTo>
                    <a:pt x="6014" y="52454"/>
                  </a:lnTo>
                  <a:lnTo>
                    <a:pt x="6682" y="52454"/>
                  </a:lnTo>
                  <a:lnTo>
                    <a:pt x="7350" y="52454"/>
                  </a:lnTo>
                  <a:lnTo>
                    <a:pt x="8018" y="52454"/>
                  </a:lnTo>
                  <a:lnTo>
                    <a:pt x="8686" y="52454"/>
                  </a:lnTo>
                  <a:lnTo>
                    <a:pt x="9354" y="52454"/>
                  </a:lnTo>
                  <a:lnTo>
                    <a:pt x="10022" y="52454"/>
                  </a:lnTo>
                  <a:lnTo>
                    <a:pt x="10690" y="52454"/>
                  </a:lnTo>
                  <a:lnTo>
                    <a:pt x="11358" y="52454"/>
                  </a:lnTo>
                  <a:lnTo>
                    <a:pt x="12026" y="52454"/>
                  </a:lnTo>
                  <a:lnTo>
                    <a:pt x="12694" y="52454"/>
                  </a:lnTo>
                  <a:lnTo>
                    <a:pt x="13362" y="52454"/>
                  </a:lnTo>
                  <a:lnTo>
                    <a:pt x="14030" y="52454"/>
                  </a:lnTo>
                  <a:lnTo>
                    <a:pt x="14698" y="52454"/>
                  </a:lnTo>
                  <a:lnTo>
                    <a:pt x="15366" y="52454"/>
                  </a:lnTo>
                  <a:lnTo>
                    <a:pt x="16034" y="52454"/>
                  </a:lnTo>
                  <a:lnTo>
                    <a:pt x="16702" y="52454"/>
                  </a:lnTo>
                  <a:lnTo>
                    <a:pt x="17370" y="52454"/>
                  </a:lnTo>
                  <a:lnTo>
                    <a:pt x="18038" y="32365"/>
                  </a:lnTo>
                  <a:lnTo>
                    <a:pt x="18706" y="30133"/>
                  </a:lnTo>
                  <a:lnTo>
                    <a:pt x="19374" y="15624"/>
                  </a:lnTo>
                  <a:lnTo>
                    <a:pt x="20042" y="7812"/>
                  </a:lnTo>
                  <a:lnTo>
                    <a:pt x="20710" y="7812"/>
                  </a:lnTo>
                  <a:lnTo>
                    <a:pt x="21378" y="7812"/>
                  </a:lnTo>
                  <a:lnTo>
                    <a:pt x="22046" y="7812"/>
                  </a:lnTo>
                  <a:lnTo>
                    <a:pt x="22714" y="7812"/>
                  </a:lnTo>
                  <a:lnTo>
                    <a:pt x="23382" y="7812"/>
                  </a:lnTo>
                  <a:lnTo>
                    <a:pt x="24050" y="7812"/>
                  </a:lnTo>
                  <a:lnTo>
                    <a:pt x="24718" y="7812"/>
                  </a:lnTo>
                  <a:lnTo>
                    <a:pt x="25386" y="7812"/>
                  </a:lnTo>
                  <a:lnTo>
                    <a:pt x="26054" y="7812"/>
                  </a:lnTo>
                  <a:lnTo>
                    <a:pt x="26722" y="7812"/>
                  </a:lnTo>
                  <a:lnTo>
                    <a:pt x="27390" y="7812"/>
                  </a:lnTo>
                  <a:lnTo>
                    <a:pt x="28058" y="18972"/>
                  </a:lnTo>
                  <a:lnTo>
                    <a:pt x="28726" y="1116"/>
                  </a:lnTo>
                  <a:lnTo>
                    <a:pt x="29394" y="0"/>
                  </a:lnTo>
                  <a:lnTo>
                    <a:pt x="30063" y="7812"/>
                  </a:lnTo>
                  <a:lnTo>
                    <a:pt x="30731" y="7812"/>
                  </a:lnTo>
                  <a:lnTo>
                    <a:pt x="31399" y="7812"/>
                  </a:lnTo>
                  <a:lnTo>
                    <a:pt x="32067" y="7812"/>
                  </a:lnTo>
                  <a:lnTo>
                    <a:pt x="32735" y="7812"/>
                  </a:lnTo>
                  <a:lnTo>
                    <a:pt x="33403" y="7812"/>
                  </a:lnTo>
                  <a:lnTo>
                    <a:pt x="34071" y="7812"/>
                  </a:lnTo>
                  <a:lnTo>
                    <a:pt x="34739" y="7812"/>
                  </a:lnTo>
                  <a:lnTo>
                    <a:pt x="35407" y="7812"/>
                  </a:lnTo>
                  <a:lnTo>
                    <a:pt x="36075" y="7812"/>
                  </a:lnTo>
                  <a:lnTo>
                    <a:pt x="36743" y="7812"/>
                  </a:lnTo>
                  <a:lnTo>
                    <a:pt x="37411" y="7812"/>
                  </a:lnTo>
                  <a:lnTo>
                    <a:pt x="38079" y="16740"/>
                  </a:lnTo>
                  <a:lnTo>
                    <a:pt x="38747" y="36829"/>
                  </a:lnTo>
                  <a:lnTo>
                    <a:pt x="39415" y="52454"/>
                  </a:lnTo>
                  <a:lnTo>
                    <a:pt x="40083" y="52454"/>
                  </a:lnTo>
                  <a:lnTo>
                    <a:pt x="40751" y="52454"/>
                  </a:lnTo>
                  <a:lnTo>
                    <a:pt x="41419" y="52454"/>
                  </a:lnTo>
                  <a:lnTo>
                    <a:pt x="42087" y="52454"/>
                  </a:lnTo>
                  <a:lnTo>
                    <a:pt x="42755" y="52454"/>
                  </a:lnTo>
                  <a:lnTo>
                    <a:pt x="43423" y="52454"/>
                  </a:lnTo>
                  <a:lnTo>
                    <a:pt x="44091" y="52454"/>
                  </a:lnTo>
                  <a:lnTo>
                    <a:pt x="44759" y="52454"/>
                  </a:lnTo>
                  <a:lnTo>
                    <a:pt x="45427" y="52454"/>
                  </a:lnTo>
                  <a:lnTo>
                    <a:pt x="46095" y="52454"/>
                  </a:lnTo>
                  <a:lnTo>
                    <a:pt x="46763" y="52454"/>
                  </a:lnTo>
                  <a:lnTo>
                    <a:pt x="47431" y="52454"/>
                  </a:lnTo>
                  <a:lnTo>
                    <a:pt x="48099" y="52454"/>
                  </a:lnTo>
                  <a:lnTo>
                    <a:pt x="48767" y="52454"/>
                  </a:lnTo>
                  <a:lnTo>
                    <a:pt x="49435" y="52454"/>
                  </a:lnTo>
                  <a:lnTo>
                    <a:pt x="50103" y="52454"/>
                  </a:lnTo>
                  <a:lnTo>
                    <a:pt x="50771" y="52454"/>
                  </a:lnTo>
                  <a:lnTo>
                    <a:pt x="51439" y="52454"/>
                  </a:lnTo>
                  <a:lnTo>
                    <a:pt x="52107" y="52454"/>
                  </a:lnTo>
                  <a:lnTo>
                    <a:pt x="52775" y="52454"/>
                  </a:lnTo>
                  <a:lnTo>
                    <a:pt x="53443" y="52454"/>
                  </a:lnTo>
                  <a:lnTo>
                    <a:pt x="54111" y="52454"/>
                  </a:lnTo>
                  <a:lnTo>
                    <a:pt x="54780" y="52454"/>
                  </a:lnTo>
                  <a:lnTo>
                    <a:pt x="55448" y="52454"/>
                  </a:lnTo>
                  <a:lnTo>
                    <a:pt x="56116" y="52454"/>
                  </a:lnTo>
                  <a:lnTo>
                    <a:pt x="56784" y="52454"/>
                  </a:lnTo>
                  <a:lnTo>
                    <a:pt x="57452" y="52454"/>
                  </a:lnTo>
                  <a:lnTo>
                    <a:pt x="58120" y="52454"/>
                  </a:lnTo>
                  <a:lnTo>
                    <a:pt x="58788" y="52454"/>
                  </a:lnTo>
                  <a:lnTo>
                    <a:pt x="59456" y="52454"/>
                  </a:lnTo>
                  <a:lnTo>
                    <a:pt x="60124" y="52454"/>
                  </a:lnTo>
                  <a:lnTo>
                    <a:pt x="60792" y="52454"/>
                  </a:lnTo>
                  <a:lnTo>
                    <a:pt x="60793" y="525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14542" y="1993608"/>
              <a:ext cx="26229" cy="72680"/>
            </a:xfrm>
            <a:custGeom>
              <a:avLst/>
              <a:pathLst>
                <a:path w="26229" h="72680">
                  <a:moveTo>
                    <a:pt x="0" y="72680"/>
                  </a:moveTo>
                  <a:lnTo>
                    <a:pt x="488" y="71589"/>
                  </a:lnTo>
                  <a:lnTo>
                    <a:pt x="1156" y="50310"/>
                  </a:lnTo>
                  <a:lnTo>
                    <a:pt x="1824" y="49194"/>
                  </a:lnTo>
                  <a:lnTo>
                    <a:pt x="2492" y="27989"/>
                  </a:lnTo>
                  <a:lnTo>
                    <a:pt x="3160" y="27989"/>
                  </a:lnTo>
                  <a:lnTo>
                    <a:pt x="3828" y="51493"/>
                  </a:lnTo>
                  <a:lnTo>
                    <a:pt x="4496" y="54013"/>
                  </a:lnTo>
                  <a:lnTo>
                    <a:pt x="5164" y="40902"/>
                  </a:lnTo>
                  <a:lnTo>
                    <a:pt x="5832" y="24334"/>
                  </a:lnTo>
                  <a:lnTo>
                    <a:pt x="6500" y="1441"/>
                  </a:lnTo>
                  <a:lnTo>
                    <a:pt x="7168" y="1673"/>
                  </a:lnTo>
                  <a:lnTo>
                    <a:pt x="7836" y="12101"/>
                  </a:lnTo>
                  <a:lnTo>
                    <a:pt x="8505" y="15152"/>
                  </a:lnTo>
                  <a:lnTo>
                    <a:pt x="9173" y="15152"/>
                  </a:lnTo>
                  <a:lnTo>
                    <a:pt x="9841" y="15152"/>
                  </a:lnTo>
                  <a:lnTo>
                    <a:pt x="10509" y="15152"/>
                  </a:lnTo>
                  <a:lnTo>
                    <a:pt x="11177" y="3190"/>
                  </a:lnTo>
                  <a:lnTo>
                    <a:pt x="11845" y="0"/>
                  </a:lnTo>
                  <a:lnTo>
                    <a:pt x="12513" y="15152"/>
                  </a:lnTo>
                  <a:lnTo>
                    <a:pt x="13181" y="15152"/>
                  </a:lnTo>
                  <a:lnTo>
                    <a:pt x="13849" y="13708"/>
                  </a:lnTo>
                  <a:lnTo>
                    <a:pt x="14517" y="13708"/>
                  </a:lnTo>
                  <a:lnTo>
                    <a:pt x="15185" y="24712"/>
                  </a:lnTo>
                  <a:lnTo>
                    <a:pt x="15853" y="21587"/>
                  </a:lnTo>
                  <a:lnTo>
                    <a:pt x="16521" y="22502"/>
                  </a:lnTo>
                  <a:lnTo>
                    <a:pt x="17189" y="29796"/>
                  </a:lnTo>
                  <a:lnTo>
                    <a:pt x="17857" y="39976"/>
                  </a:lnTo>
                  <a:lnTo>
                    <a:pt x="18525" y="34945"/>
                  </a:lnTo>
                  <a:lnTo>
                    <a:pt x="19193" y="39976"/>
                  </a:lnTo>
                  <a:lnTo>
                    <a:pt x="19861" y="41732"/>
                  </a:lnTo>
                  <a:lnTo>
                    <a:pt x="20529" y="41732"/>
                  </a:lnTo>
                  <a:lnTo>
                    <a:pt x="21197" y="55468"/>
                  </a:lnTo>
                  <a:lnTo>
                    <a:pt x="21865" y="60046"/>
                  </a:lnTo>
                  <a:lnTo>
                    <a:pt x="22533" y="60046"/>
                  </a:lnTo>
                  <a:lnTo>
                    <a:pt x="23201" y="60046"/>
                  </a:lnTo>
                  <a:lnTo>
                    <a:pt x="23869" y="60046"/>
                  </a:lnTo>
                  <a:lnTo>
                    <a:pt x="24537" y="60046"/>
                  </a:lnTo>
                  <a:lnTo>
                    <a:pt x="25205" y="60046"/>
                  </a:lnTo>
                  <a:lnTo>
                    <a:pt x="25873" y="60962"/>
                  </a:lnTo>
                  <a:lnTo>
                    <a:pt x="26229" y="7268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58451" y="2066240"/>
              <a:ext cx="4679" cy="49"/>
            </a:xfrm>
            <a:custGeom>
              <a:avLst/>
              <a:pathLst>
                <a:path w="4679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4679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75152" y="2066240"/>
              <a:ext cx="6683" cy="49"/>
            </a:xfrm>
            <a:custGeom>
              <a:avLst/>
              <a:pathLst>
                <a:path w="6683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6683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93856" y="2066240"/>
              <a:ext cx="32068" cy="49"/>
            </a:xfrm>
            <a:custGeom>
              <a:avLst/>
              <a:pathLst>
                <a:path w="32068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9" y="0"/>
                  </a:lnTo>
                  <a:lnTo>
                    <a:pt x="28727" y="0"/>
                  </a:lnTo>
                  <a:lnTo>
                    <a:pt x="29395" y="0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068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37946" y="2066240"/>
              <a:ext cx="23384" cy="49"/>
            </a:xfrm>
            <a:custGeom>
              <a:avLst/>
              <a:pathLst>
                <a:path w="23384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3384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873352" y="2066240"/>
              <a:ext cx="16036" cy="49"/>
            </a:xfrm>
            <a:custGeom>
              <a:avLst/>
              <a:pathLst>
                <a:path w="16036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036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00911" y="2047621"/>
              <a:ext cx="17870" cy="18667"/>
            </a:xfrm>
            <a:custGeom>
              <a:avLst/>
              <a:pathLst>
                <a:path w="17870" h="18667">
                  <a:moveTo>
                    <a:pt x="0" y="18667"/>
                  </a:moveTo>
                  <a:lnTo>
                    <a:pt x="499" y="0"/>
                  </a:lnTo>
                  <a:lnTo>
                    <a:pt x="1168" y="16207"/>
                  </a:lnTo>
                  <a:lnTo>
                    <a:pt x="1836" y="11922"/>
                  </a:lnTo>
                  <a:lnTo>
                    <a:pt x="2504" y="18618"/>
                  </a:lnTo>
                  <a:lnTo>
                    <a:pt x="3172" y="18618"/>
                  </a:lnTo>
                  <a:lnTo>
                    <a:pt x="3840" y="18618"/>
                  </a:lnTo>
                  <a:lnTo>
                    <a:pt x="4508" y="18618"/>
                  </a:lnTo>
                  <a:lnTo>
                    <a:pt x="5176" y="18618"/>
                  </a:lnTo>
                  <a:lnTo>
                    <a:pt x="5844" y="18618"/>
                  </a:lnTo>
                  <a:lnTo>
                    <a:pt x="6512" y="18618"/>
                  </a:lnTo>
                  <a:lnTo>
                    <a:pt x="7180" y="18618"/>
                  </a:lnTo>
                  <a:lnTo>
                    <a:pt x="7848" y="18618"/>
                  </a:lnTo>
                  <a:lnTo>
                    <a:pt x="8516" y="18618"/>
                  </a:lnTo>
                  <a:lnTo>
                    <a:pt x="9184" y="18618"/>
                  </a:lnTo>
                  <a:lnTo>
                    <a:pt x="9852" y="18618"/>
                  </a:lnTo>
                  <a:lnTo>
                    <a:pt x="10520" y="18618"/>
                  </a:lnTo>
                  <a:lnTo>
                    <a:pt x="11188" y="18618"/>
                  </a:lnTo>
                  <a:lnTo>
                    <a:pt x="11856" y="18618"/>
                  </a:lnTo>
                  <a:lnTo>
                    <a:pt x="12524" y="18618"/>
                  </a:lnTo>
                  <a:lnTo>
                    <a:pt x="13192" y="18618"/>
                  </a:lnTo>
                  <a:lnTo>
                    <a:pt x="13860" y="18618"/>
                  </a:lnTo>
                  <a:lnTo>
                    <a:pt x="14528" y="18618"/>
                  </a:lnTo>
                  <a:lnTo>
                    <a:pt x="15196" y="18618"/>
                  </a:lnTo>
                  <a:lnTo>
                    <a:pt x="15864" y="18618"/>
                  </a:lnTo>
                  <a:lnTo>
                    <a:pt x="16532" y="18618"/>
                  </a:lnTo>
                  <a:lnTo>
                    <a:pt x="17200" y="18618"/>
                  </a:lnTo>
                  <a:lnTo>
                    <a:pt x="17868" y="18618"/>
                  </a:lnTo>
                  <a:lnTo>
                    <a:pt x="17870" y="1866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41490" y="2021598"/>
              <a:ext cx="11926" cy="44691"/>
            </a:xfrm>
            <a:custGeom>
              <a:avLst/>
              <a:pathLst>
                <a:path w="11926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33481"/>
                  </a:lnTo>
                  <a:lnTo>
                    <a:pt x="7350" y="22321"/>
                  </a:lnTo>
                  <a:lnTo>
                    <a:pt x="8018" y="3348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30495"/>
                  </a:lnTo>
                  <a:lnTo>
                    <a:pt x="11358" y="32056"/>
                  </a:lnTo>
                  <a:lnTo>
                    <a:pt x="11926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79568" y="2021598"/>
              <a:ext cx="32736" cy="44691"/>
            </a:xfrm>
            <a:custGeom>
              <a:avLst/>
              <a:pathLst>
                <a:path w="32736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09" y="44642"/>
                  </a:lnTo>
                  <a:lnTo>
                    <a:pt x="4677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44642"/>
                  </a:lnTo>
                  <a:lnTo>
                    <a:pt x="7350" y="44642"/>
                  </a:lnTo>
                  <a:lnTo>
                    <a:pt x="8018" y="44642"/>
                  </a:lnTo>
                  <a:lnTo>
                    <a:pt x="8686" y="44642"/>
                  </a:lnTo>
                  <a:lnTo>
                    <a:pt x="9354" y="44642"/>
                  </a:lnTo>
                  <a:lnTo>
                    <a:pt x="10022" y="44642"/>
                  </a:lnTo>
                  <a:lnTo>
                    <a:pt x="10690" y="25669"/>
                  </a:lnTo>
                  <a:lnTo>
                    <a:pt x="11358" y="22321"/>
                  </a:lnTo>
                  <a:lnTo>
                    <a:pt x="12026" y="22321"/>
                  </a:lnTo>
                  <a:lnTo>
                    <a:pt x="12694" y="7812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18972"/>
                  </a:lnTo>
                  <a:lnTo>
                    <a:pt x="21378" y="22321"/>
                  </a:lnTo>
                  <a:lnTo>
                    <a:pt x="22046" y="22321"/>
                  </a:lnTo>
                  <a:lnTo>
                    <a:pt x="22714" y="36829"/>
                  </a:lnTo>
                  <a:lnTo>
                    <a:pt x="23382" y="44642"/>
                  </a:lnTo>
                  <a:lnTo>
                    <a:pt x="24050" y="44642"/>
                  </a:lnTo>
                  <a:lnTo>
                    <a:pt x="24718" y="44642"/>
                  </a:lnTo>
                  <a:lnTo>
                    <a:pt x="25386" y="44642"/>
                  </a:lnTo>
                  <a:lnTo>
                    <a:pt x="26054" y="44642"/>
                  </a:lnTo>
                  <a:lnTo>
                    <a:pt x="26722" y="44642"/>
                  </a:lnTo>
                  <a:lnTo>
                    <a:pt x="27390" y="44642"/>
                  </a:lnTo>
                  <a:lnTo>
                    <a:pt x="28058" y="44642"/>
                  </a:lnTo>
                  <a:lnTo>
                    <a:pt x="28726" y="44642"/>
                  </a:lnTo>
                  <a:lnTo>
                    <a:pt x="29394" y="44642"/>
                  </a:lnTo>
                  <a:lnTo>
                    <a:pt x="30063" y="44642"/>
                  </a:lnTo>
                  <a:lnTo>
                    <a:pt x="30731" y="44642"/>
                  </a:lnTo>
                  <a:lnTo>
                    <a:pt x="31399" y="44642"/>
                  </a:lnTo>
                  <a:lnTo>
                    <a:pt x="32067" y="44642"/>
                  </a:lnTo>
                  <a:lnTo>
                    <a:pt x="32735" y="44642"/>
                  </a:lnTo>
                  <a:lnTo>
                    <a:pt x="32736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24326" y="2013785"/>
              <a:ext cx="14615" cy="52503"/>
            </a:xfrm>
            <a:custGeom>
              <a:avLst/>
              <a:pathLst>
                <a:path w="14615" h="52503">
                  <a:moveTo>
                    <a:pt x="0" y="52503"/>
                  </a:moveTo>
                  <a:lnTo>
                    <a:pt x="1" y="52454"/>
                  </a:lnTo>
                  <a:lnTo>
                    <a:pt x="669" y="52454"/>
                  </a:lnTo>
                  <a:lnTo>
                    <a:pt x="1337" y="30133"/>
                  </a:lnTo>
                  <a:lnTo>
                    <a:pt x="2005" y="30133"/>
                  </a:lnTo>
                  <a:lnTo>
                    <a:pt x="2673" y="0"/>
                  </a:lnTo>
                  <a:lnTo>
                    <a:pt x="3341" y="38529"/>
                  </a:lnTo>
                  <a:lnTo>
                    <a:pt x="4009" y="22888"/>
                  </a:lnTo>
                  <a:lnTo>
                    <a:pt x="4677" y="28183"/>
                  </a:lnTo>
                  <a:lnTo>
                    <a:pt x="5346" y="47331"/>
                  </a:lnTo>
                  <a:lnTo>
                    <a:pt x="6014" y="47331"/>
                  </a:lnTo>
                  <a:lnTo>
                    <a:pt x="6682" y="47331"/>
                  </a:lnTo>
                  <a:lnTo>
                    <a:pt x="7350" y="47331"/>
                  </a:lnTo>
                  <a:lnTo>
                    <a:pt x="8018" y="35954"/>
                  </a:lnTo>
                  <a:lnTo>
                    <a:pt x="8686" y="34690"/>
                  </a:lnTo>
                  <a:lnTo>
                    <a:pt x="9354" y="25210"/>
                  </a:lnTo>
                  <a:lnTo>
                    <a:pt x="10022" y="22049"/>
                  </a:lnTo>
                  <a:lnTo>
                    <a:pt x="10690" y="22049"/>
                  </a:lnTo>
                  <a:lnTo>
                    <a:pt x="11358" y="34690"/>
                  </a:lnTo>
                  <a:lnTo>
                    <a:pt x="12026" y="31530"/>
                  </a:lnTo>
                  <a:lnTo>
                    <a:pt x="12694" y="39114"/>
                  </a:lnTo>
                  <a:lnTo>
                    <a:pt x="13362" y="41533"/>
                  </a:lnTo>
                  <a:lnTo>
                    <a:pt x="14030" y="46503"/>
                  </a:lnTo>
                  <a:lnTo>
                    <a:pt x="14615" y="525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39034" y="1976956"/>
              <a:ext cx="23146" cy="89333"/>
            </a:xfrm>
            <a:custGeom>
              <a:avLst/>
              <a:pathLst>
                <a:path w="23146" h="89333">
                  <a:moveTo>
                    <a:pt x="0" y="89333"/>
                  </a:moveTo>
                  <a:lnTo>
                    <a:pt x="658" y="32529"/>
                  </a:lnTo>
                  <a:lnTo>
                    <a:pt x="1326" y="0"/>
                  </a:lnTo>
                  <a:lnTo>
                    <a:pt x="1994" y="0"/>
                  </a:lnTo>
                  <a:lnTo>
                    <a:pt x="2662" y="0"/>
                  </a:lnTo>
                  <a:lnTo>
                    <a:pt x="3330" y="35194"/>
                  </a:lnTo>
                  <a:lnTo>
                    <a:pt x="3998" y="32529"/>
                  </a:lnTo>
                  <a:lnTo>
                    <a:pt x="4666" y="62758"/>
                  </a:lnTo>
                  <a:lnTo>
                    <a:pt x="5334" y="58484"/>
                  </a:lnTo>
                  <a:lnTo>
                    <a:pt x="6002" y="47755"/>
                  </a:lnTo>
                  <a:lnTo>
                    <a:pt x="6670" y="47755"/>
                  </a:lnTo>
                  <a:lnTo>
                    <a:pt x="7338" y="39780"/>
                  </a:lnTo>
                  <a:lnTo>
                    <a:pt x="8006" y="47755"/>
                  </a:lnTo>
                  <a:lnTo>
                    <a:pt x="8674" y="47755"/>
                  </a:lnTo>
                  <a:lnTo>
                    <a:pt x="9342" y="47755"/>
                  </a:lnTo>
                  <a:lnTo>
                    <a:pt x="10010" y="51743"/>
                  </a:lnTo>
                  <a:lnTo>
                    <a:pt x="10678" y="63706"/>
                  </a:lnTo>
                  <a:lnTo>
                    <a:pt x="11346" y="63706"/>
                  </a:lnTo>
                  <a:lnTo>
                    <a:pt x="12014" y="63706"/>
                  </a:lnTo>
                  <a:lnTo>
                    <a:pt x="12682" y="62908"/>
                  </a:lnTo>
                  <a:lnTo>
                    <a:pt x="13350" y="42970"/>
                  </a:lnTo>
                  <a:lnTo>
                    <a:pt x="14018" y="47755"/>
                  </a:lnTo>
                  <a:lnTo>
                    <a:pt x="14686" y="54467"/>
                  </a:lnTo>
                  <a:lnTo>
                    <a:pt x="15354" y="44649"/>
                  </a:lnTo>
                  <a:lnTo>
                    <a:pt x="16022" y="58384"/>
                  </a:lnTo>
                  <a:lnTo>
                    <a:pt x="16690" y="58384"/>
                  </a:lnTo>
                  <a:lnTo>
                    <a:pt x="17358" y="70288"/>
                  </a:lnTo>
                  <a:lnTo>
                    <a:pt x="18026" y="65226"/>
                  </a:lnTo>
                  <a:lnTo>
                    <a:pt x="18694" y="62502"/>
                  </a:lnTo>
                  <a:lnTo>
                    <a:pt x="19362" y="62502"/>
                  </a:lnTo>
                  <a:lnTo>
                    <a:pt x="20030" y="63706"/>
                  </a:lnTo>
                  <a:lnTo>
                    <a:pt x="20699" y="79395"/>
                  </a:lnTo>
                  <a:lnTo>
                    <a:pt x="21367" y="79395"/>
                  </a:lnTo>
                  <a:lnTo>
                    <a:pt x="22035" y="79395"/>
                  </a:lnTo>
                  <a:lnTo>
                    <a:pt x="22703" y="80114"/>
                  </a:lnTo>
                  <a:lnTo>
                    <a:pt x="23146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69637" y="2021598"/>
              <a:ext cx="20827" cy="44691"/>
            </a:xfrm>
            <a:custGeom>
              <a:avLst/>
              <a:pathLst>
                <a:path w="20827" h="44691">
                  <a:moveTo>
                    <a:pt x="0" y="44691"/>
                  </a:moveTo>
                  <a:lnTo>
                    <a:pt x="117" y="43184"/>
                  </a:lnTo>
                  <a:lnTo>
                    <a:pt x="785" y="26023"/>
                  </a:lnTo>
                  <a:lnTo>
                    <a:pt x="1453" y="26023"/>
                  </a:lnTo>
                  <a:lnTo>
                    <a:pt x="2121" y="26023"/>
                  </a:lnTo>
                  <a:lnTo>
                    <a:pt x="2789" y="26023"/>
                  </a:lnTo>
                  <a:lnTo>
                    <a:pt x="3457" y="26023"/>
                  </a:lnTo>
                  <a:lnTo>
                    <a:pt x="4125" y="0"/>
                  </a:lnTo>
                  <a:lnTo>
                    <a:pt x="4793" y="0"/>
                  </a:lnTo>
                  <a:lnTo>
                    <a:pt x="5461" y="0"/>
                  </a:lnTo>
                  <a:lnTo>
                    <a:pt x="6129" y="0"/>
                  </a:lnTo>
                  <a:lnTo>
                    <a:pt x="6797" y="0"/>
                  </a:lnTo>
                  <a:lnTo>
                    <a:pt x="7465" y="0"/>
                  </a:lnTo>
                  <a:lnTo>
                    <a:pt x="8133" y="0"/>
                  </a:lnTo>
                  <a:lnTo>
                    <a:pt x="8801" y="0"/>
                  </a:lnTo>
                  <a:lnTo>
                    <a:pt x="9469" y="18972"/>
                  </a:lnTo>
                  <a:lnTo>
                    <a:pt x="10137" y="24553"/>
                  </a:lnTo>
                  <a:lnTo>
                    <a:pt x="10805" y="44642"/>
                  </a:lnTo>
                  <a:lnTo>
                    <a:pt x="11473" y="44642"/>
                  </a:lnTo>
                  <a:lnTo>
                    <a:pt x="12141" y="44642"/>
                  </a:lnTo>
                  <a:lnTo>
                    <a:pt x="12809" y="44642"/>
                  </a:lnTo>
                  <a:lnTo>
                    <a:pt x="13477" y="44642"/>
                  </a:lnTo>
                  <a:lnTo>
                    <a:pt x="14145" y="44642"/>
                  </a:lnTo>
                  <a:lnTo>
                    <a:pt x="14813" y="44642"/>
                  </a:lnTo>
                  <a:lnTo>
                    <a:pt x="15481" y="44642"/>
                  </a:lnTo>
                  <a:lnTo>
                    <a:pt x="16149" y="44642"/>
                  </a:lnTo>
                  <a:lnTo>
                    <a:pt x="16817" y="44642"/>
                  </a:lnTo>
                  <a:lnTo>
                    <a:pt x="17485" y="44642"/>
                  </a:lnTo>
                  <a:lnTo>
                    <a:pt x="18153" y="44642"/>
                  </a:lnTo>
                  <a:lnTo>
                    <a:pt x="18821" y="44642"/>
                  </a:lnTo>
                  <a:lnTo>
                    <a:pt x="19489" y="44642"/>
                  </a:lnTo>
                  <a:lnTo>
                    <a:pt x="20157" y="44642"/>
                  </a:lnTo>
                  <a:lnTo>
                    <a:pt x="20825" y="44642"/>
                  </a:lnTo>
                  <a:lnTo>
                    <a:pt x="20827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04489" y="2066240"/>
              <a:ext cx="8687" cy="49"/>
            </a:xfrm>
            <a:custGeom>
              <a:avLst/>
              <a:pathLst>
                <a:path w="868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868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26066" y="2021598"/>
              <a:ext cx="53914" cy="44691"/>
            </a:xfrm>
            <a:custGeom>
              <a:avLst/>
              <a:pathLst>
                <a:path w="53914" h="44691">
                  <a:moveTo>
                    <a:pt x="0" y="44691"/>
                  </a:moveTo>
                  <a:lnTo>
                    <a:pt x="470" y="32056"/>
                  </a:lnTo>
                  <a:lnTo>
                    <a:pt x="1138" y="26023"/>
                  </a:lnTo>
                  <a:lnTo>
                    <a:pt x="1806" y="24318"/>
                  </a:lnTo>
                  <a:lnTo>
                    <a:pt x="2474" y="0"/>
                  </a:lnTo>
                  <a:lnTo>
                    <a:pt x="3142" y="0"/>
                  </a:lnTo>
                  <a:lnTo>
                    <a:pt x="3810" y="0"/>
                  </a:lnTo>
                  <a:lnTo>
                    <a:pt x="4478" y="0"/>
                  </a:lnTo>
                  <a:lnTo>
                    <a:pt x="5146" y="1116"/>
                  </a:lnTo>
                  <a:lnTo>
                    <a:pt x="5814" y="22321"/>
                  </a:lnTo>
                  <a:lnTo>
                    <a:pt x="6482" y="33481"/>
                  </a:lnTo>
                  <a:lnTo>
                    <a:pt x="7150" y="44642"/>
                  </a:lnTo>
                  <a:lnTo>
                    <a:pt x="7818" y="44642"/>
                  </a:lnTo>
                  <a:lnTo>
                    <a:pt x="8486" y="44642"/>
                  </a:lnTo>
                  <a:lnTo>
                    <a:pt x="9154" y="44642"/>
                  </a:lnTo>
                  <a:lnTo>
                    <a:pt x="9822" y="44642"/>
                  </a:lnTo>
                  <a:lnTo>
                    <a:pt x="10490" y="44642"/>
                  </a:lnTo>
                  <a:lnTo>
                    <a:pt x="11158" y="44642"/>
                  </a:lnTo>
                  <a:lnTo>
                    <a:pt x="11826" y="44642"/>
                  </a:lnTo>
                  <a:lnTo>
                    <a:pt x="12494" y="44642"/>
                  </a:lnTo>
                  <a:lnTo>
                    <a:pt x="13162" y="44642"/>
                  </a:lnTo>
                  <a:lnTo>
                    <a:pt x="13830" y="44642"/>
                  </a:lnTo>
                  <a:lnTo>
                    <a:pt x="14498" y="44642"/>
                  </a:lnTo>
                  <a:lnTo>
                    <a:pt x="15166" y="44642"/>
                  </a:lnTo>
                  <a:lnTo>
                    <a:pt x="15834" y="44642"/>
                  </a:lnTo>
                  <a:lnTo>
                    <a:pt x="16502" y="44642"/>
                  </a:lnTo>
                  <a:lnTo>
                    <a:pt x="17171" y="44642"/>
                  </a:lnTo>
                  <a:lnTo>
                    <a:pt x="17839" y="44642"/>
                  </a:lnTo>
                  <a:lnTo>
                    <a:pt x="18507" y="44642"/>
                  </a:lnTo>
                  <a:lnTo>
                    <a:pt x="19175" y="44642"/>
                  </a:lnTo>
                  <a:lnTo>
                    <a:pt x="19843" y="44642"/>
                  </a:lnTo>
                  <a:lnTo>
                    <a:pt x="20511" y="44642"/>
                  </a:lnTo>
                  <a:lnTo>
                    <a:pt x="21179" y="44642"/>
                  </a:lnTo>
                  <a:lnTo>
                    <a:pt x="21847" y="44642"/>
                  </a:lnTo>
                  <a:lnTo>
                    <a:pt x="22515" y="44642"/>
                  </a:lnTo>
                  <a:lnTo>
                    <a:pt x="23183" y="44642"/>
                  </a:lnTo>
                  <a:lnTo>
                    <a:pt x="23851" y="44642"/>
                  </a:lnTo>
                  <a:lnTo>
                    <a:pt x="24519" y="44642"/>
                  </a:lnTo>
                  <a:lnTo>
                    <a:pt x="25187" y="44642"/>
                  </a:lnTo>
                  <a:lnTo>
                    <a:pt x="25855" y="44642"/>
                  </a:lnTo>
                  <a:lnTo>
                    <a:pt x="26523" y="44642"/>
                  </a:lnTo>
                  <a:lnTo>
                    <a:pt x="27191" y="44642"/>
                  </a:lnTo>
                  <a:lnTo>
                    <a:pt x="27859" y="44642"/>
                  </a:lnTo>
                  <a:lnTo>
                    <a:pt x="28527" y="44642"/>
                  </a:lnTo>
                  <a:lnTo>
                    <a:pt x="29195" y="44642"/>
                  </a:lnTo>
                  <a:lnTo>
                    <a:pt x="29863" y="44642"/>
                  </a:lnTo>
                  <a:lnTo>
                    <a:pt x="30531" y="44642"/>
                  </a:lnTo>
                  <a:lnTo>
                    <a:pt x="31199" y="44642"/>
                  </a:lnTo>
                  <a:lnTo>
                    <a:pt x="31867" y="22321"/>
                  </a:lnTo>
                  <a:lnTo>
                    <a:pt x="32535" y="22321"/>
                  </a:lnTo>
                  <a:lnTo>
                    <a:pt x="33203" y="22321"/>
                  </a:lnTo>
                  <a:lnTo>
                    <a:pt x="33871" y="22321"/>
                  </a:lnTo>
                  <a:lnTo>
                    <a:pt x="34539" y="22321"/>
                  </a:lnTo>
                  <a:lnTo>
                    <a:pt x="35207" y="22321"/>
                  </a:lnTo>
                  <a:lnTo>
                    <a:pt x="35875" y="10044"/>
                  </a:lnTo>
                  <a:lnTo>
                    <a:pt x="36543" y="0"/>
                  </a:lnTo>
                  <a:lnTo>
                    <a:pt x="37211" y="0"/>
                  </a:lnTo>
                  <a:lnTo>
                    <a:pt x="37879" y="0"/>
                  </a:lnTo>
                  <a:lnTo>
                    <a:pt x="38547" y="0"/>
                  </a:lnTo>
                  <a:lnTo>
                    <a:pt x="39215" y="0"/>
                  </a:lnTo>
                  <a:lnTo>
                    <a:pt x="39883" y="0"/>
                  </a:lnTo>
                  <a:lnTo>
                    <a:pt x="40551" y="0"/>
                  </a:lnTo>
                  <a:lnTo>
                    <a:pt x="41219" y="0"/>
                  </a:lnTo>
                  <a:lnTo>
                    <a:pt x="41888" y="22321"/>
                  </a:lnTo>
                  <a:lnTo>
                    <a:pt x="42556" y="22321"/>
                  </a:lnTo>
                  <a:lnTo>
                    <a:pt x="43224" y="22321"/>
                  </a:lnTo>
                  <a:lnTo>
                    <a:pt x="43892" y="22321"/>
                  </a:lnTo>
                  <a:lnTo>
                    <a:pt x="44560" y="22321"/>
                  </a:lnTo>
                  <a:lnTo>
                    <a:pt x="45228" y="22321"/>
                  </a:lnTo>
                  <a:lnTo>
                    <a:pt x="45896" y="34597"/>
                  </a:lnTo>
                  <a:lnTo>
                    <a:pt x="46564" y="44642"/>
                  </a:lnTo>
                  <a:lnTo>
                    <a:pt x="47232" y="44642"/>
                  </a:lnTo>
                  <a:lnTo>
                    <a:pt x="47900" y="44642"/>
                  </a:lnTo>
                  <a:lnTo>
                    <a:pt x="48568" y="44642"/>
                  </a:lnTo>
                  <a:lnTo>
                    <a:pt x="49236" y="44642"/>
                  </a:lnTo>
                  <a:lnTo>
                    <a:pt x="49904" y="44642"/>
                  </a:lnTo>
                  <a:lnTo>
                    <a:pt x="50572" y="44642"/>
                  </a:lnTo>
                  <a:lnTo>
                    <a:pt x="51240" y="44642"/>
                  </a:lnTo>
                  <a:lnTo>
                    <a:pt x="51908" y="44642"/>
                  </a:lnTo>
                  <a:lnTo>
                    <a:pt x="52576" y="44642"/>
                  </a:lnTo>
                  <a:lnTo>
                    <a:pt x="53244" y="44642"/>
                  </a:lnTo>
                  <a:lnTo>
                    <a:pt x="53912" y="44642"/>
                  </a:lnTo>
                  <a:lnTo>
                    <a:pt x="53914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00017" y="2066240"/>
              <a:ext cx="44761" cy="49"/>
            </a:xfrm>
            <a:custGeom>
              <a:avLst/>
              <a:pathLst>
                <a:path w="4476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2" y="0"/>
                  </a:lnTo>
                  <a:lnTo>
                    <a:pt x="30730" y="0"/>
                  </a:lnTo>
                  <a:lnTo>
                    <a:pt x="31398" y="0"/>
                  </a:lnTo>
                  <a:lnTo>
                    <a:pt x="32066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6075" y="0"/>
                  </a:lnTo>
                  <a:lnTo>
                    <a:pt x="36743" y="0"/>
                  </a:lnTo>
                  <a:lnTo>
                    <a:pt x="37411" y="0"/>
                  </a:lnTo>
                  <a:lnTo>
                    <a:pt x="38079" y="0"/>
                  </a:lnTo>
                  <a:lnTo>
                    <a:pt x="38747" y="0"/>
                  </a:lnTo>
                  <a:lnTo>
                    <a:pt x="39415" y="0"/>
                  </a:lnTo>
                  <a:lnTo>
                    <a:pt x="40083" y="0"/>
                  </a:lnTo>
                  <a:lnTo>
                    <a:pt x="40751" y="0"/>
                  </a:lnTo>
                  <a:lnTo>
                    <a:pt x="41419" y="0"/>
                  </a:lnTo>
                  <a:lnTo>
                    <a:pt x="42087" y="0"/>
                  </a:lnTo>
                  <a:lnTo>
                    <a:pt x="42755" y="0"/>
                  </a:lnTo>
                  <a:lnTo>
                    <a:pt x="43423" y="0"/>
                  </a:lnTo>
                  <a:lnTo>
                    <a:pt x="44091" y="0"/>
                  </a:lnTo>
                  <a:lnTo>
                    <a:pt x="44759" y="0"/>
                  </a:lnTo>
                  <a:lnTo>
                    <a:pt x="4476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60140" y="2026062"/>
              <a:ext cx="5942" cy="40226"/>
            </a:xfrm>
            <a:custGeom>
              <a:avLst/>
              <a:pathLst>
                <a:path w="5942" h="40226">
                  <a:moveTo>
                    <a:pt x="0" y="40226"/>
                  </a:moveTo>
                  <a:lnTo>
                    <a:pt x="1" y="40177"/>
                  </a:lnTo>
                  <a:lnTo>
                    <a:pt x="669" y="40177"/>
                  </a:lnTo>
                  <a:lnTo>
                    <a:pt x="1337" y="40177"/>
                  </a:lnTo>
                  <a:lnTo>
                    <a:pt x="2005" y="40177"/>
                  </a:lnTo>
                  <a:lnTo>
                    <a:pt x="2673" y="22321"/>
                  </a:lnTo>
                  <a:lnTo>
                    <a:pt x="3341" y="17856"/>
                  </a:lnTo>
                  <a:lnTo>
                    <a:pt x="4009" y="0"/>
                  </a:lnTo>
                  <a:lnTo>
                    <a:pt x="4677" y="21559"/>
                  </a:lnTo>
                  <a:lnTo>
                    <a:pt x="5345" y="21559"/>
                  </a:lnTo>
                  <a:lnTo>
                    <a:pt x="5942" y="4022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77508" y="2043919"/>
              <a:ext cx="9900" cy="22370"/>
            </a:xfrm>
            <a:custGeom>
              <a:avLst/>
              <a:pathLst>
                <a:path w="9900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22321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09" y="22321"/>
                  </a:lnTo>
                  <a:lnTo>
                    <a:pt x="4677" y="22321"/>
                  </a:lnTo>
                  <a:lnTo>
                    <a:pt x="5346" y="22321"/>
                  </a:lnTo>
                  <a:lnTo>
                    <a:pt x="6014" y="22321"/>
                  </a:lnTo>
                  <a:lnTo>
                    <a:pt x="6682" y="22321"/>
                  </a:lnTo>
                  <a:lnTo>
                    <a:pt x="7350" y="22321"/>
                  </a:lnTo>
                  <a:lnTo>
                    <a:pt x="8018" y="5580"/>
                  </a:lnTo>
                  <a:lnTo>
                    <a:pt x="8686" y="0"/>
                  </a:lnTo>
                  <a:lnTo>
                    <a:pt x="9354" y="20565"/>
                  </a:lnTo>
                  <a:lnTo>
                    <a:pt x="9900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88213" y="2048574"/>
              <a:ext cx="7279" cy="17714"/>
            </a:xfrm>
            <a:custGeom>
              <a:avLst/>
              <a:pathLst>
                <a:path w="7279" h="17714">
                  <a:moveTo>
                    <a:pt x="0" y="17714"/>
                  </a:moveTo>
                  <a:lnTo>
                    <a:pt x="653" y="0"/>
                  </a:lnTo>
                  <a:lnTo>
                    <a:pt x="1321" y="5080"/>
                  </a:lnTo>
                  <a:lnTo>
                    <a:pt x="1989" y="5080"/>
                  </a:lnTo>
                  <a:lnTo>
                    <a:pt x="2657" y="5080"/>
                  </a:lnTo>
                  <a:lnTo>
                    <a:pt x="3325" y="5080"/>
                  </a:lnTo>
                  <a:lnTo>
                    <a:pt x="3993" y="5080"/>
                  </a:lnTo>
                  <a:lnTo>
                    <a:pt x="4661" y="5080"/>
                  </a:lnTo>
                  <a:lnTo>
                    <a:pt x="5329" y="5080"/>
                  </a:lnTo>
                  <a:lnTo>
                    <a:pt x="5997" y="5080"/>
                  </a:lnTo>
                  <a:lnTo>
                    <a:pt x="6665" y="5080"/>
                  </a:lnTo>
                  <a:lnTo>
                    <a:pt x="7279" y="177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99553" y="2066240"/>
              <a:ext cx="31400" cy="49"/>
            </a:xfrm>
            <a:custGeom>
              <a:avLst/>
              <a:pathLst>
                <a:path w="31400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1" y="0"/>
                  </a:lnTo>
                  <a:lnTo>
                    <a:pt x="28059" y="0"/>
                  </a:lnTo>
                  <a:lnTo>
                    <a:pt x="28727" y="0"/>
                  </a:lnTo>
                  <a:lnTo>
                    <a:pt x="29395" y="0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1400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43227" y="1999277"/>
              <a:ext cx="11003" cy="67012"/>
            </a:xfrm>
            <a:custGeom>
              <a:avLst/>
              <a:pathLst>
                <a:path w="11003" h="67012">
                  <a:moveTo>
                    <a:pt x="0" y="67012"/>
                  </a:moveTo>
                  <a:lnTo>
                    <a:pt x="418" y="42409"/>
                  </a:lnTo>
                  <a:lnTo>
                    <a:pt x="1086" y="22320"/>
                  </a:lnTo>
                  <a:lnTo>
                    <a:pt x="1754" y="22320"/>
                  </a:lnTo>
                  <a:lnTo>
                    <a:pt x="2422" y="22320"/>
                  </a:lnTo>
                  <a:lnTo>
                    <a:pt x="3090" y="22320"/>
                  </a:lnTo>
                  <a:lnTo>
                    <a:pt x="3758" y="22320"/>
                  </a:lnTo>
                  <a:lnTo>
                    <a:pt x="4426" y="8928"/>
                  </a:lnTo>
                  <a:lnTo>
                    <a:pt x="5094" y="0"/>
                  </a:lnTo>
                  <a:lnTo>
                    <a:pt x="5762" y="0"/>
                  </a:lnTo>
                  <a:lnTo>
                    <a:pt x="6430" y="0"/>
                  </a:lnTo>
                  <a:lnTo>
                    <a:pt x="7098" y="0"/>
                  </a:lnTo>
                  <a:lnTo>
                    <a:pt x="7766" y="0"/>
                  </a:lnTo>
                  <a:lnTo>
                    <a:pt x="8434" y="26441"/>
                  </a:lnTo>
                  <a:lnTo>
                    <a:pt x="9102" y="22602"/>
                  </a:lnTo>
                  <a:lnTo>
                    <a:pt x="9770" y="14975"/>
                  </a:lnTo>
                  <a:lnTo>
                    <a:pt x="10438" y="37895"/>
                  </a:lnTo>
                  <a:lnTo>
                    <a:pt x="11003" y="670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66356" y="1954635"/>
              <a:ext cx="28728" cy="111654"/>
            </a:xfrm>
            <a:custGeom>
              <a:avLst/>
              <a:pathLst>
                <a:path w="28728" h="111654">
                  <a:moveTo>
                    <a:pt x="0" y="111654"/>
                  </a:moveTo>
                  <a:lnTo>
                    <a:pt x="1" y="111605"/>
                  </a:lnTo>
                  <a:lnTo>
                    <a:pt x="669" y="111605"/>
                  </a:lnTo>
                  <a:lnTo>
                    <a:pt x="1337" y="111605"/>
                  </a:lnTo>
                  <a:lnTo>
                    <a:pt x="2005" y="111605"/>
                  </a:lnTo>
                  <a:lnTo>
                    <a:pt x="2673" y="107140"/>
                  </a:lnTo>
                  <a:lnTo>
                    <a:pt x="3341" y="89284"/>
                  </a:lnTo>
                  <a:lnTo>
                    <a:pt x="4010" y="89284"/>
                  </a:lnTo>
                  <a:lnTo>
                    <a:pt x="4678" y="59150"/>
                  </a:lnTo>
                  <a:lnTo>
                    <a:pt x="5346" y="39061"/>
                  </a:lnTo>
                  <a:lnTo>
                    <a:pt x="6014" y="22321"/>
                  </a:lnTo>
                  <a:lnTo>
                    <a:pt x="6682" y="22321"/>
                  </a:lnTo>
                  <a:lnTo>
                    <a:pt x="7350" y="22321"/>
                  </a:lnTo>
                  <a:lnTo>
                    <a:pt x="8018" y="8928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4464"/>
                  </a:lnTo>
                  <a:lnTo>
                    <a:pt x="13362" y="13392"/>
                  </a:lnTo>
                  <a:lnTo>
                    <a:pt x="14030" y="0"/>
                  </a:lnTo>
                  <a:lnTo>
                    <a:pt x="14698" y="30133"/>
                  </a:lnTo>
                  <a:lnTo>
                    <a:pt x="15366" y="50222"/>
                  </a:lnTo>
                  <a:lnTo>
                    <a:pt x="16034" y="66963"/>
                  </a:lnTo>
                  <a:lnTo>
                    <a:pt x="16702" y="66963"/>
                  </a:lnTo>
                  <a:lnTo>
                    <a:pt x="17370" y="66963"/>
                  </a:lnTo>
                  <a:lnTo>
                    <a:pt x="18038" y="80355"/>
                  </a:lnTo>
                  <a:lnTo>
                    <a:pt x="18706" y="89284"/>
                  </a:lnTo>
                  <a:lnTo>
                    <a:pt x="19374" y="89284"/>
                  </a:lnTo>
                  <a:lnTo>
                    <a:pt x="20042" y="89284"/>
                  </a:lnTo>
                  <a:lnTo>
                    <a:pt x="20710" y="89284"/>
                  </a:lnTo>
                  <a:lnTo>
                    <a:pt x="21378" y="89284"/>
                  </a:lnTo>
                  <a:lnTo>
                    <a:pt x="22046" y="89284"/>
                  </a:lnTo>
                  <a:lnTo>
                    <a:pt x="22714" y="89284"/>
                  </a:lnTo>
                  <a:lnTo>
                    <a:pt x="23382" y="98212"/>
                  </a:lnTo>
                  <a:lnTo>
                    <a:pt x="24050" y="111605"/>
                  </a:lnTo>
                  <a:lnTo>
                    <a:pt x="24718" y="111605"/>
                  </a:lnTo>
                  <a:lnTo>
                    <a:pt x="25386" y="111605"/>
                  </a:lnTo>
                  <a:lnTo>
                    <a:pt x="26054" y="111605"/>
                  </a:lnTo>
                  <a:lnTo>
                    <a:pt x="26722" y="111605"/>
                  </a:lnTo>
                  <a:lnTo>
                    <a:pt x="27390" y="111605"/>
                  </a:lnTo>
                  <a:lnTo>
                    <a:pt x="28059" y="111605"/>
                  </a:lnTo>
                  <a:lnTo>
                    <a:pt x="28727" y="111605"/>
                  </a:lnTo>
                  <a:lnTo>
                    <a:pt x="28728" y="1116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403929" y="2028010"/>
              <a:ext cx="9347" cy="38278"/>
            </a:xfrm>
            <a:custGeom>
              <a:avLst/>
              <a:pathLst>
                <a:path w="9347" h="38278">
                  <a:moveTo>
                    <a:pt x="0" y="38278"/>
                  </a:moveTo>
                  <a:lnTo>
                    <a:pt x="505" y="30662"/>
                  </a:lnTo>
                  <a:lnTo>
                    <a:pt x="1173" y="22994"/>
                  </a:lnTo>
                  <a:lnTo>
                    <a:pt x="1841" y="20465"/>
                  </a:lnTo>
                  <a:lnTo>
                    <a:pt x="2509" y="20465"/>
                  </a:lnTo>
                  <a:lnTo>
                    <a:pt x="3177" y="11215"/>
                  </a:lnTo>
                  <a:lnTo>
                    <a:pt x="3845" y="11215"/>
                  </a:lnTo>
                  <a:lnTo>
                    <a:pt x="4513" y="11215"/>
                  </a:lnTo>
                  <a:lnTo>
                    <a:pt x="5182" y="11215"/>
                  </a:lnTo>
                  <a:lnTo>
                    <a:pt x="5850" y="11215"/>
                  </a:lnTo>
                  <a:lnTo>
                    <a:pt x="6518" y="11215"/>
                  </a:lnTo>
                  <a:lnTo>
                    <a:pt x="7186" y="11215"/>
                  </a:lnTo>
                  <a:lnTo>
                    <a:pt x="7854" y="0"/>
                  </a:lnTo>
                  <a:lnTo>
                    <a:pt x="8522" y="8925"/>
                  </a:lnTo>
                  <a:lnTo>
                    <a:pt x="9190" y="33374"/>
                  </a:lnTo>
                  <a:lnTo>
                    <a:pt x="9347" y="382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422932" y="2053654"/>
              <a:ext cx="3919" cy="12634"/>
            </a:xfrm>
            <a:custGeom>
              <a:avLst/>
              <a:pathLst>
                <a:path w="3919" h="12634">
                  <a:moveTo>
                    <a:pt x="0" y="12634"/>
                  </a:moveTo>
                  <a:lnTo>
                    <a:pt x="207" y="10072"/>
                  </a:lnTo>
                  <a:lnTo>
                    <a:pt x="875" y="0"/>
                  </a:lnTo>
                  <a:lnTo>
                    <a:pt x="1543" y="0"/>
                  </a:lnTo>
                  <a:lnTo>
                    <a:pt x="2211" y="0"/>
                  </a:lnTo>
                  <a:lnTo>
                    <a:pt x="2879" y="0"/>
                  </a:lnTo>
                  <a:lnTo>
                    <a:pt x="3547" y="5494"/>
                  </a:lnTo>
                  <a:lnTo>
                    <a:pt x="3919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430381" y="2021598"/>
              <a:ext cx="43069" cy="44691"/>
            </a:xfrm>
            <a:custGeom>
              <a:avLst/>
              <a:pathLst>
                <a:path w="43069" h="44691">
                  <a:moveTo>
                    <a:pt x="0" y="44691"/>
                  </a:moveTo>
                  <a:lnTo>
                    <a:pt x="107" y="43600"/>
                  </a:lnTo>
                  <a:lnTo>
                    <a:pt x="775" y="22321"/>
                  </a:lnTo>
                  <a:lnTo>
                    <a:pt x="1443" y="22321"/>
                  </a:lnTo>
                  <a:lnTo>
                    <a:pt x="2111" y="22321"/>
                  </a:lnTo>
                  <a:lnTo>
                    <a:pt x="2779" y="32365"/>
                  </a:lnTo>
                  <a:lnTo>
                    <a:pt x="3447" y="44642"/>
                  </a:lnTo>
                  <a:lnTo>
                    <a:pt x="4115" y="44642"/>
                  </a:lnTo>
                  <a:lnTo>
                    <a:pt x="4783" y="44642"/>
                  </a:lnTo>
                  <a:lnTo>
                    <a:pt x="5451" y="44642"/>
                  </a:lnTo>
                  <a:lnTo>
                    <a:pt x="6119" y="44642"/>
                  </a:lnTo>
                  <a:lnTo>
                    <a:pt x="6787" y="44642"/>
                  </a:lnTo>
                  <a:lnTo>
                    <a:pt x="7455" y="44642"/>
                  </a:lnTo>
                  <a:lnTo>
                    <a:pt x="8123" y="44642"/>
                  </a:lnTo>
                  <a:lnTo>
                    <a:pt x="8791" y="44642"/>
                  </a:lnTo>
                  <a:lnTo>
                    <a:pt x="9460" y="44642"/>
                  </a:lnTo>
                  <a:lnTo>
                    <a:pt x="10128" y="44642"/>
                  </a:lnTo>
                  <a:lnTo>
                    <a:pt x="10796" y="44642"/>
                  </a:lnTo>
                  <a:lnTo>
                    <a:pt x="11464" y="44642"/>
                  </a:lnTo>
                  <a:lnTo>
                    <a:pt x="12132" y="44642"/>
                  </a:lnTo>
                  <a:lnTo>
                    <a:pt x="12800" y="33481"/>
                  </a:lnTo>
                  <a:lnTo>
                    <a:pt x="13468" y="22321"/>
                  </a:lnTo>
                  <a:lnTo>
                    <a:pt x="14136" y="22321"/>
                  </a:lnTo>
                  <a:lnTo>
                    <a:pt x="14804" y="22321"/>
                  </a:lnTo>
                  <a:lnTo>
                    <a:pt x="15472" y="22321"/>
                  </a:lnTo>
                  <a:lnTo>
                    <a:pt x="16140" y="22321"/>
                  </a:lnTo>
                  <a:lnTo>
                    <a:pt x="16808" y="22321"/>
                  </a:lnTo>
                  <a:lnTo>
                    <a:pt x="17476" y="22321"/>
                  </a:lnTo>
                  <a:lnTo>
                    <a:pt x="18144" y="6696"/>
                  </a:lnTo>
                  <a:lnTo>
                    <a:pt x="18812" y="0"/>
                  </a:lnTo>
                  <a:lnTo>
                    <a:pt x="19480" y="0"/>
                  </a:lnTo>
                  <a:lnTo>
                    <a:pt x="20148" y="0"/>
                  </a:lnTo>
                  <a:lnTo>
                    <a:pt x="20816" y="0"/>
                  </a:lnTo>
                  <a:lnTo>
                    <a:pt x="21484" y="0"/>
                  </a:lnTo>
                  <a:lnTo>
                    <a:pt x="22152" y="0"/>
                  </a:lnTo>
                  <a:lnTo>
                    <a:pt x="22820" y="11160"/>
                  </a:lnTo>
                  <a:lnTo>
                    <a:pt x="23488" y="22321"/>
                  </a:lnTo>
                  <a:lnTo>
                    <a:pt x="24156" y="22321"/>
                  </a:lnTo>
                  <a:lnTo>
                    <a:pt x="24824" y="22321"/>
                  </a:lnTo>
                  <a:lnTo>
                    <a:pt x="25492" y="22321"/>
                  </a:lnTo>
                  <a:lnTo>
                    <a:pt x="26160" y="22321"/>
                  </a:lnTo>
                  <a:lnTo>
                    <a:pt x="26828" y="22321"/>
                  </a:lnTo>
                  <a:lnTo>
                    <a:pt x="27496" y="22321"/>
                  </a:lnTo>
                  <a:lnTo>
                    <a:pt x="28164" y="37945"/>
                  </a:lnTo>
                  <a:lnTo>
                    <a:pt x="28832" y="44642"/>
                  </a:lnTo>
                  <a:lnTo>
                    <a:pt x="29500" y="44642"/>
                  </a:lnTo>
                  <a:lnTo>
                    <a:pt x="30168" y="44642"/>
                  </a:lnTo>
                  <a:lnTo>
                    <a:pt x="30836" y="42409"/>
                  </a:lnTo>
                  <a:lnTo>
                    <a:pt x="31504" y="22321"/>
                  </a:lnTo>
                  <a:lnTo>
                    <a:pt x="32172" y="22321"/>
                  </a:lnTo>
                  <a:lnTo>
                    <a:pt x="32840" y="10044"/>
                  </a:lnTo>
                  <a:lnTo>
                    <a:pt x="33509" y="0"/>
                  </a:lnTo>
                  <a:lnTo>
                    <a:pt x="34177" y="0"/>
                  </a:lnTo>
                  <a:lnTo>
                    <a:pt x="34845" y="0"/>
                  </a:lnTo>
                  <a:lnTo>
                    <a:pt x="35513" y="0"/>
                  </a:lnTo>
                  <a:lnTo>
                    <a:pt x="36181" y="0"/>
                  </a:lnTo>
                  <a:lnTo>
                    <a:pt x="36849" y="0"/>
                  </a:lnTo>
                  <a:lnTo>
                    <a:pt x="37517" y="0"/>
                  </a:lnTo>
                  <a:lnTo>
                    <a:pt x="38185" y="22575"/>
                  </a:lnTo>
                  <a:lnTo>
                    <a:pt x="38853" y="26023"/>
                  </a:lnTo>
                  <a:lnTo>
                    <a:pt x="39521" y="30495"/>
                  </a:lnTo>
                  <a:lnTo>
                    <a:pt x="40189" y="25646"/>
                  </a:lnTo>
                  <a:lnTo>
                    <a:pt x="40857" y="15574"/>
                  </a:lnTo>
                  <a:lnTo>
                    <a:pt x="41525" y="32056"/>
                  </a:lnTo>
                  <a:lnTo>
                    <a:pt x="42193" y="32056"/>
                  </a:lnTo>
                  <a:lnTo>
                    <a:pt x="42861" y="42129"/>
                  </a:lnTo>
                  <a:lnTo>
                    <a:pt x="43069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475429" y="2053654"/>
              <a:ext cx="2389" cy="12634"/>
            </a:xfrm>
            <a:custGeom>
              <a:avLst/>
              <a:pathLst>
                <a:path w="2389" h="12634">
                  <a:moveTo>
                    <a:pt x="0" y="12634"/>
                  </a:moveTo>
                  <a:lnTo>
                    <a:pt x="485" y="0"/>
                  </a:lnTo>
                  <a:lnTo>
                    <a:pt x="1153" y="0"/>
                  </a:lnTo>
                  <a:lnTo>
                    <a:pt x="1821" y="0"/>
                  </a:lnTo>
                  <a:lnTo>
                    <a:pt x="2389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480098" y="2060064"/>
              <a:ext cx="841" cy="6224"/>
            </a:xfrm>
            <a:custGeom>
              <a:avLst/>
              <a:pathLst>
                <a:path w="841" h="6224">
                  <a:moveTo>
                    <a:pt x="0" y="6224"/>
                  </a:moveTo>
                  <a:lnTo>
                    <a:pt x="492" y="0"/>
                  </a:lnTo>
                  <a:lnTo>
                    <a:pt x="841" y="62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490035" y="2053654"/>
              <a:ext cx="1812" cy="12634"/>
            </a:xfrm>
            <a:custGeom>
              <a:avLst/>
              <a:pathLst>
                <a:path w="1812" h="12634">
                  <a:moveTo>
                    <a:pt x="0" y="12634"/>
                  </a:moveTo>
                  <a:lnTo>
                    <a:pt x="576" y="0"/>
                  </a:lnTo>
                  <a:lnTo>
                    <a:pt x="1244" y="0"/>
                  </a:lnTo>
                  <a:lnTo>
                    <a:pt x="1812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497139" y="2056703"/>
              <a:ext cx="2501" cy="9586"/>
            </a:xfrm>
            <a:custGeom>
              <a:avLst/>
              <a:pathLst>
                <a:path w="2501" h="9586">
                  <a:moveTo>
                    <a:pt x="0" y="9586"/>
                  </a:moveTo>
                  <a:lnTo>
                    <a:pt x="152" y="8276"/>
                  </a:lnTo>
                  <a:lnTo>
                    <a:pt x="820" y="0"/>
                  </a:lnTo>
                  <a:lnTo>
                    <a:pt x="1488" y="0"/>
                  </a:lnTo>
                  <a:lnTo>
                    <a:pt x="2156" y="1434"/>
                  </a:lnTo>
                  <a:lnTo>
                    <a:pt x="2501" y="958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502845" y="2021598"/>
              <a:ext cx="11057" cy="44691"/>
            </a:xfrm>
            <a:custGeom>
              <a:avLst/>
              <a:pathLst>
                <a:path w="11057" h="44691">
                  <a:moveTo>
                    <a:pt x="0" y="44691"/>
                  </a:moveTo>
                  <a:lnTo>
                    <a:pt x="457" y="35014"/>
                  </a:lnTo>
                  <a:lnTo>
                    <a:pt x="1125" y="33931"/>
                  </a:lnTo>
                  <a:lnTo>
                    <a:pt x="1793" y="30458"/>
                  </a:lnTo>
                  <a:lnTo>
                    <a:pt x="2461" y="6955"/>
                  </a:lnTo>
                  <a:lnTo>
                    <a:pt x="3129" y="9815"/>
                  </a:lnTo>
                  <a:lnTo>
                    <a:pt x="3797" y="26023"/>
                  </a:lnTo>
                  <a:lnTo>
                    <a:pt x="4465" y="17688"/>
                  </a:lnTo>
                  <a:lnTo>
                    <a:pt x="5133" y="0"/>
                  </a:lnTo>
                  <a:lnTo>
                    <a:pt x="5802" y="0"/>
                  </a:lnTo>
                  <a:lnTo>
                    <a:pt x="6470" y="0"/>
                  </a:lnTo>
                  <a:lnTo>
                    <a:pt x="7138" y="0"/>
                  </a:lnTo>
                  <a:lnTo>
                    <a:pt x="7806" y="0"/>
                  </a:lnTo>
                  <a:lnTo>
                    <a:pt x="8474" y="0"/>
                  </a:lnTo>
                  <a:lnTo>
                    <a:pt x="9142" y="12276"/>
                  </a:lnTo>
                  <a:lnTo>
                    <a:pt x="9810" y="22321"/>
                  </a:lnTo>
                  <a:lnTo>
                    <a:pt x="10478" y="42074"/>
                  </a:lnTo>
                  <a:lnTo>
                    <a:pt x="11057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524303" y="2021598"/>
              <a:ext cx="25764" cy="44691"/>
            </a:xfrm>
            <a:custGeom>
              <a:avLst/>
              <a:pathLst>
                <a:path w="25764" h="44691">
                  <a:moveTo>
                    <a:pt x="0" y="44691"/>
                  </a:moveTo>
                  <a:lnTo>
                    <a:pt x="377" y="22321"/>
                  </a:lnTo>
                  <a:lnTo>
                    <a:pt x="1045" y="22321"/>
                  </a:lnTo>
                  <a:lnTo>
                    <a:pt x="1713" y="22321"/>
                  </a:lnTo>
                  <a:lnTo>
                    <a:pt x="2381" y="22321"/>
                  </a:lnTo>
                  <a:lnTo>
                    <a:pt x="3049" y="22321"/>
                  </a:lnTo>
                  <a:lnTo>
                    <a:pt x="3717" y="22321"/>
                  </a:lnTo>
                  <a:lnTo>
                    <a:pt x="4385" y="22321"/>
                  </a:lnTo>
                  <a:lnTo>
                    <a:pt x="5053" y="22321"/>
                  </a:lnTo>
                  <a:lnTo>
                    <a:pt x="5721" y="13392"/>
                  </a:lnTo>
                  <a:lnTo>
                    <a:pt x="6389" y="0"/>
                  </a:lnTo>
                  <a:lnTo>
                    <a:pt x="7057" y="0"/>
                  </a:lnTo>
                  <a:lnTo>
                    <a:pt x="7725" y="0"/>
                  </a:lnTo>
                  <a:lnTo>
                    <a:pt x="8393" y="0"/>
                  </a:lnTo>
                  <a:lnTo>
                    <a:pt x="9061" y="0"/>
                  </a:lnTo>
                  <a:lnTo>
                    <a:pt x="9729" y="1116"/>
                  </a:lnTo>
                  <a:lnTo>
                    <a:pt x="10397" y="22321"/>
                  </a:lnTo>
                  <a:lnTo>
                    <a:pt x="11065" y="22321"/>
                  </a:lnTo>
                  <a:lnTo>
                    <a:pt x="11733" y="22321"/>
                  </a:lnTo>
                  <a:lnTo>
                    <a:pt x="12401" y="22321"/>
                  </a:lnTo>
                  <a:lnTo>
                    <a:pt x="13069" y="22321"/>
                  </a:lnTo>
                  <a:lnTo>
                    <a:pt x="13737" y="22321"/>
                  </a:lnTo>
                  <a:lnTo>
                    <a:pt x="14405" y="22321"/>
                  </a:lnTo>
                  <a:lnTo>
                    <a:pt x="15074" y="22321"/>
                  </a:lnTo>
                  <a:lnTo>
                    <a:pt x="15742" y="31249"/>
                  </a:lnTo>
                  <a:lnTo>
                    <a:pt x="16410" y="44642"/>
                  </a:lnTo>
                  <a:lnTo>
                    <a:pt x="17078" y="44642"/>
                  </a:lnTo>
                  <a:lnTo>
                    <a:pt x="17746" y="44642"/>
                  </a:lnTo>
                  <a:lnTo>
                    <a:pt x="18414" y="44642"/>
                  </a:lnTo>
                  <a:lnTo>
                    <a:pt x="19082" y="44642"/>
                  </a:lnTo>
                  <a:lnTo>
                    <a:pt x="19750" y="44642"/>
                  </a:lnTo>
                  <a:lnTo>
                    <a:pt x="20418" y="44642"/>
                  </a:lnTo>
                  <a:lnTo>
                    <a:pt x="21086" y="44642"/>
                  </a:lnTo>
                  <a:lnTo>
                    <a:pt x="21754" y="44642"/>
                  </a:lnTo>
                  <a:lnTo>
                    <a:pt x="22422" y="44642"/>
                  </a:lnTo>
                  <a:lnTo>
                    <a:pt x="23090" y="44642"/>
                  </a:lnTo>
                  <a:lnTo>
                    <a:pt x="23758" y="44642"/>
                  </a:lnTo>
                  <a:lnTo>
                    <a:pt x="24426" y="44642"/>
                  </a:lnTo>
                  <a:lnTo>
                    <a:pt x="25094" y="44642"/>
                  </a:lnTo>
                  <a:lnTo>
                    <a:pt x="25762" y="44642"/>
                  </a:lnTo>
                  <a:lnTo>
                    <a:pt x="25764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560768" y="2013785"/>
              <a:ext cx="22036" cy="52503"/>
            </a:xfrm>
            <a:custGeom>
              <a:avLst/>
              <a:pathLst>
                <a:path w="22036" h="52503">
                  <a:moveTo>
                    <a:pt x="0" y="52503"/>
                  </a:moveTo>
                  <a:lnTo>
                    <a:pt x="653" y="34789"/>
                  </a:lnTo>
                  <a:lnTo>
                    <a:pt x="1321" y="33835"/>
                  </a:lnTo>
                  <a:lnTo>
                    <a:pt x="1989" y="32131"/>
                  </a:lnTo>
                  <a:lnTo>
                    <a:pt x="2657" y="7812"/>
                  </a:lnTo>
                  <a:lnTo>
                    <a:pt x="3325" y="7812"/>
                  </a:lnTo>
                  <a:lnTo>
                    <a:pt x="3993" y="7812"/>
                  </a:lnTo>
                  <a:lnTo>
                    <a:pt x="4661" y="7812"/>
                  </a:lnTo>
                  <a:lnTo>
                    <a:pt x="5329" y="7812"/>
                  </a:lnTo>
                  <a:lnTo>
                    <a:pt x="5997" y="7812"/>
                  </a:lnTo>
                  <a:lnTo>
                    <a:pt x="6665" y="7812"/>
                  </a:lnTo>
                  <a:lnTo>
                    <a:pt x="7333" y="7812"/>
                  </a:lnTo>
                  <a:lnTo>
                    <a:pt x="8001" y="7812"/>
                  </a:lnTo>
                  <a:lnTo>
                    <a:pt x="8669" y="7812"/>
                  </a:lnTo>
                  <a:lnTo>
                    <a:pt x="9337" y="4464"/>
                  </a:lnTo>
                  <a:lnTo>
                    <a:pt x="10005" y="0"/>
                  </a:lnTo>
                  <a:lnTo>
                    <a:pt x="10673" y="6696"/>
                  </a:lnTo>
                  <a:lnTo>
                    <a:pt x="11341" y="7812"/>
                  </a:lnTo>
                  <a:lnTo>
                    <a:pt x="12009" y="7812"/>
                  </a:lnTo>
                  <a:lnTo>
                    <a:pt x="12677" y="7812"/>
                  </a:lnTo>
                  <a:lnTo>
                    <a:pt x="13345" y="7812"/>
                  </a:lnTo>
                  <a:lnTo>
                    <a:pt x="14013" y="7812"/>
                  </a:lnTo>
                  <a:lnTo>
                    <a:pt x="14681" y="7812"/>
                  </a:lnTo>
                  <a:lnTo>
                    <a:pt x="15349" y="7812"/>
                  </a:lnTo>
                  <a:lnTo>
                    <a:pt x="16017" y="7812"/>
                  </a:lnTo>
                  <a:lnTo>
                    <a:pt x="16685" y="7812"/>
                  </a:lnTo>
                  <a:lnTo>
                    <a:pt x="17353" y="7812"/>
                  </a:lnTo>
                  <a:lnTo>
                    <a:pt x="18021" y="7812"/>
                  </a:lnTo>
                  <a:lnTo>
                    <a:pt x="18689" y="7812"/>
                  </a:lnTo>
                  <a:lnTo>
                    <a:pt x="19358" y="15624"/>
                  </a:lnTo>
                  <a:lnTo>
                    <a:pt x="20026" y="37945"/>
                  </a:lnTo>
                  <a:lnTo>
                    <a:pt x="20694" y="52454"/>
                  </a:lnTo>
                  <a:lnTo>
                    <a:pt x="21362" y="52454"/>
                  </a:lnTo>
                  <a:lnTo>
                    <a:pt x="22030" y="52454"/>
                  </a:lnTo>
                  <a:lnTo>
                    <a:pt x="22036" y="525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584509" y="2065975"/>
              <a:ext cx="375" cy="313"/>
            </a:xfrm>
            <a:custGeom>
              <a:avLst/>
              <a:pathLst>
                <a:path w="375" h="313">
                  <a:moveTo>
                    <a:pt x="0" y="313"/>
                  </a:moveTo>
                  <a:lnTo>
                    <a:pt x="293" y="0"/>
                  </a:lnTo>
                  <a:lnTo>
                    <a:pt x="375" y="31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596825" y="2066240"/>
              <a:ext cx="30064" cy="49"/>
            </a:xfrm>
            <a:custGeom>
              <a:avLst/>
              <a:pathLst>
                <a:path w="30064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3" y="0"/>
                  </a:lnTo>
                  <a:lnTo>
                    <a:pt x="30064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640247" y="2066240"/>
              <a:ext cx="48101" cy="49"/>
            </a:xfrm>
            <a:custGeom>
              <a:avLst/>
              <a:pathLst>
                <a:path w="4810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8" y="0"/>
                  </a:lnTo>
                  <a:lnTo>
                    <a:pt x="28726" y="0"/>
                  </a:lnTo>
                  <a:lnTo>
                    <a:pt x="29394" y="0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6075" y="0"/>
                  </a:lnTo>
                  <a:lnTo>
                    <a:pt x="36743" y="0"/>
                  </a:lnTo>
                  <a:lnTo>
                    <a:pt x="37411" y="0"/>
                  </a:lnTo>
                  <a:lnTo>
                    <a:pt x="38079" y="0"/>
                  </a:lnTo>
                  <a:lnTo>
                    <a:pt x="38747" y="0"/>
                  </a:lnTo>
                  <a:lnTo>
                    <a:pt x="39415" y="0"/>
                  </a:lnTo>
                  <a:lnTo>
                    <a:pt x="40083" y="0"/>
                  </a:lnTo>
                  <a:lnTo>
                    <a:pt x="40751" y="0"/>
                  </a:lnTo>
                  <a:lnTo>
                    <a:pt x="41419" y="0"/>
                  </a:lnTo>
                  <a:lnTo>
                    <a:pt x="42087" y="0"/>
                  </a:lnTo>
                  <a:lnTo>
                    <a:pt x="42755" y="0"/>
                  </a:lnTo>
                  <a:lnTo>
                    <a:pt x="43423" y="0"/>
                  </a:lnTo>
                  <a:lnTo>
                    <a:pt x="44091" y="0"/>
                  </a:lnTo>
                  <a:lnTo>
                    <a:pt x="44759" y="0"/>
                  </a:lnTo>
                  <a:lnTo>
                    <a:pt x="45427" y="0"/>
                  </a:lnTo>
                  <a:lnTo>
                    <a:pt x="46095" y="0"/>
                  </a:lnTo>
                  <a:lnTo>
                    <a:pt x="46763" y="0"/>
                  </a:lnTo>
                  <a:lnTo>
                    <a:pt x="47431" y="0"/>
                  </a:lnTo>
                  <a:lnTo>
                    <a:pt x="48099" y="0"/>
                  </a:lnTo>
                  <a:lnTo>
                    <a:pt x="4810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694267" y="1932314"/>
              <a:ext cx="23475" cy="133975"/>
            </a:xfrm>
            <a:custGeom>
              <a:avLst/>
              <a:pathLst>
                <a:path w="23475" h="133975">
                  <a:moveTo>
                    <a:pt x="0" y="133975"/>
                  </a:moveTo>
                  <a:lnTo>
                    <a:pt x="92" y="132329"/>
                  </a:lnTo>
                  <a:lnTo>
                    <a:pt x="760" y="121340"/>
                  </a:lnTo>
                  <a:lnTo>
                    <a:pt x="1428" y="121340"/>
                  </a:lnTo>
                  <a:lnTo>
                    <a:pt x="2096" y="113099"/>
                  </a:lnTo>
                  <a:lnTo>
                    <a:pt x="2764" y="103026"/>
                  </a:lnTo>
                  <a:lnTo>
                    <a:pt x="3432" y="103026"/>
                  </a:lnTo>
                  <a:lnTo>
                    <a:pt x="4100" y="70977"/>
                  </a:lnTo>
                  <a:lnTo>
                    <a:pt x="4768" y="58103"/>
                  </a:lnTo>
                  <a:lnTo>
                    <a:pt x="5436" y="41895"/>
                  </a:lnTo>
                  <a:lnTo>
                    <a:pt x="6104" y="0"/>
                  </a:lnTo>
                  <a:lnTo>
                    <a:pt x="6772" y="0"/>
                  </a:lnTo>
                  <a:lnTo>
                    <a:pt x="7440" y="0"/>
                  </a:lnTo>
                  <a:lnTo>
                    <a:pt x="8108" y="0"/>
                  </a:lnTo>
                  <a:lnTo>
                    <a:pt x="8776" y="0"/>
                  </a:lnTo>
                  <a:lnTo>
                    <a:pt x="9444" y="16740"/>
                  </a:lnTo>
                  <a:lnTo>
                    <a:pt x="10112" y="31249"/>
                  </a:lnTo>
                  <a:lnTo>
                    <a:pt x="10780" y="44642"/>
                  </a:lnTo>
                  <a:lnTo>
                    <a:pt x="11448" y="44642"/>
                  </a:lnTo>
                  <a:lnTo>
                    <a:pt x="12116" y="54686"/>
                  </a:lnTo>
                  <a:lnTo>
                    <a:pt x="12784" y="47990"/>
                  </a:lnTo>
                  <a:lnTo>
                    <a:pt x="13452" y="44642"/>
                  </a:lnTo>
                  <a:lnTo>
                    <a:pt x="14120" y="83703"/>
                  </a:lnTo>
                  <a:lnTo>
                    <a:pt x="14788" y="89284"/>
                  </a:lnTo>
                  <a:lnTo>
                    <a:pt x="15456" y="108256"/>
                  </a:lnTo>
                  <a:lnTo>
                    <a:pt x="16125" y="111605"/>
                  </a:lnTo>
                  <a:lnTo>
                    <a:pt x="16793" y="111605"/>
                  </a:lnTo>
                  <a:lnTo>
                    <a:pt x="17461" y="111605"/>
                  </a:lnTo>
                  <a:lnTo>
                    <a:pt x="18129" y="111605"/>
                  </a:lnTo>
                  <a:lnTo>
                    <a:pt x="18797" y="111605"/>
                  </a:lnTo>
                  <a:lnTo>
                    <a:pt x="19465" y="111605"/>
                  </a:lnTo>
                  <a:lnTo>
                    <a:pt x="20133" y="111605"/>
                  </a:lnTo>
                  <a:lnTo>
                    <a:pt x="20801" y="111605"/>
                  </a:lnTo>
                  <a:lnTo>
                    <a:pt x="21469" y="111605"/>
                  </a:lnTo>
                  <a:lnTo>
                    <a:pt x="22137" y="111605"/>
                  </a:lnTo>
                  <a:lnTo>
                    <a:pt x="22805" y="130577"/>
                  </a:lnTo>
                  <a:lnTo>
                    <a:pt x="23473" y="133926"/>
                  </a:lnTo>
                  <a:lnTo>
                    <a:pt x="23475" y="1339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731767" y="2066240"/>
              <a:ext cx="4011" cy="49"/>
            </a:xfrm>
            <a:custGeom>
              <a:avLst/>
              <a:pathLst>
                <a:path w="401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01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747799" y="2066240"/>
              <a:ext cx="2007" cy="49"/>
            </a:xfrm>
            <a:custGeom>
              <a:avLst/>
              <a:pathLst>
                <a:path w="200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6" y="0"/>
                  </a:lnTo>
                  <a:lnTo>
                    <a:pt x="200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762496" y="2043919"/>
              <a:ext cx="1994" cy="22370"/>
            </a:xfrm>
            <a:custGeom>
              <a:avLst/>
              <a:pathLst>
                <a:path w="1994" h="22370">
                  <a:moveTo>
                    <a:pt x="0" y="22370"/>
                  </a:moveTo>
                  <a:lnTo>
                    <a:pt x="1" y="22321"/>
                  </a:lnTo>
                  <a:lnTo>
                    <a:pt x="669" y="17856"/>
                  </a:lnTo>
                  <a:lnTo>
                    <a:pt x="1337" y="0"/>
                  </a:lnTo>
                  <a:lnTo>
                    <a:pt x="1994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791889" y="1976956"/>
              <a:ext cx="68142" cy="89333"/>
            </a:xfrm>
            <a:custGeom>
              <a:avLst/>
              <a:pathLst>
                <a:path w="68142" h="89333">
                  <a:moveTo>
                    <a:pt x="0" y="89333"/>
                  </a:moveTo>
                  <a:lnTo>
                    <a:pt x="1" y="89284"/>
                  </a:lnTo>
                  <a:lnTo>
                    <a:pt x="669" y="89284"/>
                  </a:lnTo>
                  <a:lnTo>
                    <a:pt x="1337" y="89284"/>
                  </a:lnTo>
                  <a:lnTo>
                    <a:pt x="2006" y="89284"/>
                  </a:lnTo>
                  <a:lnTo>
                    <a:pt x="2674" y="89284"/>
                  </a:lnTo>
                  <a:lnTo>
                    <a:pt x="3342" y="89284"/>
                  </a:lnTo>
                  <a:lnTo>
                    <a:pt x="4010" y="89284"/>
                  </a:lnTo>
                  <a:lnTo>
                    <a:pt x="4678" y="89284"/>
                  </a:lnTo>
                  <a:lnTo>
                    <a:pt x="5346" y="89284"/>
                  </a:lnTo>
                  <a:lnTo>
                    <a:pt x="6014" y="89284"/>
                  </a:lnTo>
                  <a:lnTo>
                    <a:pt x="6682" y="89284"/>
                  </a:lnTo>
                  <a:lnTo>
                    <a:pt x="7350" y="89284"/>
                  </a:lnTo>
                  <a:lnTo>
                    <a:pt x="8018" y="89284"/>
                  </a:lnTo>
                  <a:lnTo>
                    <a:pt x="8686" y="89284"/>
                  </a:lnTo>
                  <a:lnTo>
                    <a:pt x="9354" y="89284"/>
                  </a:lnTo>
                  <a:lnTo>
                    <a:pt x="10022" y="89284"/>
                  </a:lnTo>
                  <a:lnTo>
                    <a:pt x="10690" y="74775"/>
                  </a:lnTo>
                  <a:lnTo>
                    <a:pt x="11358" y="42409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14508"/>
                  </a:lnTo>
                  <a:lnTo>
                    <a:pt x="21378" y="46874"/>
                  </a:lnTo>
                  <a:lnTo>
                    <a:pt x="22046" y="89284"/>
                  </a:lnTo>
                  <a:lnTo>
                    <a:pt x="22714" y="89284"/>
                  </a:lnTo>
                  <a:lnTo>
                    <a:pt x="23382" y="89284"/>
                  </a:lnTo>
                  <a:lnTo>
                    <a:pt x="24050" y="89284"/>
                  </a:lnTo>
                  <a:lnTo>
                    <a:pt x="24718" y="89284"/>
                  </a:lnTo>
                  <a:lnTo>
                    <a:pt x="25386" y="89284"/>
                  </a:lnTo>
                  <a:lnTo>
                    <a:pt x="26054" y="89284"/>
                  </a:lnTo>
                  <a:lnTo>
                    <a:pt x="26723" y="89284"/>
                  </a:lnTo>
                  <a:lnTo>
                    <a:pt x="27391" y="89284"/>
                  </a:lnTo>
                  <a:lnTo>
                    <a:pt x="28059" y="89284"/>
                  </a:lnTo>
                  <a:lnTo>
                    <a:pt x="28727" y="89284"/>
                  </a:lnTo>
                  <a:lnTo>
                    <a:pt x="29395" y="89284"/>
                  </a:lnTo>
                  <a:lnTo>
                    <a:pt x="30063" y="89284"/>
                  </a:lnTo>
                  <a:lnTo>
                    <a:pt x="30731" y="89284"/>
                  </a:lnTo>
                  <a:lnTo>
                    <a:pt x="31399" y="89284"/>
                  </a:lnTo>
                  <a:lnTo>
                    <a:pt x="32067" y="89284"/>
                  </a:lnTo>
                  <a:lnTo>
                    <a:pt x="32735" y="89284"/>
                  </a:lnTo>
                  <a:lnTo>
                    <a:pt x="33403" y="89284"/>
                  </a:lnTo>
                  <a:lnTo>
                    <a:pt x="34071" y="89284"/>
                  </a:lnTo>
                  <a:lnTo>
                    <a:pt x="34739" y="89284"/>
                  </a:lnTo>
                  <a:lnTo>
                    <a:pt x="35407" y="89284"/>
                  </a:lnTo>
                  <a:lnTo>
                    <a:pt x="36075" y="89284"/>
                  </a:lnTo>
                  <a:lnTo>
                    <a:pt x="36743" y="89284"/>
                  </a:lnTo>
                  <a:lnTo>
                    <a:pt x="37411" y="89284"/>
                  </a:lnTo>
                  <a:lnTo>
                    <a:pt x="38079" y="89284"/>
                  </a:lnTo>
                  <a:lnTo>
                    <a:pt x="38747" y="89284"/>
                  </a:lnTo>
                  <a:lnTo>
                    <a:pt x="39415" y="89284"/>
                  </a:lnTo>
                  <a:lnTo>
                    <a:pt x="40083" y="89284"/>
                  </a:lnTo>
                  <a:lnTo>
                    <a:pt x="40751" y="89284"/>
                  </a:lnTo>
                  <a:lnTo>
                    <a:pt x="41419" y="89284"/>
                  </a:lnTo>
                  <a:lnTo>
                    <a:pt x="42087" y="89284"/>
                  </a:lnTo>
                  <a:lnTo>
                    <a:pt x="42755" y="89284"/>
                  </a:lnTo>
                  <a:lnTo>
                    <a:pt x="43423" y="89284"/>
                  </a:lnTo>
                  <a:lnTo>
                    <a:pt x="44091" y="89284"/>
                  </a:lnTo>
                  <a:lnTo>
                    <a:pt x="44759" y="89284"/>
                  </a:lnTo>
                  <a:lnTo>
                    <a:pt x="45427" y="89284"/>
                  </a:lnTo>
                  <a:lnTo>
                    <a:pt x="46095" y="89284"/>
                  </a:lnTo>
                  <a:lnTo>
                    <a:pt x="46763" y="89284"/>
                  </a:lnTo>
                  <a:lnTo>
                    <a:pt x="47431" y="89284"/>
                  </a:lnTo>
                  <a:lnTo>
                    <a:pt x="48099" y="89284"/>
                  </a:lnTo>
                  <a:lnTo>
                    <a:pt x="48767" y="89284"/>
                  </a:lnTo>
                  <a:lnTo>
                    <a:pt x="49435" y="89284"/>
                  </a:lnTo>
                  <a:lnTo>
                    <a:pt x="50103" y="89284"/>
                  </a:lnTo>
                  <a:lnTo>
                    <a:pt x="50772" y="89284"/>
                  </a:lnTo>
                  <a:lnTo>
                    <a:pt x="51440" y="89284"/>
                  </a:lnTo>
                  <a:lnTo>
                    <a:pt x="52108" y="89284"/>
                  </a:lnTo>
                  <a:lnTo>
                    <a:pt x="52776" y="89284"/>
                  </a:lnTo>
                  <a:lnTo>
                    <a:pt x="53444" y="89284"/>
                  </a:lnTo>
                  <a:lnTo>
                    <a:pt x="54112" y="89284"/>
                  </a:lnTo>
                  <a:lnTo>
                    <a:pt x="54780" y="89284"/>
                  </a:lnTo>
                  <a:lnTo>
                    <a:pt x="55448" y="89284"/>
                  </a:lnTo>
                  <a:lnTo>
                    <a:pt x="56116" y="89284"/>
                  </a:lnTo>
                  <a:lnTo>
                    <a:pt x="56784" y="89284"/>
                  </a:lnTo>
                  <a:lnTo>
                    <a:pt x="57452" y="89284"/>
                  </a:lnTo>
                  <a:lnTo>
                    <a:pt x="58120" y="89284"/>
                  </a:lnTo>
                  <a:lnTo>
                    <a:pt x="58788" y="89284"/>
                  </a:lnTo>
                  <a:lnTo>
                    <a:pt x="59456" y="89284"/>
                  </a:lnTo>
                  <a:lnTo>
                    <a:pt x="60124" y="89284"/>
                  </a:lnTo>
                  <a:lnTo>
                    <a:pt x="60792" y="89284"/>
                  </a:lnTo>
                  <a:lnTo>
                    <a:pt x="61460" y="89284"/>
                  </a:lnTo>
                  <a:lnTo>
                    <a:pt x="62128" y="89284"/>
                  </a:lnTo>
                  <a:lnTo>
                    <a:pt x="62796" y="89284"/>
                  </a:lnTo>
                  <a:lnTo>
                    <a:pt x="63464" y="89284"/>
                  </a:lnTo>
                  <a:lnTo>
                    <a:pt x="64132" y="89284"/>
                  </a:lnTo>
                  <a:lnTo>
                    <a:pt x="64800" y="89284"/>
                  </a:lnTo>
                  <a:lnTo>
                    <a:pt x="65468" y="89284"/>
                  </a:lnTo>
                  <a:lnTo>
                    <a:pt x="66136" y="89284"/>
                  </a:lnTo>
                  <a:lnTo>
                    <a:pt x="66804" y="89284"/>
                  </a:lnTo>
                  <a:lnTo>
                    <a:pt x="67472" y="89284"/>
                  </a:lnTo>
                  <a:lnTo>
                    <a:pt x="68140" y="89284"/>
                  </a:lnTo>
                  <a:lnTo>
                    <a:pt x="68142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876061" y="2066240"/>
              <a:ext cx="2675" cy="49"/>
            </a:xfrm>
            <a:custGeom>
              <a:avLst/>
              <a:pathLst>
                <a:path w="2675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2675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893770" y="2063354"/>
              <a:ext cx="800" cy="2934"/>
            </a:xfrm>
            <a:custGeom>
              <a:avLst/>
              <a:pathLst>
                <a:path w="800" h="2934">
                  <a:moveTo>
                    <a:pt x="0" y="2934"/>
                  </a:moveTo>
                  <a:lnTo>
                    <a:pt x="329" y="0"/>
                  </a:lnTo>
                  <a:lnTo>
                    <a:pt x="800" y="29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894895" y="2061117"/>
              <a:ext cx="2575" cy="5171"/>
            </a:xfrm>
            <a:custGeom>
              <a:avLst/>
              <a:pathLst>
                <a:path w="2575" h="5171">
                  <a:moveTo>
                    <a:pt x="0" y="5171"/>
                  </a:moveTo>
                  <a:lnTo>
                    <a:pt x="539" y="0"/>
                  </a:lnTo>
                  <a:lnTo>
                    <a:pt x="1207" y="0"/>
                  </a:lnTo>
                  <a:lnTo>
                    <a:pt x="1875" y="0"/>
                  </a:lnTo>
                  <a:lnTo>
                    <a:pt x="2543" y="4424"/>
                  </a:lnTo>
                  <a:lnTo>
                    <a:pt x="2575" y="51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916316" y="2021598"/>
              <a:ext cx="11854" cy="44691"/>
            </a:xfrm>
            <a:custGeom>
              <a:avLst/>
              <a:pathLst>
                <a:path w="11854" h="44691">
                  <a:moveTo>
                    <a:pt x="0" y="44691"/>
                  </a:moveTo>
                  <a:lnTo>
                    <a:pt x="495" y="35105"/>
                  </a:lnTo>
                  <a:lnTo>
                    <a:pt x="1163" y="35105"/>
                  </a:lnTo>
                  <a:lnTo>
                    <a:pt x="1832" y="35105"/>
                  </a:lnTo>
                  <a:lnTo>
                    <a:pt x="2500" y="34753"/>
                  </a:lnTo>
                  <a:lnTo>
                    <a:pt x="3168" y="34753"/>
                  </a:lnTo>
                  <a:lnTo>
                    <a:pt x="3836" y="34753"/>
                  </a:lnTo>
                  <a:lnTo>
                    <a:pt x="4504" y="17860"/>
                  </a:lnTo>
                  <a:lnTo>
                    <a:pt x="5172" y="17860"/>
                  </a:lnTo>
                  <a:lnTo>
                    <a:pt x="5840" y="2754"/>
                  </a:lnTo>
                  <a:lnTo>
                    <a:pt x="6508" y="9815"/>
                  </a:lnTo>
                  <a:lnTo>
                    <a:pt x="7176" y="23503"/>
                  </a:lnTo>
                  <a:lnTo>
                    <a:pt x="7844" y="0"/>
                  </a:lnTo>
                  <a:lnTo>
                    <a:pt x="8512" y="5580"/>
                  </a:lnTo>
                  <a:lnTo>
                    <a:pt x="9180" y="22321"/>
                  </a:lnTo>
                  <a:lnTo>
                    <a:pt x="9848" y="24553"/>
                  </a:lnTo>
                  <a:lnTo>
                    <a:pt x="10516" y="44642"/>
                  </a:lnTo>
                  <a:lnTo>
                    <a:pt x="11184" y="44642"/>
                  </a:lnTo>
                  <a:lnTo>
                    <a:pt x="11852" y="44642"/>
                  </a:lnTo>
                  <a:lnTo>
                    <a:pt x="11854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940191" y="2066240"/>
              <a:ext cx="2007" cy="49"/>
            </a:xfrm>
            <a:custGeom>
              <a:avLst/>
              <a:pathLst>
                <a:path w="200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956433" y="2035340"/>
              <a:ext cx="5650" cy="30948"/>
            </a:xfrm>
            <a:custGeom>
              <a:avLst/>
              <a:pathLst>
                <a:path w="5650" h="30948">
                  <a:moveTo>
                    <a:pt x="0" y="30948"/>
                  </a:moveTo>
                  <a:lnTo>
                    <a:pt x="460" y="18313"/>
                  </a:lnTo>
                  <a:lnTo>
                    <a:pt x="1128" y="18313"/>
                  </a:lnTo>
                  <a:lnTo>
                    <a:pt x="1796" y="18313"/>
                  </a:lnTo>
                  <a:lnTo>
                    <a:pt x="2464" y="7325"/>
                  </a:lnTo>
                  <a:lnTo>
                    <a:pt x="3132" y="0"/>
                  </a:lnTo>
                  <a:lnTo>
                    <a:pt x="3800" y="0"/>
                  </a:lnTo>
                  <a:lnTo>
                    <a:pt x="4469" y="16715"/>
                  </a:lnTo>
                  <a:lnTo>
                    <a:pt x="5137" y="16170"/>
                  </a:lnTo>
                  <a:lnTo>
                    <a:pt x="5650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975655" y="1976956"/>
              <a:ext cx="6489" cy="89333"/>
            </a:xfrm>
            <a:custGeom>
              <a:avLst/>
              <a:pathLst>
                <a:path w="6489" h="89333">
                  <a:moveTo>
                    <a:pt x="0" y="89333"/>
                  </a:moveTo>
                  <a:lnTo>
                    <a:pt x="611" y="84966"/>
                  </a:lnTo>
                  <a:lnTo>
                    <a:pt x="1279" y="70665"/>
                  </a:lnTo>
                  <a:lnTo>
                    <a:pt x="1947" y="51597"/>
                  </a:lnTo>
                  <a:lnTo>
                    <a:pt x="2616" y="29379"/>
                  </a:lnTo>
                  <a:lnTo>
                    <a:pt x="3284" y="0"/>
                  </a:lnTo>
                  <a:lnTo>
                    <a:pt x="3952" y="32529"/>
                  </a:lnTo>
                  <a:lnTo>
                    <a:pt x="4620" y="32529"/>
                  </a:lnTo>
                  <a:lnTo>
                    <a:pt x="5288" y="40070"/>
                  </a:lnTo>
                  <a:lnTo>
                    <a:pt x="5956" y="71681"/>
                  </a:lnTo>
                  <a:lnTo>
                    <a:pt x="6489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021903" y="2023436"/>
              <a:ext cx="8439" cy="42852"/>
            </a:xfrm>
            <a:custGeom>
              <a:avLst/>
              <a:pathLst>
                <a:path w="8439" h="42852">
                  <a:moveTo>
                    <a:pt x="0" y="42852"/>
                  </a:moveTo>
                  <a:lnTo>
                    <a:pt x="457" y="33175"/>
                  </a:lnTo>
                  <a:lnTo>
                    <a:pt x="1125" y="33175"/>
                  </a:lnTo>
                  <a:lnTo>
                    <a:pt x="1793" y="32092"/>
                  </a:lnTo>
                  <a:lnTo>
                    <a:pt x="2461" y="33175"/>
                  </a:lnTo>
                  <a:lnTo>
                    <a:pt x="3129" y="29187"/>
                  </a:lnTo>
                  <a:lnTo>
                    <a:pt x="3797" y="0"/>
                  </a:lnTo>
                  <a:lnTo>
                    <a:pt x="4465" y="16626"/>
                  </a:lnTo>
                  <a:lnTo>
                    <a:pt x="5133" y="24184"/>
                  </a:lnTo>
                  <a:lnTo>
                    <a:pt x="5802" y="24184"/>
                  </a:lnTo>
                  <a:lnTo>
                    <a:pt x="6470" y="24184"/>
                  </a:lnTo>
                  <a:lnTo>
                    <a:pt x="7138" y="24184"/>
                  </a:lnTo>
                  <a:lnTo>
                    <a:pt x="7806" y="35625"/>
                  </a:lnTo>
                  <a:lnTo>
                    <a:pt x="8439" y="4285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055090" y="2066240"/>
              <a:ext cx="14034" cy="49"/>
            </a:xfrm>
            <a:custGeom>
              <a:avLst/>
              <a:pathLst>
                <a:path w="14034" h="49">
                  <a:moveTo>
                    <a:pt x="0" y="49"/>
                  </a:moveTo>
                  <a:lnTo>
                    <a:pt x="4" y="0"/>
                  </a:lnTo>
                  <a:lnTo>
                    <a:pt x="672" y="0"/>
                  </a:lnTo>
                  <a:lnTo>
                    <a:pt x="1340" y="0"/>
                  </a:lnTo>
                  <a:lnTo>
                    <a:pt x="2008" y="0"/>
                  </a:lnTo>
                  <a:lnTo>
                    <a:pt x="2676" y="0"/>
                  </a:lnTo>
                  <a:lnTo>
                    <a:pt x="3344" y="0"/>
                  </a:lnTo>
                  <a:lnTo>
                    <a:pt x="4012" y="0"/>
                  </a:lnTo>
                  <a:lnTo>
                    <a:pt x="4680" y="0"/>
                  </a:lnTo>
                  <a:lnTo>
                    <a:pt x="5348" y="0"/>
                  </a:lnTo>
                  <a:lnTo>
                    <a:pt x="6016" y="0"/>
                  </a:lnTo>
                  <a:lnTo>
                    <a:pt x="6684" y="0"/>
                  </a:lnTo>
                  <a:lnTo>
                    <a:pt x="7352" y="0"/>
                  </a:lnTo>
                  <a:lnTo>
                    <a:pt x="8020" y="0"/>
                  </a:lnTo>
                  <a:lnTo>
                    <a:pt x="8688" y="0"/>
                  </a:lnTo>
                  <a:lnTo>
                    <a:pt x="9356" y="0"/>
                  </a:lnTo>
                  <a:lnTo>
                    <a:pt x="10024" y="0"/>
                  </a:lnTo>
                  <a:lnTo>
                    <a:pt x="10692" y="0"/>
                  </a:lnTo>
                  <a:lnTo>
                    <a:pt x="11360" y="0"/>
                  </a:lnTo>
                  <a:lnTo>
                    <a:pt x="12028" y="0"/>
                  </a:lnTo>
                  <a:lnTo>
                    <a:pt x="12696" y="0"/>
                  </a:lnTo>
                  <a:lnTo>
                    <a:pt x="13364" y="0"/>
                  </a:lnTo>
                  <a:lnTo>
                    <a:pt x="14032" y="0"/>
                  </a:lnTo>
                  <a:lnTo>
                    <a:pt x="14034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087169" y="2043919"/>
              <a:ext cx="14688" cy="22370"/>
            </a:xfrm>
            <a:custGeom>
              <a:avLst/>
              <a:pathLst>
                <a:path w="14688" h="22370">
                  <a:moveTo>
                    <a:pt x="0" y="22370"/>
                  </a:moveTo>
                  <a:lnTo>
                    <a:pt x="658" y="9735"/>
                  </a:lnTo>
                  <a:lnTo>
                    <a:pt x="1326" y="9735"/>
                  </a:lnTo>
                  <a:lnTo>
                    <a:pt x="1994" y="3702"/>
                  </a:lnTo>
                  <a:lnTo>
                    <a:pt x="2662" y="3702"/>
                  </a:lnTo>
                  <a:lnTo>
                    <a:pt x="3330" y="13781"/>
                  </a:lnTo>
                  <a:lnTo>
                    <a:pt x="3998" y="0"/>
                  </a:lnTo>
                  <a:lnTo>
                    <a:pt x="4666" y="0"/>
                  </a:lnTo>
                  <a:lnTo>
                    <a:pt x="5334" y="0"/>
                  </a:lnTo>
                  <a:lnTo>
                    <a:pt x="6002" y="0"/>
                  </a:lnTo>
                  <a:lnTo>
                    <a:pt x="6670" y="0"/>
                  </a:lnTo>
                  <a:lnTo>
                    <a:pt x="7338" y="0"/>
                  </a:lnTo>
                  <a:lnTo>
                    <a:pt x="8006" y="0"/>
                  </a:lnTo>
                  <a:lnTo>
                    <a:pt x="8674" y="0"/>
                  </a:lnTo>
                  <a:lnTo>
                    <a:pt x="9342" y="0"/>
                  </a:lnTo>
                  <a:lnTo>
                    <a:pt x="10010" y="6696"/>
                  </a:lnTo>
                  <a:lnTo>
                    <a:pt x="10678" y="22321"/>
                  </a:lnTo>
                  <a:lnTo>
                    <a:pt x="11346" y="22321"/>
                  </a:lnTo>
                  <a:lnTo>
                    <a:pt x="12014" y="22321"/>
                  </a:lnTo>
                  <a:lnTo>
                    <a:pt x="12682" y="22321"/>
                  </a:lnTo>
                  <a:lnTo>
                    <a:pt x="13350" y="22321"/>
                  </a:lnTo>
                  <a:lnTo>
                    <a:pt x="14018" y="22321"/>
                  </a:lnTo>
                  <a:lnTo>
                    <a:pt x="14686" y="22321"/>
                  </a:lnTo>
                  <a:lnTo>
                    <a:pt x="14688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13878" y="2066240"/>
              <a:ext cx="18040" cy="49"/>
            </a:xfrm>
            <a:custGeom>
              <a:avLst/>
              <a:pathLst>
                <a:path w="18040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6" y="0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040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144608" y="1887672"/>
              <a:ext cx="45293" cy="178617"/>
            </a:xfrm>
            <a:custGeom>
              <a:avLst/>
              <a:pathLst>
                <a:path w="45293" h="178617">
                  <a:moveTo>
                    <a:pt x="0" y="178617"/>
                  </a:moveTo>
                  <a:lnTo>
                    <a:pt x="1" y="178568"/>
                  </a:lnTo>
                  <a:lnTo>
                    <a:pt x="669" y="178568"/>
                  </a:lnTo>
                  <a:lnTo>
                    <a:pt x="1337" y="178568"/>
                  </a:lnTo>
                  <a:lnTo>
                    <a:pt x="2005" y="159595"/>
                  </a:lnTo>
                  <a:lnTo>
                    <a:pt x="2673" y="156247"/>
                  </a:lnTo>
                  <a:lnTo>
                    <a:pt x="3341" y="151782"/>
                  </a:lnTo>
                  <a:lnTo>
                    <a:pt x="4009" y="133926"/>
                  </a:lnTo>
                  <a:lnTo>
                    <a:pt x="4677" y="133926"/>
                  </a:lnTo>
                  <a:lnTo>
                    <a:pt x="5346" y="133926"/>
                  </a:lnTo>
                  <a:lnTo>
                    <a:pt x="6014" y="112721"/>
                  </a:lnTo>
                  <a:lnTo>
                    <a:pt x="6682" y="94864"/>
                  </a:lnTo>
                  <a:lnTo>
                    <a:pt x="7350" y="89284"/>
                  </a:lnTo>
                  <a:lnTo>
                    <a:pt x="8018" y="72543"/>
                  </a:lnTo>
                  <a:lnTo>
                    <a:pt x="8686" y="66963"/>
                  </a:lnTo>
                  <a:lnTo>
                    <a:pt x="9354" y="51338"/>
                  </a:lnTo>
                  <a:lnTo>
                    <a:pt x="10022" y="22321"/>
                  </a:lnTo>
                  <a:lnTo>
                    <a:pt x="10690" y="8928"/>
                  </a:lnTo>
                  <a:lnTo>
                    <a:pt x="11358" y="0"/>
                  </a:lnTo>
                  <a:lnTo>
                    <a:pt x="12026" y="18972"/>
                  </a:lnTo>
                  <a:lnTo>
                    <a:pt x="12694" y="22321"/>
                  </a:lnTo>
                  <a:lnTo>
                    <a:pt x="13362" y="26785"/>
                  </a:lnTo>
                  <a:lnTo>
                    <a:pt x="14030" y="44642"/>
                  </a:lnTo>
                  <a:lnTo>
                    <a:pt x="14698" y="44642"/>
                  </a:lnTo>
                  <a:lnTo>
                    <a:pt x="15366" y="44642"/>
                  </a:lnTo>
                  <a:lnTo>
                    <a:pt x="16034" y="55802"/>
                  </a:lnTo>
                  <a:lnTo>
                    <a:pt x="16702" y="61382"/>
                  </a:lnTo>
                  <a:lnTo>
                    <a:pt x="17370" y="66963"/>
                  </a:lnTo>
                  <a:lnTo>
                    <a:pt x="18038" y="63614"/>
                  </a:lnTo>
                  <a:lnTo>
                    <a:pt x="18706" y="21204"/>
                  </a:lnTo>
                  <a:lnTo>
                    <a:pt x="19374" y="15624"/>
                  </a:lnTo>
                  <a:lnTo>
                    <a:pt x="20042" y="10044"/>
                  </a:lnTo>
                  <a:lnTo>
                    <a:pt x="20710" y="13392"/>
                  </a:lnTo>
                  <a:lnTo>
                    <a:pt x="21378" y="22321"/>
                  </a:lnTo>
                  <a:lnTo>
                    <a:pt x="22046" y="22321"/>
                  </a:lnTo>
                  <a:lnTo>
                    <a:pt x="22714" y="22321"/>
                  </a:lnTo>
                  <a:lnTo>
                    <a:pt x="23382" y="22321"/>
                  </a:lnTo>
                  <a:lnTo>
                    <a:pt x="24050" y="1674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10044"/>
                  </a:lnTo>
                  <a:lnTo>
                    <a:pt x="26722" y="22321"/>
                  </a:lnTo>
                  <a:lnTo>
                    <a:pt x="27390" y="22321"/>
                  </a:lnTo>
                  <a:lnTo>
                    <a:pt x="28058" y="22321"/>
                  </a:lnTo>
                  <a:lnTo>
                    <a:pt x="28726" y="68079"/>
                  </a:lnTo>
                  <a:lnTo>
                    <a:pt x="29394" y="75891"/>
                  </a:lnTo>
                  <a:lnTo>
                    <a:pt x="30063" y="101560"/>
                  </a:lnTo>
                  <a:lnTo>
                    <a:pt x="30731" y="98212"/>
                  </a:lnTo>
                  <a:lnTo>
                    <a:pt x="31399" y="89284"/>
                  </a:lnTo>
                  <a:lnTo>
                    <a:pt x="32067" y="89284"/>
                  </a:lnTo>
                  <a:lnTo>
                    <a:pt x="32735" y="89284"/>
                  </a:lnTo>
                  <a:lnTo>
                    <a:pt x="33403" y="89284"/>
                  </a:lnTo>
                  <a:lnTo>
                    <a:pt x="34071" y="94864"/>
                  </a:lnTo>
                  <a:lnTo>
                    <a:pt x="34739" y="106024"/>
                  </a:lnTo>
                  <a:lnTo>
                    <a:pt x="35407" y="89284"/>
                  </a:lnTo>
                  <a:lnTo>
                    <a:pt x="36075" y="89284"/>
                  </a:lnTo>
                  <a:lnTo>
                    <a:pt x="36743" y="89284"/>
                  </a:lnTo>
                  <a:lnTo>
                    <a:pt x="37411" y="89284"/>
                  </a:lnTo>
                  <a:lnTo>
                    <a:pt x="38079" y="109372"/>
                  </a:lnTo>
                  <a:lnTo>
                    <a:pt x="38747" y="111605"/>
                  </a:lnTo>
                  <a:lnTo>
                    <a:pt x="39415" y="124997"/>
                  </a:lnTo>
                  <a:lnTo>
                    <a:pt x="40083" y="133926"/>
                  </a:lnTo>
                  <a:lnTo>
                    <a:pt x="40751" y="147318"/>
                  </a:lnTo>
                  <a:lnTo>
                    <a:pt x="41419" y="156247"/>
                  </a:lnTo>
                  <a:lnTo>
                    <a:pt x="42087" y="151782"/>
                  </a:lnTo>
                  <a:lnTo>
                    <a:pt x="42755" y="133926"/>
                  </a:lnTo>
                  <a:lnTo>
                    <a:pt x="43423" y="133926"/>
                  </a:lnTo>
                  <a:lnTo>
                    <a:pt x="44091" y="133926"/>
                  </a:lnTo>
                  <a:lnTo>
                    <a:pt x="44759" y="161376"/>
                  </a:lnTo>
                  <a:lnTo>
                    <a:pt x="45293" y="1786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191786" y="2056703"/>
              <a:ext cx="4321" cy="9586"/>
            </a:xfrm>
            <a:custGeom>
              <a:avLst/>
              <a:pathLst>
                <a:path w="4321" h="9586">
                  <a:moveTo>
                    <a:pt x="0" y="9586"/>
                  </a:moveTo>
                  <a:lnTo>
                    <a:pt x="253" y="717"/>
                  </a:lnTo>
                  <a:lnTo>
                    <a:pt x="921" y="0"/>
                  </a:lnTo>
                  <a:lnTo>
                    <a:pt x="1589" y="9345"/>
                  </a:lnTo>
                  <a:lnTo>
                    <a:pt x="2257" y="9345"/>
                  </a:lnTo>
                  <a:lnTo>
                    <a:pt x="2925" y="9345"/>
                  </a:lnTo>
                  <a:lnTo>
                    <a:pt x="3593" y="9345"/>
                  </a:lnTo>
                  <a:lnTo>
                    <a:pt x="4261" y="9345"/>
                  </a:lnTo>
                  <a:lnTo>
                    <a:pt x="4321" y="958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204730" y="2021598"/>
              <a:ext cx="9202" cy="44691"/>
            </a:xfrm>
            <a:custGeom>
              <a:avLst/>
              <a:pathLst>
                <a:path w="9202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32365"/>
                  </a:lnTo>
                  <a:lnTo>
                    <a:pt x="2006" y="22321"/>
                  </a:lnTo>
                  <a:lnTo>
                    <a:pt x="2674" y="3348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26023"/>
                  </a:lnTo>
                  <a:lnTo>
                    <a:pt x="8686" y="32056"/>
                  </a:lnTo>
                  <a:lnTo>
                    <a:pt x="9202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214255" y="1918131"/>
              <a:ext cx="25031" cy="148157"/>
            </a:xfrm>
            <a:custGeom>
              <a:avLst/>
              <a:pathLst>
                <a:path w="25031" h="148157">
                  <a:moveTo>
                    <a:pt x="0" y="148157"/>
                  </a:moveTo>
                  <a:lnTo>
                    <a:pt x="496" y="137397"/>
                  </a:lnTo>
                  <a:lnTo>
                    <a:pt x="1164" y="126517"/>
                  </a:lnTo>
                  <a:lnTo>
                    <a:pt x="1833" y="108972"/>
                  </a:lnTo>
                  <a:lnTo>
                    <a:pt x="2501" y="106579"/>
                  </a:lnTo>
                  <a:lnTo>
                    <a:pt x="3169" y="120137"/>
                  </a:lnTo>
                  <a:lnTo>
                    <a:pt x="3837" y="122530"/>
                  </a:lnTo>
                  <a:lnTo>
                    <a:pt x="4505" y="122530"/>
                  </a:lnTo>
                  <a:lnTo>
                    <a:pt x="5173" y="108174"/>
                  </a:lnTo>
                  <a:lnTo>
                    <a:pt x="5841" y="106579"/>
                  </a:lnTo>
                  <a:lnTo>
                    <a:pt x="6509" y="96212"/>
                  </a:lnTo>
                  <a:lnTo>
                    <a:pt x="7177" y="81059"/>
                  </a:lnTo>
                  <a:lnTo>
                    <a:pt x="7845" y="74679"/>
                  </a:lnTo>
                  <a:lnTo>
                    <a:pt x="8513" y="73114"/>
                  </a:lnTo>
                  <a:lnTo>
                    <a:pt x="9181" y="43953"/>
                  </a:lnTo>
                  <a:lnTo>
                    <a:pt x="9849" y="36055"/>
                  </a:lnTo>
                  <a:lnTo>
                    <a:pt x="10517" y="49403"/>
                  </a:lnTo>
                  <a:lnTo>
                    <a:pt x="11185" y="25568"/>
                  </a:lnTo>
                  <a:lnTo>
                    <a:pt x="11853" y="22708"/>
                  </a:lnTo>
                  <a:lnTo>
                    <a:pt x="12521" y="16987"/>
                  </a:lnTo>
                  <a:lnTo>
                    <a:pt x="13189" y="12819"/>
                  </a:lnTo>
                  <a:lnTo>
                    <a:pt x="13857" y="7325"/>
                  </a:lnTo>
                  <a:lnTo>
                    <a:pt x="14525" y="7325"/>
                  </a:lnTo>
                  <a:lnTo>
                    <a:pt x="15193" y="6409"/>
                  </a:lnTo>
                  <a:lnTo>
                    <a:pt x="15861" y="0"/>
                  </a:lnTo>
                  <a:lnTo>
                    <a:pt x="16529" y="29425"/>
                  </a:lnTo>
                  <a:lnTo>
                    <a:pt x="17197" y="50615"/>
                  </a:lnTo>
                  <a:lnTo>
                    <a:pt x="17865" y="58728"/>
                  </a:lnTo>
                  <a:lnTo>
                    <a:pt x="18533" y="58728"/>
                  </a:lnTo>
                  <a:lnTo>
                    <a:pt x="19201" y="58728"/>
                  </a:lnTo>
                  <a:lnTo>
                    <a:pt x="19869" y="58728"/>
                  </a:lnTo>
                  <a:lnTo>
                    <a:pt x="20537" y="61918"/>
                  </a:lnTo>
                  <a:lnTo>
                    <a:pt x="21205" y="92399"/>
                  </a:lnTo>
                  <a:lnTo>
                    <a:pt x="21873" y="121326"/>
                  </a:lnTo>
                  <a:lnTo>
                    <a:pt x="22541" y="135790"/>
                  </a:lnTo>
                  <a:lnTo>
                    <a:pt x="23209" y="130028"/>
                  </a:lnTo>
                  <a:lnTo>
                    <a:pt x="23877" y="135523"/>
                  </a:lnTo>
                  <a:lnTo>
                    <a:pt x="24545" y="135523"/>
                  </a:lnTo>
                  <a:lnTo>
                    <a:pt x="25031" y="14815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52160" y="2066240"/>
              <a:ext cx="2007" cy="49"/>
            </a:xfrm>
            <a:custGeom>
              <a:avLst/>
              <a:pathLst>
                <a:path w="200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266857" y="2043919"/>
              <a:ext cx="39232" cy="22370"/>
            </a:xfrm>
            <a:custGeom>
              <a:avLst/>
              <a:pathLst>
                <a:path w="39232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22321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09" y="22321"/>
                  </a:lnTo>
                  <a:lnTo>
                    <a:pt x="4677" y="22321"/>
                  </a:lnTo>
                  <a:lnTo>
                    <a:pt x="5346" y="22321"/>
                  </a:lnTo>
                  <a:lnTo>
                    <a:pt x="6014" y="22321"/>
                  </a:lnTo>
                  <a:lnTo>
                    <a:pt x="6682" y="22321"/>
                  </a:lnTo>
                  <a:lnTo>
                    <a:pt x="7350" y="22321"/>
                  </a:lnTo>
                  <a:lnTo>
                    <a:pt x="8018" y="22321"/>
                  </a:lnTo>
                  <a:lnTo>
                    <a:pt x="8686" y="22321"/>
                  </a:lnTo>
                  <a:lnTo>
                    <a:pt x="9354" y="22321"/>
                  </a:lnTo>
                  <a:lnTo>
                    <a:pt x="10022" y="22321"/>
                  </a:lnTo>
                  <a:lnTo>
                    <a:pt x="10690" y="22321"/>
                  </a:lnTo>
                  <a:lnTo>
                    <a:pt x="11358" y="22321"/>
                  </a:lnTo>
                  <a:lnTo>
                    <a:pt x="12026" y="22321"/>
                  </a:lnTo>
                  <a:lnTo>
                    <a:pt x="12694" y="22321"/>
                  </a:lnTo>
                  <a:lnTo>
                    <a:pt x="13362" y="22321"/>
                  </a:lnTo>
                  <a:lnTo>
                    <a:pt x="14030" y="22321"/>
                  </a:lnTo>
                  <a:lnTo>
                    <a:pt x="14698" y="22321"/>
                  </a:lnTo>
                  <a:lnTo>
                    <a:pt x="15366" y="22321"/>
                  </a:lnTo>
                  <a:lnTo>
                    <a:pt x="16034" y="22321"/>
                  </a:lnTo>
                  <a:lnTo>
                    <a:pt x="16702" y="22321"/>
                  </a:lnTo>
                  <a:lnTo>
                    <a:pt x="17370" y="22321"/>
                  </a:lnTo>
                  <a:lnTo>
                    <a:pt x="18038" y="22321"/>
                  </a:lnTo>
                  <a:lnTo>
                    <a:pt x="18706" y="22321"/>
                  </a:lnTo>
                  <a:lnTo>
                    <a:pt x="19374" y="22321"/>
                  </a:lnTo>
                  <a:lnTo>
                    <a:pt x="20042" y="22321"/>
                  </a:lnTo>
                  <a:lnTo>
                    <a:pt x="20710" y="22321"/>
                  </a:lnTo>
                  <a:lnTo>
                    <a:pt x="21378" y="22321"/>
                  </a:lnTo>
                  <a:lnTo>
                    <a:pt x="22046" y="22321"/>
                  </a:lnTo>
                  <a:lnTo>
                    <a:pt x="22714" y="22321"/>
                  </a:lnTo>
                  <a:lnTo>
                    <a:pt x="23382" y="22321"/>
                  </a:lnTo>
                  <a:lnTo>
                    <a:pt x="24050" y="22321"/>
                  </a:lnTo>
                  <a:lnTo>
                    <a:pt x="24718" y="22321"/>
                  </a:lnTo>
                  <a:lnTo>
                    <a:pt x="25386" y="22321"/>
                  </a:lnTo>
                  <a:lnTo>
                    <a:pt x="26054" y="22321"/>
                  </a:lnTo>
                  <a:lnTo>
                    <a:pt x="26722" y="22321"/>
                  </a:lnTo>
                  <a:lnTo>
                    <a:pt x="27390" y="22321"/>
                  </a:lnTo>
                  <a:lnTo>
                    <a:pt x="28058" y="22321"/>
                  </a:lnTo>
                  <a:lnTo>
                    <a:pt x="28726" y="22321"/>
                  </a:lnTo>
                  <a:lnTo>
                    <a:pt x="29394" y="1116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6028"/>
                  </a:lnTo>
                  <a:lnTo>
                    <a:pt x="34071" y="3702"/>
                  </a:lnTo>
                  <a:lnTo>
                    <a:pt x="34739" y="9735"/>
                  </a:lnTo>
                  <a:lnTo>
                    <a:pt x="35407" y="9735"/>
                  </a:lnTo>
                  <a:lnTo>
                    <a:pt x="36075" y="9735"/>
                  </a:lnTo>
                  <a:lnTo>
                    <a:pt x="36743" y="9735"/>
                  </a:lnTo>
                  <a:lnTo>
                    <a:pt x="37411" y="9735"/>
                  </a:lnTo>
                  <a:lnTo>
                    <a:pt x="38079" y="9735"/>
                  </a:lnTo>
                  <a:lnTo>
                    <a:pt x="38747" y="9735"/>
                  </a:lnTo>
                  <a:lnTo>
                    <a:pt x="39232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311615" y="2066240"/>
              <a:ext cx="25388" cy="49"/>
            </a:xfrm>
            <a:custGeom>
              <a:avLst/>
              <a:pathLst>
                <a:path w="25388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5388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357040" y="2066240"/>
              <a:ext cx="4679" cy="49"/>
            </a:xfrm>
            <a:custGeom>
              <a:avLst/>
              <a:pathLst>
                <a:path w="4679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4679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374409" y="1974724"/>
              <a:ext cx="89963" cy="91565"/>
            </a:xfrm>
            <a:custGeom>
              <a:avLst/>
              <a:pathLst>
                <a:path w="89963" h="91565">
                  <a:moveTo>
                    <a:pt x="0" y="91565"/>
                  </a:moveTo>
                  <a:lnTo>
                    <a:pt x="1" y="91516"/>
                  </a:lnTo>
                  <a:lnTo>
                    <a:pt x="669" y="91516"/>
                  </a:lnTo>
                  <a:lnTo>
                    <a:pt x="1337" y="91516"/>
                  </a:lnTo>
                  <a:lnTo>
                    <a:pt x="2006" y="91516"/>
                  </a:lnTo>
                  <a:lnTo>
                    <a:pt x="2674" y="91516"/>
                  </a:lnTo>
                  <a:lnTo>
                    <a:pt x="3342" y="91516"/>
                  </a:lnTo>
                  <a:lnTo>
                    <a:pt x="4010" y="91516"/>
                  </a:lnTo>
                  <a:lnTo>
                    <a:pt x="4678" y="91516"/>
                  </a:lnTo>
                  <a:lnTo>
                    <a:pt x="5346" y="91516"/>
                  </a:lnTo>
                  <a:lnTo>
                    <a:pt x="6014" y="91516"/>
                  </a:lnTo>
                  <a:lnTo>
                    <a:pt x="6682" y="91516"/>
                  </a:lnTo>
                  <a:lnTo>
                    <a:pt x="7350" y="91516"/>
                  </a:lnTo>
                  <a:lnTo>
                    <a:pt x="8018" y="91516"/>
                  </a:lnTo>
                  <a:lnTo>
                    <a:pt x="8686" y="91516"/>
                  </a:lnTo>
                  <a:lnTo>
                    <a:pt x="9354" y="91516"/>
                  </a:lnTo>
                  <a:lnTo>
                    <a:pt x="10022" y="91516"/>
                  </a:lnTo>
                  <a:lnTo>
                    <a:pt x="10690" y="91516"/>
                  </a:lnTo>
                  <a:lnTo>
                    <a:pt x="11358" y="91516"/>
                  </a:lnTo>
                  <a:lnTo>
                    <a:pt x="12026" y="91516"/>
                  </a:lnTo>
                  <a:lnTo>
                    <a:pt x="12694" y="91516"/>
                  </a:lnTo>
                  <a:lnTo>
                    <a:pt x="13362" y="91516"/>
                  </a:lnTo>
                  <a:lnTo>
                    <a:pt x="14030" y="91516"/>
                  </a:lnTo>
                  <a:lnTo>
                    <a:pt x="14698" y="91516"/>
                  </a:lnTo>
                  <a:lnTo>
                    <a:pt x="15366" y="91516"/>
                  </a:lnTo>
                  <a:lnTo>
                    <a:pt x="16034" y="91516"/>
                  </a:lnTo>
                  <a:lnTo>
                    <a:pt x="16702" y="91516"/>
                  </a:lnTo>
                  <a:lnTo>
                    <a:pt x="17370" y="91516"/>
                  </a:lnTo>
                  <a:lnTo>
                    <a:pt x="18038" y="91516"/>
                  </a:lnTo>
                  <a:lnTo>
                    <a:pt x="18706" y="91516"/>
                  </a:lnTo>
                  <a:lnTo>
                    <a:pt x="19374" y="91516"/>
                  </a:lnTo>
                  <a:lnTo>
                    <a:pt x="20042" y="91516"/>
                  </a:lnTo>
                  <a:lnTo>
                    <a:pt x="20710" y="91516"/>
                  </a:lnTo>
                  <a:lnTo>
                    <a:pt x="21378" y="91516"/>
                  </a:lnTo>
                  <a:lnTo>
                    <a:pt x="22046" y="91516"/>
                  </a:lnTo>
                  <a:lnTo>
                    <a:pt x="22714" y="91516"/>
                  </a:lnTo>
                  <a:lnTo>
                    <a:pt x="23382" y="91516"/>
                  </a:lnTo>
                  <a:lnTo>
                    <a:pt x="24050" y="91516"/>
                  </a:lnTo>
                  <a:lnTo>
                    <a:pt x="24718" y="91516"/>
                  </a:lnTo>
                  <a:lnTo>
                    <a:pt x="25386" y="91516"/>
                  </a:lnTo>
                  <a:lnTo>
                    <a:pt x="26054" y="91516"/>
                  </a:lnTo>
                  <a:lnTo>
                    <a:pt x="26723" y="91516"/>
                  </a:lnTo>
                  <a:lnTo>
                    <a:pt x="27391" y="91516"/>
                  </a:lnTo>
                  <a:lnTo>
                    <a:pt x="28059" y="91516"/>
                  </a:lnTo>
                  <a:lnTo>
                    <a:pt x="28727" y="91516"/>
                  </a:lnTo>
                  <a:lnTo>
                    <a:pt x="29395" y="91516"/>
                  </a:lnTo>
                  <a:lnTo>
                    <a:pt x="30063" y="91516"/>
                  </a:lnTo>
                  <a:lnTo>
                    <a:pt x="30731" y="91516"/>
                  </a:lnTo>
                  <a:lnTo>
                    <a:pt x="31399" y="91516"/>
                  </a:lnTo>
                  <a:lnTo>
                    <a:pt x="32067" y="91516"/>
                  </a:lnTo>
                  <a:lnTo>
                    <a:pt x="32735" y="91516"/>
                  </a:lnTo>
                  <a:lnTo>
                    <a:pt x="33403" y="91516"/>
                  </a:lnTo>
                  <a:lnTo>
                    <a:pt x="34071" y="91516"/>
                  </a:lnTo>
                  <a:lnTo>
                    <a:pt x="34739" y="91516"/>
                  </a:lnTo>
                  <a:lnTo>
                    <a:pt x="35407" y="91516"/>
                  </a:lnTo>
                  <a:lnTo>
                    <a:pt x="36075" y="91516"/>
                  </a:lnTo>
                  <a:lnTo>
                    <a:pt x="36743" y="91516"/>
                  </a:lnTo>
                  <a:lnTo>
                    <a:pt x="37411" y="91516"/>
                  </a:lnTo>
                  <a:lnTo>
                    <a:pt x="38079" y="91516"/>
                  </a:lnTo>
                  <a:lnTo>
                    <a:pt x="38747" y="91516"/>
                  </a:lnTo>
                  <a:lnTo>
                    <a:pt x="39415" y="91516"/>
                  </a:lnTo>
                  <a:lnTo>
                    <a:pt x="40083" y="91516"/>
                  </a:lnTo>
                  <a:lnTo>
                    <a:pt x="40751" y="91516"/>
                  </a:lnTo>
                  <a:lnTo>
                    <a:pt x="41419" y="91516"/>
                  </a:lnTo>
                  <a:lnTo>
                    <a:pt x="42087" y="91516"/>
                  </a:lnTo>
                  <a:lnTo>
                    <a:pt x="42755" y="91516"/>
                  </a:lnTo>
                  <a:lnTo>
                    <a:pt x="43423" y="91516"/>
                  </a:lnTo>
                  <a:lnTo>
                    <a:pt x="44091" y="91516"/>
                  </a:lnTo>
                  <a:lnTo>
                    <a:pt x="44759" y="91516"/>
                  </a:lnTo>
                  <a:lnTo>
                    <a:pt x="45427" y="91516"/>
                  </a:lnTo>
                  <a:lnTo>
                    <a:pt x="46095" y="91516"/>
                  </a:lnTo>
                  <a:lnTo>
                    <a:pt x="46763" y="91516"/>
                  </a:lnTo>
                  <a:lnTo>
                    <a:pt x="47431" y="91516"/>
                  </a:lnTo>
                  <a:lnTo>
                    <a:pt x="48099" y="91516"/>
                  </a:lnTo>
                  <a:lnTo>
                    <a:pt x="48767" y="91516"/>
                  </a:lnTo>
                  <a:lnTo>
                    <a:pt x="49435" y="91516"/>
                  </a:lnTo>
                  <a:lnTo>
                    <a:pt x="50103" y="91516"/>
                  </a:lnTo>
                  <a:lnTo>
                    <a:pt x="50772" y="91516"/>
                  </a:lnTo>
                  <a:lnTo>
                    <a:pt x="51440" y="91516"/>
                  </a:lnTo>
                  <a:lnTo>
                    <a:pt x="52108" y="91516"/>
                  </a:lnTo>
                  <a:lnTo>
                    <a:pt x="52776" y="91516"/>
                  </a:lnTo>
                  <a:lnTo>
                    <a:pt x="53444" y="91516"/>
                  </a:lnTo>
                  <a:lnTo>
                    <a:pt x="54112" y="91516"/>
                  </a:lnTo>
                  <a:lnTo>
                    <a:pt x="54780" y="91516"/>
                  </a:lnTo>
                  <a:lnTo>
                    <a:pt x="55448" y="91516"/>
                  </a:lnTo>
                  <a:lnTo>
                    <a:pt x="56116" y="91516"/>
                  </a:lnTo>
                  <a:lnTo>
                    <a:pt x="56784" y="91516"/>
                  </a:lnTo>
                  <a:lnTo>
                    <a:pt x="57452" y="91516"/>
                  </a:lnTo>
                  <a:lnTo>
                    <a:pt x="58120" y="91516"/>
                  </a:lnTo>
                  <a:lnTo>
                    <a:pt x="58788" y="91516"/>
                  </a:lnTo>
                  <a:lnTo>
                    <a:pt x="59456" y="91516"/>
                  </a:lnTo>
                  <a:lnTo>
                    <a:pt x="60124" y="91516"/>
                  </a:lnTo>
                  <a:lnTo>
                    <a:pt x="60792" y="91516"/>
                  </a:lnTo>
                  <a:lnTo>
                    <a:pt x="61460" y="91516"/>
                  </a:lnTo>
                  <a:lnTo>
                    <a:pt x="62128" y="91516"/>
                  </a:lnTo>
                  <a:lnTo>
                    <a:pt x="62796" y="91516"/>
                  </a:lnTo>
                  <a:lnTo>
                    <a:pt x="63464" y="91516"/>
                  </a:lnTo>
                  <a:lnTo>
                    <a:pt x="64132" y="91516"/>
                  </a:lnTo>
                  <a:lnTo>
                    <a:pt x="64800" y="81471"/>
                  </a:lnTo>
                  <a:lnTo>
                    <a:pt x="65468" y="69195"/>
                  </a:lnTo>
                  <a:lnTo>
                    <a:pt x="66136" y="69195"/>
                  </a:lnTo>
                  <a:lnTo>
                    <a:pt x="66804" y="69195"/>
                  </a:lnTo>
                  <a:lnTo>
                    <a:pt x="67472" y="69195"/>
                  </a:lnTo>
                  <a:lnTo>
                    <a:pt x="68140" y="56918"/>
                  </a:lnTo>
                  <a:lnTo>
                    <a:pt x="68808" y="46874"/>
                  </a:lnTo>
                  <a:lnTo>
                    <a:pt x="69476" y="37945"/>
                  </a:lnTo>
                  <a:lnTo>
                    <a:pt x="70144" y="24553"/>
                  </a:lnTo>
                  <a:lnTo>
                    <a:pt x="70812" y="14508"/>
                  </a:lnTo>
                  <a:lnTo>
                    <a:pt x="71480" y="2232"/>
                  </a:lnTo>
                  <a:lnTo>
                    <a:pt x="72148" y="2232"/>
                  </a:lnTo>
                  <a:lnTo>
                    <a:pt x="72816" y="2232"/>
                  </a:lnTo>
                  <a:lnTo>
                    <a:pt x="73484" y="2232"/>
                  </a:lnTo>
                  <a:lnTo>
                    <a:pt x="74152" y="2232"/>
                  </a:lnTo>
                  <a:lnTo>
                    <a:pt x="74820" y="12276"/>
                  </a:lnTo>
                  <a:lnTo>
                    <a:pt x="75489" y="24553"/>
                  </a:lnTo>
                  <a:lnTo>
                    <a:pt x="76157" y="24553"/>
                  </a:lnTo>
                  <a:lnTo>
                    <a:pt x="76825" y="24553"/>
                  </a:lnTo>
                  <a:lnTo>
                    <a:pt x="77493" y="23437"/>
                  </a:lnTo>
                  <a:lnTo>
                    <a:pt x="78161" y="14508"/>
                  </a:lnTo>
                  <a:lnTo>
                    <a:pt x="78829" y="24553"/>
                  </a:lnTo>
                  <a:lnTo>
                    <a:pt x="79497" y="33481"/>
                  </a:lnTo>
                  <a:lnTo>
                    <a:pt x="80165" y="46874"/>
                  </a:lnTo>
                  <a:lnTo>
                    <a:pt x="80833" y="49106"/>
                  </a:lnTo>
                  <a:lnTo>
                    <a:pt x="81501" y="46874"/>
                  </a:lnTo>
                  <a:lnTo>
                    <a:pt x="82169" y="46874"/>
                  </a:lnTo>
                  <a:lnTo>
                    <a:pt x="82837" y="46874"/>
                  </a:lnTo>
                  <a:lnTo>
                    <a:pt x="83505" y="46874"/>
                  </a:lnTo>
                  <a:lnTo>
                    <a:pt x="84173" y="30133"/>
                  </a:lnTo>
                  <a:lnTo>
                    <a:pt x="84841" y="0"/>
                  </a:lnTo>
                  <a:lnTo>
                    <a:pt x="85509" y="6110"/>
                  </a:lnTo>
                  <a:lnTo>
                    <a:pt x="86177" y="34037"/>
                  </a:lnTo>
                  <a:lnTo>
                    <a:pt x="86845" y="60078"/>
                  </a:lnTo>
                  <a:lnTo>
                    <a:pt x="87513" y="65625"/>
                  </a:lnTo>
                  <a:lnTo>
                    <a:pt x="88181" y="83208"/>
                  </a:lnTo>
                  <a:lnTo>
                    <a:pt x="88849" y="83208"/>
                  </a:lnTo>
                  <a:lnTo>
                    <a:pt x="89517" y="83208"/>
                  </a:lnTo>
                  <a:lnTo>
                    <a:pt x="89963" y="9156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475281" y="2066240"/>
              <a:ext cx="7351" cy="49"/>
            </a:xfrm>
            <a:custGeom>
              <a:avLst/>
              <a:pathLst>
                <a:path w="735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735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14027" y="2043919"/>
              <a:ext cx="2538" cy="22370"/>
            </a:xfrm>
            <a:custGeom>
              <a:avLst/>
              <a:pathLst>
                <a:path w="2538" h="22370">
                  <a:moveTo>
                    <a:pt x="0" y="22370"/>
                  </a:moveTo>
                  <a:lnTo>
                    <a:pt x="1" y="22321"/>
                  </a:lnTo>
                  <a:lnTo>
                    <a:pt x="669" y="558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538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31209" y="2062381"/>
              <a:ext cx="1085" cy="3907"/>
            </a:xfrm>
            <a:custGeom>
              <a:avLst/>
              <a:pathLst>
                <a:path w="1085" h="3907">
                  <a:moveTo>
                    <a:pt x="0" y="3907"/>
                  </a:moveTo>
                  <a:lnTo>
                    <a:pt x="187" y="632"/>
                  </a:lnTo>
                  <a:lnTo>
                    <a:pt x="855" y="0"/>
                  </a:lnTo>
                  <a:lnTo>
                    <a:pt x="1085" y="39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33621" y="1939010"/>
              <a:ext cx="14317" cy="127278"/>
            </a:xfrm>
            <a:custGeom>
              <a:avLst/>
              <a:pathLst>
                <a:path w="14317" h="127278">
                  <a:moveTo>
                    <a:pt x="0" y="127278"/>
                  </a:moveTo>
                  <a:lnTo>
                    <a:pt x="447" y="117602"/>
                  </a:lnTo>
                  <a:lnTo>
                    <a:pt x="1115" y="96330"/>
                  </a:lnTo>
                  <a:lnTo>
                    <a:pt x="1783" y="88589"/>
                  </a:lnTo>
                  <a:lnTo>
                    <a:pt x="2451" y="46874"/>
                  </a:lnTo>
                  <a:lnTo>
                    <a:pt x="3119" y="37945"/>
                  </a:lnTo>
                  <a:lnTo>
                    <a:pt x="3787" y="44642"/>
                  </a:lnTo>
                  <a:lnTo>
                    <a:pt x="4455" y="51338"/>
                  </a:lnTo>
                  <a:lnTo>
                    <a:pt x="5123" y="37945"/>
                  </a:lnTo>
                  <a:lnTo>
                    <a:pt x="5791" y="37945"/>
                  </a:lnTo>
                  <a:lnTo>
                    <a:pt x="6460" y="26785"/>
                  </a:lnTo>
                  <a:lnTo>
                    <a:pt x="7128" y="0"/>
                  </a:lnTo>
                  <a:lnTo>
                    <a:pt x="7796" y="12276"/>
                  </a:lnTo>
                  <a:lnTo>
                    <a:pt x="8464" y="15624"/>
                  </a:lnTo>
                  <a:lnTo>
                    <a:pt x="9132" y="15624"/>
                  </a:lnTo>
                  <a:lnTo>
                    <a:pt x="9800" y="15624"/>
                  </a:lnTo>
                  <a:lnTo>
                    <a:pt x="10468" y="15624"/>
                  </a:lnTo>
                  <a:lnTo>
                    <a:pt x="11136" y="15624"/>
                  </a:lnTo>
                  <a:lnTo>
                    <a:pt x="11804" y="16740"/>
                  </a:lnTo>
                  <a:lnTo>
                    <a:pt x="12472" y="50222"/>
                  </a:lnTo>
                  <a:lnTo>
                    <a:pt x="13140" y="89542"/>
                  </a:lnTo>
                  <a:lnTo>
                    <a:pt x="13808" y="94574"/>
                  </a:lnTo>
                  <a:lnTo>
                    <a:pt x="14317" y="1272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7691" y="2021598"/>
              <a:ext cx="8416" cy="44691"/>
            </a:xfrm>
            <a:custGeom>
              <a:avLst/>
              <a:pathLst>
                <a:path w="8416" h="44691">
                  <a:moveTo>
                    <a:pt x="0" y="44691"/>
                  </a:moveTo>
                  <a:lnTo>
                    <a:pt x="488" y="43600"/>
                  </a:lnTo>
                  <a:lnTo>
                    <a:pt x="1156" y="22321"/>
                  </a:lnTo>
                  <a:lnTo>
                    <a:pt x="1824" y="22321"/>
                  </a:lnTo>
                  <a:lnTo>
                    <a:pt x="2492" y="22321"/>
                  </a:lnTo>
                  <a:lnTo>
                    <a:pt x="3160" y="22321"/>
                  </a:lnTo>
                  <a:lnTo>
                    <a:pt x="3828" y="22321"/>
                  </a:lnTo>
                  <a:lnTo>
                    <a:pt x="4496" y="0"/>
                  </a:lnTo>
                  <a:lnTo>
                    <a:pt x="5164" y="0"/>
                  </a:lnTo>
                  <a:lnTo>
                    <a:pt x="5832" y="0"/>
                  </a:lnTo>
                  <a:lnTo>
                    <a:pt x="6500" y="8928"/>
                  </a:lnTo>
                  <a:lnTo>
                    <a:pt x="7168" y="22321"/>
                  </a:lnTo>
                  <a:lnTo>
                    <a:pt x="7836" y="42074"/>
                  </a:lnTo>
                  <a:lnTo>
                    <a:pt x="8416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96231" y="1848610"/>
              <a:ext cx="47088" cy="217678"/>
            </a:xfrm>
            <a:custGeom>
              <a:avLst/>
              <a:pathLst>
                <a:path w="47088" h="217678">
                  <a:moveTo>
                    <a:pt x="0" y="217678"/>
                  </a:moveTo>
                  <a:lnTo>
                    <a:pt x="632" y="210451"/>
                  </a:lnTo>
                  <a:lnTo>
                    <a:pt x="1300" y="199011"/>
                  </a:lnTo>
                  <a:lnTo>
                    <a:pt x="1969" y="199011"/>
                  </a:lnTo>
                  <a:lnTo>
                    <a:pt x="2637" y="199011"/>
                  </a:lnTo>
                  <a:lnTo>
                    <a:pt x="3305" y="199011"/>
                  </a:lnTo>
                  <a:lnTo>
                    <a:pt x="3973" y="191383"/>
                  </a:lnTo>
                  <a:lnTo>
                    <a:pt x="4641" y="179943"/>
                  </a:lnTo>
                  <a:lnTo>
                    <a:pt x="5309" y="179943"/>
                  </a:lnTo>
                  <a:lnTo>
                    <a:pt x="5977" y="189477"/>
                  </a:lnTo>
                  <a:lnTo>
                    <a:pt x="6645" y="168416"/>
                  </a:lnTo>
                  <a:lnTo>
                    <a:pt x="7313" y="168416"/>
                  </a:lnTo>
                  <a:lnTo>
                    <a:pt x="7981" y="168416"/>
                  </a:lnTo>
                  <a:lnTo>
                    <a:pt x="8649" y="168416"/>
                  </a:lnTo>
                  <a:lnTo>
                    <a:pt x="9317" y="166465"/>
                  </a:lnTo>
                  <a:lnTo>
                    <a:pt x="9985" y="160874"/>
                  </a:lnTo>
                  <a:lnTo>
                    <a:pt x="10653" y="168502"/>
                  </a:lnTo>
                  <a:lnTo>
                    <a:pt x="11321" y="179943"/>
                  </a:lnTo>
                  <a:lnTo>
                    <a:pt x="11989" y="179943"/>
                  </a:lnTo>
                  <a:lnTo>
                    <a:pt x="12657" y="179943"/>
                  </a:lnTo>
                  <a:lnTo>
                    <a:pt x="13325" y="179943"/>
                  </a:lnTo>
                  <a:lnTo>
                    <a:pt x="13993" y="187570"/>
                  </a:lnTo>
                  <a:lnTo>
                    <a:pt x="14661" y="199011"/>
                  </a:lnTo>
                  <a:lnTo>
                    <a:pt x="15329" y="199011"/>
                  </a:lnTo>
                  <a:lnTo>
                    <a:pt x="15997" y="208545"/>
                  </a:lnTo>
                  <a:lnTo>
                    <a:pt x="16665" y="217629"/>
                  </a:lnTo>
                  <a:lnTo>
                    <a:pt x="17333" y="217629"/>
                  </a:lnTo>
                  <a:lnTo>
                    <a:pt x="18001" y="217629"/>
                  </a:lnTo>
                  <a:lnTo>
                    <a:pt x="18669" y="217629"/>
                  </a:lnTo>
                  <a:lnTo>
                    <a:pt x="19337" y="217629"/>
                  </a:lnTo>
                  <a:lnTo>
                    <a:pt x="20005" y="217629"/>
                  </a:lnTo>
                  <a:lnTo>
                    <a:pt x="20673" y="217629"/>
                  </a:lnTo>
                  <a:lnTo>
                    <a:pt x="21341" y="217629"/>
                  </a:lnTo>
                  <a:lnTo>
                    <a:pt x="22009" y="217629"/>
                  </a:lnTo>
                  <a:lnTo>
                    <a:pt x="22677" y="217629"/>
                  </a:lnTo>
                  <a:lnTo>
                    <a:pt x="23345" y="217629"/>
                  </a:lnTo>
                  <a:lnTo>
                    <a:pt x="24013" y="217629"/>
                  </a:lnTo>
                  <a:lnTo>
                    <a:pt x="24681" y="217629"/>
                  </a:lnTo>
                  <a:lnTo>
                    <a:pt x="25349" y="217629"/>
                  </a:lnTo>
                  <a:lnTo>
                    <a:pt x="26017" y="217629"/>
                  </a:lnTo>
                  <a:lnTo>
                    <a:pt x="26686" y="217629"/>
                  </a:lnTo>
                  <a:lnTo>
                    <a:pt x="27354" y="217629"/>
                  </a:lnTo>
                  <a:lnTo>
                    <a:pt x="28022" y="198656"/>
                  </a:lnTo>
                  <a:lnTo>
                    <a:pt x="28690" y="188612"/>
                  </a:lnTo>
                  <a:lnTo>
                    <a:pt x="29358" y="172987"/>
                  </a:lnTo>
                  <a:lnTo>
                    <a:pt x="30026" y="172987"/>
                  </a:lnTo>
                  <a:lnTo>
                    <a:pt x="30694" y="172987"/>
                  </a:lnTo>
                  <a:lnTo>
                    <a:pt x="31362" y="172987"/>
                  </a:lnTo>
                  <a:lnTo>
                    <a:pt x="32030" y="172987"/>
                  </a:lnTo>
                  <a:lnTo>
                    <a:pt x="32698" y="151782"/>
                  </a:lnTo>
                  <a:lnTo>
                    <a:pt x="33366" y="150666"/>
                  </a:lnTo>
                  <a:lnTo>
                    <a:pt x="34034" y="130577"/>
                  </a:lnTo>
                  <a:lnTo>
                    <a:pt x="34702" y="94864"/>
                  </a:lnTo>
                  <a:lnTo>
                    <a:pt x="35370" y="74775"/>
                  </a:lnTo>
                  <a:lnTo>
                    <a:pt x="36038" y="43525"/>
                  </a:lnTo>
                  <a:lnTo>
                    <a:pt x="36706" y="22321"/>
                  </a:lnTo>
                  <a:lnTo>
                    <a:pt x="37374" y="0"/>
                  </a:lnTo>
                  <a:lnTo>
                    <a:pt x="38042" y="57902"/>
                  </a:lnTo>
                  <a:lnTo>
                    <a:pt x="38710" y="59814"/>
                  </a:lnTo>
                  <a:lnTo>
                    <a:pt x="39378" y="65534"/>
                  </a:lnTo>
                  <a:lnTo>
                    <a:pt x="40046" y="65534"/>
                  </a:lnTo>
                  <a:lnTo>
                    <a:pt x="40714" y="65534"/>
                  </a:lnTo>
                  <a:lnTo>
                    <a:pt x="41382" y="65534"/>
                  </a:lnTo>
                  <a:lnTo>
                    <a:pt x="42050" y="65534"/>
                  </a:lnTo>
                  <a:lnTo>
                    <a:pt x="42718" y="83649"/>
                  </a:lnTo>
                  <a:lnTo>
                    <a:pt x="43386" y="95161"/>
                  </a:lnTo>
                  <a:lnTo>
                    <a:pt x="44054" y="111643"/>
                  </a:lnTo>
                  <a:lnTo>
                    <a:pt x="44722" y="140945"/>
                  </a:lnTo>
                  <a:lnTo>
                    <a:pt x="45390" y="157428"/>
                  </a:lnTo>
                  <a:lnTo>
                    <a:pt x="46058" y="183067"/>
                  </a:lnTo>
                  <a:lnTo>
                    <a:pt x="46726" y="200466"/>
                  </a:lnTo>
                  <a:lnTo>
                    <a:pt x="47088" y="2176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658320" y="2021598"/>
              <a:ext cx="21380" cy="44691"/>
            </a:xfrm>
            <a:custGeom>
              <a:avLst/>
              <a:pathLst>
                <a:path w="21380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41293"/>
                  </a:lnTo>
                  <a:lnTo>
                    <a:pt x="6014" y="22321"/>
                  </a:lnTo>
                  <a:lnTo>
                    <a:pt x="6682" y="21204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3348"/>
                  </a:lnTo>
                  <a:lnTo>
                    <a:pt x="16034" y="22321"/>
                  </a:lnTo>
                  <a:lnTo>
                    <a:pt x="16702" y="23437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4642"/>
                  </a:lnTo>
                  <a:lnTo>
                    <a:pt x="21378" y="44642"/>
                  </a:lnTo>
                  <a:lnTo>
                    <a:pt x="21380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684415" y="2053654"/>
              <a:ext cx="3770" cy="12634"/>
            </a:xfrm>
            <a:custGeom>
              <a:avLst/>
              <a:pathLst>
                <a:path w="3770" h="12634">
                  <a:moveTo>
                    <a:pt x="0" y="12634"/>
                  </a:moveTo>
                  <a:lnTo>
                    <a:pt x="627" y="6360"/>
                  </a:lnTo>
                  <a:lnTo>
                    <a:pt x="1295" y="0"/>
                  </a:lnTo>
                  <a:lnTo>
                    <a:pt x="1964" y="0"/>
                  </a:lnTo>
                  <a:lnTo>
                    <a:pt x="2632" y="0"/>
                  </a:lnTo>
                  <a:lnTo>
                    <a:pt x="3300" y="0"/>
                  </a:lnTo>
                  <a:lnTo>
                    <a:pt x="3770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694743" y="2062195"/>
              <a:ext cx="584" cy="4093"/>
            </a:xfrm>
            <a:custGeom>
              <a:avLst/>
              <a:pathLst>
                <a:path w="584" h="4093">
                  <a:moveTo>
                    <a:pt x="0" y="4093"/>
                  </a:moveTo>
                  <a:lnTo>
                    <a:pt x="320" y="0"/>
                  </a:lnTo>
                  <a:lnTo>
                    <a:pt x="584" y="40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698614" y="2020482"/>
              <a:ext cx="37673" cy="45807"/>
            </a:xfrm>
            <a:custGeom>
              <a:avLst/>
              <a:pathLst>
                <a:path w="37673" h="45807">
                  <a:moveTo>
                    <a:pt x="0" y="45807"/>
                  </a:moveTo>
                  <a:lnTo>
                    <a:pt x="457" y="36130"/>
                  </a:lnTo>
                  <a:lnTo>
                    <a:pt x="1125" y="36588"/>
                  </a:lnTo>
                  <a:lnTo>
                    <a:pt x="1793" y="20180"/>
                  </a:lnTo>
                  <a:lnTo>
                    <a:pt x="2461" y="22572"/>
                  </a:lnTo>
                  <a:lnTo>
                    <a:pt x="3129" y="20180"/>
                  </a:lnTo>
                  <a:lnTo>
                    <a:pt x="3797" y="20180"/>
                  </a:lnTo>
                  <a:lnTo>
                    <a:pt x="4465" y="20180"/>
                  </a:lnTo>
                  <a:lnTo>
                    <a:pt x="5133" y="30547"/>
                  </a:lnTo>
                  <a:lnTo>
                    <a:pt x="5802" y="20180"/>
                  </a:lnTo>
                  <a:lnTo>
                    <a:pt x="6470" y="20180"/>
                  </a:lnTo>
                  <a:lnTo>
                    <a:pt x="7138" y="20180"/>
                  </a:lnTo>
                  <a:lnTo>
                    <a:pt x="7806" y="18976"/>
                  </a:lnTo>
                  <a:lnTo>
                    <a:pt x="8474" y="23797"/>
                  </a:lnTo>
                  <a:lnTo>
                    <a:pt x="9142" y="31574"/>
                  </a:lnTo>
                  <a:lnTo>
                    <a:pt x="9810" y="8071"/>
                  </a:lnTo>
                  <a:lnTo>
                    <a:pt x="10478" y="6153"/>
                  </a:lnTo>
                  <a:lnTo>
                    <a:pt x="11146" y="0"/>
                  </a:lnTo>
                  <a:lnTo>
                    <a:pt x="11814" y="1116"/>
                  </a:lnTo>
                  <a:lnTo>
                    <a:pt x="12482" y="2232"/>
                  </a:lnTo>
                  <a:lnTo>
                    <a:pt x="13150" y="23437"/>
                  </a:lnTo>
                  <a:lnTo>
                    <a:pt x="13818" y="23437"/>
                  </a:lnTo>
                  <a:lnTo>
                    <a:pt x="14486" y="23437"/>
                  </a:lnTo>
                  <a:lnTo>
                    <a:pt x="15154" y="31249"/>
                  </a:lnTo>
                  <a:lnTo>
                    <a:pt x="15822" y="45758"/>
                  </a:lnTo>
                  <a:lnTo>
                    <a:pt x="16490" y="45758"/>
                  </a:lnTo>
                  <a:lnTo>
                    <a:pt x="17158" y="45758"/>
                  </a:lnTo>
                  <a:lnTo>
                    <a:pt x="17826" y="45758"/>
                  </a:lnTo>
                  <a:lnTo>
                    <a:pt x="18494" y="45758"/>
                  </a:lnTo>
                  <a:lnTo>
                    <a:pt x="19162" y="45758"/>
                  </a:lnTo>
                  <a:lnTo>
                    <a:pt x="19830" y="45758"/>
                  </a:lnTo>
                  <a:lnTo>
                    <a:pt x="20498" y="45758"/>
                  </a:lnTo>
                  <a:lnTo>
                    <a:pt x="21166" y="45758"/>
                  </a:lnTo>
                  <a:lnTo>
                    <a:pt x="21834" y="45758"/>
                  </a:lnTo>
                  <a:lnTo>
                    <a:pt x="22502" y="45758"/>
                  </a:lnTo>
                  <a:lnTo>
                    <a:pt x="23170" y="45758"/>
                  </a:lnTo>
                  <a:lnTo>
                    <a:pt x="23838" y="45758"/>
                  </a:lnTo>
                  <a:lnTo>
                    <a:pt x="24506" y="45758"/>
                  </a:lnTo>
                  <a:lnTo>
                    <a:pt x="25174" y="45758"/>
                  </a:lnTo>
                  <a:lnTo>
                    <a:pt x="25842" y="45758"/>
                  </a:lnTo>
                  <a:lnTo>
                    <a:pt x="26510" y="45758"/>
                  </a:lnTo>
                  <a:lnTo>
                    <a:pt x="27178" y="45758"/>
                  </a:lnTo>
                  <a:lnTo>
                    <a:pt x="27846" y="45758"/>
                  </a:lnTo>
                  <a:lnTo>
                    <a:pt x="28514" y="45758"/>
                  </a:lnTo>
                  <a:lnTo>
                    <a:pt x="29182" y="45758"/>
                  </a:lnTo>
                  <a:lnTo>
                    <a:pt x="29851" y="45758"/>
                  </a:lnTo>
                  <a:lnTo>
                    <a:pt x="30519" y="45758"/>
                  </a:lnTo>
                  <a:lnTo>
                    <a:pt x="31187" y="45758"/>
                  </a:lnTo>
                  <a:lnTo>
                    <a:pt x="31855" y="45758"/>
                  </a:lnTo>
                  <a:lnTo>
                    <a:pt x="32523" y="45758"/>
                  </a:lnTo>
                  <a:lnTo>
                    <a:pt x="33191" y="45758"/>
                  </a:lnTo>
                  <a:lnTo>
                    <a:pt x="33859" y="45758"/>
                  </a:lnTo>
                  <a:lnTo>
                    <a:pt x="34527" y="42409"/>
                  </a:lnTo>
                  <a:lnTo>
                    <a:pt x="35195" y="23437"/>
                  </a:lnTo>
                  <a:lnTo>
                    <a:pt x="35863" y="23437"/>
                  </a:lnTo>
                  <a:lnTo>
                    <a:pt x="36531" y="23437"/>
                  </a:lnTo>
                  <a:lnTo>
                    <a:pt x="37199" y="32859"/>
                  </a:lnTo>
                  <a:lnTo>
                    <a:pt x="37673" y="458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764818" y="1959338"/>
              <a:ext cx="11746" cy="106950"/>
            </a:xfrm>
            <a:custGeom>
              <a:avLst/>
              <a:pathLst>
                <a:path w="11746" h="106950">
                  <a:moveTo>
                    <a:pt x="0" y="106950"/>
                  </a:moveTo>
                  <a:lnTo>
                    <a:pt x="388" y="96834"/>
                  </a:lnTo>
                  <a:lnTo>
                    <a:pt x="1056" y="75028"/>
                  </a:lnTo>
                  <a:lnTo>
                    <a:pt x="1724" y="62788"/>
                  </a:lnTo>
                  <a:lnTo>
                    <a:pt x="2392" y="62788"/>
                  </a:lnTo>
                  <a:lnTo>
                    <a:pt x="3060" y="62788"/>
                  </a:lnTo>
                  <a:lnTo>
                    <a:pt x="3728" y="50481"/>
                  </a:lnTo>
                  <a:lnTo>
                    <a:pt x="4396" y="56904"/>
                  </a:lnTo>
                  <a:lnTo>
                    <a:pt x="5064" y="53064"/>
                  </a:lnTo>
                  <a:lnTo>
                    <a:pt x="5732" y="39979"/>
                  </a:lnTo>
                  <a:lnTo>
                    <a:pt x="6400" y="17522"/>
                  </a:lnTo>
                  <a:lnTo>
                    <a:pt x="7068" y="0"/>
                  </a:lnTo>
                  <a:lnTo>
                    <a:pt x="7736" y="10104"/>
                  </a:lnTo>
                  <a:lnTo>
                    <a:pt x="8404" y="33555"/>
                  </a:lnTo>
                  <a:lnTo>
                    <a:pt x="9072" y="17617"/>
                  </a:lnTo>
                  <a:lnTo>
                    <a:pt x="9740" y="17617"/>
                  </a:lnTo>
                  <a:lnTo>
                    <a:pt x="10408" y="54447"/>
                  </a:lnTo>
                  <a:lnTo>
                    <a:pt x="11076" y="82348"/>
                  </a:lnTo>
                  <a:lnTo>
                    <a:pt x="11744" y="106901"/>
                  </a:lnTo>
                  <a:lnTo>
                    <a:pt x="11746" y="10695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779719" y="2064643"/>
              <a:ext cx="468" cy="1645"/>
            </a:xfrm>
            <a:custGeom>
              <a:avLst/>
              <a:pathLst>
                <a:path w="468" h="1645">
                  <a:moveTo>
                    <a:pt x="0" y="1645"/>
                  </a:moveTo>
                  <a:lnTo>
                    <a:pt x="184" y="0"/>
                  </a:lnTo>
                  <a:lnTo>
                    <a:pt x="468" y="164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797270" y="2021598"/>
              <a:ext cx="13273" cy="44691"/>
            </a:xfrm>
            <a:custGeom>
              <a:avLst/>
              <a:pathLst>
                <a:path w="13273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36829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09" y="1116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7812"/>
                  </a:lnTo>
                  <a:lnTo>
                    <a:pt x="12694" y="42074"/>
                  </a:lnTo>
                  <a:lnTo>
                    <a:pt x="13273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21987" y="2066240"/>
              <a:ext cx="7353" cy="49"/>
            </a:xfrm>
            <a:custGeom>
              <a:avLst/>
              <a:pathLst>
                <a:path w="7353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7353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32803" y="2053654"/>
              <a:ext cx="7476" cy="12634"/>
            </a:xfrm>
            <a:custGeom>
              <a:avLst/>
              <a:pathLst>
                <a:path w="7476" h="12634">
                  <a:moveTo>
                    <a:pt x="0" y="12634"/>
                  </a:moveTo>
                  <a:lnTo>
                    <a:pt x="542" y="0"/>
                  </a:lnTo>
                  <a:lnTo>
                    <a:pt x="1210" y="0"/>
                  </a:lnTo>
                  <a:lnTo>
                    <a:pt x="1878" y="0"/>
                  </a:lnTo>
                  <a:lnTo>
                    <a:pt x="2546" y="0"/>
                  </a:lnTo>
                  <a:lnTo>
                    <a:pt x="3214" y="0"/>
                  </a:lnTo>
                  <a:lnTo>
                    <a:pt x="3882" y="0"/>
                  </a:lnTo>
                  <a:lnTo>
                    <a:pt x="4550" y="0"/>
                  </a:lnTo>
                  <a:lnTo>
                    <a:pt x="5218" y="0"/>
                  </a:lnTo>
                  <a:lnTo>
                    <a:pt x="5886" y="0"/>
                  </a:lnTo>
                  <a:lnTo>
                    <a:pt x="6554" y="0"/>
                  </a:lnTo>
                  <a:lnTo>
                    <a:pt x="7222" y="9156"/>
                  </a:lnTo>
                  <a:lnTo>
                    <a:pt x="7476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47966" y="2021598"/>
              <a:ext cx="12102" cy="44691"/>
            </a:xfrm>
            <a:custGeom>
              <a:avLst/>
              <a:pathLst>
                <a:path w="12102" h="44691">
                  <a:moveTo>
                    <a:pt x="0" y="44691"/>
                  </a:moveTo>
                  <a:lnTo>
                    <a:pt x="76" y="43960"/>
                  </a:lnTo>
                  <a:lnTo>
                    <a:pt x="744" y="32056"/>
                  </a:lnTo>
                  <a:lnTo>
                    <a:pt x="1412" y="30495"/>
                  </a:lnTo>
                  <a:lnTo>
                    <a:pt x="2080" y="26023"/>
                  </a:lnTo>
                  <a:lnTo>
                    <a:pt x="2748" y="22575"/>
                  </a:lnTo>
                  <a:lnTo>
                    <a:pt x="3416" y="0"/>
                  </a:lnTo>
                  <a:lnTo>
                    <a:pt x="4084" y="0"/>
                  </a:lnTo>
                  <a:lnTo>
                    <a:pt x="4752" y="0"/>
                  </a:lnTo>
                  <a:lnTo>
                    <a:pt x="5420" y="11160"/>
                  </a:lnTo>
                  <a:lnTo>
                    <a:pt x="6088" y="22321"/>
                  </a:lnTo>
                  <a:lnTo>
                    <a:pt x="6756" y="22321"/>
                  </a:lnTo>
                  <a:lnTo>
                    <a:pt x="7424" y="22321"/>
                  </a:lnTo>
                  <a:lnTo>
                    <a:pt x="8092" y="22321"/>
                  </a:lnTo>
                  <a:lnTo>
                    <a:pt x="8760" y="22321"/>
                  </a:lnTo>
                  <a:lnTo>
                    <a:pt x="9428" y="22321"/>
                  </a:lnTo>
                  <a:lnTo>
                    <a:pt x="10096" y="30133"/>
                  </a:lnTo>
                  <a:lnTo>
                    <a:pt x="10764" y="44642"/>
                  </a:lnTo>
                  <a:lnTo>
                    <a:pt x="11432" y="44642"/>
                  </a:lnTo>
                  <a:lnTo>
                    <a:pt x="12100" y="44642"/>
                  </a:lnTo>
                  <a:lnTo>
                    <a:pt x="12102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78101" y="2021598"/>
              <a:ext cx="45995" cy="44691"/>
            </a:xfrm>
            <a:custGeom>
              <a:avLst/>
              <a:pathLst>
                <a:path w="45995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44642"/>
                  </a:lnTo>
                  <a:lnTo>
                    <a:pt x="6014" y="44642"/>
                  </a:lnTo>
                  <a:lnTo>
                    <a:pt x="6682" y="44642"/>
                  </a:lnTo>
                  <a:lnTo>
                    <a:pt x="7350" y="29017"/>
                  </a:lnTo>
                  <a:lnTo>
                    <a:pt x="8018" y="22321"/>
                  </a:lnTo>
                  <a:lnTo>
                    <a:pt x="8686" y="20088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15624"/>
                  </a:lnTo>
                  <a:lnTo>
                    <a:pt x="18038" y="22321"/>
                  </a:lnTo>
                  <a:lnTo>
                    <a:pt x="18706" y="24553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4642"/>
                  </a:lnTo>
                  <a:lnTo>
                    <a:pt x="21378" y="44642"/>
                  </a:lnTo>
                  <a:lnTo>
                    <a:pt x="22046" y="44642"/>
                  </a:lnTo>
                  <a:lnTo>
                    <a:pt x="22714" y="44642"/>
                  </a:lnTo>
                  <a:lnTo>
                    <a:pt x="23382" y="44642"/>
                  </a:lnTo>
                  <a:lnTo>
                    <a:pt x="24050" y="44642"/>
                  </a:lnTo>
                  <a:lnTo>
                    <a:pt x="24718" y="44642"/>
                  </a:lnTo>
                  <a:lnTo>
                    <a:pt x="25386" y="44642"/>
                  </a:lnTo>
                  <a:lnTo>
                    <a:pt x="26054" y="44642"/>
                  </a:lnTo>
                  <a:lnTo>
                    <a:pt x="26722" y="44642"/>
                  </a:lnTo>
                  <a:lnTo>
                    <a:pt x="27390" y="44642"/>
                  </a:lnTo>
                  <a:lnTo>
                    <a:pt x="28059" y="44642"/>
                  </a:lnTo>
                  <a:lnTo>
                    <a:pt x="28727" y="44642"/>
                  </a:lnTo>
                  <a:lnTo>
                    <a:pt x="29395" y="44642"/>
                  </a:lnTo>
                  <a:lnTo>
                    <a:pt x="30063" y="44642"/>
                  </a:lnTo>
                  <a:lnTo>
                    <a:pt x="30731" y="44642"/>
                  </a:lnTo>
                  <a:lnTo>
                    <a:pt x="31399" y="44642"/>
                  </a:lnTo>
                  <a:lnTo>
                    <a:pt x="32067" y="44642"/>
                  </a:lnTo>
                  <a:lnTo>
                    <a:pt x="32735" y="44642"/>
                  </a:lnTo>
                  <a:lnTo>
                    <a:pt x="33403" y="27901"/>
                  </a:lnTo>
                  <a:lnTo>
                    <a:pt x="34071" y="12276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6075" y="0"/>
                  </a:lnTo>
                  <a:lnTo>
                    <a:pt x="36743" y="0"/>
                  </a:lnTo>
                  <a:lnTo>
                    <a:pt x="37411" y="0"/>
                  </a:lnTo>
                  <a:lnTo>
                    <a:pt x="38079" y="0"/>
                  </a:lnTo>
                  <a:lnTo>
                    <a:pt x="38747" y="0"/>
                  </a:lnTo>
                  <a:lnTo>
                    <a:pt x="39415" y="0"/>
                  </a:lnTo>
                  <a:lnTo>
                    <a:pt x="40083" y="0"/>
                  </a:lnTo>
                  <a:lnTo>
                    <a:pt x="40751" y="0"/>
                  </a:lnTo>
                  <a:lnTo>
                    <a:pt x="41419" y="0"/>
                  </a:lnTo>
                  <a:lnTo>
                    <a:pt x="42087" y="0"/>
                  </a:lnTo>
                  <a:lnTo>
                    <a:pt x="42755" y="0"/>
                  </a:lnTo>
                  <a:lnTo>
                    <a:pt x="43423" y="16740"/>
                  </a:lnTo>
                  <a:lnTo>
                    <a:pt x="44091" y="43452"/>
                  </a:lnTo>
                  <a:lnTo>
                    <a:pt x="44759" y="37550"/>
                  </a:lnTo>
                  <a:lnTo>
                    <a:pt x="45427" y="32056"/>
                  </a:lnTo>
                  <a:lnTo>
                    <a:pt x="45995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935552" y="2021598"/>
              <a:ext cx="19376" cy="44691"/>
            </a:xfrm>
            <a:custGeom>
              <a:avLst/>
              <a:pathLst>
                <a:path w="19376" h="44691">
                  <a:moveTo>
                    <a:pt x="0" y="44691"/>
                  </a:moveTo>
                  <a:lnTo>
                    <a:pt x="1" y="44642"/>
                  </a:lnTo>
                  <a:lnTo>
                    <a:pt x="669" y="31249"/>
                  </a:lnTo>
                  <a:lnTo>
                    <a:pt x="1337" y="22321"/>
                  </a:lnTo>
                  <a:lnTo>
                    <a:pt x="2006" y="14508"/>
                  </a:lnTo>
                  <a:lnTo>
                    <a:pt x="2674" y="0"/>
                  </a:lnTo>
                  <a:lnTo>
                    <a:pt x="3342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13392"/>
                  </a:lnTo>
                  <a:lnTo>
                    <a:pt x="11358" y="22321"/>
                  </a:lnTo>
                  <a:lnTo>
                    <a:pt x="12026" y="30133"/>
                  </a:lnTo>
                  <a:lnTo>
                    <a:pt x="12694" y="44642"/>
                  </a:lnTo>
                  <a:lnTo>
                    <a:pt x="13362" y="44642"/>
                  </a:lnTo>
                  <a:lnTo>
                    <a:pt x="14030" y="44642"/>
                  </a:lnTo>
                  <a:lnTo>
                    <a:pt x="14698" y="44642"/>
                  </a:lnTo>
                  <a:lnTo>
                    <a:pt x="15366" y="44642"/>
                  </a:lnTo>
                  <a:lnTo>
                    <a:pt x="16034" y="44642"/>
                  </a:lnTo>
                  <a:lnTo>
                    <a:pt x="16702" y="44642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19376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966281" y="2066240"/>
              <a:ext cx="15368" cy="49"/>
            </a:xfrm>
            <a:custGeom>
              <a:avLst/>
              <a:pathLst>
                <a:path w="15368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5" y="0"/>
                  </a:lnTo>
                  <a:lnTo>
                    <a:pt x="6013" y="0"/>
                  </a:lnTo>
                  <a:lnTo>
                    <a:pt x="6681" y="0"/>
                  </a:lnTo>
                  <a:lnTo>
                    <a:pt x="7349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5368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995674" y="2043919"/>
              <a:ext cx="23871" cy="22370"/>
            </a:xfrm>
            <a:custGeom>
              <a:avLst/>
              <a:pathLst>
                <a:path w="23871" h="22370">
                  <a:moveTo>
                    <a:pt x="0" y="22370"/>
                  </a:moveTo>
                  <a:lnTo>
                    <a:pt x="1" y="22321"/>
                  </a:lnTo>
                  <a:lnTo>
                    <a:pt x="669" y="22321"/>
                  </a:lnTo>
                  <a:lnTo>
                    <a:pt x="1337" y="22321"/>
                  </a:lnTo>
                  <a:lnTo>
                    <a:pt x="2005" y="22321"/>
                  </a:lnTo>
                  <a:lnTo>
                    <a:pt x="2673" y="22321"/>
                  </a:lnTo>
                  <a:lnTo>
                    <a:pt x="3341" y="22321"/>
                  </a:lnTo>
                  <a:lnTo>
                    <a:pt x="4010" y="22321"/>
                  </a:lnTo>
                  <a:lnTo>
                    <a:pt x="4678" y="22321"/>
                  </a:lnTo>
                  <a:lnTo>
                    <a:pt x="5346" y="22321"/>
                  </a:lnTo>
                  <a:lnTo>
                    <a:pt x="6014" y="22321"/>
                  </a:lnTo>
                  <a:lnTo>
                    <a:pt x="6682" y="22321"/>
                  </a:lnTo>
                  <a:lnTo>
                    <a:pt x="7350" y="22321"/>
                  </a:lnTo>
                  <a:lnTo>
                    <a:pt x="8018" y="22321"/>
                  </a:lnTo>
                  <a:lnTo>
                    <a:pt x="8686" y="22321"/>
                  </a:lnTo>
                  <a:lnTo>
                    <a:pt x="9354" y="22321"/>
                  </a:lnTo>
                  <a:lnTo>
                    <a:pt x="10022" y="22321"/>
                  </a:lnTo>
                  <a:lnTo>
                    <a:pt x="10690" y="22321"/>
                  </a:lnTo>
                  <a:lnTo>
                    <a:pt x="11358" y="22321"/>
                  </a:lnTo>
                  <a:lnTo>
                    <a:pt x="12026" y="22321"/>
                  </a:lnTo>
                  <a:lnTo>
                    <a:pt x="12694" y="22321"/>
                  </a:lnTo>
                  <a:lnTo>
                    <a:pt x="13362" y="22321"/>
                  </a:lnTo>
                  <a:lnTo>
                    <a:pt x="14030" y="22321"/>
                  </a:lnTo>
                  <a:lnTo>
                    <a:pt x="14698" y="22321"/>
                  </a:lnTo>
                  <a:lnTo>
                    <a:pt x="15366" y="22321"/>
                  </a:lnTo>
                  <a:lnTo>
                    <a:pt x="16034" y="22321"/>
                  </a:lnTo>
                  <a:lnTo>
                    <a:pt x="16702" y="22321"/>
                  </a:lnTo>
                  <a:lnTo>
                    <a:pt x="17370" y="22321"/>
                  </a:lnTo>
                  <a:lnTo>
                    <a:pt x="18038" y="22321"/>
                  </a:lnTo>
                  <a:lnTo>
                    <a:pt x="18706" y="22321"/>
                  </a:lnTo>
                  <a:lnTo>
                    <a:pt x="19374" y="21204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21279"/>
                  </a:lnTo>
                  <a:lnTo>
                    <a:pt x="23871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019765" y="2053654"/>
              <a:ext cx="5753" cy="12634"/>
            </a:xfrm>
            <a:custGeom>
              <a:avLst/>
              <a:pathLst>
                <a:path w="5753" h="12634">
                  <a:moveTo>
                    <a:pt x="0" y="12634"/>
                  </a:moveTo>
                  <a:lnTo>
                    <a:pt x="627" y="6409"/>
                  </a:lnTo>
                  <a:lnTo>
                    <a:pt x="1295" y="0"/>
                  </a:lnTo>
                  <a:lnTo>
                    <a:pt x="1963" y="0"/>
                  </a:lnTo>
                  <a:lnTo>
                    <a:pt x="2631" y="0"/>
                  </a:lnTo>
                  <a:lnTo>
                    <a:pt x="3299" y="0"/>
                  </a:lnTo>
                  <a:lnTo>
                    <a:pt x="3967" y="0"/>
                  </a:lnTo>
                  <a:lnTo>
                    <a:pt x="4635" y="0"/>
                  </a:lnTo>
                  <a:lnTo>
                    <a:pt x="5303" y="915"/>
                  </a:lnTo>
                  <a:lnTo>
                    <a:pt x="5753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037760" y="2066240"/>
              <a:ext cx="15368" cy="49"/>
            </a:xfrm>
            <a:custGeom>
              <a:avLst/>
              <a:pathLst>
                <a:path w="15368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5368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057745" y="2039458"/>
              <a:ext cx="11834" cy="26830"/>
            </a:xfrm>
            <a:custGeom>
              <a:avLst/>
              <a:pathLst>
                <a:path w="11834" h="26830">
                  <a:moveTo>
                    <a:pt x="0" y="26830"/>
                  </a:moveTo>
                  <a:lnTo>
                    <a:pt x="57" y="25184"/>
                  </a:lnTo>
                  <a:lnTo>
                    <a:pt x="725" y="14196"/>
                  </a:lnTo>
                  <a:lnTo>
                    <a:pt x="1393" y="14196"/>
                  </a:lnTo>
                  <a:lnTo>
                    <a:pt x="2061" y="18358"/>
                  </a:lnTo>
                  <a:lnTo>
                    <a:pt x="2729" y="0"/>
                  </a:lnTo>
                  <a:lnTo>
                    <a:pt x="3397" y="1203"/>
                  </a:lnTo>
                  <a:lnTo>
                    <a:pt x="4065" y="1203"/>
                  </a:lnTo>
                  <a:lnTo>
                    <a:pt x="4733" y="16892"/>
                  </a:lnTo>
                  <a:lnTo>
                    <a:pt x="5401" y="26590"/>
                  </a:lnTo>
                  <a:lnTo>
                    <a:pt x="6069" y="17244"/>
                  </a:lnTo>
                  <a:lnTo>
                    <a:pt x="6737" y="26590"/>
                  </a:lnTo>
                  <a:lnTo>
                    <a:pt x="7405" y="19884"/>
                  </a:lnTo>
                  <a:lnTo>
                    <a:pt x="8073" y="11545"/>
                  </a:lnTo>
                  <a:lnTo>
                    <a:pt x="8741" y="9017"/>
                  </a:lnTo>
                  <a:lnTo>
                    <a:pt x="9409" y="9649"/>
                  </a:lnTo>
                  <a:lnTo>
                    <a:pt x="10077" y="14074"/>
                  </a:lnTo>
                  <a:lnTo>
                    <a:pt x="10745" y="21658"/>
                  </a:lnTo>
                  <a:lnTo>
                    <a:pt x="11413" y="21658"/>
                  </a:lnTo>
                  <a:lnTo>
                    <a:pt x="11834" y="2683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072487" y="2024711"/>
              <a:ext cx="10018" cy="41577"/>
            </a:xfrm>
            <a:custGeom>
              <a:avLst/>
              <a:pathLst>
                <a:path w="10018" h="41577">
                  <a:moveTo>
                    <a:pt x="0" y="41577"/>
                  </a:moveTo>
                  <a:lnTo>
                    <a:pt x="11" y="41337"/>
                  </a:lnTo>
                  <a:lnTo>
                    <a:pt x="679" y="24100"/>
                  </a:lnTo>
                  <a:lnTo>
                    <a:pt x="1348" y="17645"/>
                  </a:lnTo>
                  <a:lnTo>
                    <a:pt x="2016" y="0"/>
                  </a:lnTo>
                  <a:lnTo>
                    <a:pt x="2684" y="6711"/>
                  </a:lnTo>
                  <a:lnTo>
                    <a:pt x="3352" y="6966"/>
                  </a:lnTo>
                  <a:lnTo>
                    <a:pt x="4020" y="3841"/>
                  </a:lnTo>
                  <a:lnTo>
                    <a:pt x="4688" y="9562"/>
                  </a:lnTo>
                  <a:lnTo>
                    <a:pt x="5356" y="28943"/>
                  </a:lnTo>
                  <a:lnTo>
                    <a:pt x="6024" y="28943"/>
                  </a:lnTo>
                  <a:lnTo>
                    <a:pt x="6692" y="28943"/>
                  </a:lnTo>
                  <a:lnTo>
                    <a:pt x="7360" y="27382"/>
                  </a:lnTo>
                  <a:lnTo>
                    <a:pt x="8028" y="22909"/>
                  </a:lnTo>
                  <a:lnTo>
                    <a:pt x="8696" y="22909"/>
                  </a:lnTo>
                  <a:lnTo>
                    <a:pt x="9364" y="22909"/>
                  </a:lnTo>
                  <a:lnTo>
                    <a:pt x="10018" y="4157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092781" y="1996881"/>
              <a:ext cx="32913" cy="69407"/>
            </a:xfrm>
            <a:custGeom>
              <a:avLst/>
              <a:pathLst>
                <a:path w="32913" h="69407">
                  <a:moveTo>
                    <a:pt x="0" y="69407"/>
                  </a:moveTo>
                  <a:lnTo>
                    <a:pt x="426" y="59730"/>
                  </a:lnTo>
                  <a:lnTo>
                    <a:pt x="1094" y="59730"/>
                  </a:lnTo>
                  <a:lnTo>
                    <a:pt x="1762" y="59730"/>
                  </a:lnTo>
                  <a:lnTo>
                    <a:pt x="2430" y="59730"/>
                  </a:lnTo>
                  <a:lnTo>
                    <a:pt x="3098" y="59730"/>
                  </a:lnTo>
                  <a:lnTo>
                    <a:pt x="3766" y="59730"/>
                  </a:lnTo>
                  <a:lnTo>
                    <a:pt x="4434" y="58135"/>
                  </a:lnTo>
                  <a:lnTo>
                    <a:pt x="5102" y="42576"/>
                  </a:lnTo>
                  <a:lnTo>
                    <a:pt x="5770" y="42576"/>
                  </a:lnTo>
                  <a:lnTo>
                    <a:pt x="6438" y="38718"/>
                  </a:lnTo>
                  <a:lnTo>
                    <a:pt x="7106" y="33880"/>
                  </a:lnTo>
                  <a:lnTo>
                    <a:pt x="7774" y="32625"/>
                  </a:lnTo>
                  <a:lnTo>
                    <a:pt x="8442" y="48219"/>
                  </a:lnTo>
                  <a:lnTo>
                    <a:pt x="9110" y="24716"/>
                  </a:lnTo>
                  <a:lnTo>
                    <a:pt x="9778" y="25832"/>
                  </a:lnTo>
                  <a:lnTo>
                    <a:pt x="10447" y="47037"/>
                  </a:lnTo>
                  <a:lnTo>
                    <a:pt x="11115" y="47037"/>
                  </a:lnTo>
                  <a:lnTo>
                    <a:pt x="11783" y="47037"/>
                  </a:lnTo>
                  <a:lnTo>
                    <a:pt x="12451" y="47037"/>
                  </a:lnTo>
                  <a:lnTo>
                    <a:pt x="13119" y="47037"/>
                  </a:lnTo>
                  <a:lnTo>
                    <a:pt x="13787" y="47037"/>
                  </a:lnTo>
                  <a:lnTo>
                    <a:pt x="14455" y="49269"/>
                  </a:lnTo>
                  <a:lnTo>
                    <a:pt x="15123" y="69358"/>
                  </a:lnTo>
                  <a:lnTo>
                    <a:pt x="15791" y="69358"/>
                  </a:lnTo>
                  <a:lnTo>
                    <a:pt x="16459" y="69358"/>
                  </a:lnTo>
                  <a:lnTo>
                    <a:pt x="17127" y="69358"/>
                  </a:lnTo>
                  <a:lnTo>
                    <a:pt x="17795" y="69358"/>
                  </a:lnTo>
                  <a:lnTo>
                    <a:pt x="18463" y="69358"/>
                  </a:lnTo>
                  <a:lnTo>
                    <a:pt x="19131" y="69358"/>
                  </a:lnTo>
                  <a:lnTo>
                    <a:pt x="19799" y="69358"/>
                  </a:lnTo>
                  <a:lnTo>
                    <a:pt x="20467" y="50385"/>
                  </a:lnTo>
                  <a:lnTo>
                    <a:pt x="21135" y="47037"/>
                  </a:lnTo>
                  <a:lnTo>
                    <a:pt x="21803" y="47037"/>
                  </a:lnTo>
                  <a:lnTo>
                    <a:pt x="22471" y="47037"/>
                  </a:lnTo>
                  <a:lnTo>
                    <a:pt x="23139" y="47037"/>
                  </a:lnTo>
                  <a:lnTo>
                    <a:pt x="23807" y="47037"/>
                  </a:lnTo>
                  <a:lnTo>
                    <a:pt x="24475" y="47037"/>
                  </a:lnTo>
                  <a:lnTo>
                    <a:pt x="25143" y="36993"/>
                  </a:lnTo>
                  <a:lnTo>
                    <a:pt x="25811" y="24716"/>
                  </a:lnTo>
                  <a:lnTo>
                    <a:pt x="26479" y="50739"/>
                  </a:lnTo>
                  <a:lnTo>
                    <a:pt x="27147" y="47808"/>
                  </a:lnTo>
                  <a:lnTo>
                    <a:pt x="27815" y="38459"/>
                  </a:lnTo>
                  <a:lnTo>
                    <a:pt x="28483" y="38459"/>
                  </a:lnTo>
                  <a:lnTo>
                    <a:pt x="29151" y="26555"/>
                  </a:lnTo>
                  <a:lnTo>
                    <a:pt x="29819" y="0"/>
                  </a:lnTo>
                  <a:lnTo>
                    <a:pt x="30487" y="25437"/>
                  </a:lnTo>
                  <a:lnTo>
                    <a:pt x="31155" y="45087"/>
                  </a:lnTo>
                  <a:lnTo>
                    <a:pt x="31823" y="45475"/>
                  </a:lnTo>
                  <a:lnTo>
                    <a:pt x="32491" y="64235"/>
                  </a:lnTo>
                  <a:lnTo>
                    <a:pt x="32913" y="694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127585" y="2062759"/>
              <a:ext cx="720" cy="3529"/>
            </a:xfrm>
            <a:custGeom>
              <a:avLst/>
              <a:pathLst>
                <a:path w="720" h="3529">
                  <a:moveTo>
                    <a:pt x="0" y="3529"/>
                  </a:moveTo>
                  <a:lnTo>
                    <a:pt x="360" y="0"/>
                  </a:lnTo>
                  <a:lnTo>
                    <a:pt x="720" y="352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31701" y="2061749"/>
              <a:ext cx="458" cy="4539"/>
            </a:xfrm>
            <a:custGeom>
              <a:avLst/>
              <a:pathLst>
                <a:path w="458" h="4539">
                  <a:moveTo>
                    <a:pt x="0" y="4539"/>
                  </a:moveTo>
                  <a:lnTo>
                    <a:pt x="252" y="0"/>
                  </a:lnTo>
                  <a:lnTo>
                    <a:pt x="458" y="45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32918" y="1997596"/>
              <a:ext cx="10576" cy="68693"/>
            </a:xfrm>
            <a:custGeom>
              <a:avLst/>
              <a:pathLst>
                <a:path w="10576" h="68693">
                  <a:moveTo>
                    <a:pt x="0" y="68693"/>
                  </a:moveTo>
                  <a:lnTo>
                    <a:pt x="371" y="55936"/>
                  </a:lnTo>
                  <a:lnTo>
                    <a:pt x="1040" y="50880"/>
                  </a:lnTo>
                  <a:lnTo>
                    <a:pt x="1708" y="50880"/>
                  </a:lnTo>
                  <a:lnTo>
                    <a:pt x="2376" y="30414"/>
                  </a:lnTo>
                  <a:lnTo>
                    <a:pt x="3044" y="29992"/>
                  </a:lnTo>
                  <a:lnTo>
                    <a:pt x="3712" y="11165"/>
                  </a:lnTo>
                  <a:lnTo>
                    <a:pt x="4380" y="0"/>
                  </a:lnTo>
                  <a:lnTo>
                    <a:pt x="5048" y="11165"/>
                  </a:lnTo>
                  <a:lnTo>
                    <a:pt x="5716" y="11165"/>
                  </a:lnTo>
                  <a:lnTo>
                    <a:pt x="6384" y="11165"/>
                  </a:lnTo>
                  <a:lnTo>
                    <a:pt x="7052" y="11165"/>
                  </a:lnTo>
                  <a:lnTo>
                    <a:pt x="7720" y="11165"/>
                  </a:lnTo>
                  <a:lnTo>
                    <a:pt x="8388" y="11165"/>
                  </a:lnTo>
                  <a:lnTo>
                    <a:pt x="9056" y="36685"/>
                  </a:lnTo>
                  <a:lnTo>
                    <a:pt x="9724" y="46232"/>
                  </a:lnTo>
                  <a:lnTo>
                    <a:pt x="10392" y="67047"/>
                  </a:lnTo>
                  <a:lnTo>
                    <a:pt x="10576" y="686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157360" y="2039458"/>
              <a:ext cx="10273" cy="26830"/>
            </a:xfrm>
            <a:custGeom>
              <a:avLst/>
              <a:pathLst>
                <a:path w="10273" h="26830">
                  <a:moveTo>
                    <a:pt x="0" y="26830"/>
                  </a:moveTo>
                  <a:lnTo>
                    <a:pt x="646" y="8008"/>
                  </a:lnTo>
                  <a:lnTo>
                    <a:pt x="1315" y="12598"/>
                  </a:lnTo>
                  <a:lnTo>
                    <a:pt x="1983" y="0"/>
                  </a:lnTo>
                  <a:lnTo>
                    <a:pt x="2651" y="0"/>
                  </a:lnTo>
                  <a:lnTo>
                    <a:pt x="3319" y="1203"/>
                  </a:lnTo>
                  <a:lnTo>
                    <a:pt x="3987" y="1203"/>
                  </a:lnTo>
                  <a:lnTo>
                    <a:pt x="4655" y="1203"/>
                  </a:lnTo>
                  <a:lnTo>
                    <a:pt x="5323" y="1203"/>
                  </a:lnTo>
                  <a:lnTo>
                    <a:pt x="5991" y="1203"/>
                  </a:lnTo>
                  <a:lnTo>
                    <a:pt x="6659" y="1203"/>
                  </a:lnTo>
                  <a:lnTo>
                    <a:pt x="7327" y="1203"/>
                  </a:lnTo>
                  <a:lnTo>
                    <a:pt x="7995" y="1203"/>
                  </a:lnTo>
                  <a:lnTo>
                    <a:pt x="8663" y="1203"/>
                  </a:lnTo>
                  <a:lnTo>
                    <a:pt x="9331" y="9178"/>
                  </a:lnTo>
                  <a:lnTo>
                    <a:pt x="9999" y="20344"/>
                  </a:lnTo>
                  <a:lnTo>
                    <a:pt x="10273" y="2683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70698" y="1954635"/>
              <a:ext cx="22290" cy="111654"/>
            </a:xfrm>
            <a:custGeom>
              <a:avLst/>
              <a:pathLst>
                <a:path w="22290" h="111654">
                  <a:moveTo>
                    <a:pt x="0" y="111654"/>
                  </a:moveTo>
                  <a:lnTo>
                    <a:pt x="1" y="111605"/>
                  </a:lnTo>
                  <a:lnTo>
                    <a:pt x="669" y="111605"/>
                  </a:lnTo>
                  <a:lnTo>
                    <a:pt x="1337" y="111605"/>
                  </a:lnTo>
                  <a:lnTo>
                    <a:pt x="2005" y="111605"/>
                  </a:lnTo>
                  <a:lnTo>
                    <a:pt x="2673" y="111605"/>
                  </a:lnTo>
                  <a:lnTo>
                    <a:pt x="3341" y="111605"/>
                  </a:lnTo>
                  <a:lnTo>
                    <a:pt x="4009" y="111605"/>
                  </a:lnTo>
                  <a:lnTo>
                    <a:pt x="4677" y="111605"/>
                  </a:lnTo>
                  <a:lnTo>
                    <a:pt x="5345" y="111605"/>
                  </a:lnTo>
                  <a:lnTo>
                    <a:pt x="6013" y="104908"/>
                  </a:lnTo>
                  <a:lnTo>
                    <a:pt x="6681" y="72543"/>
                  </a:lnTo>
                  <a:lnTo>
                    <a:pt x="7349" y="66963"/>
                  </a:lnTo>
                  <a:lnTo>
                    <a:pt x="8018" y="66963"/>
                  </a:lnTo>
                  <a:lnTo>
                    <a:pt x="8686" y="66963"/>
                  </a:lnTo>
                  <a:lnTo>
                    <a:pt x="9354" y="66963"/>
                  </a:lnTo>
                  <a:lnTo>
                    <a:pt x="10022" y="66963"/>
                  </a:lnTo>
                  <a:lnTo>
                    <a:pt x="10690" y="64730"/>
                  </a:lnTo>
                  <a:lnTo>
                    <a:pt x="11358" y="44642"/>
                  </a:lnTo>
                  <a:lnTo>
                    <a:pt x="12026" y="10044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6696"/>
                  </a:lnTo>
                  <a:lnTo>
                    <a:pt x="16702" y="39061"/>
                  </a:lnTo>
                  <a:lnTo>
                    <a:pt x="17370" y="44642"/>
                  </a:lnTo>
                  <a:lnTo>
                    <a:pt x="18038" y="44642"/>
                  </a:lnTo>
                  <a:lnTo>
                    <a:pt x="18706" y="44642"/>
                  </a:lnTo>
                  <a:lnTo>
                    <a:pt x="19374" y="44642"/>
                  </a:lnTo>
                  <a:lnTo>
                    <a:pt x="20042" y="44642"/>
                  </a:lnTo>
                  <a:lnTo>
                    <a:pt x="20710" y="46874"/>
                  </a:lnTo>
                  <a:lnTo>
                    <a:pt x="21378" y="66963"/>
                  </a:lnTo>
                  <a:lnTo>
                    <a:pt x="22046" y="101560"/>
                  </a:lnTo>
                  <a:lnTo>
                    <a:pt x="22290" y="1116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20528" y="2052900"/>
              <a:ext cx="4122" cy="13388"/>
            </a:xfrm>
            <a:custGeom>
              <a:avLst/>
              <a:pathLst>
                <a:path w="4122" h="13388">
                  <a:moveTo>
                    <a:pt x="0" y="13388"/>
                  </a:moveTo>
                  <a:lnTo>
                    <a:pt x="273" y="8216"/>
                  </a:lnTo>
                  <a:lnTo>
                    <a:pt x="941" y="0"/>
                  </a:lnTo>
                  <a:lnTo>
                    <a:pt x="1609" y="6952"/>
                  </a:lnTo>
                  <a:lnTo>
                    <a:pt x="2277" y="8216"/>
                  </a:lnTo>
                  <a:lnTo>
                    <a:pt x="2945" y="3089"/>
                  </a:lnTo>
                  <a:lnTo>
                    <a:pt x="3613" y="3802"/>
                  </a:lnTo>
                  <a:lnTo>
                    <a:pt x="4122" y="133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224968" y="2020482"/>
              <a:ext cx="27232" cy="45807"/>
            </a:xfrm>
            <a:custGeom>
              <a:avLst/>
              <a:pathLst>
                <a:path w="27232" h="45807">
                  <a:moveTo>
                    <a:pt x="0" y="45807"/>
                  </a:moveTo>
                  <a:lnTo>
                    <a:pt x="509" y="36130"/>
                  </a:lnTo>
                  <a:lnTo>
                    <a:pt x="1177" y="36130"/>
                  </a:lnTo>
                  <a:lnTo>
                    <a:pt x="1845" y="35047"/>
                  </a:lnTo>
                  <a:lnTo>
                    <a:pt x="2513" y="14858"/>
                  </a:lnTo>
                  <a:lnTo>
                    <a:pt x="3181" y="8071"/>
                  </a:lnTo>
                  <a:lnTo>
                    <a:pt x="3849" y="0"/>
                  </a:lnTo>
                  <a:lnTo>
                    <a:pt x="4517" y="1116"/>
                  </a:lnTo>
                  <a:lnTo>
                    <a:pt x="5185" y="1116"/>
                  </a:lnTo>
                  <a:lnTo>
                    <a:pt x="5853" y="23437"/>
                  </a:lnTo>
                  <a:lnTo>
                    <a:pt x="6521" y="37945"/>
                  </a:lnTo>
                  <a:lnTo>
                    <a:pt x="7189" y="45758"/>
                  </a:lnTo>
                  <a:lnTo>
                    <a:pt x="7858" y="45758"/>
                  </a:lnTo>
                  <a:lnTo>
                    <a:pt x="8526" y="45758"/>
                  </a:lnTo>
                  <a:lnTo>
                    <a:pt x="9194" y="45758"/>
                  </a:lnTo>
                  <a:lnTo>
                    <a:pt x="9862" y="45758"/>
                  </a:lnTo>
                  <a:lnTo>
                    <a:pt x="10530" y="45758"/>
                  </a:lnTo>
                  <a:lnTo>
                    <a:pt x="11198" y="45758"/>
                  </a:lnTo>
                  <a:lnTo>
                    <a:pt x="11866" y="45758"/>
                  </a:lnTo>
                  <a:lnTo>
                    <a:pt x="12534" y="45758"/>
                  </a:lnTo>
                  <a:lnTo>
                    <a:pt x="13202" y="45758"/>
                  </a:lnTo>
                  <a:lnTo>
                    <a:pt x="13870" y="45758"/>
                  </a:lnTo>
                  <a:lnTo>
                    <a:pt x="14538" y="45758"/>
                  </a:lnTo>
                  <a:lnTo>
                    <a:pt x="15206" y="45758"/>
                  </a:lnTo>
                  <a:lnTo>
                    <a:pt x="15874" y="45758"/>
                  </a:lnTo>
                  <a:lnTo>
                    <a:pt x="16542" y="45758"/>
                  </a:lnTo>
                  <a:lnTo>
                    <a:pt x="17210" y="45758"/>
                  </a:lnTo>
                  <a:lnTo>
                    <a:pt x="17878" y="45758"/>
                  </a:lnTo>
                  <a:lnTo>
                    <a:pt x="18546" y="45758"/>
                  </a:lnTo>
                  <a:lnTo>
                    <a:pt x="19214" y="45758"/>
                  </a:lnTo>
                  <a:lnTo>
                    <a:pt x="19882" y="45758"/>
                  </a:lnTo>
                  <a:lnTo>
                    <a:pt x="20550" y="45758"/>
                  </a:lnTo>
                  <a:lnTo>
                    <a:pt x="21218" y="45758"/>
                  </a:lnTo>
                  <a:lnTo>
                    <a:pt x="21886" y="45758"/>
                  </a:lnTo>
                  <a:lnTo>
                    <a:pt x="22554" y="45758"/>
                  </a:lnTo>
                  <a:lnTo>
                    <a:pt x="23222" y="45758"/>
                  </a:lnTo>
                  <a:lnTo>
                    <a:pt x="23890" y="45758"/>
                  </a:lnTo>
                  <a:lnTo>
                    <a:pt x="24558" y="45758"/>
                  </a:lnTo>
                  <a:lnTo>
                    <a:pt x="25226" y="45758"/>
                  </a:lnTo>
                  <a:lnTo>
                    <a:pt x="25894" y="45758"/>
                  </a:lnTo>
                  <a:lnTo>
                    <a:pt x="26562" y="45758"/>
                  </a:lnTo>
                  <a:lnTo>
                    <a:pt x="27230" y="45758"/>
                  </a:lnTo>
                  <a:lnTo>
                    <a:pt x="27232" y="458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257536" y="1944959"/>
              <a:ext cx="15691" cy="121329"/>
            </a:xfrm>
            <a:custGeom>
              <a:avLst/>
              <a:pathLst>
                <a:path w="15691" h="121329">
                  <a:moveTo>
                    <a:pt x="0" y="121329"/>
                  </a:moveTo>
                  <a:lnTo>
                    <a:pt x="6" y="121068"/>
                  </a:lnTo>
                  <a:lnTo>
                    <a:pt x="674" y="111743"/>
                  </a:lnTo>
                  <a:lnTo>
                    <a:pt x="1342" y="111743"/>
                  </a:lnTo>
                  <a:lnTo>
                    <a:pt x="2010" y="108874"/>
                  </a:lnTo>
                  <a:lnTo>
                    <a:pt x="2678" y="87354"/>
                  </a:lnTo>
                  <a:lnTo>
                    <a:pt x="3346" y="83050"/>
                  </a:lnTo>
                  <a:lnTo>
                    <a:pt x="4014" y="83050"/>
                  </a:lnTo>
                  <a:lnTo>
                    <a:pt x="4682" y="78029"/>
                  </a:lnTo>
                  <a:lnTo>
                    <a:pt x="5350" y="57460"/>
                  </a:lnTo>
                  <a:lnTo>
                    <a:pt x="6018" y="15950"/>
                  </a:lnTo>
                  <a:lnTo>
                    <a:pt x="6686" y="0"/>
                  </a:lnTo>
                  <a:lnTo>
                    <a:pt x="7354" y="11734"/>
                  </a:lnTo>
                  <a:lnTo>
                    <a:pt x="8022" y="8357"/>
                  </a:lnTo>
                  <a:lnTo>
                    <a:pt x="8690" y="14145"/>
                  </a:lnTo>
                  <a:lnTo>
                    <a:pt x="9359" y="16585"/>
                  </a:lnTo>
                  <a:lnTo>
                    <a:pt x="10027" y="23535"/>
                  </a:lnTo>
                  <a:lnTo>
                    <a:pt x="10695" y="35439"/>
                  </a:lnTo>
                  <a:lnTo>
                    <a:pt x="11363" y="35439"/>
                  </a:lnTo>
                  <a:lnTo>
                    <a:pt x="12031" y="39102"/>
                  </a:lnTo>
                  <a:lnTo>
                    <a:pt x="12699" y="66573"/>
                  </a:lnTo>
                  <a:lnTo>
                    <a:pt x="13367" y="72067"/>
                  </a:lnTo>
                  <a:lnTo>
                    <a:pt x="14035" y="72067"/>
                  </a:lnTo>
                  <a:lnTo>
                    <a:pt x="14703" y="78477"/>
                  </a:lnTo>
                  <a:lnTo>
                    <a:pt x="15371" y="104116"/>
                  </a:lnTo>
                  <a:lnTo>
                    <a:pt x="15691" y="12132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287036" y="2053654"/>
              <a:ext cx="2536" cy="12634"/>
            </a:xfrm>
            <a:custGeom>
              <a:avLst/>
              <a:pathLst>
                <a:path w="2536" h="12634">
                  <a:moveTo>
                    <a:pt x="0" y="12634"/>
                  </a:moveTo>
                  <a:lnTo>
                    <a:pt x="568" y="0"/>
                  </a:lnTo>
                  <a:lnTo>
                    <a:pt x="1236" y="0"/>
                  </a:lnTo>
                  <a:lnTo>
                    <a:pt x="1904" y="5494"/>
                  </a:lnTo>
                  <a:lnTo>
                    <a:pt x="2536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89637" y="1932314"/>
              <a:ext cx="65439" cy="133975"/>
            </a:xfrm>
            <a:custGeom>
              <a:avLst/>
              <a:pathLst>
                <a:path w="65439" h="133975">
                  <a:moveTo>
                    <a:pt x="0" y="133975"/>
                  </a:moveTo>
                  <a:lnTo>
                    <a:pt x="639" y="124997"/>
                  </a:lnTo>
                  <a:lnTo>
                    <a:pt x="1307" y="133926"/>
                  </a:lnTo>
                  <a:lnTo>
                    <a:pt x="1975" y="133926"/>
                  </a:lnTo>
                  <a:lnTo>
                    <a:pt x="2643" y="120533"/>
                  </a:lnTo>
                  <a:lnTo>
                    <a:pt x="3311" y="111605"/>
                  </a:lnTo>
                  <a:lnTo>
                    <a:pt x="3979" y="111605"/>
                  </a:lnTo>
                  <a:lnTo>
                    <a:pt x="4647" y="111605"/>
                  </a:lnTo>
                  <a:lnTo>
                    <a:pt x="5315" y="111605"/>
                  </a:lnTo>
                  <a:lnTo>
                    <a:pt x="5983" y="111605"/>
                  </a:lnTo>
                  <a:lnTo>
                    <a:pt x="6651" y="111605"/>
                  </a:lnTo>
                  <a:lnTo>
                    <a:pt x="7319" y="109372"/>
                  </a:lnTo>
                  <a:lnTo>
                    <a:pt x="7987" y="89284"/>
                  </a:lnTo>
                  <a:lnTo>
                    <a:pt x="8655" y="89284"/>
                  </a:lnTo>
                  <a:lnTo>
                    <a:pt x="9323" y="89284"/>
                  </a:lnTo>
                  <a:lnTo>
                    <a:pt x="9991" y="89284"/>
                  </a:lnTo>
                  <a:lnTo>
                    <a:pt x="10659" y="89284"/>
                  </a:lnTo>
                  <a:lnTo>
                    <a:pt x="11327" y="89284"/>
                  </a:lnTo>
                  <a:lnTo>
                    <a:pt x="11995" y="89284"/>
                  </a:lnTo>
                  <a:lnTo>
                    <a:pt x="12663" y="102676"/>
                  </a:lnTo>
                  <a:lnTo>
                    <a:pt x="13332" y="111605"/>
                  </a:lnTo>
                  <a:lnTo>
                    <a:pt x="14000" y="111605"/>
                  </a:lnTo>
                  <a:lnTo>
                    <a:pt x="14668" y="90400"/>
                  </a:lnTo>
                  <a:lnTo>
                    <a:pt x="15336" y="89284"/>
                  </a:lnTo>
                  <a:lnTo>
                    <a:pt x="16004" y="89284"/>
                  </a:lnTo>
                  <a:lnTo>
                    <a:pt x="16672" y="89284"/>
                  </a:lnTo>
                  <a:lnTo>
                    <a:pt x="17340" y="91516"/>
                  </a:lnTo>
                  <a:lnTo>
                    <a:pt x="18008" y="111605"/>
                  </a:lnTo>
                  <a:lnTo>
                    <a:pt x="18676" y="111605"/>
                  </a:lnTo>
                  <a:lnTo>
                    <a:pt x="19344" y="99328"/>
                  </a:lnTo>
                  <a:lnTo>
                    <a:pt x="20012" y="89284"/>
                  </a:lnTo>
                  <a:lnTo>
                    <a:pt x="20680" y="89284"/>
                  </a:lnTo>
                  <a:lnTo>
                    <a:pt x="21348" y="89284"/>
                  </a:lnTo>
                  <a:lnTo>
                    <a:pt x="22016" y="89284"/>
                  </a:lnTo>
                  <a:lnTo>
                    <a:pt x="22684" y="89284"/>
                  </a:lnTo>
                  <a:lnTo>
                    <a:pt x="23352" y="89284"/>
                  </a:lnTo>
                  <a:lnTo>
                    <a:pt x="24020" y="89284"/>
                  </a:lnTo>
                  <a:lnTo>
                    <a:pt x="24688" y="110488"/>
                  </a:lnTo>
                  <a:lnTo>
                    <a:pt x="25356" y="111605"/>
                  </a:lnTo>
                  <a:lnTo>
                    <a:pt x="26024" y="111605"/>
                  </a:lnTo>
                  <a:lnTo>
                    <a:pt x="26692" y="111605"/>
                  </a:lnTo>
                  <a:lnTo>
                    <a:pt x="27360" y="111605"/>
                  </a:lnTo>
                  <a:lnTo>
                    <a:pt x="28028" y="111605"/>
                  </a:lnTo>
                  <a:lnTo>
                    <a:pt x="28696" y="111605"/>
                  </a:lnTo>
                  <a:lnTo>
                    <a:pt x="29364" y="123881"/>
                  </a:lnTo>
                  <a:lnTo>
                    <a:pt x="30032" y="133926"/>
                  </a:lnTo>
                  <a:lnTo>
                    <a:pt x="30700" y="133926"/>
                  </a:lnTo>
                  <a:lnTo>
                    <a:pt x="31368" y="133926"/>
                  </a:lnTo>
                  <a:lnTo>
                    <a:pt x="32036" y="133926"/>
                  </a:lnTo>
                  <a:lnTo>
                    <a:pt x="32704" y="133926"/>
                  </a:lnTo>
                  <a:lnTo>
                    <a:pt x="33372" y="133926"/>
                  </a:lnTo>
                  <a:lnTo>
                    <a:pt x="34040" y="133926"/>
                  </a:lnTo>
                  <a:lnTo>
                    <a:pt x="34708" y="122765"/>
                  </a:lnTo>
                  <a:lnTo>
                    <a:pt x="35376" y="111605"/>
                  </a:lnTo>
                  <a:lnTo>
                    <a:pt x="36044" y="111605"/>
                  </a:lnTo>
                  <a:lnTo>
                    <a:pt x="36712" y="111605"/>
                  </a:lnTo>
                  <a:lnTo>
                    <a:pt x="37381" y="111605"/>
                  </a:lnTo>
                  <a:lnTo>
                    <a:pt x="38049" y="111605"/>
                  </a:lnTo>
                  <a:lnTo>
                    <a:pt x="38717" y="111605"/>
                  </a:lnTo>
                  <a:lnTo>
                    <a:pt x="39385" y="111605"/>
                  </a:lnTo>
                  <a:lnTo>
                    <a:pt x="40053" y="106024"/>
                  </a:lnTo>
                  <a:lnTo>
                    <a:pt x="40721" y="89284"/>
                  </a:lnTo>
                  <a:lnTo>
                    <a:pt x="41389" y="89284"/>
                  </a:lnTo>
                  <a:lnTo>
                    <a:pt x="42057" y="89284"/>
                  </a:lnTo>
                  <a:lnTo>
                    <a:pt x="42725" y="89284"/>
                  </a:lnTo>
                  <a:lnTo>
                    <a:pt x="43393" y="71427"/>
                  </a:lnTo>
                  <a:lnTo>
                    <a:pt x="44061" y="51338"/>
                  </a:lnTo>
                  <a:lnTo>
                    <a:pt x="44729" y="55802"/>
                  </a:lnTo>
                  <a:lnTo>
                    <a:pt x="45397" y="51338"/>
                  </a:lnTo>
                  <a:lnTo>
                    <a:pt x="46065" y="44642"/>
                  </a:lnTo>
                  <a:lnTo>
                    <a:pt x="46733" y="44642"/>
                  </a:lnTo>
                  <a:lnTo>
                    <a:pt x="47401" y="44642"/>
                  </a:lnTo>
                  <a:lnTo>
                    <a:pt x="48069" y="44642"/>
                  </a:lnTo>
                  <a:lnTo>
                    <a:pt x="48737" y="44642"/>
                  </a:lnTo>
                  <a:lnTo>
                    <a:pt x="49405" y="44642"/>
                  </a:lnTo>
                  <a:lnTo>
                    <a:pt x="50073" y="41293"/>
                  </a:lnTo>
                  <a:lnTo>
                    <a:pt x="50741" y="32365"/>
                  </a:lnTo>
                  <a:lnTo>
                    <a:pt x="51409" y="13392"/>
                  </a:lnTo>
                  <a:lnTo>
                    <a:pt x="52077" y="0"/>
                  </a:lnTo>
                  <a:lnTo>
                    <a:pt x="52745" y="0"/>
                  </a:lnTo>
                  <a:lnTo>
                    <a:pt x="53413" y="17856"/>
                  </a:lnTo>
                  <a:lnTo>
                    <a:pt x="54081" y="37945"/>
                  </a:lnTo>
                  <a:lnTo>
                    <a:pt x="54749" y="44642"/>
                  </a:lnTo>
                  <a:lnTo>
                    <a:pt x="55417" y="60266"/>
                  </a:lnTo>
                  <a:lnTo>
                    <a:pt x="56085" y="66963"/>
                  </a:lnTo>
                  <a:lnTo>
                    <a:pt x="56753" y="66963"/>
                  </a:lnTo>
                  <a:lnTo>
                    <a:pt x="57421" y="66963"/>
                  </a:lnTo>
                  <a:lnTo>
                    <a:pt x="58089" y="66963"/>
                  </a:lnTo>
                  <a:lnTo>
                    <a:pt x="58757" y="66963"/>
                  </a:lnTo>
                  <a:lnTo>
                    <a:pt x="59425" y="66963"/>
                  </a:lnTo>
                  <a:lnTo>
                    <a:pt x="60093" y="75891"/>
                  </a:lnTo>
                  <a:lnTo>
                    <a:pt x="60761" y="101560"/>
                  </a:lnTo>
                  <a:lnTo>
                    <a:pt x="61429" y="120533"/>
                  </a:lnTo>
                  <a:lnTo>
                    <a:pt x="62098" y="133926"/>
                  </a:lnTo>
                  <a:lnTo>
                    <a:pt x="62766" y="133926"/>
                  </a:lnTo>
                  <a:lnTo>
                    <a:pt x="63434" y="133926"/>
                  </a:lnTo>
                  <a:lnTo>
                    <a:pt x="64102" y="133926"/>
                  </a:lnTo>
                  <a:lnTo>
                    <a:pt x="64770" y="133926"/>
                  </a:lnTo>
                  <a:lnTo>
                    <a:pt x="65438" y="133926"/>
                  </a:lnTo>
                  <a:lnTo>
                    <a:pt x="65439" y="1339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366784" y="1952934"/>
              <a:ext cx="36390" cy="113354"/>
            </a:xfrm>
            <a:custGeom>
              <a:avLst/>
              <a:pathLst>
                <a:path w="36390" h="113354">
                  <a:moveTo>
                    <a:pt x="0" y="113354"/>
                  </a:moveTo>
                  <a:lnTo>
                    <a:pt x="314" y="102880"/>
                  </a:lnTo>
                  <a:lnTo>
                    <a:pt x="983" y="87727"/>
                  </a:lnTo>
                  <a:lnTo>
                    <a:pt x="1651" y="78157"/>
                  </a:lnTo>
                  <a:lnTo>
                    <a:pt x="2319" y="58399"/>
                  </a:lnTo>
                  <a:lnTo>
                    <a:pt x="2987" y="23925"/>
                  </a:lnTo>
                  <a:lnTo>
                    <a:pt x="3655" y="0"/>
                  </a:lnTo>
                  <a:lnTo>
                    <a:pt x="4323" y="17127"/>
                  </a:lnTo>
                  <a:lnTo>
                    <a:pt x="4991" y="5496"/>
                  </a:lnTo>
                  <a:lnTo>
                    <a:pt x="5659" y="19232"/>
                  </a:lnTo>
                  <a:lnTo>
                    <a:pt x="6327" y="19232"/>
                  </a:lnTo>
                  <a:lnTo>
                    <a:pt x="6995" y="32337"/>
                  </a:lnTo>
                  <a:lnTo>
                    <a:pt x="7663" y="32969"/>
                  </a:lnTo>
                  <a:lnTo>
                    <a:pt x="8331" y="44978"/>
                  </a:lnTo>
                  <a:lnTo>
                    <a:pt x="8999" y="44978"/>
                  </a:lnTo>
                  <a:lnTo>
                    <a:pt x="9667" y="49402"/>
                  </a:lnTo>
                  <a:lnTo>
                    <a:pt x="10335" y="50034"/>
                  </a:lnTo>
                  <a:lnTo>
                    <a:pt x="11003" y="46242"/>
                  </a:lnTo>
                  <a:lnTo>
                    <a:pt x="11671" y="64022"/>
                  </a:lnTo>
                  <a:lnTo>
                    <a:pt x="12339" y="70565"/>
                  </a:lnTo>
                  <a:lnTo>
                    <a:pt x="13007" y="90790"/>
                  </a:lnTo>
                  <a:lnTo>
                    <a:pt x="13675" y="89221"/>
                  </a:lnTo>
                  <a:lnTo>
                    <a:pt x="14343" y="95541"/>
                  </a:lnTo>
                  <a:lnTo>
                    <a:pt x="15011" y="97690"/>
                  </a:lnTo>
                  <a:lnTo>
                    <a:pt x="15679" y="99702"/>
                  </a:lnTo>
                  <a:lnTo>
                    <a:pt x="16347" y="89421"/>
                  </a:lnTo>
                  <a:lnTo>
                    <a:pt x="17015" y="71776"/>
                  </a:lnTo>
                  <a:lnTo>
                    <a:pt x="17683" y="71776"/>
                  </a:lnTo>
                  <a:lnTo>
                    <a:pt x="18351" y="71776"/>
                  </a:lnTo>
                  <a:lnTo>
                    <a:pt x="19019" y="71776"/>
                  </a:lnTo>
                  <a:lnTo>
                    <a:pt x="19687" y="75764"/>
                  </a:lnTo>
                  <a:lnTo>
                    <a:pt x="20355" y="93362"/>
                  </a:lnTo>
                  <a:lnTo>
                    <a:pt x="21023" y="98888"/>
                  </a:lnTo>
                  <a:lnTo>
                    <a:pt x="21691" y="92982"/>
                  </a:lnTo>
                  <a:lnTo>
                    <a:pt x="22359" y="82055"/>
                  </a:lnTo>
                  <a:lnTo>
                    <a:pt x="23027" y="94332"/>
                  </a:lnTo>
                  <a:lnTo>
                    <a:pt x="23695" y="113305"/>
                  </a:lnTo>
                  <a:lnTo>
                    <a:pt x="24363" y="113305"/>
                  </a:lnTo>
                  <a:lnTo>
                    <a:pt x="25031" y="113305"/>
                  </a:lnTo>
                  <a:lnTo>
                    <a:pt x="25700" y="113305"/>
                  </a:lnTo>
                  <a:lnTo>
                    <a:pt x="26368" y="113305"/>
                  </a:lnTo>
                  <a:lnTo>
                    <a:pt x="27036" y="113305"/>
                  </a:lnTo>
                  <a:lnTo>
                    <a:pt x="27704" y="113305"/>
                  </a:lnTo>
                  <a:lnTo>
                    <a:pt x="28372" y="113305"/>
                  </a:lnTo>
                  <a:lnTo>
                    <a:pt x="29040" y="113305"/>
                  </a:lnTo>
                  <a:lnTo>
                    <a:pt x="29708" y="113305"/>
                  </a:lnTo>
                  <a:lnTo>
                    <a:pt x="30376" y="113305"/>
                  </a:lnTo>
                  <a:lnTo>
                    <a:pt x="31044" y="113305"/>
                  </a:lnTo>
                  <a:lnTo>
                    <a:pt x="31712" y="113305"/>
                  </a:lnTo>
                  <a:lnTo>
                    <a:pt x="32380" y="113305"/>
                  </a:lnTo>
                  <a:lnTo>
                    <a:pt x="33048" y="113305"/>
                  </a:lnTo>
                  <a:lnTo>
                    <a:pt x="33716" y="113305"/>
                  </a:lnTo>
                  <a:lnTo>
                    <a:pt x="34384" y="113305"/>
                  </a:lnTo>
                  <a:lnTo>
                    <a:pt x="35052" y="113305"/>
                  </a:lnTo>
                  <a:lnTo>
                    <a:pt x="35720" y="113305"/>
                  </a:lnTo>
                  <a:lnTo>
                    <a:pt x="36388" y="113305"/>
                  </a:lnTo>
                  <a:lnTo>
                    <a:pt x="36390" y="1133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415863" y="2021598"/>
              <a:ext cx="6484" cy="44691"/>
            </a:xfrm>
            <a:custGeom>
              <a:avLst/>
              <a:pathLst>
                <a:path w="6484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6" y="44642"/>
                  </a:lnTo>
                  <a:lnTo>
                    <a:pt x="2674" y="44642"/>
                  </a:lnTo>
                  <a:lnTo>
                    <a:pt x="3342" y="44642"/>
                  </a:lnTo>
                  <a:lnTo>
                    <a:pt x="4010" y="33481"/>
                  </a:lnTo>
                  <a:lnTo>
                    <a:pt x="4678" y="15624"/>
                  </a:lnTo>
                  <a:lnTo>
                    <a:pt x="5346" y="0"/>
                  </a:lnTo>
                  <a:lnTo>
                    <a:pt x="6014" y="32056"/>
                  </a:lnTo>
                  <a:lnTo>
                    <a:pt x="6484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433232" y="2018250"/>
              <a:ext cx="24508" cy="48039"/>
            </a:xfrm>
            <a:custGeom>
              <a:avLst/>
              <a:pathLst>
                <a:path w="24508" h="48039">
                  <a:moveTo>
                    <a:pt x="0" y="48039"/>
                  </a:moveTo>
                  <a:lnTo>
                    <a:pt x="1" y="47990"/>
                  </a:lnTo>
                  <a:lnTo>
                    <a:pt x="669" y="47990"/>
                  </a:lnTo>
                  <a:lnTo>
                    <a:pt x="1337" y="47990"/>
                  </a:lnTo>
                  <a:lnTo>
                    <a:pt x="2005" y="47990"/>
                  </a:lnTo>
                  <a:lnTo>
                    <a:pt x="2673" y="47990"/>
                  </a:lnTo>
                  <a:lnTo>
                    <a:pt x="3341" y="47990"/>
                  </a:lnTo>
                  <a:lnTo>
                    <a:pt x="4009" y="47990"/>
                  </a:lnTo>
                  <a:lnTo>
                    <a:pt x="4677" y="47990"/>
                  </a:lnTo>
                  <a:lnTo>
                    <a:pt x="5346" y="47990"/>
                  </a:lnTo>
                  <a:lnTo>
                    <a:pt x="6014" y="47990"/>
                  </a:lnTo>
                  <a:lnTo>
                    <a:pt x="6682" y="47990"/>
                  </a:lnTo>
                  <a:lnTo>
                    <a:pt x="7350" y="47990"/>
                  </a:lnTo>
                  <a:lnTo>
                    <a:pt x="8018" y="47990"/>
                  </a:lnTo>
                  <a:lnTo>
                    <a:pt x="8686" y="47990"/>
                  </a:lnTo>
                  <a:lnTo>
                    <a:pt x="9354" y="47990"/>
                  </a:lnTo>
                  <a:lnTo>
                    <a:pt x="10022" y="47990"/>
                  </a:lnTo>
                  <a:lnTo>
                    <a:pt x="10690" y="47990"/>
                  </a:lnTo>
                  <a:lnTo>
                    <a:pt x="11358" y="47990"/>
                  </a:lnTo>
                  <a:lnTo>
                    <a:pt x="12026" y="47990"/>
                  </a:lnTo>
                  <a:lnTo>
                    <a:pt x="12694" y="47990"/>
                  </a:lnTo>
                  <a:lnTo>
                    <a:pt x="13362" y="47990"/>
                  </a:lnTo>
                  <a:lnTo>
                    <a:pt x="14030" y="47990"/>
                  </a:lnTo>
                  <a:lnTo>
                    <a:pt x="14698" y="47990"/>
                  </a:lnTo>
                  <a:lnTo>
                    <a:pt x="15366" y="34597"/>
                  </a:lnTo>
                  <a:lnTo>
                    <a:pt x="16034" y="25669"/>
                  </a:lnTo>
                  <a:lnTo>
                    <a:pt x="16702" y="25669"/>
                  </a:lnTo>
                  <a:lnTo>
                    <a:pt x="17370" y="4464"/>
                  </a:lnTo>
                  <a:lnTo>
                    <a:pt x="18038" y="3348"/>
                  </a:lnTo>
                  <a:lnTo>
                    <a:pt x="18706" y="3348"/>
                  </a:lnTo>
                  <a:lnTo>
                    <a:pt x="19374" y="3348"/>
                  </a:lnTo>
                  <a:lnTo>
                    <a:pt x="20042" y="3348"/>
                  </a:lnTo>
                  <a:lnTo>
                    <a:pt x="20710" y="0"/>
                  </a:lnTo>
                  <a:lnTo>
                    <a:pt x="21378" y="8385"/>
                  </a:lnTo>
                  <a:lnTo>
                    <a:pt x="22046" y="10303"/>
                  </a:lnTo>
                  <a:lnTo>
                    <a:pt x="22714" y="37279"/>
                  </a:lnTo>
                  <a:lnTo>
                    <a:pt x="23382" y="37279"/>
                  </a:lnTo>
                  <a:lnTo>
                    <a:pt x="24050" y="38362"/>
                  </a:lnTo>
                  <a:lnTo>
                    <a:pt x="24508" y="4803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461696" y="1933430"/>
              <a:ext cx="38993" cy="132858"/>
            </a:xfrm>
            <a:custGeom>
              <a:avLst/>
              <a:pathLst>
                <a:path w="38993" h="132858">
                  <a:moveTo>
                    <a:pt x="0" y="132858"/>
                  </a:moveTo>
                  <a:lnTo>
                    <a:pt x="262" y="123272"/>
                  </a:lnTo>
                  <a:lnTo>
                    <a:pt x="930" y="108926"/>
                  </a:lnTo>
                  <a:lnTo>
                    <a:pt x="1598" y="108926"/>
                  </a:lnTo>
                  <a:lnTo>
                    <a:pt x="2266" y="111078"/>
                  </a:lnTo>
                  <a:lnTo>
                    <a:pt x="2934" y="109258"/>
                  </a:lnTo>
                  <a:lnTo>
                    <a:pt x="3602" y="94157"/>
                  </a:lnTo>
                  <a:lnTo>
                    <a:pt x="4270" y="73886"/>
                  </a:lnTo>
                  <a:lnTo>
                    <a:pt x="4938" y="69256"/>
                  </a:lnTo>
                  <a:lnTo>
                    <a:pt x="5606" y="44627"/>
                  </a:lnTo>
                  <a:lnTo>
                    <a:pt x="6274" y="37918"/>
                  </a:lnTo>
                  <a:lnTo>
                    <a:pt x="6942" y="35362"/>
                  </a:lnTo>
                  <a:lnTo>
                    <a:pt x="7610" y="0"/>
                  </a:lnTo>
                  <a:lnTo>
                    <a:pt x="8278" y="21204"/>
                  </a:lnTo>
                  <a:lnTo>
                    <a:pt x="8946" y="21204"/>
                  </a:lnTo>
                  <a:lnTo>
                    <a:pt x="9614" y="27901"/>
                  </a:lnTo>
                  <a:lnTo>
                    <a:pt x="10282" y="65846"/>
                  </a:lnTo>
                  <a:lnTo>
                    <a:pt x="10951" y="88167"/>
                  </a:lnTo>
                  <a:lnTo>
                    <a:pt x="11619" y="88167"/>
                  </a:lnTo>
                  <a:lnTo>
                    <a:pt x="12287" y="88167"/>
                  </a:lnTo>
                  <a:lnTo>
                    <a:pt x="12955" y="109372"/>
                  </a:lnTo>
                  <a:lnTo>
                    <a:pt x="13623" y="132809"/>
                  </a:lnTo>
                  <a:lnTo>
                    <a:pt x="14291" y="132809"/>
                  </a:lnTo>
                  <a:lnTo>
                    <a:pt x="14959" y="132809"/>
                  </a:lnTo>
                  <a:lnTo>
                    <a:pt x="15627" y="132809"/>
                  </a:lnTo>
                  <a:lnTo>
                    <a:pt x="16295" y="132809"/>
                  </a:lnTo>
                  <a:lnTo>
                    <a:pt x="16963" y="132809"/>
                  </a:lnTo>
                  <a:lnTo>
                    <a:pt x="17631" y="132809"/>
                  </a:lnTo>
                  <a:lnTo>
                    <a:pt x="18299" y="132809"/>
                  </a:lnTo>
                  <a:lnTo>
                    <a:pt x="18967" y="132809"/>
                  </a:lnTo>
                  <a:lnTo>
                    <a:pt x="19635" y="132809"/>
                  </a:lnTo>
                  <a:lnTo>
                    <a:pt x="20303" y="132809"/>
                  </a:lnTo>
                  <a:lnTo>
                    <a:pt x="20971" y="132809"/>
                  </a:lnTo>
                  <a:lnTo>
                    <a:pt x="21639" y="132809"/>
                  </a:lnTo>
                  <a:lnTo>
                    <a:pt x="22307" y="132809"/>
                  </a:lnTo>
                  <a:lnTo>
                    <a:pt x="22975" y="132809"/>
                  </a:lnTo>
                  <a:lnTo>
                    <a:pt x="23643" y="132809"/>
                  </a:lnTo>
                  <a:lnTo>
                    <a:pt x="24311" y="132809"/>
                  </a:lnTo>
                  <a:lnTo>
                    <a:pt x="24979" y="132809"/>
                  </a:lnTo>
                  <a:lnTo>
                    <a:pt x="25647" y="118301"/>
                  </a:lnTo>
                  <a:lnTo>
                    <a:pt x="26315" y="89284"/>
                  </a:lnTo>
                  <a:lnTo>
                    <a:pt x="26983" y="83703"/>
                  </a:lnTo>
                  <a:lnTo>
                    <a:pt x="27651" y="61382"/>
                  </a:lnTo>
                  <a:lnTo>
                    <a:pt x="28319" y="72960"/>
                  </a:lnTo>
                  <a:lnTo>
                    <a:pt x="28987" y="56986"/>
                  </a:lnTo>
                  <a:lnTo>
                    <a:pt x="29655" y="65282"/>
                  </a:lnTo>
                  <a:lnTo>
                    <a:pt x="30323" y="65282"/>
                  </a:lnTo>
                  <a:lnTo>
                    <a:pt x="30991" y="65282"/>
                  </a:lnTo>
                  <a:lnTo>
                    <a:pt x="31659" y="65282"/>
                  </a:lnTo>
                  <a:lnTo>
                    <a:pt x="32327" y="65282"/>
                  </a:lnTo>
                  <a:lnTo>
                    <a:pt x="32995" y="65282"/>
                  </a:lnTo>
                  <a:lnTo>
                    <a:pt x="33663" y="65282"/>
                  </a:lnTo>
                  <a:lnTo>
                    <a:pt x="34331" y="65282"/>
                  </a:lnTo>
                  <a:lnTo>
                    <a:pt x="34999" y="62535"/>
                  </a:lnTo>
                  <a:lnTo>
                    <a:pt x="35668" y="58873"/>
                  </a:lnTo>
                  <a:lnTo>
                    <a:pt x="36336" y="82681"/>
                  </a:lnTo>
                  <a:lnTo>
                    <a:pt x="37004" y="87259"/>
                  </a:lnTo>
                  <a:lnTo>
                    <a:pt x="37672" y="105573"/>
                  </a:lnTo>
                  <a:lnTo>
                    <a:pt x="38340" y="115144"/>
                  </a:lnTo>
                  <a:lnTo>
                    <a:pt x="38993" y="1328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500716" y="2043919"/>
              <a:ext cx="5991" cy="22370"/>
            </a:xfrm>
            <a:custGeom>
              <a:avLst/>
              <a:pathLst>
                <a:path w="5991" h="22370">
                  <a:moveTo>
                    <a:pt x="0" y="22370"/>
                  </a:moveTo>
                  <a:lnTo>
                    <a:pt x="656" y="0"/>
                  </a:lnTo>
                  <a:lnTo>
                    <a:pt x="1324" y="0"/>
                  </a:lnTo>
                  <a:lnTo>
                    <a:pt x="1992" y="0"/>
                  </a:lnTo>
                  <a:lnTo>
                    <a:pt x="2660" y="0"/>
                  </a:lnTo>
                  <a:lnTo>
                    <a:pt x="3328" y="0"/>
                  </a:lnTo>
                  <a:lnTo>
                    <a:pt x="3996" y="0"/>
                  </a:lnTo>
                  <a:lnTo>
                    <a:pt x="4664" y="0"/>
                  </a:lnTo>
                  <a:lnTo>
                    <a:pt x="5332" y="0"/>
                  </a:lnTo>
                  <a:lnTo>
                    <a:pt x="5991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518888" y="1976956"/>
              <a:ext cx="33240" cy="89333"/>
            </a:xfrm>
            <a:custGeom>
              <a:avLst/>
              <a:pathLst>
                <a:path w="33240" h="89333">
                  <a:moveTo>
                    <a:pt x="0" y="89333"/>
                  </a:moveTo>
                  <a:lnTo>
                    <a:pt x="521" y="61382"/>
                  </a:lnTo>
                  <a:lnTo>
                    <a:pt x="1189" y="44642"/>
                  </a:lnTo>
                  <a:lnTo>
                    <a:pt x="1857" y="44642"/>
                  </a:lnTo>
                  <a:lnTo>
                    <a:pt x="2525" y="44642"/>
                  </a:lnTo>
                  <a:lnTo>
                    <a:pt x="3193" y="44642"/>
                  </a:lnTo>
                  <a:lnTo>
                    <a:pt x="3861" y="44642"/>
                  </a:lnTo>
                  <a:lnTo>
                    <a:pt x="4529" y="44642"/>
                  </a:lnTo>
                  <a:lnTo>
                    <a:pt x="5197" y="44642"/>
                  </a:lnTo>
                  <a:lnTo>
                    <a:pt x="5865" y="44642"/>
                  </a:lnTo>
                  <a:lnTo>
                    <a:pt x="6533" y="44642"/>
                  </a:lnTo>
                  <a:lnTo>
                    <a:pt x="7201" y="44642"/>
                  </a:lnTo>
                  <a:lnTo>
                    <a:pt x="7869" y="44642"/>
                  </a:lnTo>
                  <a:lnTo>
                    <a:pt x="8537" y="44642"/>
                  </a:lnTo>
                  <a:lnTo>
                    <a:pt x="9205" y="44642"/>
                  </a:lnTo>
                  <a:lnTo>
                    <a:pt x="9873" y="55802"/>
                  </a:lnTo>
                  <a:lnTo>
                    <a:pt x="10541" y="72543"/>
                  </a:lnTo>
                  <a:lnTo>
                    <a:pt x="11209" y="89284"/>
                  </a:lnTo>
                  <a:lnTo>
                    <a:pt x="11877" y="89284"/>
                  </a:lnTo>
                  <a:lnTo>
                    <a:pt x="12545" y="89284"/>
                  </a:lnTo>
                  <a:lnTo>
                    <a:pt x="13213" y="89284"/>
                  </a:lnTo>
                  <a:lnTo>
                    <a:pt x="13881" y="89284"/>
                  </a:lnTo>
                  <a:lnTo>
                    <a:pt x="14549" y="89284"/>
                  </a:lnTo>
                  <a:lnTo>
                    <a:pt x="15217" y="89284"/>
                  </a:lnTo>
                  <a:lnTo>
                    <a:pt x="15885" y="89284"/>
                  </a:lnTo>
                  <a:lnTo>
                    <a:pt x="16553" y="89284"/>
                  </a:lnTo>
                  <a:lnTo>
                    <a:pt x="17221" y="89284"/>
                  </a:lnTo>
                  <a:lnTo>
                    <a:pt x="17889" y="89284"/>
                  </a:lnTo>
                  <a:lnTo>
                    <a:pt x="18557" y="89284"/>
                  </a:lnTo>
                  <a:lnTo>
                    <a:pt x="19225" y="89284"/>
                  </a:lnTo>
                  <a:lnTo>
                    <a:pt x="19893" y="89284"/>
                  </a:lnTo>
                  <a:lnTo>
                    <a:pt x="20561" y="89284"/>
                  </a:lnTo>
                  <a:lnTo>
                    <a:pt x="21229" y="89284"/>
                  </a:lnTo>
                  <a:lnTo>
                    <a:pt x="21897" y="83703"/>
                  </a:lnTo>
                  <a:lnTo>
                    <a:pt x="22565" y="45758"/>
                  </a:lnTo>
                  <a:lnTo>
                    <a:pt x="23233" y="22321"/>
                  </a:lnTo>
                  <a:lnTo>
                    <a:pt x="23901" y="22321"/>
                  </a:lnTo>
                  <a:lnTo>
                    <a:pt x="24569" y="22321"/>
                  </a:lnTo>
                  <a:lnTo>
                    <a:pt x="25238" y="22321"/>
                  </a:lnTo>
                  <a:lnTo>
                    <a:pt x="25906" y="22321"/>
                  </a:lnTo>
                  <a:lnTo>
                    <a:pt x="26574" y="4464"/>
                  </a:lnTo>
                  <a:lnTo>
                    <a:pt x="27242" y="0"/>
                  </a:lnTo>
                  <a:lnTo>
                    <a:pt x="27910" y="0"/>
                  </a:lnTo>
                  <a:lnTo>
                    <a:pt x="28578" y="0"/>
                  </a:lnTo>
                  <a:lnTo>
                    <a:pt x="29246" y="0"/>
                  </a:lnTo>
                  <a:lnTo>
                    <a:pt x="29914" y="0"/>
                  </a:lnTo>
                  <a:lnTo>
                    <a:pt x="30582" y="30398"/>
                  </a:lnTo>
                  <a:lnTo>
                    <a:pt x="31250" y="32529"/>
                  </a:lnTo>
                  <a:lnTo>
                    <a:pt x="31918" y="37296"/>
                  </a:lnTo>
                  <a:lnTo>
                    <a:pt x="32586" y="69711"/>
                  </a:lnTo>
                  <a:lnTo>
                    <a:pt x="33240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566050" y="2063673"/>
              <a:ext cx="700" cy="2616"/>
            </a:xfrm>
            <a:custGeom>
              <a:avLst/>
              <a:pathLst>
                <a:path w="700" h="2616">
                  <a:moveTo>
                    <a:pt x="0" y="2616"/>
                  </a:moveTo>
                  <a:lnTo>
                    <a:pt x="120" y="0"/>
                  </a:lnTo>
                  <a:lnTo>
                    <a:pt x="700" y="261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575440" y="2065385"/>
              <a:ext cx="168" cy="903"/>
            </a:xfrm>
            <a:custGeom>
              <a:avLst/>
              <a:pathLst>
                <a:path w="168" h="903">
                  <a:moveTo>
                    <a:pt x="0" y="903"/>
                  </a:moveTo>
                  <a:lnTo>
                    <a:pt x="84" y="0"/>
                  </a:lnTo>
                  <a:lnTo>
                    <a:pt x="168" y="9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576759" y="1980399"/>
              <a:ext cx="15258" cy="85889"/>
            </a:xfrm>
            <a:custGeom>
              <a:avLst/>
              <a:pathLst>
                <a:path w="15258" h="85889">
                  <a:moveTo>
                    <a:pt x="0" y="85889"/>
                  </a:moveTo>
                  <a:lnTo>
                    <a:pt x="100" y="84772"/>
                  </a:lnTo>
                  <a:lnTo>
                    <a:pt x="769" y="75130"/>
                  </a:lnTo>
                  <a:lnTo>
                    <a:pt x="1437" y="66643"/>
                  </a:lnTo>
                  <a:lnTo>
                    <a:pt x="2105" y="60262"/>
                  </a:lnTo>
                  <a:lnTo>
                    <a:pt x="2773" y="60262"/>
                  </a:lnTo>
                  <a:lnTo>
                    <a:pt x="3441" y="62655"/>
                  </a:lnTo>
                  <a:lnTo>
                    <a:pt x="4109" y="68701"/>
                  </a:lnTo>
                  <a:lnTo>
                    <a:pt x="4777" y="59059"/>
                  </a:lnTo>
                  <a:lnTo>
                    <a:pt x="5445" y="38744"/>
                  </a:lnTo>
                  <a:lnTo>
                    <a:pt x="6113" y="18313"/>
                  </a:lnTo>
                  <a:lnTo>
                    <a:pt x="6781" y="18313"/>
                  </a:lnTo>
                  <a:lnTo>
                    <a:pt x="7449" y="5494"/>
                  </a:lnTo>
                  <a:lnTo>
                    <a:pt x="8117" y="0"/>
                  </a:lnTo>
                  <a:lnTo>
                    <a:pt x="8785" y="15566"/>
                  </a:lnTo>
                  <a:lnTo>
                    <a:pt x="9453" y="18313"/>
                  </a:lnTo>
                  <a:lnTo>
                    <a:pt x="10121" y="17645"/>
                  </a:lnTo>
                  <a:lnTo>
                    <a:pt x="10789" y="25936"/>
                  </a:lnTo>
                  <a:lnTo>
                    <a:pt x="11457" y="40526"/>
                  </a:lnTo>
                  <a:lnTo>
                    <a:pt x="12125" y="48154"/>
                  </a:lnTo>
                  <a:lnTo>
                    <a:pt x="12793" y="54941"/>
                  </a:lnTo>
                  <a:lnTo>
                    <a:pt x="13461" y="54941"/>
                  </a:lnTo>
                  <a:lnTo>
                    <a:pt x="14129" y="62267"/>
                  </a:lnTo>
                  <a:lnTo>
                    <a:pt x="14797" y="73255"/>
                  </a:lnTo>
                  <a:lnTo>
                    <a:pt x="15258" y="8588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598869" y="1998713"/>
              <a:ext cx="11082" cy="67576"/>
            </a:xfrm>
            <a:custGeom>
              <a:avLst/>
              <a:pathLst>
                <a:path w="11082" h="67576">
                  <a:moveTo>
                    <a:pt x="0" y="67576"/>
                  </a:moveTo>
                  <a:lnTo>
                    <a:pt x="35" y="66485"/>
                  </a:lnTo>
                  <a:lnTo>
                    <a:pt x="703" y="19536"/>
                  </a:lnTo>
                  <a:lnTo>
                    <a:pt x="1371" y="564"/>
                  </a:lnTo>
                  <a:lnTo>
                    <a:pt x="2039" y="564"/>
                  </a:lnTo>
                  <a:lnTo>
                    <a:pt x="2707" y="564"/>
                  </a:lnTo>
                  <a:lnTo>
                    <a:pt x="3375" y="564"/>
                  </a:lnTo>
                  <a:lnTo>
                    <a:pt x="4043" y="564"/>
                  </a:lnTo>
                  <a:lnTo>
                    <a:pt x="4711" y="27005"/>
                  </a:lnTo>
                  <a:lnTo>
                    <a:pt x="5379" y="16492"/>
                  </a:lnTo>
                  <a:lnTo>
                    <a:pt x="6047" y="0"/>
                  </a:lnTo>
                  <a:lnTo>
                    <a:pt x="6715" y="20430"/>
                  </a:lnTo>
                  <a:lnTo>
                    <a:pt x="7383" y="24674"/>
                  </a:lnTo>
                  <a:lnTo>
                    <a:pt x="8051" y="25998"/>
                  </a:lnTo>
                  <a:lnTo>
                    <a:pt x="8719" y="25998"/>
                  </a:lnTo>
                  <a:lnTo>
                    <a:pt x="9387" y="25998"/>
                  </a:lnTo>
                  <a:lnTo>
                    <a:pt x="10055" y="41949"/>
                  </a:lnTo>
                  <a:lnTo>
                    <a:pt x="10723" y="60291"/>
                  </a:lnTo>
                  <a:lnTo>
                    <a:pt x="11082" y="6757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615727" y="2043919"/>
              <a:ext cx="11237" cy="22370"/>
            </a:xfrm>
            <a:custGeom>
              <a:avLst/>
              <a:pathLst>
                <a:path w="11237" h="22370">
                  <a:moveTo>
                    <a:pt x="0" y="22370"/>
                  </a:moveTo>
                  <a:lnTo>
                    <a:pt x="546" y="20565"/>
                  </a:lnTo>
                  <a:lnTo>
                    <a:pt x="1214" y="0"/>
                  </a:lnTo>
                  <a:lnTo>
                    <a:pt x="1882" y="0"/>
                  </a:lnTo>
                  <a:lnTo>
                    <a:pt x="2550" y="0"/>
                  </a:lnTo>
                  <a:lnTo>
                    <a:pt x="3218" y="0"/>
                  </a:lnTo>
                  <a:lnTo>
                    <a:pt x="3886" y="0"/>
                  </a:lnTo>
                  <a:lnTo>
                    <a:pt x="4554" y="0"/>
                  </a:lnTo>
                  <a:lnTo>
                    <a:pt x="5222" y="0"/>
                  </a:lnTo>
                  <a:lnTo>
                    <a:pt x="5890" y="0"/>
                  </a:lnTo>
                  <a:lnTo>
                    <a:pt x="6558" y="0"/>
                  </a:lnTo>
                  <a:lnTo>
                    <a:pt x="7227" y="0"/>
                  </a:lnTo>
                  <a:lnTo>
                    <a:pt x="7895" y="0"/>
                  </a:lnTo>
                  <a:lnTo>
                    <a:pt x="8563" y="14508"/>
                  </a:lnTo>
                  <a:lnTo>
                    <a:pt x="9231" y="22321"/>
                  </a:lnTo>
                  <a:lnTo>
                    <a:pt x="9899" y="22321"/>
                  </a:lnTo>
                  <a:lnTo>
                    <a:pt x="10567" y="22321"/>
                  </a:lnTo>
                  <a:lnTo>
                    <a:pt x="11235" y="22321"/>
                  </a:lnTo>
                  <a:lnTo>
                    <a:pt x="11237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5629392" y="1894589"/>
              <a:ext cx="14531" cy="171699"/>
            </a:xfrm>
            <a:custGeom>
              <a:avLst/>
              <a:pathLst>
                <a:path w="14531" h="171699">
                  <a:moveTo>
                    <a:pt x="0" y="171699"/>
                  </a:moveTo>
                  <a:lnTo>
                    <a:pt x="242" y="158526"/>
                  </a:lnTo>
                  <a:lnTo>
                    <a:pt x="910" y="127871"/>
                  </a:lnTo>
                  <a:lnTo>
                    <a:pt x="1578" y="95738"/>
                  </a:lnTo>
                  <a:lnTo>
                    <a:pt x="2246" y="70617"/>
                  </a:lnTo>
                  <a:lnTo>
                    <a:pt x="2914" y="62884"/>
                  </a:lnTo>
                  <a:lnTo>
                    <a:pt x="3582" y="55746"/>
                  </a:lnTo>
                  <a:lnTo>
                    <a:pt x="4250" y="37901"/>
                  </a:lnTo>
                  <a:lnTo>
                    <a:pt x="4918" y="31953"/>
                  </a:lnTo>
                  <a:lnTo>
                    <a:pt x="5586" y="31953"/>
                  </a:lnTo>
                  <a:lnTo>
                    <a:pt x="6254" y="31953"/>
                  </a:lnTo>
                  <a:lnTo>
                    <a:pt x="6922" y="31953"/>
                  </a:lnTo>
                  <a:lnTo>
                    <a:pt x="7590" y="31953"/>
                  </a:lnTo>
                  <a:lnTo>
                    <a:pt x="8258" y="39091"/>
                  </a:lnTo>
                  <a:lnTo>
                    <a:pt x="8926" y="27478"/>
                  </a:lnTo>
                  <a:lnTo>
                    <a:pt x="9594" y="0"/>
                  </a:lnTo>
                  <a:lnTo>
                    <a:pt x="10262" y="35923"/>
                  </a:lnTo>
                  <a:lnTo>
                    <a:pt x="10930" y="54357"/>
                  </a:lnTo>
                  <a:lnTo>
                    <a:pt x="11598" y="78483"/>
                  </a:lnTo>
                  <a:lnTo>
                    <a:pt x="12266" y="129196"/>
                  </a:lnTo>
                  <a:lnTo>
                    <a:pt x="12934" y="113615"/>
                  </a:lnTo>
                  <a:lnTo>
                    <a:pt x="13602" y="127008"/>
                  </a:lnTo>
                  <a:lnTo>
                    <a:pt x="14270" y="160489"/>
                  </a:lnTo>
                  <a:lnTo>
                    <a:pt x="14531" y="17169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657689" y="2066240"/>
              <a:ext cx="2007" cy="49"/>
            </a:xfrm>
            <a:custGeom>
              <a:avLst/>
              <a:pathLst>
                <a:path w="200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00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5685695" y="1976956"/>
              <a:ext cx="24662" cy="89333"/>
            </a:xfrm>
            <a:custGeom>
              <a:avLst/>
              <a:pathLst>
                <a:path w="24662" h="89333">
                  <a:moveTo>
                    <a:pt x="0" y="89333"/>
                  </a:moveTo>
                  <a:lnTo>
                    <a:pt x="53" y="88602"/>
                  </a:lnTo>
                  <a:lnTo>
                    <a:pt x="721" y="58384"/>
                  </a:lnTo>
                  <a:lnTo>
                    <a:pt x="1389" y="58384"/>
                  </a:lnTo>
                  <a:lnTo>
                    <a:pt x="2057" y="51597"/>
                  </a:lnTo>
                  <a:lnTo>
                    <a:pt x="2725" y="32326"/>
                  </a:lnTo>
                  <a:lnTo>
                    <a:pt x="3393" y="0"/>
                  </a:lnTo>
                  <a:lnTo>
                    <a:pt x="4061" y="0"/>
                  </a:lnTo>
                  <a:lnTo>
                    <a:pt x="4729" y="0"/>
                  </a:lnTo>
                  <a:lnTo>
                    <a:pt x="5397" y="0"/>
                  </a:lnTo>
                  <a:lnTo>
                    <a:pt x="6065" y="0"/>
                  </a:lnTo>
                  <a:lnTo>
                    <a:pt x="6733" y="0"/>
                  </a:lnTo>
                  <a:lnTo>
                    <a:pt x="7401" y="0"/>
                  </a:lnTo>
                  <a:lnTo>
                    <a:pt x="8069" y="0"/>
                  </a:lnTo>
                  <a:lnTo>
                    <a:pt x="8737" y="0"/>
                  </a:lnTo>
                  <a:lnTo>
                    <a:pt x="9405" y="18972"/>
                  </a:lnTo>
                  <a:lnTo>
                    <a:pt x="10073" y="30133"/>
                  </a:lnTo>
                  <a:lnTo>
                    <a:pt x="10741" y="66963"/>
                  </a:lnTo>
                  <a:lnTo>
                    <a:pt x="11409" y="66963"/>
                  </a:lnTo>
                  <a:lnTo>
                    <a:pt x="12077" y="66963"/>
                  </a:lnTo>
                  <a:lnTo>
                    <a:pt x="12745" y="87051"/>
                  </a:lnTo>
                  <a:lnTo>
                    <a:pt x="13413" y="89284"/>
                  </a:lnTo>
                  <a:lnTo>
                    <a:pt x="14081" y="89284"/>
                  </a:lnTo>
                  <a:lnTo>
                    <a:pt x="14749" y="89284"/>
                  </a:lnTo>
                  <a:lnTo>
                    <a:pt x="15417" y="89284"/>
                  </a:lnTo>
                  <a:lnTo>
                    <a:pt x="16085" y="89284"/>
                  </a:lnTo>
                  <a:lnTo>
                    <a:pt x="16753" y="89284"/>
                  </a:lnTo>
                  <a:lnTo>
                    <a:pt x="17421" y="89284"/>
                  </a:lnTo>
                  <a:lnTo>
                    <a:pt x="18090" y="89284"/>
                  </a:lnTo>
                  <a:lnTo>
                    <a:pt x="18758" y="89284"/>
                  </a:lnTo>
                  <a:lnTo>
                    <a:pt x="19426" y="89284"/>
                  </a:lnTo>
                  <a:lnTo>
                    <a:pt x="20094" y="66963"/>
                  </a:lnTo>
                  <a:lnTo>
                    <a:pt x="20762" y="66963"/>
                  </a:lnTo>
                  <a:lnTo>
                    <a:pt x="21430" y="66963"/>
                  </a:lnTo>
                  <a:lnTo>
                    <a:pt x="22098" y="66963"/>
                  </a:lnTo>
                  <a:lnTo>
                    <a:pt x="22766" y="66963"/>
                  </a:lnTo>
                  <a:lnTo>
                    <a:pt x="23434" y="66963"/>
                  </a:lnTo>
                  <a:lnTo>
                    <a:pt x="24102" y="66963"/>
                  </a:lnTo>
                  <a:lnTo>
                    <a:pt x="24662" y="89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5726496" y="1954635"/>
              <a:ext cx="35379" cy="111654"/>
            </a:xfrm>
            <a:custGeom>
              <a:avLst/>
              <a:pathLst>
                <a:path w="35379" h="111654">
                  <a:moveTo>
                    <a:pt x="0" y="111654"/>
                  </a:moveTo>
                  <a:lnTo>
                    <a:pt x="1" y="111605"/>
                  </a:lnTo>
                  <a:lnTo>
                    <a:pt x="669" y="111605"/>
                  </a:lnTo>
                  <a:lnTo>
                    <a:pt x="1337" y="111605"/>
                  </a:lnTo>
                  <a:lnTo>
                    <a:pt x="2005" y="111605"/>
                  </a:lnTo>
                  <a:lnTo>
                    <a:pt x="2673" y="95980"/>
                  </a:lnTo>
                  <a:lnTo>
                    <a:pt x="3341" y="68079"/>
                  </a:lnTo>
                  <a:lnTo>
                    <a:pt x="4009" y="66963"/>
                  </a:lnTo>
                  <a:lnTo>
                    <a:pt x="4677" y="66963"/>
                  </a:lnTo>
                  <a:lnTo>
                    <a:pt x="5345" y="66963"/>
                  </a:lnTo>
                  <a:lnTo>
                    <a:pt x="6013" y="55802"/>
                  </a:lnTo>
                  <a:lnTo>
                    <a:pt x="6681" y="44642"/>
                  </a:lnTo>
                  <a:lnTo>
                    <a:pt x="7349" y="44642"/>
                  </a:lnTo>
                  <a:lnTo>
                    <a:pt x="8018" y="44642"/>
                  </a:lnTo>
                  <a:lnTo>
                    <a:pt x="8686" y="32365"/>
                  </a:lnTo>
                  <a:lnTo>
                    <a:pt x="9354" y="22321"/>
                  </a:lnTo>
                  <a:lnTo>
                    <a:pt x="10022" y="22321"/>
                  </a:lnTo>
                  <a:lnTo>
                    <a:pt x="10690" y="22321"/>
                  </a:lnTo>
                  <a:lnTo>
                    <a:pt x="11358" y="17856"/>
                  </a:lnTo>
                  <a:lnTo>
                    <a:pt x="12026" y="0"/>
                  </a:lnTo>
                  <a:lnTo>
                    <a:pt x="12694" y="15624"/>
                  </a:lnTo>
                  <a:lnTo>
                    <a:pt x="13362" y="43526"/>
                  </a:lnTo>
                  <a:lnTo>
                    <a:pt x="14030" y="44642"/>
                  </a:lnTo>
                  <a:lnTo>
                    <a:pt x="14698" y="44642"/>
                  </a:lnTo>
                  <a:lnTo>
                    <a:pt x="15366" y="44642"/>
                  </a:lnTo>
                  <a:lnTo>
                    <a:pt x="16034" y="55802"/>
                  </a:lnTo>
                  <a:lnTo>
                    <a:pt x="16702" y="66963"/>
                  </a:lnTo>
                  <a:lnTo>
                    <a:pt x="17370" y="63614"/>
                  </a:lnTo>
                  <a:lnTo>
                    <a:pt x="18038" y="44642"/>
                  </a:lnTo>
                  <a:lnTo>
                    <a:pt x="18706" y="56918"/>
                  </a:lnTo>
                  <a:lnTo>
                    <a:pt x="19374" y="66963"/>
                  </a:lnTo>
                  <a:lnTo>
                    <a:pt x="20042" y="66963"/>
                  </a:lnTo>
                  <a:lnTo>
                    <a:pt x="20710" y="66963"/>
                  </a:lnTo>
                  <a:lnTo>
                    <a:pt x="21378" y="71427"/>
                  </a:lnTo>
                  <a:lnTo>
                    <a:pt x="22046" y="89284"/>
                  </a:lnTo>
                  <a:lnTo>
                    <a:pt x="22714" y="89284"/>
                  </a:lnTo>
                  <a:lnTo>
                    <a:pt x="23382" y="89284"/>
                  </a:lnTo>
                  <a:lnTo>
                    <a:pt x="24050" y="89284"/>
                  </a:lnTo>
                  <a:lnTo>
                    <a:pt x="24718" y="78123"/>
                  </a:lnTo>
                  <a:lnTo>
                    <a:pt x="25386" y="66963"/>
                  </a:lnTo>
                  <a:lnTo>
                    <a:pt x="26054" y="66963"/>
                  </a:lnTo>
                  <a:lnTo>
                    <a:pt x="26722" y="66963"/>
                  </a:lnTo>
                  <a:lnTo>
                    <a:pt x="27390" y="70311"/>
                  </a:lnTo>
                  <a:lnTo>
                    <a:pt x="28058" y="103065"/>
                  </a:lnTo>
                  <a:lnTo>
                    <a:pt x="28726" y="92986"/>
                  </a:lnTo>
                  <a:lnTo>
                    <a:pt x="29394" y="92986"/>
                  </a:lnTo>
                  <a:lnTo>
                    <a:pt x="30062" y="92986"/>
                  </a:lnTo>
                  <a:lnTo>
                    <a:pt x="30730" y="92986"/>
                  </a:lnTo>
                  <a:lnTo>
                    <a:pt x="31398" y="92986"/>
                  </a:lnTo>
                  <a:lnTo>
                    <a:pt x="32066" y="92986"/>
                  </a:lnTo>
                  <a:lnTo>
                    <a:pt x="32735" y="92986"/>
                  </a:lnTo>
                  <a:lnTo>
                    <a:pt x="33403" y="92986"/>
                  </a:lnTo>
                  <a:lnTo>
                    <a:pt x="34071" y="92986"/>
                  </a:lnTo>
                  <a:lnTo>
                    <a:pt x="34739" y="102520"/>
                  </a:lnTo>
                  <a:lnTo>
                    <a:pt x="35379" y="1116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5764134" y="2021598"/>
              <a:ext cx="16477" cy="44691"/>
            </a:xfrm>
            <a:custGeom>
              <a:avLst/>
              <a:pathLst>
                <a:path w="16477" h="44691">
                  <a:moveTo>
                    <a:pt x="0" y="44691"/>
                  </a:moveTo>
                  <a:lnTo>
                    <a:pt x="441" y="33650"/>
                  </a:lnTo>
                  <a:lnTo>
                    <a:pt x="1109" y="30790"/>
                  </a:lnTo>
                  <a:lnTo>
                    <a:pt x="1777" y="26023"/>
                  </a:lnTo>
                  <a:lnTo>
                    <a:pt x="2445" y="26023"/>
                  </a:lnTo>
                  <a:lnTo>
                    <a:pt x="3113" y="26023"/>
                  </a:lnTo>
                  <a:lnTo>
                    <a:pt x="3781" y="26023"/>
                  </a:lnTo>
                  <a:lnTo>
                    <a:pt x="4449" y="26023"/>
                  </a:lnTo>
                  <a:lnTo>
                    <a:pt x="5117" y="26023"/>
                  </a:lnTo>
                  <a:lnTo>
                    <a:pt x="5785" y="26023"/>
                  </a:lnTo>
                  <a:lnTo>
                    <a:pt x="6453" y="26023"/>
                  </a:lnTo>
                  <a:lnTo>
                    <a:pt x="7121" y="26023"/>
                  </a:lnTo>
                  <a:lnTo>
                    <a:pt x="7789" y="24318"/>
                  </a:lnTo>
                  <a:lnTo>
                    <a:pt x="8457" y="0"/>
                  </a:lnTo>
                  <a:lnTo>
                    <a:pt x="9125" y="0"/>
                  </a:lnTo>
                  <a:lnTo>
                    <a:pt x="9793" y="0"/>
                  </a:lnTo>
                  <a:lnTo>
                    <a:pt x="10461" y="21204"/>
                  </a:lnTo>
                  <a:lnTo>
                    <a:pt x="11129" y="39061"/>
                  </a:lnTo>
                  <a:lnTo>
                    <a:pt x="11797" y="44642"/>
                  </a:lnTo>
                  <a:lnTo>
                    <a:pt x="12465" y="44642"/>
                  </a:lnTo>
                  <a:lnTo>
                    <a:pt x="13133" y="44642"/>
                  </a:lnTo>
                  <a:lnTo>
                    <a:pt x="13801" y="44642"/>
                  </a:lnTo>
                  <a:lnTo>
                    <a:pt x="14469" y="44642"/>
                  </a:lnTo>
                  <a:lnTo>
                    <a:pt x="15137" y="44642"/>
                  </a:lnTo>
                  <a:lnTo>
                    <a:pt x="15805" y="44642"/>
                  </a:lnTo>
                  <a:lnTo>
                    <a:pt x="16473" y="44642"/>
                  </a:lnTo>
                  <a:lnTo>
                    <a:pt x="16477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781964" y="1942890"/>
              <a:ext cx="43311" cy="123398"/>
            </a:xfrm>
            <a:custGeom>
              <a:avLst/>
              <a:pathLst>
                <a:path w="43311" h="123398">
                  <a:moveTo>
                    <a:pt x="0" y="123398"/>
                  </a:moveTo>
                  <a:lnTo>
                    <a:pt x="647" y="110450"/>
                  </a:lnTo>
                  <a:lnTo>
                    <a:pt x="1316" y="92450"/>
                  </a:lnTo>
                  <a:lnTo>
                    <a:pt x="1984" y="92450"/>
                  </a:lnTo>
                  <a:lnTo>
                    <a:pt x="2652" y="92450"/>
                  </a:lnTo>
                  <a:lnTo>
                    <a:pt x="3320" y="92450"/>
                  </a:lnTo>
                  <a:lnTo>
                    <a:pt x="3988" y="82377"/>
                  </a:lnTo>
                  <a:lnTo>
                    <a:pt x="4656" y="64063"/>
                  </a:lnTo>
                  <a:lnTo>
                    <a:pt x="5324" y="55822"/>
                  </a:lnTo>
                  <a:lnTo>
                    <a:pt x="5992" y="55822"/>
                  </a:lnTo>
                  <a:lnTo>
                    <a:pt x="6660" y="55822"/>
                  </a:lnTo>
                  <a:lnTo>
                    <a:pt x="7328" y="55822"/>
                  </a:lnTo>
                  <a:lnTo>
                    <a:pt x="7996" y="40255"/>
                  </a:lnTo>
                  <a:lnTo>
                    <a:pt x="8664" y="19194"/>
                  </a:lnTo>
                  <a:lnTo>
                    <a:pt x="9332" y="8206"/>
                  </a:lnTo>
                  <a:lnTo>
                    <a:pt x="10000" y="16447"/>
                  </a:lnTo>
                  <a:lnTo>
                    <a:pt x="10668" y="0"/>
                  </a:lnTo>
                  <a:lnTo>
                    <a:pt x="11336" y="19194"/>
                  </a:lnTo>
                  <a:lnTo>
                    <a:pt x="12004" y="19194"/>
                  </a:lnTo>
                  <a:lnTo>
                    <a:pt x="12672" y="43339"/>
                  </a:lnTo>
                  <a:lnTo>
                    <a:pt x="13340" y="48355"/>
                  </a:lnTo>
                  <a:lnTo>
                    <a:pt x="14008" y="58692"/>
                  </a:lnTo>
                  <a:lnTo>
                    <a:pt x="14676" y="74643"/>
                  </a:lnTo>
                  <a:lnTo>
                    <a:pt x="15344" y="69858"/>
                  </a:lnTo>
                  <a:lnTo>
                    <a:pt x="16012" y="54705"/>
                  </a:lnTo>
                  <a:lnTo>
                    <a:pt x="16680" y="49919"/>
                  </a:lnTo>
                  <a:lnTo>
                    <a:pt x="17348" y="49919"/>
                  </a:lnTo>
                  <a:lnTo>
                    <a:pt x="18016" y="63477"/>
                  </a:lnTo>
                  <a:lnTo>
                    <a:pt x="18684" y="69060"/>
                  </a:lnTo>
                  <a:lnTo>
                    <a:pt x="19352" y="80496"/>
                  </a:lnTo>
                  <a:lnTo>
                    <a:pt x="20020" y="82907"/>
                  </a:lnTo>
                  <a:lnTo>
                    <a:pt x="20688" y="106210"/>
                  </a:lnTo>
                  <a:lnTo>
                    <a:pt x="21356" y="92450"/>
                  </a:lnTo>
                  <a:lnTo>
                    <a:pt x="22024" y="92450"/>
                  </a:lnTo>
                  <a:lnTo>
                    <a:pt x="22692" y="90694"/>
                  </a:lnTo>
                  <a:lnTo>
                    <a:pt x="23360" y="66391"/>
                  </a:lnTo>
                  <a:lnTo>
                    <a:pt x="24028" y="34065"/>
                  </a:lnTo>
                  <a:lnTo>
                    <a:pt x="24696" y="34065"/>
                  </a:lnTo>
                  <a:lnTo>
                    <a:pt x="25364" y="50806"/>
                  </a:lnTo>
                  <a:lnTo>
                    <a:pt x="26033" y="72010"/>
                  </a:lnTo>
                  <a:lnTo>
                    <a:pt x="26701" y="78707"/>
                  </a:lnTo>
                  <a:lnTo>
                    <a:pt x="27369" y="77591"/>
                  </a:lnTo>
                  <a:lnTo>
                    <a:pt x="28037" y="56386"/>
                  </a:lnTo>
                  <a:lnTo>
                    <a:pt x="28705" y="74243"/>
                  </a:lnTo>
                  <a:lnTo>
                    <a:pt x="29373" y="60850"/>
                  </a:lnTo>
                  <a:lnTo>
                    <a:pt x="30041" y="56386"/>
                  </a:lnTo>
                  <a:lnTo>
                    <a:pt x="30709" y="56386"/>
                  </a:lnTo>
                  <a:lnTo>
                    <a:pt x="31377" y="56386"/>
                  </a:lnTo>
                  <a:lnTo>
                    <a:pt x="32045" y="56386"/>
                  </a:lnTo>
                  <a:lnTo>
                    <a:pt x="32713" y="56386"/>
                  </a:lnTo>
                  <a:lnTo>
                    <a:pt x="33381" y="76475"/>
                  </a:lnTo>
                  <a:lnTo>
                    <a:pt x="34049" y="78707"/>
                  </a:lnTo>
                  <a:lnTo>
                    <a:pt x="34717" y="78707"/>
                  </a:lnTo>
                  <a:lnTo>
                    <a:pt x="35385" y="78707"/>
                  </a:lnTo>
                  <a:lnTo>
                    <a:pt x="36053" y="78707"/>
                  </a:lnTo>
                  <a:lnTo>
                    <a:pt x="36721" y="78707"/>
                  </a:lnTo>
                  <a:lnTo>
                    <a:pt x="37389" y="79823"/>
                  </a:lnTo>
                  <a:lnTo>
                    <a:pt x="38057" y="101028"/>
                  </a:lnTo>
                  <a:lnTo>
                    <a:pt x="38725" y="101028"/>
                  </a:lnTo>
                  <a:lnTo>
                    <a:pt x="39393" y="118885"/>
                  </a:lnTo>
                  <a:lnTo>
                    <a:pt x="40061" y="109956"/>
                  </a:lnTo>
                  <a:lnTo>
                    <a:pt x="40729" y="98796"/>
                  </a:lnTo>
                  <a:lnTo>
                    <a:pt x="41397" y="78707"/>
                  </a:lnTo>
                  <a:lnTo>
                    <a:pt x="42065" y="78707"/>
                  </a:lnTo>
                  <a:lnTo>
                    <a:pt x="42733" y="109203"/>
                  </a:lnTo>
                  <a:lnTo>
                    <a:pt x="43311" y="12339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836721" y="2066240"/>
              <a:ext cx="19376" cy="49"/>
            </a:xfrm>
            <a:custGeom>
              <a:avLst/>
              <a:pathLst>
                <a:path w="19376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09" y="0"/>
                  </a:lnTo>
                  <a:lnTo>
                    <a:pt x="4677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19376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864833" y="2021598"/>
              <a:ext cx="6618" cy="44691"/>
            </a:xfrm>
            <a:custGeom>
              <a:avLst/>
              <a:pathLst>
                <a:path w="6618" h="44691">
                  <a:moveTo>
                    <a:pt x="0" y="44691"/>
                  </a:moveTo>
                  <a:lnTo>
                    <a:pt x="614" y="32056"/>
                  </a:lnTo>
                  <a:lnTo>
                    <a:pt x="1282" y="32056"/>
                  </a:lnTo>
                  <a:lnTo>
                    <a:pt x="1950" y="30495"/>
                  </a:lnTo>
                  <a:lnTo>
                    <a:pt x="2618" y="26023"/>
                  </a:lnTo>
                  <a:lnTo>
                    <a:pt x="3286" y="22575"/>
                  </a:lnTo>
                  <a:lnTo>
                    <a:pt x="3954" y="0"/>
                  </a:lnTo>
                  <a:lnTo>
                    <a:pt x="4622" y="0"/>
                  </a:lnTo>
                  <a:lnTo>
                    <a:pt x="5290" y="0"/>
                  </a:lnTo>
                  <a:lnTo>
                    <a:pt x="5958" y="11160"/>
                  </a:lnTo>
                  <a:lnTo>
                    <a:pt x="6618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885486" y="2021598"/>
              <a:ext cx="15240" cy="44691"/>
            </a:xfrm>
            <a:custGeom>
              <a:avLst/>
              <a:pathLst>
                <a:path w="15240" h="44691">
                  <a:moveTo>
                    <a:pt x="0" y="44691"/>
                  </a:moveTo>
                  <a:lnTo>
                    <a:pt x="1" y="44642"/>
                  </a:lnTo>
                  <a:lnTo>
                    <a:pt x="669" y="44642"/>
                  </a:lnTo>
                  <a:lnTo>
                    <a:pt x="1337" y="44642"/>
                  </a:lnTo>
                  <a:lnTo>
                    <a:pt x="2005" y="44642"/>
                  </a:lnTo>
                  <a:lnTo>
                    <a:pt x="2673" y="44642"/>
                  </a:lnTo>
                  <a:lnTo>
                    <a:pt x="3341" y="44642"/>
                  </a:lnTo>
                  <a:lnTo>
                    <a:pt x="4010" y="44642"/>
                  </a:lnTo>
                  <a:lnTo>
                    <a:pt x="4678" y="44642"/>
                  </a:lnTo>
                  <a:lnTo>
                    <a:pt x="5346" y="25669"/>
                  </a:lnTo>
                  <a:lnTo>
                    <a:pt x="6014" y="22321"/>
                  </a:lnTo>
                  <a:lnTo>
                    <a:pt x="6682" y="6696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23503"/>
                  </a:lnTo>
                  <a:lnTo>
                    <a:pt x="11358" y="26023"/>
                  </a:lnTo>
                  <a:lnTo>
                    <a:pt x="12026" y="30495"/>
                  </a:lnTo>
                  <a:lnTo>
                    <a:pt x="12694" y="32056"/>
                  </a:lnTo>
                  <a:lnTo>
                    <a:pt x="13362" y="32056"/>
                  </a:lnTo>
                  <a:lnTo>
                    <a:pt x="14030" y="32056"/>
                  </a:lnTo>
                  <a:lnTo>
                    <a:pt x="14698" y="32056"/>
                  </a:lnTo>
                  <a:lnTo>
                    <a:pt x="15240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900996" y="2055486"/>
              <a:ext cx="1182" cy="10802"/>
            </a:xfrm>
            <a:custGeom>
              <a:avLst/>
              <a:pathLst>
                <a:path w="1182" h="10802">
                  <a:moveTo>
                    <a:pt x="0" y="10802"/>
                  </a:moveTo>
                  <a:lnTo>
                    <a:pt x="525" y="0"/>
                  </a:lnTo>
                  <a:lnTo>
                    <a:pt x="1182" y="1080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905794" y="2002625"/>
              <a:ext cx="40287" cy="63663"/>
            </a:xfrm>
            <a:custGeom>
              <a:avLst/>
              <a:pathLst>
                <a:path w="40287" h="63663">
                  <a:moveTo>
                    <a:pt x="0" y="63663"/>
                  </a:moveTo>
                  <a:lnTo>
                    <a:pt x="403" y="55021"/>
                  </a:lnTo>
                  <a:lnTo>
                    <a:pt x="1071" y="44996"/>
                  </a:lnTo>
                  <a:lnTo>
                    <a:pt x="1739" y="41548"/>
                  </a:lnTo>
                  <a:lnTo>
                    <a:pt x="2407" y="18972"/>
                  </a:lnTo>
                  <a:lnTo>
                    <a:pt x="3075" y="18972"/>
                  </a:lnTo>
                  <a:lnTo>
                    <a:pt x="3743" y="0"/>
                  </a:lnTo>
                  <a:lnTo>
                    <a:pt x="4411" y="25928"/>
                  </a:lnTo>
                  <a:lnTo>
                    <a:pt x="5079" y="25928"/>
                  </a:lnTo>
                  <a:lnTo>
                    <a:pt x="5747" y="49198"/>
                  </a:lnTo>
                  <a:lnTo>
                    <a:pt x="6415" y="34547"/>
                  </a:lnTo>
                  <a:lnTo>
                    <a:pt x="7083" y="32715"/>
                  </a:lnTo>
                  <a:lnTo>
                    <a:pt x="7751" y="25390"/>
                  </a:lnTo>
                  <a:lnTo>
                    <a:pt x="8419" y="14401"/>
                  </a:lnTo>
                  <a:lnTo>
                    <a:pt x="9087" y="14401"/>
                  </a:lnTo>
                  <a:lnTo>
                    <a:pt x="9755" y="14401"/>
                  </a:lnTo>
                  <a:lnTo>
                    <a:pt x="10423" y="27221"/>
                  </a:lnTo>
                  <a:lnTo>
                    <a:pt x="11091" y="16233"/>
                  </a:lnTo>
                  <a:lnTo>
                    <a:pt x="11759" y="36833"/>
                  </a:lnTo>
                  <a:lnTo>
                    <a:pt x="12427" y="23976"/>
                  </a:lnTo>
                  <a:lnTo>
                    <a:pt x="13095" y="22086"/>
                  </a:lnTo>
                  <a:lnTo>
                    <a:pt x="13763" y="22086"/>
                  </a:lnTo>
                  <a:lnTo>
                    <a:pt x="14431" y="20762"/>
                  </a:lnTo>
                  <a:lnTo>
                    <a:pt x="15099" y="20762"/>
                  </a:lnTo>
                  <a:lnTo>
                    <a:pt x="15767" y="10316"/>
                  </a:lnTo>
                  <a:lnTo>
                    <a:pt x="16435" y="20491"/>
                  </a:lnTo>
                  <a:lnTo>
                    <a:pt x="17103" y="16503"/>
                  </a:lnTo>
                  <a:lnTo>
                    <a:pt x="17771" y="12516"/>
                  </a:lnTo>
                  <a:lnTo>
                    <a:pt x="18439" y="22086"/>
                  </a:lnTo>
                  <a:lnTo>
                    <a:pt x="19107" y="22086"/>
                  </a:lnTo>
                  <a:lnTo>
                    <a:pt x="19775" y="22086"/>
                  </a:lnTo>
                  <a:lnTo>
                    <a:pt x="20443" y="33591"/>
                  </a:lnTo>
                  <a:lnTo>
                    <a:pt x="21111" y="20491"/>
                  </a:lnTo>
                  <a:lnTo>
                    <a:pt x="21779" y="32872"/>
                  </a:lnTo>
                  <a:lnTo>
                    <a:pt x="22448" y="18896"/>
                  </a:lnTo>
                  <a:lnTo>
                    <a:pt x="23116" y="22086"/>
                  </a:lnTo>
                  <a:lnTo>
                    <a:pt x="23784" y="35644"/>
                  </a:lnTo>
                  <a:lnTo>
                    <a:pt x="24452" y="36833"/>
                  </a:lnTo>
                  <a:lnTo>
                    <a:pt x="25120" y="36833"/>
                  </a:lnTo>
                  <a:lnTo>
                    <a:pt x="25788" y="43671"/>
                  </a:lnTo>
                  <a:lnTo>
                    <a:pt x="26456" y="32715"/>
                  </a:lnTo>
                  <a:lnTo>
                    <a:pt x="27124" y="39125"/>
                  </a:lnTo>
                  <a:lnTo>
                    <a:pt x="27792" y="51029"/>
                  </a:lnTo>
                  <a:lnTo>
                    <a:pt x="28460" y="35462"/>
                  </a:lnTo>
                  <a:lnTo>
                    <a:pt x="29128" y="14401"/>
                  </a:lnTo>
                  <a:lnTo>
                    <a:pt x="29796" y="12450"/>
                  </a:lnTo>
                  <a:lnTo>
                    <a:pt x="30464" y="14487"/>
                  </a:lnTo>
                  <a:lnTo>
                    <a:pt x="31132" y="25928"/>
                  </a:lnTo>
                  <a:lnTo>
                    <a:pt x="31800" y="6696"/>
                  </a:lnTo>
                  <a:lnTo>
                    <a:pt x="32468" y="18972"/>
                  </a:lnTo>
                  <a:lnTo>
                    <a:pt x="33136" y="18972"/>
                  </a:lnTo>
                  <a:lnTo>
                    <a:pt x="33804" y="32687"/>
                  </a:lnTo>
                  <a:lnTo>
                    <a:pt x="34472" y="25928"/>
                  </a:lnTo>
                  <a:lnTo>
                    <a:pt x="35140" y="22114"/>
                  </a:lnTo>
                  <a:lnTo>
                    <a:pt x="35808" y="14401"/>
                  </a:lnTo>
                  <a:lnTo>
                    <a:pt x="36476" y="14401"/>
                  </a:lnTo>
                  <a:lnTo>
                    <a:pt x="37144" y="14401"/>
                  </a:lnTo>
                  <a:lnTo>
                    <a:pt x="37812" y="14401"/>
                  </a:lnTo>
                  <a:lnTo>
                    <a:pt x="38480" y="29968"/>
                  </a:lnTo>
                  <a:lnTo>
                    <a:pt x="39148" y="51029"/>
                  </a:lnTo>
                  <a:lnTo>
                    <a:pt x="39816" y="51029"/>
                  </a:lnTo>
                  <a:lnTo>
                    <a:pt x="40287" y="6366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5964314" y="2045035"/>
              <a:ext cx="6506" cy="21253"/>
            </a:xfrm>
            <a:custGeom>
              <a:avLst/>
              <a:pathLst>
                <a:path w="6506" h="21253">
                  <a:moveTo>
                    <a:pt x="0" y="21253"/>
                  </a:moveTo>
                  <a:lnTo>
                    <a:pt x="1" y="21204"/>
                  </a:lnTo>
                  <a:lnTo>
                    <a:pt x="669" y="21204"/>
                  </a:lnTo>
                  <a:lnTo>
                    <a:pt x="1337" y="21204"/>
                  </a:lnTo>
                  <a:lnTo>
                    <a:pt x="2005" y="21204"/>
                  </a:lnTo>
                  <a:lnTo>
                    <a:pt x="2673" y="21204"/>
                  </a:lnTo>
                  <a:lnTo>
                    <a:pt x="3341" y="21204"/>
                  </a:lnTo>
                  <a:lnTo>
                    <a:pt x="4010" y="21204"/>
                  </a:lnTo>
                  <a:lnTo>
                    <a:pt x="4678" y="21204"/>
                  </a:lnTo>
                  <a:lnTo>
                    <a:pt x="5346" y="0"/>
                  </a:lnTo>
                  <a:lnTo>
                    <a:pt x="6014" y="6399"/>
                  </a:lnTo>
                  <a:lnTo>
                    <a:pt x="6506" y="2125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975173" y="1908974"/>
              <a:ext cx="39697" cy="157314"/>
            </a:xfrm>
            <a:custGeom>
              <a:avLst/>
              <a:pathLst>
                <a:path w="39697" h="157314">
                  <a:moveTo>
                    <a:pt x="0" y="157314"/>
                  </a:moveTo>
                  <a:lnTo>
                    <a:pt x="498" y="148431"/>
                  </a:lnTo>
                  <a:lnTo>
                    <a:pt x="1166" y="148431"/>
                  </a:lnTo>
                  <a:lnTo>
                    <a:pt x="1834" y="148431"/>
                  </a:lnTo>
                  <a:lnTo>
                    <a:pt x="2502" y="114525"/>
                  </a:lnTo>
                  <a:lnTo>
                    <a:pt x="3170" y="119272"/>
                  </a:lnTo>
                  <a:lnTo>
                    <a:pt x="3838" y="110926"/>
                  </a:lnTo>
                  <a:lnTo>
                    <a:pt x="4506" y="102024"/>
                  </a:lnTo>
                  <a:lnTo>
                    <a:pt x="5174" y="110926"/>
                  </a:lnTo>
                  <a:lnTo>
                    <a:pt x="5843" y="100844"/>
                  </a:lnTo>
                  <a:lnTo>
                    <a:pt x="6511" y="77945"/>
                  </a:lnTo>
                  <a:lnTo>
                    <a:pt x="7179" y="76603"/>
                  </a:lnTo>
                  <a:lnTo>
                    <a:pt x="7847" y="55334"/>
                  </a:lnTo>
                  <a:lnTo>
                    <a:pt x="8515" y="46705"/>
                  </a:lnTo>
                  <a:lnTo>
                    <a:pt x="9183" y="58210"/>
                  </a:lnTo>
                  <a:lnTo>
                    <a:pt x="9851" y="51935"/>
                  </a:lnTo>
                  <a:lnTo>
                    <a:pt x="10519" y="67885"/>
                  </a:lnTo>
                  <a:lnTo>
                    <a:pt x="11187" y="67885"/>
                  </a:lnTo>
                  <a:lnTo>
                    <a:pt x="11855" y="67885"/>
                  </a:lnTo>
                  <a:lnTo>
                    <a:pt x="12523" y="108788"/>
                  </a:lnTo>
                  <a:lnTo>
                    <a:pt x="13191" y="105573"/>
                  </a:lnTo>
                  <a:lnTo>
                    <a:pt x="13859" y="117627"/>
                  </a:lnTo>
                  <a:lnTo>
                    <a:pt x="14527" y="142259"/>
                  </a:lnTo>
                  <a:lnTo>
                    <a:pt x="15195" y="126366"/>
                  </a:lnTo>
                  <a:lnTo>
                    <a:pt x="15863" y="126366"/>
                  </a:lnTo>
                  <a:lnTo>
                    <a:pt x="16531" y="132775"/>
                  </a:lnTo>
                  <a:lnTo>
                    <a:pt x="17199" y="124610"/>
                  </a:lnTo>
                  <a:lnTo>
                    <a:pt x="17867" y="132013"/>
                  </a:lnTo>
                  <a:lnTo>
                    <a:pt x="18535" y="126366"/>
                  </a:lnTo>
                  <a:lnTo>
                    <a:pt x="19203" y="126366"/>
                  </a:lnTo>
                  <a:lnTo>
                    <a:pt x="19871" y="126366"/>
                  </a:lnTo>
                  <a:lnTo>
                    <a:pt x="20539" y="143081"/>
                  </a:lnTo>
                  <a:lnTo>
                    <a:pt x="21207" y="146554"/>
                  </a:lnTo>
                  <a:lnTo>
                    <a:pt x="21875" y="136911"/>
                  </a:lnTo>
                  <a:lnTo>
                    <a:pt x="22543" y="133282"/>
                  </a:lnTo>
                  <a:lnTo>
                    <a:pt x="23211" y="110154"/>
                  </a:lnTo>
                  <a:lnTo>
                    <a:pt x="23879" y="70278"/>
                  </a:lnTo>
                  <a:lnTo>
                    <a:pt x="24547" y="89850"/>
                  </a:lnTo>
                  <a:lnTo>
                    <a:pt x="25215" y="89850"/>
                  </a:lnTo>
                  <a:lnTo>
                    <a:pt x="25883" y="89850"/>
                  </a:lnTo>
                  <a:lnTo>
                    <a:pt x="26551" y="95364"/>
                  </a:lnTo>
                  <a:lnTo>
                    <a:pt x="27219" y="93445"/>
                  </a:lnTo>
                  <a:lnTo>
                    <a:pt x="27887" y="89850"/>
                  </a:lnTo>
                  <a:lnTo>
                    <a:pt x="28555" y="77455"/>
                  </a:lnTo>
                  <a:lnTo>
                    <a:pt x="29223" y="67885"/>
                  </a:lnTo>
                  <a:lnTo>
                    <a:pt x="29891" y="43959"/>
                  </a:lnTo>
                  <a:lnTo>
                    <a:pt x="30560" y="34059"/>
                  </a:lnTo>
                  <a:lnTo>
                    <a:pt x="31228" y="34059"/>
                  </a:lnTo>
                  <a:lnTo>
                    <a:pt x="31896" y="29237"/>
                  </a:lnTo>
                  <a:lnTo>
                    <a:pt x="32564" y="0"/>
                  </a:lnTo>
                  <a:lnTo>
                    <a:pt x="33232" y="41206"/>
                  </a:lnTo>
                  <a:lnTo>
                    <a:pt x="33900" y="105573"/>
                  </a:lnTo>
                  <a:lnTo>
                    <a:pt x="34568" y="98342"/>
                  </a:lnTo>
                  <a:lnTo>
                    <a:pt x="35236" y="119035"/>
                  </a:lnTo>
                  <a:lnTo>
                    <a:pt x="35904" y="130250"/>
                  </a:lnTo>
                  <a:lnTo>
                    <a:pt x="36572" y="130250"/>
                  </a:lnTo>
                  <a:lnTo>
                    <a:pt x="37240" y="140309"/>
                  </a:lnTo>
                  <a:lnTo>
                    <a:pt x="37908" y="143662"/>
                  </a:lnTo>
                  <a:lnTo>
                    <a:pt x="38576" y="148356"/>
                  </a:lnTo>
                  <a:lnTo>
                    <a:pt x="39244" y="143662"/>
                  </a:lnTo>
                  <a:lnTo>
                    <a:pt x="39697" y="1573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029457" y="2040662"/>
              <a:ext cx="7794" cy="25627"/>
            </a:xfrm>
            <a:custGeom>
              <a:avLst/>
              <a:pathLst>
                <a:path w="7794" h="25627">
                  <a:moveTo>
                    <a:pt x="0" y="25627"/>
                  </a:moveTo>
                  <a:lnTo>
                    <a:pt x="325" y="15950"/>
                  </a:lnTo>
                  <a:lnTo>
                    <a:pt x="993" y="15950"/>
                  </a:lnTo>
                  <a:lnTo>
                    <a:pt x="1661" y="17846"/>
                  </a:lnTo>
                  <a:lnTo>
                    <a:pt x="2329" y="0"/>
                  </a:lnTo>
                  <a:lnTo>
                    <a:pt x="2997" y="0"/>
                  </a:lnTo>
                  <a:lnTo>
                    <a:pt x="3665" y="0"/>
                  </a:lnTo>
                  <a:lnTo>
                    <a:pt x="4333" y="0"/>
                  </a:lnTo>
                  <a:lnTo>
                    <a:pt x="5001" y="0"/>
                  </a:lnTo>
                  <a:lnTo>
                    <a:pt x="5669" y="0"/>
                  </a:lnTo>
                  <a:lnTo>
                    <a:pt x="6337" y="15689"/>
                  </a:lnTo>
                  <a:lnTo>
                    <a:pt x="7005" y="15689"/>
                  </a:lnTo>
                  <a:lnTo>
                    <a:pt x="7673" y="24648"/>
                  </a:lnTo>
                  <a:lnTo>
                    <a:pt x="7794" y="256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038182" y="2062992"/>
              <a:ext cx="405" cy="3296"/>
            </a:xfrm>
            <a:custGeom>
              <a:avLst/>
              <a:pathLst>
                <a:path w="405" h="3296">
                  <a:moveTo>
                    <a:pt x="0" y="3296"/>
                  </a:moveTo>
                  <a:lnTo>
                    <a:pt x="284" y="0"/>
                  </a:lnTo>
                  <a:lnTo>
                    <a:pt x="405" y="32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045365" y="2040662"/>
              <a:ext cx="10446" cy="25627"/>
            </a:xfrm>
            <a:custGeom>
              <a:avLst/>
              <a:pathLst>
                <a:path w="10446" h="25627">
                  <a:moveTo>
                    <a:pt x="0" y="25627"/>
                  </a:moveTo>
                  <a:lnTo>
                    <a:pt x="450" y="15950"/>
                  </a:lnTo>
                  <a:lnTo>
                    <a:pt x="1118" y="15950"/>
                  </a:lnTo>
                  <a:lnTo>
                    <a:pt x="1786" y="2392"/>
                  </a:lnTo>
                  <a:lnTo>
                    <a:pt x="2454" y="0"/>
                  </a:lnTo>
                  <a:lnTo>
                    <a:pt x="3122" y="0"/>
                  </a:lnTo>
                  <a:lnTo>
                    <a:pt x="3790" y="0"/>
                  </a:lnTo>
                  <a:lnTo>
                    <a:pt x="4458" y="11962"/>
                  </a:lnTo>
                  <a:lnTo>
                    <a:pt x="5126" y="15950"/>
                  </a:lnTo>
                  <a:lnTo>
                    <a:pt x="5794" y="15950"/>
                  </a:lnTo>
                  <a:lnTo>
                    <a:pt x="6462" y="15950"/>
                  </a:lnTo>
                  <a:lnTo>
                    <a:pt x="7130" y="15950"/>
                  </a:lnTo>
                  <a:lnTo>
                    <a:pt x="7798" y="14867"/>
                  </a:lnTo>
                  <a:lnTo>
                    <a:pt x="8466" y="11394"/>
                  </a:lnTo>
                  <a:lnTo>
                    <a:pt x="9134" y="11394"/>
                  </a:lnTo>
                  <a:lnTo>
                    <a:pt x="9802" y="14824"/>
                  </a:lnTo>
                  <a:lnTo>
                    <a:pt x="10446" y="256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055957" y="2021598"/>
              <a:ext cx="12437" cy="44691"/>
            </a:xfrm>
            <a:custGeom>
              <a:avLst/>
              <a:pathLst>
                <a:path w="12437" h="44691">
                  <a:moveTo>
                    <a:pt x="0" y="44691"/>
                  </a:moveTo>
                  <a:lnTo>
                    <a:pt x="546" y="42886"/>
                  </a:lnTo>
                  <a:lnTo>
                    <a:pt x="1214" y="41293"/>
                  </a:lnTo>
                  <a:lnTo>
                    <a:pt x="1882" y="34597"/>
                  </a:lnTo>
                  <a:lnTo>
                    <a:pt x="2550" y="22321"/>
                  </a:lnTo>
                  <a:lnTo>
                    <a:pt x="3218" y="22321"/>
                  </a:lnTo>
                  <a:lnTo>
                    <a:pt x="3886" y="22321"/>
                  </a:lnTo>
                  <a:lnTo>
                    <a:pt x="4554" y="22321"/>
                  </a:lnTo>
                  <a:lnTo>
                    <a:pt x="5222" y="22321"/>
                  </a:lnTo>
                  <a:lnTo>
                    <a:pt x="5890" y="22321"/>
                  </a:lnTo>
                  <a:lnTo>
                    <a:pt x="6558" y="22321"/>
                  </a:lnTo>
                  <a:lnTo>
                    <a:pt x="7227" y="22321"/>
                  </a:lnTo>
                  <a:lnTo>
                    <a:pt x="7895" y="8928"/>
                  </a:lnTo>
                  <a:lnTo>
                    <a:pt x="8563" y="0"/>
                  </a:lnTo>
                  <a:lnTo>
                    <a:pt x="9231" y="0"/>
                  </a:lnTo>
                  <a:lnTo>
                    <a:pt x="9899" y="23503"/>
                  </a:lnTo>
                  <a:lnTo>
                    <a:pt x="10567" y="26023"/>
                  </a:lnTo>
                  <a:lnTo>
                    <a:pt x="11235" y="32056"/>
                  </a:lnTo>
                  <a:lnTo>
                    <a:pt x="11903" y="40298"/>
                  </a:lnTo>
                  <a:lnTo>
                    <a:pt x="12437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068581" y="1932314"/>
              <a:ext cx="50718" cy="133975"/>
            </a:xfrm>
            <a:custGeom>
              <a:avLst/>
              <a:pathLst>
                <a:path w="50718" h="133975">
                  <a:moveTo>
                    <a:pt x="0" y="133975"/>
                  </a:moveTo>
                  <a:lnTo>
                    <a:pt x="614" y="121340"/>
                  </a:lnTo>
                  <a:lnTo>
                    <a:pt x="1282" y="114015"/>
                  </a:lnTo>
                  <a:lnTo>
                    <a:pt x="1950" y="103026"/>
                  </a:lnTo>
                  <a:lnTo>
                    <a:pt x="2618" y="103026"/>
                  </a:lnTo>
                  <a:lnTo>
                    <a:pt x="3286" y="103026"/>
                  </a:lnTo>
                  <a:lnTo>
                    <a:pt x="3954" y="103026"/>
                  </a:lnTo>
                  <a:lnTo>
                    <a:pt x="4622" y="103026"/>
                  </a:lnTo>
                  <a:lnTo>
                    <a:pt x="5290" y="114015"/>
                  </a:lnTo>
                  <a:lnTo>
                    <a:pt x="5958" y="121340"/>
                  </a:lnTo>
                  <a:lnTo>
                    <a:pt x="6626" y="121340"/>
                  </a:lnTo>
                  <a:lnTo>
                    <a:pt x="7294" y="115307"/>
                  </a:lnTo>
                  <a:lnTo>
                    <a:pt x="7962" y="113602"/>
                  </a:lnTo>
                  <a:lnTo>
                    <a:pt x="8630" y="89284"/>
                  </a:lnTo>
                  <a:lnTo>
                    <a:pt x="9298" y="89284"/>
                  </a:lnTo>
                  <a:lnTo>
                    <a:pt x="9966" y="94864"/>
                  </a:lnTo>
                  <a:lnTo>
                    <a:pt x="10634" y="111605"/>
                  </a:lnTo>
                  <a:lnTo>
                    <a:pt x="11302" y="120533"/>
                  </a:lnTo>
                  <a:lnTo>
                    <a:pt x="11970" y="133926"/>
                  </a:lnTo>
                  <a:lnTo>
                    <a:pt x="12638" y="133926"/>
                  </a:lnTo>
                  <a:lnTo>
                    <a:pt x="13306" y="133926"/>
                  </a:lnTo>
                  <a:lnTo>
                    <a:pt x="13975" y="133926"/>
                  </a:lnTo>
                  <a:lnTo>
                    <a:pt x="14643" y="133926"/>
                  </a:lnTo>
                  <a:lnTo>
                    <a:pt x="15311" y="133926"/>
                  </a:lnTo>
                  <a:lnTo>
                    <a:pt x="15979" y="133926"/>
                  </a:lnTo>
                  <a:lnTo>
                    <a:pt x="16647" y="133926"/>
                  </a:lnTo>
                  <a:lnTo>
                    <a:pt x="17315" y="117185"/>
                  </a:lnTo>
                  <a:lnTo>
                    <a:pt x="17983" y="94864"/>
                  </a:lnTo>
                  <a:lnTo>
                    <a:pt x="18651" y="89284"/>
                  </a:lnTo>
                  <a:lnTo>
                    <a:pt x="19319" y="89284"/>
                  </a:lnTo>
                  <a:lnTo>
                    <a:pt x="19987" y="89284"/>
                  </a:lnTo>
                  <a:lnTo>
                    <a:pt x="20655" y="89284"/>
                  </a:lnTo>
                  <a:lnTo>
                    <a:pt x="21323" y="89284"/>
                  </a:lnTo>
                  <a:lnTo>
                    <a:pt x="21991" y="89284"/>
                  </a:lnTo>
                  <a:lnTo>
                    <a:pt x="22659" y="89284"/>
                  </a:lnTo>
                  <a:lnTo>
                    <a:pt x="23327" y="89284"/>
                  </a:lnTo>
                  <a:lnTo>
                    <a:pt x="23995" y="89284"/>
                  </a:lnTo>
                  <a:lnTo>
                    <a:pt x="24663" y="79239"/>
                  </a:lnTo>
                  <a:lnTo>
                    <a:pt x="25331" y="59150"/>
                  </a:lnTo>
                  <a:lnTo>
                    <a:pt x="25999" y="7812"/>
                  </a:lnTo>
                  <a:lnTo>
                    <a:pt x="26667" y="0"/>
                  </a:lnTo>
                  <a:lnTo>
                    <a:pt x="27335" y="3348"/>
                  </a:lnTo>
                  <a:lnTo>
                    <a:pt x="28003" y="6696"/>
                  </a:lnTo>
                  <a:lnTo>
                    <a:pt x="28671" y="0"/>
                  </a:lnTo>
                  <a:lnTo>
                    <a:pt x="29339" y="0"/>
                  </a:lnTo>
                  <a:lnTo>
                    <a:pt x="30007" y="0"/>
                  </a:lnTo>
                  <a:lnTo>
                    <a:pt x="30675" y="0"/>
                  </a:lnTo>
                  <a:lnTo>
                    <a:pt x="31343" y="0"/>
                  </a:lnTo>
                  <a:lnTo>
                    <a:pt x="32011" y="0"/>
                  </a:lnTo>
                  <a:lnTo>
                    <a:pt x="32679" y="0"/>
                  </a:lnTo>
                  <a:lnTo>
                    <a:pt x="33347" y="0"/>
                  </a:lnTo>
                  <a:lnTo>
                    <a:pt x="34015" y="0"/>
                  </a:lnTo>
                  <a:lnTo>
                    <a:pt x="34683" y="10044"/>
                  </a:lnTo>
                  <a:lnTo>
                    <a:pt x="35351" y="30133"/>
                  </a:lnTo>
                  <a:lnTo>
                    <a:pt x="36019" y="81471"/>
                  </a:lnTo>
                  <a:lnTo>
                    <a:pt x="36687" y="89284"/>
                  </a:lnTo>
                  <a:lnTo>
                    <a:pt x="37355" y="102676"/>
                  </a:lnTo>
                  <a:lnTo>
                    <a:pt x="38023" y="121649"/>
                  </a:lnTo>
                  <a:lnTo>
                    <a:pt x="38692" y="133926"/>
                  </a:lnTo>
                  <a:lnTo>
                    <a:pt x="39360" y="133926"/>
                  </a:lnTo>
                  <a:lnTo>
                    <a:pt x="40028" y="133926"/>
                  </a:lnTo>
                  <a:lnTo>
                    <a:pt x="40696" y="133926"/>
                  </a:lnTo>
                  <a:lnTo>
                    <a:pt x="41364" y="133926"/>
                  </a:lnTo>
                  <a:lnTo>
                    <a:pt x="42032" y="133926"/>
                  </a:lnTo>
                  <a:lnTo>
                    <a:pt x="42700" y="133926"/>
                  </a:lnTo>
                  <a:lnTo>
                    <a:pt x="43368" y="133926"/>
                  </a:lnTo>
                  <a:lnTo>
                    <a:pt x="44036" y="133926"/>
                  </a:lnTo>
                  <a:lnTo>
                    <a:pt x="44704" y="133926"/>
                  </a:lnTo>
                  <a:lnTo>
                    <a:pt x="45372" y="133926"/>
                  </a:lnTo>
                  <a:lnTo>
                    <a:pt x="46040" y="133926"/>
                  </a:lnTo>
                  <a:lnTo>
                    <a:pt x="46708" y="133926"/>
                  </a:lnTo>
                  <a:lnTo>
                    <a:pt x="47376" y="133926"/>
                  </a:lnTo>
                  <a:lnTo>
                    <a:pt x="48044" y="133926"/>
                  </a:lnTo>
                  <a:lnTo>
                    <a:pt x="48712" y="133926"/>
                  </a:lnTo>
                  <a:lnTo>
                    <a:pt x="49380" y="133926"/>
                  </a:lnTo>
                  <a:lnTo>
                    <a:pt x="50048" y="133926"/>
                  </a:lnTo>
                  <a:lnTo>
                    <a:pt x="50716" y="133926"/>
                  </a:lnTo>
                  <a:lnTo>
                    <a:pt x="50718" y="1339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6142009" y="2066240"/>
              <a:ext cx="35409" cy="49"/>
            </a:xfrm>
            <a:custGeom>
              <a:avLst/>
              <a:pathLst>
                <a:path w="35409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6034" y="0"/>
                  </a:lnTo>
                  <a:lnTo>
                    <a:pt x="16702" y="0"/>
                  </a:lnTo>
                  <a:lnTo>
                    <a:pt x="17370" y="0"/>
                  </a:lnTo>
                  <a:lnTo>
                    <a:pt x="18038" y="0"/>
                  </a:lnTo>
                  <a:lnTo>
                    <a:pt x="18706" y="0"/>
                  </a:lnTo>
                  <a:lnTo>
                    <a:pt x="19374" y="0"/>
                  </a:lnTo>
                  <a:lnTo>
                    <a:pt x="20042" y="0"/>
                  </a:lnTo>
                  <a:lnTo>
                    <a:pt x="20710" y="0"/>
                  </a:lnTo>
                  <a:lnTo>
                    <a:pt x="21378" y="0"/>
                  </a:lnTo>
                  <a:lnTo>
                    <a:pt x="22046" y="0"/>
                  </a:lnTo>
                  <a:lnTo>
                    <a:pt x="22714" y="0"/>
                  </a:lnTo>
                  <a:lnTo>
                    <a:pt x="23382" y="0"/>
                  </a:lnTo>
                  <a:lnTo>
                    <a:pt x="24050" y="0"/>
                  </a:lnTo>
                  <a:lnTo>
                    <a:pt x="24718" y="0"/>
                  </a:lnTo>
                  <a:lnTo>
                    <a:pt x="25386" y="0"/>
                  </a:lnTo>
                  <a:lnTo>
                    <a:pt x="26054" y="0"/>
                  </a:lnTo>
                  <a:lnTo>
                    <a:pt x="26722" y="0"/>
                  </a:lnTo>
                  <a:lnTo>
                    <a:pt x="27390" y="0"/>
                  </a:lnTo>
                  <a:lnTo>
                    <a:pt x="28059" y="0"/>
                  </a:lnTo>
                  <a:lnTo>
                    <a:pt x="28727" y="0"/>
                  </a:lnTo>
                  <a:lnTo>
                    <a:pt x="29395" y="0"/>
                  </a:lnTo>
                  <a:lnTo>
                    <a:pt x="30063" y="0"/>
                  </a:lnTo>
                  <a:lnTo>
                    <a:pt x="30731" y="0"/>
                  </a:lnTo>
                  <a:lnTo>
                    <a:pt x="31399" y="0"/>
                  </a:lnTo>
                  <a:lnTo>
                    <a:pt x="32067" y="0"/>
                  </a:lnTo>
                  <a:lnTo>
                    <a:pt x="32735" y="0"/>
                  </a:lnTo>
                  <a:lnTo>
                    <a:pt x="33403" y="0"/>
                  </a:lnTo>
                  <a:lnTo>
                    <a:pt x="34071" y="0"/>
                  </a:lnTo>
                  <a:lnTo>
                    <a:pt x="34739" y="0"/>
                  </a:lnTo>
                  <a:lnTo>
                    <a:pt x="35407" y="0"/>
                  </a:lnTo>
                  <a:lnTo>
                    <a:pt x="35409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6191020" y="1943771"/>
              <a:ext cx="37590" cy="122517"/>
            </a:xfrm>
            <a:custGeom>
              <a:avLst/>
              <a:pathLst>
                <a:path w="37590" h="122517">
                  <a:moveTo>
                    <a:pt x="0" y="122517"/>
                  </a:moveTo>
                  <a:lnTo>
                    <a:pt x="424" y="112630"/>
                  </a:lnTo>
                  <a:lnTo>
                    <a:pt x="1092" y="82412"/>
                  </a:lnTo>
                  <a:lnTo>
                    <a:pt x="1760" y="55857"/>
                  </a:lnTo>
                  <a:lnTo>
                    <a:pt x="2428" y="58915"/>
                  </a:lnTo>
                  <a:lnTo>
                    <a:pt x="3096" y="63545"/>
                  </a:lnTo>
                  <a:lnTo>
                    <a:pt x="3764" y="62742"/>
                  </a:lnTo>
                  <a:lnTo>
                    <a:pt x="4432" y="37076"/>
                  </a:lnTo>
                  <a:lnTo>
                    <a:pt x="5100" y="31404"/>
                  </a:lnTo>
                  <a:lnTo>
                    <a:pt x="5768" y="0"/>
                  </a:lnTo>
                  <a:lnTo>
                    <a:pt x="6436" y="0"/>
                  </a:lnTo>
                  <a:lnTo>
                    <a:pt x="7104" y="0"/>
                  </a:lnTo>
                  <a:lnTo>
                    <a:pt x="7772" y="0"/>
                  </a:lnTo>
                  <a:lnTo>
                    <a:pt x="8440" y="0"/>
                  </a:lnTo>
                  <a:lnTo>
                    <a:pt x="9108" y="9156"/>
                  </a:lnTo>
                  <a:lnTo>
                    <a:pt x="9776" y="18313"/>
                  </a:lnTo>
                  <a:lnTo>
                    <a:pt x="10444" y="33880"/>
                  </a:lnTo>
                  <a:lnTo>
                    <a:pt x="11112" y="64098"/>
                  </a:lnTo>
                  <a:lnTo>
                    <a:pt x="11780" y="90653"/>
                  </a:lnTo>
                  <a:lnTo>
                    <a:pt x="12448" y="103850"/>
                  </a:lnTo>
                  <a:lnTo>
                    <a:pt x="13116" y="103850"/>
                  </a:lnTo>
                  <a:lnTo>
                    <a:pt x="13784" y="103109"/>
                  </a:lnTo>
                  <a:lnTo>
                    <a:pt x="14452" y="112424"/>
                  </a:lnTo>
                  <a:lnTo>
                    <a:pt x="15120" y="100147"/>
                  </a:lnTo>
                  <a:lnTo>
                    <a:pt x="15788" y="77826"/>
                  </a:lnTo>
                  <a:lnTo>
                    <a:pt x="16456" y="77826"/>
                  </a:lnTo>
                  <a:lnTo>
                    <a:pt x="17124" y="77826"/>
                  </a:lnTo>
                  <a:lnTo>
                    <a:pt x="17793" y="77826"/>
                  </a:lnTo>
                  <a:lnTo>
                    <a:pt x="18461" y="77826"/>
                  </a:lnTo>
                  <a:lnTo>
                    <a:pt x="19129" y="97477"/>
                  </a:lnTo>
                  <a:lnTo>
                    <a:pt x="19797" y="71304"/>
                  </a:lnTo>
                  <a:lnTo>
                    <a:pt x="20465" y="90866"/>
                  </a:lnTo>
                  <a:lnTo>
                    <a:pt x="21133" y="66759"/>
                  </a:lnTo>
                  <a:lnTo>
                    <a:pt x="21801" y="63545"/>
                  </a:lnTo>
                  <a:lnTo>
                    <a:pt x="22469" y="64989"/>
                  </a:lnTo>
                  <a:lnTo>
                    <a:pt x="23137" y="64989"/>
                  </a:lnTo>
                  <a:lnTo>
                    <a:pt x="23805" y="64989"/>
                  </a:lnTo>
                  <a:lnTo>
                    <a:pt x="24473" y="68179"/>
                  </a:lnTo>
                  <a:lnTo>
                    <a:pt x="25141" y="80940"/>
                  </a:lnTo>
                  <a:lnTo>
                    <a:pt x="25809" y="96890"/>
                  </a:lnTo>
                  <a:lnTo>
                    <a:pt x="26477" y="96890"/>
                  </a:lnTo>
                  <a:lnTo>
                    <a:pt x="27145" y="94498"/>
                  </a:lnTo>
                  <a:lnTo>
                    <a:pt x="27813" y="80940"/>
                  </a:lnTo>
                  <a:lnTo>
                    <a:pt x="28481" y="80940"/>
                  </a:lnTo>
                  <a:lnTo>
                    <a:pt x="29149" y="67382"/>
                  </a:lnTo>
                  <a:lnTo>
                    <a:pt x="29817" y="91828"/>
                  </a:lnTo>
                  <a:lnTo>
                    <a:pt x="30485" y="71434"/>
                  </a:lnTo>
                  <a:lnTo>
                    <a:pt x="31153" y="100036"/>
                  </a:lnTo>
                  <a:lnTo>
                    <a:pt x="31821" y="103850"/>
                  </a:lnTo>
                  <a:lnTo>
                    <a:pt x="32489" y="77826"/>
                  </a:lnTo>
                  <a:lnTo>
                    <a:pt x="33157" y="77826"/>
                  </a:lnTo>
                  <a:lnTo>
                    <a:pt x="33825" y="102145"/>
                  </a:lnTo>
                  <a:lnTo>
                    <a:pt x="34493" y="103850"/>
                  </a:lnTo>
                  <a:lnTo>
                    <a:pt x="35161" y="109883"/>
                  </a:lnTo>
                  <a:lnTo>
                    <a:pt x="35829" y="109883"/>
                  </a:lnTo>
                  <a:lnTo>
                    <a:pt x="36497" y="109883"/>
                  </a:lnTo>
                  <a:lnTo>
                    <a:pt x="37165" y="112630"/>
                  </a:lnTo>
                  <a:lnTo>
                    <a:pt x="37590" y="1225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6236201" y="2066240"/>
              <a:ext cx="15367" cy="49"/>
            </a:xfrm>
            <a:custGeom>
              <a:avLst/>
              <a:pathLst>
                <a:path w="15367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4010" y="0"/>
                  </a:lnTo>
                  <a:lnTo>
                    <a:pt x="4678" y="0"/>
                  </a:lnTo>
                  <a:lnTo>
                    <a:pt x="5346" y="0"/>
                  </a:lnTo>
                  <a:lnTo>
                    <a:pt x="6014" y="0"/>
                  </a:lnTo>
                  <a:lnTo>
                    <a:pt x="6682" y="0"/>
                  </a:lnTo>
                  <a:lnTo>
                    <a:pt x="7350" y="0"/>
                  </a:lnTo>
                  <a:lnTo>
                    <a:pt x="8018" y="0"/>
                  </a:lnTo>
                  <a:lnTo>
                    <a:pt x="8686" y="0"/>
                  </a:lnTo>
                  <a:lnTo>
                    <a:pt x="9354" y="0"/>
                  </a:lnTo>
                  <a:lnTo>
                    <a:pt x="10022" y="0"/>
                  </a:lnTo>
                  <a:lnTo>
                    <a:pt x="10690" y="0"/>
                  </a:lnTo>
                  <a:lnTo>
                    <a:pt x="11358" y="0"/>
                  </a:lnTo>
                  <a:lnTo>
                    <a:pt x="12026" y="0"/>
                  </a:lnTo>
                  <a:lnTo>
                    <a:pt x="12694" y="0"/>
                  </a:lnTo>
                  <a:lnTo>
                    <a:pt x="13362" y="0"/>
                  </a:lnTo>
                  <a:lnTo>
                    <a:pt x="14030" y="0"/>
                  </a:lnTo>
                  <a:lnTo>
                    <a:pt x="14698" y="0"/>
                  </a:lnTo>
                  <a:lnTo>
                    <a:pt x="15366" y="0"/>
                  </a:lnTo>
                  <a:lnTo>
                    <a:pt x="15367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6271138" y="2021598"/>
              <a:ext cx="7801" cy="44691"/>
            </a:xfrm>
            <a:custGeom>
              <a:avLst/>
              <a:pathLst>
                <a:path w="7801" h="44691">
                  <a:moveTo>
                    <a:pt x="0" y="44691"/>
                  </a:moveTo>
                  <a:lnTo>
                    <a:pt x="470" y="32056"/>
                  </a:lnTo>
                  <a:lnTo>
                    <a:pt x="1138" y="0"/>
                  </a:lnTo>
                  <a:lnTo>
                    <a:pt x="1806" y="17856"/>
                  </a:lnTo>
                  <a:lnTo>
                    <a:pt x="2474" y="22321"/>
                  </a:lnTo>
                  <a:lnTo>
                    <a:pt x="3142" y="22321"/>
                  </a:lnTo>
                  <a:lnTo>
                    <a:pt x="3810" y="15624"/>
                  </a:lnTo>
                  <a:lnTo>
                    <a:pt x="4478" y="0"/>
                  </a:lnTo>
                  <a:lnTo>
                    <a:pt x="5146" y="0"/>
                  </a:lnTo>
                  <a:lnTo>
                    <a:pt x="5814" y="0"/>
                  </a:lnTo>
                  <a:lnTo>
                    <a:pt x="6482" y="0"/>
                  </a:lnTo>
                  <a:lnTo>
                    <a:pt x="7150" y="29836"/>
                  </a:lnTo>
                  <a:lnTo>
                    <a:pt x="7801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6279868" y="2056402"/>
              <a:ext cx="858" cy="9887"/>
            </a:xfrm>
            <a:custGeom>
              <a:avLst/>
              <a:pathLst>
                <a:path w="858" h="9887">
                  <a:moveTo>
                    <a:pt x="0" y="9887"/>
                  </a:moveTo>
                  <a:lnTo>
                    <a:pt x="424" y="0"/>
                  </a:lnTo>
                  <a:lnTo>
                    <a:pt x="858" y="988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6291102" y="1992810"/>
              <a:ext cx="39781" cy="73478"/>
            </a:xfrm>
            <a:custGeom>
              <a:avLst/>
              <a:pathLst>
                <a:path w="39781" h="73478">
                  <a:moveTo>
                    <a:pt x="0" y="73478"/>
                  </a:moveTo>
                  <a:lnTo>
                    <a:pt x="546" y="71673"/>
                  </a:lnTo>
                  <a:lnTo>
                    <a:pt x="1214" y="51108"/>
                  </a:lnTo>
                  <a:lnTo>
                    <a:pt x="1882" y="51108"/>
                  </a:lnTo>
                  <a:lnTo>
                    <a:pt x="2550" y="51108"/>
                  </a:lnTo>
                  <a:lnTo>
                    <a:pt x="3218" y="51108"/>
                  </a:lnTo>
                  <a:lnTo>
                    <a:pt x="3886" y="51108"/>
                  </a:lnTo>
                  <a:lnTo>
                    <a:pt x="4554" y="51108"/>
                  </a:lnTo>
                  <a:lnTo>
                    <a:pt x="5222" y="54228"/>
                  </a:lnTo>
                  <a:lnTo>
                    <a:pt x="5890" y="54810"/>
                  </a:lnTo>
                  <a:lnTo>
                    <a:pt x="6558" y="59283"/>
                  </a:lnTo>
                  <a:lnTo>
                    <a:pt x="7227" y="60844"/>
                  </a:lnTo>
                  <a:lnTo>
                    <a:pt x="7895" y="60844"/>
                  </a:lnTo>
                  <a:lnTo>
                    <a:pt x="8563" y="56265"/>
                  </a:lnTo>
                  <a:lnTo>
                    <a:pt x="9231" y="48024"/>
                  </a:lnTo>
                  <a:lnTo>
                    <a:pt x="9899" y="60844"/>
                  </a:lnTo>
                  <a:lnTo>
                    <a:pt x="10567" y="60844"/>
                  </a:lnTo>
                  <a:lnTo>
                    <a:pt x="11235" y="60844"/>
                  </a:lnTo>
                  <a:lnTo>
                    <a:pt x="11903" y="60844"/>
                  </a:lnTo>
                  <a:lnTo>
                    <a:pt x="12571" y="59928"/>
                  </a:lnTo>
                  <a:lnTo>
                    <a:pt x="13239" y="50194"/>
                  </a:lnTo>
                  <a:lnTo>
                    <a:pt x="13907" y="41022"/>
                  </a:lnTo>
                  <a:lnTo>
                    <a:pt x="14575" y="29773"/>
                  </a:lnTo>
                  <a:lnTo>
                    <a:pt x="15243" y="30305"/>
                  </a:lnTo>
                  <a:lnTo>
                    <a:pt x="15911" y="17545"/>
                  </a:lnTo>
                  <a:lnTo>
                    <a:pt x="16579" y="14506"/>
                  </a:lnTo>
                  <a:lnTo>
                    <a:pt x="17247" y="15950"/>
                  </a:lnTo>
                  <a:lnTo>
                    <a:pt x="17915" y="0"/>
                  </a:lnTo>
                  <a:lnTo>
                    <a:pt x="18583" y="3987"/>
                  </a:lnTo>
                  <a:lnTo>
                    <a:pt x="19251" y="15950"/>
                  </a:lnTo>
                  <a:lnTo>
                    <a:pt x="19919" y="15950"/>
                  </a:lnTo>
                  <a:lnTo>
                    <a:pt x="20587" y="15950"/>
                  </a:lnTo>
                  <a:lnTo>
                    <a:pt x="21255" y="15950"/>
                  </a:lnTo>
                  <a:lnTo>
                    <a:pt x="21923" y="34777"/>
                  </a:lnTo>
                  <a:lnTo>
                    <a:pt x="22591" y="31613"/>
                  </a:lnTo>
                  <a:lnTo>
                    <a:pt x="23259" y="42687"/>
                  </a:lnTo>
                  <a:lnTo>
                    <a:pt x="23927" y="54192"/>
                  </a:lnTo>
                  <a:lnTo>
                    <a:pt x="24595" y="35888"/>
                  </a:lnTo>
                  <a:lnTo>
                    <a:pt x="25263" y="46647"/>
                  </a:lnTo>
                  <a:lnTo>
                    <a:pt x="25931" y="61111"/>
                  </a:lnTo>
                  <a:lnTo>
                    <a:pt x="26599" y="59246"/>
                  </a:lnTo>
                  <a:lnTo>
                    <a:pt x="27267" y="42530"/>
                  </a:lnTo>
                  <a:lnTo>
                    <a:pt x="27935" y="60844"/>
                  </a:lnTo>
                  <a:lnTo>
                    <a:pt x="28603" y="60844"/>
                  </a:lnTo>
                  <a:lnTo>
                    <a:pt x="29271" y="60844"/>
                  </a:lnTo>
                  <a:lnTo>
                    <a:pt x="29939" y="60844"/>
                  </a:lnTo>
                  <a:lnTo>
                    <a:pt x="30607" y="60844"/>
                  </a:lnTo>
                  <a:lnTo>
                    <a:pt x="31275" y="59283"/>
                  </a:lnTo>
                  <a:lnTo>
                    <a:pt x="31944" y="53106"/>
                  </a:lnTo>
                  <a:lnTo>
                    <a:pt x="32612" y="35483"/>
                  </a:lnTo>
                  <a:lnTo>
                    <a:pt x="33280" y="51108"/>
                  </a:lnTo>
                  <a:lnTo>
                    <a:pt x="33948" y="51108"/>
                  </a:lnTo>
                  <a:lnTo>
                    <a:pt x="34616" y="68965"/>
                  </a:lnTo>
                  <a:lnTo>
                    <a:pt x="35284" y="73429"/>
                  </a:lnTo>
                  <a:lnTo>
                    <a:pt x="35952" y="73429"/>
                  </a:lnTo>
                  <a:lnTo>
                    <a:pt x="36620" y="73429"/>
                  </a:lnTo>
                  <a:lnTo>
                    <a:pt x="37288" y="73429"/>
                  </a:lnTo>
                  <a:lnTo>
                    <a:pt x="37956" y="52224"/>
                  </a:lnTo>
                  <a:lnTo>
                    <a:pt x="38624" y="51108"/>
                  </a:lnTo>
                  <a:lnTo>
                    <a:pt x="39292" y="72387"/>
                  </a:lnTo>
                  <a:lnTo>
                    <a:pt x="39781" y="7347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332150" y="1870208"/>
              <a:ext cx="64991" cy="196080"/>
            </a:xfrm>
            <a:custGeom>
              <a:avLst/>
              <a:pathLst>
                <a:path w="64991" h="196080">
                  <a:moveTo>
                    <a:pt x="0" y="196080"/>
                  </a:moveTo>
                  <a:lnTo>
                    <a:pt x="248" y="193518"/>
                  </a:lnTo>
                  <a:lnTo>
                    <a:pt x="916" y="183446"/>
                  </a:lnTo>
                  <a:lnTo>
                    <a:pt x="1584" y="183446"/>
                  </a:lnTo>
                  <a:lnTo>
                    <a:pt x="2252" y="183446"/>
                  </a:lnTo>
                  <a:lnTo>
                    <a:pt x="2920" y="167879"/>
                  </a:lnTo>
                  <a:lnTo>
                    <a:pt x="3589" y="153228"/>
                  </a:lnTo>
                  <a:lnTo>
                    <a:pt x="4257" y="146818"/>
                  </a:lnTo>
                  <a:lnTo>
                    <a:pt x="4925" y="137661"/>
                  </a:lnTo>
                  <a:lnTo>
                    <a:pt x="5593" y="128504"/>
                  </a:lnTo>
                  <a:lnTo>
                    <a:pt x="6261" y="128504"/>
                  </a:lnTo>
                  <a:lnTo>
                    <a:pt x="6929" y="145902"/>
                  </a:lnTo>
                  <a:lnTo>
                    <a:pt x="7597" y="146818"/>
                  </a:lnTo>
                  <a:lnTo>
                    <a:pt x="8265" y="139276"/>
                  </a:lnTo>
                  <a:lnTo>
                    <a:pt x="8933" y="139276"/>
                  </a:lnTo>
                  <a:lnTo>
                    <a:pt x="9601" y="135157"/>
                  </a:lnTo>
                  <a:lnTo>
                    <a:pt x="10269" y="94470"/>
                  </a:lnTo>
                  <a:lnTo>
                    <a:pt x="10937" y="106747"/>
                  </a:lnTo>
                  <a:lnTo>
                    <a:pt x="11605" y="106747"/>
                  </a:lnTo>
                  <a:lnTo>
                    <a:pt x="12273" y="106747"/>
                  </a:lnTo>
                  <a:lnTo>
                    <a:pt x="12941" y="125720"/>
                  </a:lnTo>
                  <a:lnTo>
                    <a:pt x="13609" y="122372"/>
                  </a:lnTo>
                  <a:lnTo>
                    <a:pt x="14277" y="129068"/>
                  </a:lnTo>
                  <a:lnTo>
                    <a:pt x="14945" y="140228"/>
                  </a:lnTo>
                  <a:lnTo>
                    <a:pt x="15613" y="151389"/>
                  </a:lnTo>
                  <a:lnTo>
                    <a:pt x="16281" y="173965"/>
                  </a:lnTo>
                  <a:lnTo>
                    <a:pt x="16949" y="177412"/>
                  </a:lnTo>
                  <a:lnTo>
                    <a:pt x="17617" y="177412"/>
                  </a:lnTo>
                  <a:lnTo>
                    <a:pt x="18285" y="181885"/>
                  </a:lnTo>
                  <a:lnTo>
                    <a:pt x="18953" y="165132"/>
                  </a:lnTo>
                  <a:lnTo>
                    <a:pt x="19621" y="166047"/>
                  </a:lnTo>
                  <a:lnTo>
                    <a:pt x="20289" y="188534"/>
                  </a:lnTo>
                  <a:lnTo>
                    <a:pt x="20957" y="165668"/>
                  </a:lnTo>
                  <a:lnTo>
                    <a:pt x="21625" y="154503"/>
                  </a:lnTo>
                  <a:lnTo>
                    <a:pt x="22293" y="154503"/>
                  </a:lnTo>
                  <a:lnTo>
                    <a:pt x="22961" y="154503"/>
                  </a:lnTo>
                  <a:lnTo>
                    <a:pt x="23629" y="169655"/>
                  </a:lnTo>
                  <a:lnTo>
                    <a:pt x="24297" y="156098"/>
                  </a:lnTo>
                  <a:lnTo>
                    <a:pt x="24965" y="140840"/>
                  </a:lnTo>
                  <a:lnTo>
                    <a:pt x="25633" y="128616"/>
                  </a:lnTo>
                  <a:lnTo>
                    <a:pt x="26301" y="120064"/>
                  </a:lnTo>
                  <a:lnTo>
                    <a:pt x="26969" y="90239"/>
                  </a:lnTo>
                  <a:lnTo>
                    <a:pt x="27638" y="101321"/>
                  </a:lnTo>
                  <a:lnTo>
                    <a:pt x="28306" y="35721"/>
                  </a:lnTo>
                  <a:lnTo>
                    <a:pt x="28974" y="29933"/>
                  </a:lnTo>
                  <a:lnTo>
                    <a:pt x="29642" y="0"/>
                  </a:lnTo>
                  <a:lnTo>
                    <a:pt x="30310" y="83661"/>
                  </a:lnTo>
                  <a:lnTo>
                    <a:pt x="30978" y="110101"/>
                  </a:lnTo>
                  <a:lnTo>
                    <a:pt x="31646" y="111193"/>
                  </a:lnTo>
                  <a:lnTo>
                    <a:pt x="32314" y="130843"/>
                  </a:lnTo>
                  <a:lnTo>
                    <a:pt x="32982" y="119976"/>
                  </a:lnTo>
                  <a:lnTo>
                    <a:pt x="33650" y="108608"/>
                  </a:lnTo>
                  <a:lnTo>
                    <a:pt x="34318" y="118689"/>
                  </a:lnTo>
                  <a:lnTo>
                    <a:pt x="34986" y="123983"/>
                  </a:lnTo>
                  <a:lnTo>
                    <a:pt x="35654" y="121180"/>
                  </a:lnTo>
                  <a:lnTo>
                    <a:pt x="36322" y="118067"/>
                  </a:lnTo>
                  <a:lnTo>
                    <a:pt x="36990" y="126941"/>
                  </a:lnTo>
                  <a:lnTo>
                    <a:pt x="37658" y="133324"/>
                  </a:lnTo>
                  <a:lnTo>
                    <a:pt x="38326" y="148737"/>
                  </a:lnTo>
                  <a:lnTo>
                    <a:pt x="38994" y="159324"/>
                  </a:lnTo>
                  <a:lnTo>
                    <a:pt x="39662" y="176449"/>
                  </a:lnTo>
                  <a:lnTo>
                    <a:pt x="40330" y="182335"/>
                  </a:lnTo>
                  <a:lnTo>
                    <a:pt x="40998" y="182842"/>
                  </a:lnTo>
                  <a:lnTo>
                    <a:pt x="41666" y="181315"/>
                  </a:lnTo>
                  <a:lnTo>
                    <a:pt x="42334" y="175907"/>
                  </a:lnTo>
                  <a:lnTo>
                    <a:pt x="43002" y="182164"/>
                  </a:lnTo>
                  <a:lnTo>
                    <a:pt x="43670" y="171850"/>
                  </a:lnTo>
                  <a:lnTo>
                    <a:pt x="44338" y="181584"/>
                  </a:lnTo>
                  <a:lnTo>
                    <a:pt x="45006" y="166291"/>
                  </a:lnTo>
                  <a:lnTo>
                    <a:pt x="45674" y="170808"/>
                  </a:lnTo>
                  <a:lnTo>
                    <a:pt x="46342" y="168796"/>
                  </a:lnTo>
                  <a:lnTo>
                    <a:pt x="47010" y="173208"/>
                  </a:lnTo>
                  <a:lnTo>
                    <a:pt x="47678" y="181736"/>
                  </a:lnTo>
                  <a:lnTo>
                    <a:pt x="48346" y="187030"/>
                  </a:lnTo>
                  <a:lnTo>
                    <a:pt x="49014" y="174733"/>
                  </a:lnTo>
                  <a:lnTo>
                    <a:pt x="49682" y="178327"/>
                  </a:lnTo>
                  <a:lnTo>
                    <a:pt x="50350" y="153368"/>
                  </a:lnTo>
                  <a:lnTo>
                    <a:pt x="51018" y="155655"/>
                  </a:lnTo>
                  <a:lnTo>
                    <a:pt x="51686" y="155276"/>
                  </a:lnTo>
                  <a:lnTo>
                    <a:pt x="52355" y="132164"/>
                  </a:lnTo>
                  <a:lnTo>
                    <a:pt x="53023" y="140790"/>
                  </a:lnTo>
                  <a:lnTo>
                    <a:pt x="53691" y="134024"/>
                  </a:lnTo>
                  <a:lnTo>
                    <a:pt x="54359" y="134656"/>
                  </a:lnTo>
                  <a:lnTo>
                    <a:pt x="55027" y="128968"/>
                  </a:lnTo>
                  <a:lnTo>
                    <a:pt x="55695" y="132760"/>
                  </a:lnTo>
                  <a:lnTo>
                    <a:pt x="56363" y="128968"/>
                  </a:lnTo>
                  <a:lnTo>
                    <a:pt x="57031" y="140345"/>
                  </a:lnTo>
                  <a:lnTo>
                    <a:pt x="57699" y="140977"/>
                  </a:lnTo>
                  <a:lnTo>
                    <a:pt x="58367" y="152986"/>
                  </a:lnTo>
                  <a:lnTo>
                    <a:pt x="59035" y="156778"/>
                  </a:lnTo>
                  <a:lnTo>
                    <a:pt x="59703" y="168155"/>
                  </a:lnTo>
                  <a:lnTo>
                    <a:pt x="60371" y="189134"/>
                  </a:lnTo>
                  <a:lnTo>
                    <a:pt x="61039" y="186142"/>
                  </a:lnTo>
                  <a:lnTo>
                    <a:pt x="61707" y="180499"/>
                  </a:lnTo>
                  <a:lnTo>
                    <a:pt x="62375" y="181848"/>
                  </a:lnTo>
                  <a:lnTo>
                    <a:pt x="63043" y="166047"/>
                  </a:lnTo>
                  <a:lnTo>
                    <a:pt x="63711" y="183446"/>
                  </a:lnTo>
                  <a:lnTo>
                    <a:pt x="64379" y="191687"/>
                  </a:lnTo>
                  <a:lnTo>
                    <a:pt x="64991" y="19608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6397226" y="2057311"/>
              <a:ext cx="26694" cy="8977"/>
            </a:xfrm>
            <a:custGeom>
              <a:avLst/>
              <a:pathLst>
                <a:path w="26694" h="8977">
                  <a:moveTo>
                    <a:pt x="0" y="8977"/>
                  </a:moveTo>
                  <a:lnTo>
                    <a:pt x="639" y="0"/>
                  </a:lnTo>
                  <a:lnTo>
                    <a:pt x="1307" y="8928"/>
                  </a:lnTo>
                  <a:lnTo>
                    <a:pt x="1975" y="8928"/>
                  </a:lnTo>
                  <a:lnTo>
                    <a:pt x="2643" y="8928"/>
                  </a:lnTo>
                  <a:lnTo>
                    <a:pt x="3311" y="8928"/>
                  </a:lnTo>
                  <a:lnTo>
                    <a:pt x="3979" y="8928"/>
                  </a:lnTo>
                  <a:lnTo>
                    <a:pt x="4647" y="8928"/>
                  </a:lnTo>
                  <a:lnTo>
                    <a:pt x="5315" y="8928"/>
                  </a:lnTo>
                  <a:lnTo>
                    <a:pt x="5983" y="8928"/>
                  </a:lnTo>
                  <a:lnTo>
                    <a:pt x="6651" y="8928"/>
                  </a:lnTo>
                  <a:lnTo>
                    <a:pt x="7319" y="8928"/>
                  </a:lnTo>
                  <a:lnTo>
                    <a:pt x="7987" y="8928"/>
                  </a:lnTo>
                  <a:lnTo>
                    <a:pt x="8655" y="8928"/>
                  </a:lnTo>
                  <a:lnTo>
                    <a:pt x="9323" y="8928"/>
                  </a:lnTo>
                  <a:lnTo>
                    <a:pt x="9991" y="8928"/>
                  </a:lnTo>
                  <a:lnTo>
                    <a:pt x="10659" y="8928"/>
                  </a:lnTo>
                  <a:lnTo>
                    <a:pt x="11327" y="8928"/>
                  </a:lnTo>
                  <a:lnTo>
                    <a:pt x="11995" y="8928"/>
                  </a:lnTo>
                  <a:lnTo>
                    <a:pt x="12663" y="8928"/>
                  </a:lnTo>
                  <a:lnTo>
                    <a:pt x="13332" y="8928"/>
                  </a:lnTo>
                  <a:lnTo>
                    <a:pt x="14000" y="8928"/>
                  </a:lnTo>
                  <a:lnTo>
                    <a:pt x="14668" y="8928"/>
                  </a:lnTo>
                  <a:lnTo>
                    <a:pt x="15336" y="8928"/>
                  </a:lnTo>
                  <a:lnTo>
                    <a:pt x="16004" y="8928"/>
                  </a:lnTo>
                  <a:lnTo>
                    <a:pt x="16672" y="8928"/>
                  </a:lnTo>
                  <a:lnTo>
                    <a:pt x="17340" y="8928"/>
                  </a:lnTo>
                  <a:lnTo>
                    <a:pt x="18008" y="8928"/>
                  </a:lnTo>
                  <a:lnTo>
                    <a:pt x="18676" y="8928"/>
                  </a:lnTo>
                  <a:lnTo>
                    <a:pt x="19344" y="8928"/>
                  </a:lnTo>
                  <a:lnTo>
                    <a:pt x="20012" y="8928"/>
                  </a:lnTo>
                  <a:lnTo>
                    <a:pt x="20680" y="8928"/>
                  </a:lnTo>
                  <a:lnTo>
                    <a:pt x="21348" y="8928"/>
                  </a:lnTo>
                  <a:lnTo>
                    <a:pt x="22016" y="8928"/>
                  </a:lnTo>
                  <a:lnTo>
                    <a:pt x="22684" y="8928"/>
                  </a:lnTo>
                  <a:lnTo>
                    <a:pt x="23352" y="8928"/>
                  </a:lnTo>
                  <a:lnTo>
                    <a:pt x="24020" y="8928"/>
                  </a:lnTo>
                  <a:lnTo>
                    <a:pt x="24688" y="8928"/>
                  </a:lnTo>
                  <a:lnTo>
                    <a:pt x="25356" y="8928"/>
                  </a:lnTo>
                  <a:lnTo>
                    <a:pt x="26024" y="8928"/>
                  </a:lnTo>
                  <a:lnTo>
                    <a:pt x="26692" y="8928"/>
                  </a:lnTo>
                  <a:lnTo>
                    <a:pt x="26694" y="897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428667" y="1954635"/>
              <a:ext cx="58047" cy="111654"/>
            </a:xfrm>
            <a:custGeom>
              <a:avLst/>
              <a:pathLst>
                <a:path w="58047" h="111654">
                  <a:moveTo>
                    <a:pt x="0" y="111654"/>
                  </a:moveTo>
                  <a:lnTo>
                    <a:pt x="595" y="99019"/>
                  </a:lnTo>
                  <a:lnTo>
                    <a:pt x="1263" y="99019"/>
                  </a:lnTo>
                  <a:lnTo>
                    <a:pt x="1931" y="99019"/>
                  </a:lnTo>
                  <a:lnTo>
                    <a:pt x="2599" y="99019"/>
                  </a:lnTo>
                  <a:lnTo>
                    <a:pt x="3267" y="99019"/>
                  </a:lnTo>
                  <a:lnTo>
                    <a:pt x="3935" y="99019"/>
                  </a:lnTo>
                  <a:lnTo>
                    <a:pt x="4603" y="99019"/>
                  </a:lnTo>
                  <a:lnTo>
                    <a:pt x="5271" y="99019"/>
                  </a:lnTo>
                  <a:lnTo>
                    <a:pt x="5939" y="97458"/>
                  </a:lnTo>
                  <a:lnTo>
                    <a:pt x="6607" y="92986"/>
                  </a:lnTo>
                  <a:lnTo>
                    <a:pt x="7275" y="92986"/>
                  </a:lnTo>
                  <a:lnTo>
                    <a:pt x="7943" y="92986"/>
                  </a:lnTo>
                  <a:lnTo>
                    <a:pt x="8611" y="92986"/>
                  </a:lnTo>
                  <a:lnTo>
                    <a:pt x="9279" y="94893"/>
                  </a:lnTo>
                  <a:lnTo>
                    <a:pt x="9947" y="91488"/>
                  </a:lnTo>
                  <a:lnTo>
                    <a:pt x="10615" y="66963"/>
                  </a:lnTo>
                  <a:lnTo>
                    <a:pt x="11283" y="66963"/>
                  </a:lnTo>
                  <a:lnTo>
                    <a:pt x="11952" y="66963"/>
                  </a:lnTo>
                  <a:lnTo>
                    <a:pt x="12620" y="66963"/>
                  </a:lnTo>
                  <a:lnTo>
                    <a:pt x="13288" y="66963"/>
                  </a:lnTo>
                  <a:lnTo>
                    <a:pt x="13956" y="66963"/>
                  </a:lnTo>
                  <a:lnTo>
                    <a:pt x="14624" y="66963"/>
                  </a:lnTo>
                  <a:lnTo>
                    <a:pt x="15292" y="66963"/>
                  </a:lnTo>
                  <a:lnTo>
                    <a:pt x="15960" y="66963"/>
                  </a:lnTo>
                  <a:lnTo>
                    <a:pt x="16628" y="66963"/>
                  </a:lnTo>
                  <a:lnTo>
                    <a:pt x="17296" y="66963"/>
                  </a:lnTo>
                  <a:lnTo>
                    <a:pt x="17964" y="66963"/>
                  </a:lnTo>
                  <a:lnTo>
                    <a:pt x="18632" y="66963"/>
                  </a:lnTo>
                  <a:lnTo>
                    <a:pt x="19300" y="69195"/>
                  </a:lnTo>
                  <a:lnTo>
                    <a:pt x="19968" y="90400"/>
                  </a:lnTo>
                  <a:lnTo>
                    <a:pt x="20636" y="111605"/>
                  </a:lnTo>
                  <a:lnTo>
                    <a:pt x="21304" y="111605"/>
                  </a:lnTo>
                  <a:lnTo>
                    <a:pt x="21972" y="111605"/>
                  </a:lnTo>
                  <a:lnTo>
                    <a:pt x="22640" y="111605"/>
                  </a:lnTo>
                  <a:lnTo>
                    <a:pt x="23308" y="111605"/>
                  </a:lnTo>
                  <a:lnTo>
                    <a:pt x="23976" y="111605"/>
                  </a:lnTo>
                  <a:lnTo>
                    <a:pt x="24644" y="111605"/>
                  </a:lnTo>
                  <a:lnTo>
                    <a:pt x="25312" y="111605"/>
                  </a:lnTo>
                  <a:lnTo>
                    <a:pt x="25980" y="111605"/>
                  </a:lnTo>
                  <a:lnTo>
                    <a:pt x="26648" y="111605"/>
                  </a:lnTo>
                  <a:lnTo>
                    <a:pt x="27316" y="111605"/>
                  </a:lnTo>
                  <a:lnTo>
                    <a:pt x="27984" y="111605"/>
                  </a:lnTo>
                  <a:lnTo>
                    <a:pt x="28652" y="111605"/>
                  </a:lnTo>
                  <a:lnTo>
                    <a:pt x="29320" y="111605"/>
                  </a:lnTo>
                  <a:lnTo>
                    <a:pt x="29988" y="111605"/>
                  </a:lnTo>
                  <a:lnTo>
                    <a:pt x="30656" y="111605"/>
                  </a:lnTo>
                  <a:lnTo>
                    <a:pt x="31324" y="94864"/>
                  </a:lnTo>
                  <a:lnTo>
                    <a:pt x="31992" y="89284"/>
                  </a:lnTo>
                  <a:lnTo>
                    <a:pt x="32660" y="89284"/>
                  </a:lnTo>
                  <a:lnTo>
                    <a:pt x="33328" y="89284"/>
                  </a:lnTo>
                  <a:lnTo>
                    <a:pt x="33996" y="77007"/>
                  </a:lnTo>
                  <a:lnTo>
                    <a:pt x="34664" y="66963"/>
                  </a:lnTo>
                  <a:lnTo>
                    <a:pt x="35332" y="66963"/>
                  </a:lnTo>
                  <a:lnTo>
                    <a:pt x="36000" y="62498"/>
                  </a:lnTo>
                  <a:lnTo>
                    <a:pt x="36669" y="44642"/>
                  </a:lnTo>
                  <a:lnTo>
                    <a:pt x="37337" y="36829"/>
                  </a:lnTo>
                  <a:lnTo>
                    <a:pt x="38005" y="22321"/>
                  </a:lnTo>
                  <a:lnTo>
                    <a:pt x="38673" y="22321"/>
                  </a:lnTo>
                  <a:lnTo>
                    <a:pt x="39341" y="22321"/>
                  </a:lnTo>
                  <a:lnTo>
                    <a:pt x="40009" y="15624"/>
                  </a:lnTo>
                  <a:lnTo>
                    <a:pt x="40677" y="0"/>
                  </a:lnTo>
                  <a:lnTo>
                    <a:pt x="41345" y="4464"/>
                  </a:lnTo>
                  <a:lnTo>
                    <a:pt x="42013" y="0"/>
                  </a:lnTo>
                  <a:lnTo>
                    <a:pt x="42681" y="0"/>
                  </a:lnTo>
                  <a:lnTo>
                    <a:pt x="43349" y="0"/>
                  </a:lnTo>
                  <a:lnTo>
                    <a:pt x="44017" y="12276"/>
                  </a:lnTo>
                  <a:lnTo>
                    <a:pt x="44685" y="22321"/>
                  </a:lnTo>
                  <a:lnTo>
                    <a:pt x="45353" y="22321"/>
                  </a:lnTo>
                  <a:lnTo>
                    <a:pt x="46021" y="26785"/>
                  </a:lnTo>
                  <a:lnTo>
                    <a:pt x="46689" y="44642"/>
                  </a:lnTo>
                  <a:lnTo>
                    <a:pt x="47357" y="52454"/>
                  </a:lnTo>
                  <a:lnTo>
                    <a:pt x="48025" y="66963"/>
                  </a:lnTo>
                  <a:lnTo>
                    <a:pt x="48693" y="66963"/>
                  </a:lnTo>
                  <a:lnTo>
                    <a:pt x="49361" y="66963"/>
                  </a:lnTo>
                  <a:lnTo>
                    <a:pt x="50029" y="73659"/>
                  </a:lnTo>
                  <a:lnTo>
                    <a:pt x="50697" y="89284"/>
                  </a:lnTo>
                  <a:lnTo>
                    <a:pt x="51365" y="101560"/>
                  </a:lnTo>
                  <a:lnTo>
                    <a:pt x="52033" y="111605"/>
                  </a:lnTo>
                  <a:lnTo>
                    <a:pt x="52701" y="111605"/>
                  </a:lnTo>
                  <a:lnTo>
                    <a:pt x="53369" y="111605"/>
                  </a:lnTo>
                  <a:lnTo>
                    <a:pt x="54037" y="111605"/>
                  </a:lnTo>
                  <a:lnTo>
                    <a:pt x="54705" y="111605"/>
                  </a:lnTo>
                  <a:lnTo>
                    <a:pt x="55373" y="111605"/>
                  </a:lnTo>
                  <a:lnTo>
                    <a:pt x="56041" y="111605"/>
                  </a:lnTo>
                  <a:lnTo>
                    <a:pt x="56709" y="111605"/>
                  </a:lnTo>
                  <a:lnTo>
                    <a:pt x="57377" y="111605"/>
                  </a:lnTo>
                  <a:lnTo>
                    <a:pt x="58045" y="111605"/>
                  </a:lnTo>
                  <a:lnTo>
                    <a:pt x="58047" y="1116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6491122" y="2021598"/>
              <a:ext cx="10023" cy="44691"/>
            </a:xfrm>
            <a:custGeom>
              <a:avLst/>
              <a:pathLst>
                <a:path w="10023" h="44691">
                  <a:moveTo>
                    <a:pt x="0" y="44691"/>
                  </a:moveTo>
                  <a:lnTo>
                    <a:pt x="267" y="38466"/>
                  </a:lnTo>
                  <a:lnTo>
                    <a:pt x="935" y="32056"/>
                  </a:lnTo>
                  <a:lnTo>
                    <a:pt x="1603" y="32056"/>
                  </a:lnTo>
                  <a:lnTo>
                    <a:pt x="2271" y="32056"/>
                  </a:lnTo>
                  <a:lnTo>
                    <a:pt x="2939" y="32056"/>
                  </a:lnTo>
                  <a:lnTo>
                    <a:pt x="3607" y="32056"/>
                  </a:lnTo>
                  <a:lnTo>
                    <a:pt x="4275" y="32056"/>
                  </a:lnTo>
                  <a:lnTo>
                    <a:pt x="4943" y="32056"/>
                  </a:lnTo>
                  <a:lnTo>
                    <a:pt x="5611" y="32056"/>
                  </a:lnTo>
                  <a:lnTo>
                    <a:pt x="6279" y="26023"/>
                  </a:lnTo>
                  <a:lnTo>
                    <a:pt x="6947" y="23503"/>
                  </a:lnTo>
                  <a:lnTo>
                    <a:pt x="7615" y="0"/>
                  </a:lnTo>
                  <a:lnTo>
                    <a:pt x="8283" y="0"/>
                  </a:lnTo>
                  <a:lnTo>
                    <a:pt x="8951" y="0"/>
                  </a:lnTo>
                  <a:lnTo>
                    <a:pt x="9619" y="17856"/>
                  </a:lnTo>
                  <a:lnTo>
                    <a:pt x="10023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504905" y="2017669"/>
              <a:ext cx="5980" cy="48619"/>
            </a:xfrm>
            <a:custGeom>
              <a:avLst/>
              <a:pathLst>
                <a:path w="5980" h="48619">
                  <a:moveTo>
                    <a:pt x="0" y="48619"/>
                  </a:moveTo>
                  <a:lnTo>
                    <a:pt x="512" y="38391"/>
                  </a:lnTo>
                  <a:lnTo>
                    <a:pt x="1180" y="30814"/>
                  </a:lnTo>
                  <a:lnTo>
                    <a:pt x="1848" y="27268"/>
                  </a:lnTo>
                  <a:lnTo>
                    <a:pt x="2516" y="26712"/>
                  </a:lnTo>
                  <a:lnTo>
                    <a:pt x="3184" y="16141"/>
                  </a:lnTo>
                  <a:lnTo>
                    <a:pt x="3852" y="0"/>
                  </a:lnTo>
                  <a:lnTo>
                    <a:pt x="4520" y="2926"/>
                  </a:lnTo>
                  <a:lnTo>
                    <a:pt x="5188" y="19771"/>
                  </a:lnTo>
                  <a:lnTo>
                    <a:pt x="5856" y="46462"/>
                  </a:lnTo>
                  <a:lnTo>
                    <a:pt x="5980" y="4861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6522731" y="1963916"/>
              <a:ext cx="24590" cy="102372"/>
            </a:xfrm>
            <a:custGeom>
              <a:avLst/>
              <a:pathLst>
                <a:path w="24590" h="102372">
                  <a:moveTo>
                    <a:pt x="0" y="102372"/>
                  </a:moveTo>
                  <a:lnTo>
                    <a:pt x="55" y="98834"/>
                  </a:lnTo>
                  <a:lnTo>
                    <a:pt x="723" y="82860"/>
                  </a:lnTo>
                  <a:lnTo>
                    <a:pt x="1391" y="60435"/>
                  </a:lnTo>
                  <a:lnTo>
                    <a:pt x="2059" y="34683"/>
                  </a:lnTo>
                  <a:lnTo>
                    <a:pt x="2727" y="38503"/>
                  </a:lnTo>
                  <a:lnTo>
                    <a:pt x="3395" y="27329"/>
                  </a:lnTo>
                  <a:lnTo>
                    <a:pt x="4063" y="0"/>
                  </a:lnTo>
                  <a:lnTo>
                    <a:pt x="4731" y="15059"/>
                  </a:lnTo>
                  <a:lnTo>
                    <a:pt x="5399" y="7432"/>
                  </a:lnTo>
                  <a:lnTo>
                    <a:pt x="6067" y="7432"/>
                  </a:lnTo>
                  <a:lnTo>
                    <a:pt x="6735" y="7432"/>
                  </a:lnTo>
                  <a:lnTo>
                    <a:pt x="7404" y="7432"/>
                  </a:lnTo>
                  <a:lnTo>
                    <a:pt x="8072" y="7432"/>
                  </a:lnTo>
                  <a:lnTo>
                    <a:pt x="8740" y="23640"/>
                  </a:lnTo>
                  <a:lnTo>
                    <a:pt x="9408" y="48428"/>
                  </a:lnTo>
                  <a:lnTo>
                    <a:pt x="10076" y="78937"/>
                  </a:lnTo>
                  <a:lnTo>
                    <a:pt x="10744" y="86564"/>
                  </a:lnTo>
                  <a:lnTo>
                    <a:pt x="11412" y="80002"/>
                  </a:lnTo>
                  <a:lnTo>
                    <a:pt x="12080" y="80002"/>
                  </a:lnTo>
                  <a:lnTo>
                    <a:pt x="12748" y="80002"/>
                  </a:lnTo>
                  <a:lnTo>
                    <a:pt x="13416" y="80002"/>
                  </a:lnTo>
                  <a:lnTo>
                    <a:pt x="14084" y="80002"/>
                  </a:lnTo>
                  <a:lnTo>
                    <a:pt x="14752" y="85582"/>
                  </a:lnTo>
                  <a:lnTo>
                    <a:pt x="15420" y="102323"/>
                  </a:lnTo>
                  <a:lnTo>
                    <a:pt x="16088" y="102323"/>
                  </a:lnTo>
                  <a:lnTo>
                    <a:pt x="16756" y="102323"/>
                  </a:lnTo>
                  <a:lnTo>
                    <a:pt x="17424" y="102323"/>
                  </a:lnTo>
                  <a:lnTo>
                    <a:pt x="18092" y="102323"/>
                  </a:lnTo>
                  <a:lnTo>
                    <a:pt x="18760" y="102323"/>
                  </a:lnTo>
                  <a:lnTo>
                    <a:pt x="19428" y="102323"/>
                  </a:lnTo>
                  <a:lnTo>
                    <a:pt x="20096" y="102323"/>
                  </a:lnTo>
                  <a:lnTo>
                    <a:pt x="20764" y="98975"/>
                  </a:lnTo>
                  <a:lnTo>
                    <a:pt x="21432" y="80002"/>
                  </a:lnTo>
                  <a:lnTo>
                    <a:pt x="22100" y="65493"/>
                  </a:lnTo>
                  <a:lnTo>
                    <a:pt x="22768" y="80257"/>
                  </a:lnTo>
                  <a:lnTo>
                    <a:pt x="23436" y="83704"/>
                  </a:lnTo>
                  <a:lnTo>
                    <a:pt x="24104" y="88177"/>
                  </a:lnTo>
                  <a:lnTo>
                    <a:pt x="24590" y="10237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549985" y="2056612"/>
              <a:ext cx="1306" cy="9676"/>
            </a:xfrm>
            <a:custGeom>
              <a:avLst/>
              <a:pathLst>
                <a:path w="1306" h="9676">
                  <a:moveTo>
                    <a:pt x="0" y="9676"/>
                  </a:moveTo>
                  <a:lnTo>
                    <a:pt x="190" y="7177"/>
                  </a:lnTo>
                  <a:lnTo>
                    <a:pt x="858" y="0"/>
                  </a:lnTo>
                  <a:lnTo>
                    <a:pt x="1306" y="967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551642" y="2046660"/>
              <a:ext cx="2560" cy="19628"/>
            </a:xfrm>
            <a:custGeom>
              <a:avLst/>
              <a:pathLst>
                <a:path w="2560" h="19628">
                  <a:moveTo>
                    <a:pt x="0" y="19628"/>
                  </a:moveTo>
                  <a:lnTo>
                    <a:pt x="537" y="0"/>
                  </a:lnTo>
                  <a:lnTo>
                    <a:pt x="1205" y="5976"/>
                  </a:lnTo>
                  <a:lnTo>
                    <a:pt x="1873" y="7988"/>
                  </a:lnTo>
                  <a:lnTo>
                    <a:pt x="2541" y="19388"/>
                  </a:lnTo>
                  <a:lnTo>
                    <a:pt x="2560" y="1962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557450" y="2035340"/>
              <a:ext cx="7454" cy="30948"/>
            </a:xfrm>
            <a:custGeom>
              <a:avLst/>
              <a:pathLst>
                <a:path w="7454" h="30948">
                  <a:moveTo>
                    <a:pt x="0" y="30948"/>
                  </a:moveTo>
                  <a:lnTo>
                    <a:pt x="73" y="30358"/>
                  </a:lnTo>
                  <a:lnTo>
                    <a:pt x="741" y="5321"/>
                  </a:lnTo>
                  <a:lnTo>
                    <a:pt x="1409" y="5321"/>
                  </a:lnTo>
                  <a:lnTo>
                    <a:pt x="2077" y="5321"/>
                  </a:lnTo>
                  <a:lnTo>
                    <a:pt x="2745" y="14093"/>
                  </a:lnTo>
                  <a:lnTo>
                    <a:pt x="3413" y="20188"/>
                  </a:lnTo>
                  <a:lnTo>
                    <a:pt x="4081" y="0"/>
                  </a:lnTo>
                  <a:lnTo>
                    <a:pt x="4749" y="25628"/>
                  </a:lnTo>
                  <a:lnTo>
                    <a:pt x="5417" y="8578"/>
                  </a:lnTo>
                  <a:lnTo>
                    <a:pt x="6085" y="8578"/>
                  </a:lnTo>
                  <a:lnTo>
                    <a:pt x="6753" y="8578"/>
                  </a:lnTo>
                  <a:lnTo>
                    <a:pt x="7421" y="29857"/>
                  </a:lnTo>
                  <a:lnTo>
                    <a:pt x="7454" y="30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6569155" y="2042375"/>
              <a:ext cx="8715" cy="23913"/>
            </a:xfrm>
            <a:custGeom>
              <a:avLst/>
              <a:pathLst>
                <a:path w="8715" h="23913">
                  <a:moveTo>
                    <a:pt x="0" y="23913"/>
                  </a:moveTo>
                  <a:lnTo>
                    <a:pt x="393" y="17943"/>
                  </a:lnTo>
                  <a:lnTo>
                    <a:pt x="1061" y="11863"/>
                  </a:lnTo>
                  <a:lnTo>
                    <a:pt x="1729" y="11863"/>
                  </a:lnTo>
                  <a:lnTo>
                    <a:pt x="2397" y="11863"/>
                  </a:lnTo>
                  <a:lnTo>
                    <a:pt x="3065" y="11863"/>
                  </a:lnTo>
                  <a:lnTo>
                    <a:pt x="3733" y="11863"/>
                  </a:lnTo>
                  <a:lnTo>
                    <a:pt x="4401" y="11863"/>
                  </a:lnTo>
                  <a:lnTo>
                    <a:pt x="5069" y="11863"/>
                  </a:lnTo>
                  <a:lnTo>
                    <a:pt x="5737" y="11863"/>
                  </a:lnTo>
                  <a:lnTo>
                    <a:pt x="6405" y="11863"/>
                  </a:lnTo>
                  <a:lnTo>
                    <a:pt x="7073" y="0"/>
                  </a:lnTo>
                  <a:lnTo>
                    <a:pt x="7741" y="12119"/>
                  </a:lnTo>
                  <a:lnTo>
                    <a:pt x="8409" y="9795"/>
                  </a:lnTo>
                  <a:lnTo>
                    <a:pt x="8715" y="2391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6591746" y="2062006"/>
              <a:ext cx="1415" cy="4282"/>
            </a:xfrm>
            <a:custGeom>
              <a:avLst/>
              <a:pathLst>
                <a:path w="1415" h="4282">
                  <a:moveTo>
                    <a:pt x="0" y="4282"/>
                  </a:moveTo>
                  <a:lnTo>
                    <a:pt x="515" y="797"/>
                  </a:lnTo>
                  <a:lnTo>
                    <a:pt x="1183" y="0"/>
                  </a:lnTo>
                  <a:lnTo>
                    <a:pt x="1415" y="42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6593902" y="2056692"/>
              <a:ext cx="1217" cy="9596"/>
            </a:xfrm>
            <a:custGeom>
              <a:avLst/>
              <a:pathLst>
                <a:path w="1217" h="9596">
                  <a:moveTo>
                    <a:pt x="0" y="9596"/>
                  </a:moveTo>
                  <a:lnTo>
                    <a:pt x="363" y="0"/>
                  </a:lnTo>
                  <a:lnTo>
                    <a:pt x="1031" y="6110"/>
                  </a:lnTo>
                  <a:lnTo>
                    <a:pt x="1217" y="95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6596641" y="2042356"/>
              <a:ext cx="5397" cy="23932"/>
            </a:xfrm>
            <a:custGeom>
              <a:avLst/>
              <a:pathLst>
                <a:path w="5397" h="23932">
                  <a:moveTo>
                    <a:pt x="0" y="23932"/>
                  </a:moveTo>
                  <a:lnTo>
                    <a:pt x="296" y="14719"/>
                  </a:lnTo>
                  <a:lnTo>
                    <a:pt x="964" y="8014"/>
                  </a:lnTo>
                  <a:lnTo>
                    <a:pt x="1632" y="18023"/>
                  </a:lnTo>
                  <a:lnTo>
                    <a:pt x="2300" y="0"/>
                  </a:lnTo>
                  <a:lnTo>
                    <a:pt x="2968" y="0"/>
                  </a:lnTo>
                  <a:lnTo>
                    <a:pt x="3636" y="0"/>
                  </a:lnTo>
                  <a:lnTo>
                    <a:pt x="4304" y="7173"/>
                  </a:lnTo>
                  <a:lnTo>
                    <a:pt x="4972" y="14346"/>
                  </a:lnTo>
                  <a:lnTo>
                    <a:pt x="5397" y="2393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6604952" y="2066240"/>
              <a:ext cx="3343" cy="49"/>
            </a:xfrm>
            <a:custGeom>
              <a:avLst/>
              <a:pathLst>
                <a:path w="3343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2005" y="0"/>
                  </a:lnTo>
                  <a:lnTo>
                    <a:pt x="2673" y="0"/>
                  </a:lnTo>
                  <a:lnTo>
                    <a:pt x="3341" y="0"/>
                  </a:lnTo>
                  <a:lnTo>
                    <a:pt x="3343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6622321" y="2066240"/>
              <a:ext cx="1341" cy="49"/>
            </a:xfrm>
            <a:custGeom>
              <a:avLst/>
              <a:pathLst>
                <a:path w="1341" h="49">
                  <a:moveTo>
                    <a:pt x="0" y="49"/>
                  </a:moveTo>
                  <a:lnTo>
                    <a:pt x="1" y="0"/>
                  </a:lnTo>
                  <a:lnTo>
                    <a:pt x="669" y="0"/>
                  </a:lnTo>
                  <a:lnTo>
                    <a:pt x="1337" y="0"/>
                  </a:lnTo>
                  <a:lnTo>
                    <a:pt x="1341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631937" y="1820709"/>
              <a:ext cx="115852" cy="245580"/>
            </a:xfrm>
            <a:custGeom>
              <a:avLst/>
              <a:pathLst>
                <a:path w="115852" h="245580">
                  <a:moveTo>
                    <a:pt x="0" y="245580"/>
                  </a:moveTo>
                  <a:lnTo>
                    <a:pt x="405" y="235903"/>
                  </a:lnTo>
                  <a:lnTo>
                    <a:pt x="1073" y="235903"/>
                  </a:lnTo>
                  <a:lnTo>
                    <a:pt x="1741" y="235105"/>
                  </a:lnTo>
                  <a:lnTo>
                    <a:pt x="2409" y="224374"/>
                  </a:lnTo>
                  <a:lnTo>
                    <a:pt x="3077" y="218749"/>
                  </a:lnTo>
                  <a:lnTo>
                    <a:pt x="3745" y="188776"/>
                  </a:lnTo>
                  <a:lnTo>
                    <a:pt x="4413" y="188776"/>
                  </a:lnTo>
                  <a:lnTo>
                    <a:pt x="5081" y="188776"/>
                  </a:lnTo>
                  <a:lnTo>
                    <a:pt x="5749" y="188814"/>
                  </a:lnTo>
                  <a:lnTo>
                    <a:pt x="6417" y="169708"/>
                  </a:lnTo>
                  <a:lnTo>
                    <a:pt x="7085" y="178004"/>
                  </a:lnTo>
                  <a:lnTo>
                    <a:pt x="7753" y="164268"/>
                  </a:lnTo>
                  <a:lnTo>
                    <a:pt x="8421" y="179509"/>
                  </a:lnTo>
                  <a:lnTo>
                    <a:pt x="9089" y="188052"/>
                  </a:lnTo>
                  <a:lnTo>
                    <a:pt x="9757" y="206879"/>
                  </a:lnTo>
                  <a:lnTo>
                    <a:pt x="10425" y="211605"/>
                  </a:lnTo>
                  <a:lnTo>
                    <a:pt x="11093" y="202997"/>
                  </a:lnTo>
                  <a:lnTo>
                    <a:pt x="11761" y="203093"/>
                  </a:lnTo>
                  <a:lnTo>
                    <a:pt x="12429" y="192363"/>
                  </a:lnTo>
                  <a:lnTo>
                    <a:pt x="13097" y="191693"/>
                  </a:lnTo>
                  <a:lnTo>
                    <a:pt x="13765" y="178281"/>
                  </a:lnTo>
                  <a:lnTo>
                    <a:pt x="14433" y="178281"/>
                  </a:lnTo>
                  <a:lnTo>
                    <a:pt x="15101" y="178281"/>
                  </a:lnTo>
                  <a:lnTo>
                    <a:pt x="15769" y="175599"/>
                  </a:lnTo>
                  <a:lnTo>
                    <a:pt x="16437" y="177204"/>
                  </a:lnTo>
                  <a:lnTo>
                    <a:pt x="17105" y="158834"/>
                  </a:lnTo>
                  <a:lnTo>
                    <a:pt x="17773" y="150026"/>
                  </a:lnTo>
                  <a:lnTo>
                    <a:pt x="18442" y="156978"/>
                  </a:lnTo>
                  <a:lnTo>
                    <a:pt x="19110" y="124634"/>
                  </a:lnTo>
                  <a:lnTo>
                    <a:pt x="19778" y="124634"/>
                  </a:lnTo>
                  <a:lnTo>
                    <a:pt x="20446" y="122622"/>
                  </a:lnTo>
                  <a:lnTo>
                    <a:pt x="21114" y="125305"/>
                  </a:lnTo>
                  <a:lnTo>
                    <a:pt x="21782" y="127317"/>
                  </a:lnTo>
                  <a:lnTo>
                    <a:pt x="22450" y="150787"/>
                  </a:lnTo>
                  <a:lnTo>
                    <a:pt x="23118" y="164869"/>
                  </a:lnTo>
                  <a:lnTo>
                    <a:pt x="23786" y="178281"/>
                  </a:lnTo>
                  <a:lnTo>
                    <a:pt x="24454" y="178281"/>
                  </a:lnTo>
                  <a:lnTo>
                    <a:pt x="25122" y="173587"/>
                  </a:lnTo>
                  <a:lnTo>
                    <a:pt x="25790" y="171575"/>
                  </a:lnTo>
                  <a:lnTo>
                    <a:pt x="26458" y="178608"/>
                  </a:lnTo>
                  <a:lnTo>
                    <a:pt x="27126" y="185064"/>
                  </a:lnTo>
                  <a:lnTo>
                    <a:pt x="27794" y="219822"/>
                  </a:lnTo>
                  <a:lnTo>
                    <a:pt x="28462" y="212775"/>
                  </a:lnTo>
                  <a:lnTo>
                    <a:pt x="29130" y="235903"/>
                  </a:lnTo>
                  <a:lnTo>
                    <a:pt x="29798" y="234820"/>
                  </a:lnTo>
                  <a:lnTo>
                    <a:pt x="30466" y="222873"/>
                  </a:lnTo>
                  <a:lnTo>
                    <a:pt x="31134" y="212611"/>
                  </a:lnTo>
                  <a:lnTo>
                    <a:pt x="31802" y="224392"/>
                  </a:lnTo>
                  <a:lnTo>
                    <a:pt x="32470" y="200889"/>
                  </a:lnTo>
                  <a:lnTo>
                    <a:pt x="33138" y="195308"/>
                  </a:lnTo>
                  <a:lnTo>
                    <a:pt x="33806" y="178568"/>
                  </a:lnTo>
                  <a:lnTo>
                    <a:pt x="34474" y="166291"/>
                  </a:lnTo>
                  <a:lnTo>
                    <a:pt x="35142" y="151782"/>
                  </a:lnTo>
                  <a:lnTo>
                    <a:pt x="35810" y="156247"/>
                  </a:lnTo>
                  <a:lnTo>
                    <a:pt x="36478" y="139506"/>
                  </a:lnTo>
                  <a:lnTo>
                    <a:pt x="37146" y="133926"/>
                  </a:lnTo>
                  <a:lnTo>
                    <a:pt x="37814" y="133926"/>
                  </a:lnTo>
                  <a:lnTo>
                    <a:pt x="38482" y="133926"/>
                  </a:lnTo>
                  <a:lnTo>
                    <a:pt x="39150" y="129461"/>
                  </a:lnTo>
                  <a:lnTo>
                    <a:pt x="39818" y="111605"/>
                  </a:lnTo>
                  <a:lnTo>
                    <a:pt x="40486" y="101560"/>
                  </a:lnTo>
                  <a:lnTo>
                    <a:pt x="41154" y="89284"/>
                  </a:lnTo>
                  <a:lnTo>
                    <a:pt x="41822" y="89284"/>
                  </a:lnTo>
                  <a:lnTo>
                    <a:pt x="42490" y="89284"/>
                  </a:lnTo>
                  <a:lnTo>
                    <a:pt x="43159" y="94864"/>
                  </a:lnTo>
                  <a:lnTo>
                    <a:pt x="43827" y="111605"/>
                  </a:lnTo>
                  <a:lnTo>
                    <a:pt x="44495" y="123881"/>
                  </a:lnTo>
                  <a:lnTo>
                    <a:pt x="45163" y="146202"/>
                  </a:lnTo>
                  <a:lnTo>
                    <a:pt x="45831" y="156247"/>
                  </a:lnTo>
                  <a:lnTo>
                    <a:pt x="46499" y="172987"/>
                  </a:lnTo>
                  <a:lnTo>
                    <a:pt x="47167" y="178568"/>
                  </a:lnTo>
                  <a:lnTo>
                    <a:pt x="47835" y="178568"/>
                  </a:lnTo>
                  <a:lnTo>
                    <a:pt x="48503" y="178568"/>
                  </a:lnTo>
                  <a:lnTo>
                    <a:pt x="49171" y="183032"/>
                  </a:lnTo>
                  <a:lnTo>
                    <a:pt x="49839" y="200889"/>
                  </a:lnTo>
                  <a:lnTo>
                    <a:pt x="50507" y="219862"/>
                  </a:lnTo>
                  <a:lnTo>
                    <a:pt x="51175" y="245531"/>
                  </a:lnTo>
                  <a:lnTo>
                    <a:pt x="51843" y="245531"/>
                  </a:lnTo>
                  <a:lnTo>
                    <a:pt x="52511" y="245531"/>
                  </a:lnTo>
                  <a:lnTo>
                    <a:pt x="53179" y="245531"/>
                  </a:lnTo>
                  <a:lnTo>
                    <a:pt x="53847" y="245531"/>
                  </a:lnTo>
                  <a:lnTo>
                    <a:pt x="54515" y="244415"/>
                  </a:lnTo>
                  <a:lnTo>
                    <a:pt x="55183" y="223210"/>
                  </a:lnTo>
                  <a:lnTo>
                    <a:pt x="55851" y="223210"/>
                  </a:lnTo>
                  <a:lnTo>
                    <a:pt x="56519" y="204237"/>
                  </a:lnTo>
                  <a:lnTo>
                    <a:pt x="57187" y="200889"/>
                  </a:lnTo>
                  <a:lnTo>
                    <a:pt x="57855" y="205009"/>
                  </a:lnTo>
                  <a:lnTo>
                    <a:pt x="58523" y="205472"/>
                  </a:lnTo>
                  <a:lnTo>
                    <a:pt x="59191" y="195402"/>
                  </a:lnTo>
                  <a:lnTo>
                    <a:pt x="59859" y="178004"/>
                  </a:lnTo>
                  <a:lnTo>
                    <a:pt x="60527" y="173425"/>
                  </a:lnTo>
                  <a:lnTo>
                    <a:pt x="61195" y="159690"/>
                  </a:lnTo>
                  <a:lnTo>
                    <a:pt x="61863" y="159690"/>
                  </a:lnTo>
                  <a:lnTo>
                    <a:pt x="62531" y="145954"/>
                  </a:lnTo>
                  <a:lnTo>
                    <a:pt x="63199" y="123062"/>
                  </a:lnTo>
                  <a:lnTo>
                    <a:pt x="63867" y="123062"/>
                  </a:lnTo>
                  <a:lnTo>
                    <a:pt x="64535" y="123978"/>
                  </a:lnTo>
                  <a:lnTo>
                    <a:pt x="65203" y="141376"/>
                  </a:lnTo>
                  <a:lnTo>
                    <a:pt x="65871" y="121230"/>
                  </a:lnTo>
                  <a:lnTo>
                    <a:pt x="66539" y="120315"/>
                  </a:lnTo>
                  <a:lnTo>
                    <a:pt x="67207" y="123062"/>
                  </a:lnTo>
                  <a:lnTo>
                    <a:pt x="67876" y="131571"/>
                  </a:lnTo>
                  <a:lnTo>
                    <a:pt x="68544" y="122631"/>
                  </a:lnTo>
                  <a:lnTo>
                    <a:pt x="69212" y="71427"/>
                  </a:lnTo>
                  <a:lnTo>
                    <a:pt x="69880" y="69195"/>
                  </a:lnTo>
                  <a:lnTo>
                    <a:pt x="70548" y="72543"/>
                  </a:lnTo>
                  <a:lnTo>
                    <a:pt x="71216" y="84819"/>
                  </a:lnTo>
                  <a:lnTo>
                    <a:pt x="71884" y="46874"/>
                  </a:lnTo>
                  <a:lnTo>
                    <a:pt x="72552" y="61382"/>
                  </a:lnTo>
                  <a:lnTo>
                    <a:pt x="73220" y="89284"/>
                  </a:lnTo>
                  <a:lnTo>
                    <a:pt x="73888" y="85935"/>
                  </a:lnTo>
                  <a:lnTo>
                    <a:pt x="74556" y="56918"/>
                  </a:lnTo>
                  <a:lnTo>
                    <a:pt x="75224" y="0"/>
                  </a:lnTo>
                  <a:lnTo>
                    <a:pt x="75892" y="2232"/>
                  </a:lnTo>
                  <a:lnTo>
                    <a:pt x="76560" y="12276"/>
                  </a:lnTo>
                  <a:lnTo>
                    <a:pt x="77228" y="0"/>
                  </a:lnTo>
                  <a:lnTo>
                    <a:pt x="77896" y="0"/>
                  </a:lnTo>
                  <a:lnTo>
                    <a:pt x="78564" y="14508"/>
                  </a:lnTo>
                  <a:lnTo>
                    <a:pt x="79232" y="41293"/>
                  </a:lnTo>
                  <a:lnTo>
                    <a:pt x="79900" y="64730"/>
                  </a:lnTo>
                  <a:lnTo>
                    <a:pt x="80568" y="62498"/>
                  </a:lnTo>
                  <a:lnTo>
                    <a:pt x="81236" y="34597"/>
                  </a:lnTo>
                  <a:lnTo>
                    <a:pt x="81904" y="64730"/>
                  </a:lnTo>
                  <a:lnTo>
                    <a:pt x="82572" y="66963"/>
                  </a:lnTo>
                  <a:lnTo>
                    <a:pt x="83240" y="66963"/>
                  </a:lnTo>
                  <a:lnTo>
                    <a:pt x="83908" y="70311"/>
                  </a:lnTo>
                  <a:lnTo>
                    <a:pt x="84576" y="99328"/>
                  </a:lnTo>
                  <a:lnTo>
                    <a:pt x="85244" y="156247"/>
                  </a:lnTo>
                  <a:lnTo>
                    <a:pt x="85912" y="159595"/>
                  </a:lnTo>
                  <a:lnTo>
                    <a:pt x="86580" y="166291"/>
                  </a:lnTo>
                  <a:lnTo>
                    <a:pt x="87248" y="178568"/>
                  </a:lnTo>
                  <a:lnTo>
                    <a:pt x="87916" y="178568"/>
                  </a:lnTo>
                  <a:lnTo>
                    <a:pt x="88584" y="178568"/>
                  </a:lnTo>
                  <a:lnTo>
                    <a:pt x="89252" y="178568"/>
                  </a:lnTo>
                  <a:lnTo>
                    <a:pt x="89920" y="178568"/>
                  </a:lnTo>
                  <a:lnTo>
                    <a:pt x="90588" y="150666"/>
                  </a:lnTo>
                  <a:lnTo>
                    <a:pt x="91256" y="160711"/>
                  </a:lnTo>
                  <a:lnTo>
                    <a:pt x="91925" y="156247"/>
                  </a:lnTo>
                  <a:lnTo>
                    <a:pt x="92593" y="156247"/>
                  </a:lnTo>
                  <a:lnTo>
                    <a:pt x="93261" y="156247"/>
                  </a:lnTo>
                  <a:lnTo>
                    <a:pt x="93929" y="156247"/>
                  </a:lnTo>
                  <a:lnTo>
                    <a:pt x="94597" y="156247"/>
                  </a:lnTo>
                  <a:lnTo>
                    <a:pt x="95265" y="156247"/>
                  </a:lnTo>
                  <a:lnTo>
                    <a:pt x="95933" y="175220"/>
                  </a:lnTo>
                  <a:lnTo>
                    <a:pt x="96601" y="178568"/>
                  </a:lnTo>
                  <a:lnTo>
                    <a:pt x="97269" y="178568"/>
                  </a:lnTo>
                  <a:lnTo>
                    <a:pt x="97937" y="178568"/>
                  </a:lnTo>
                  <a:lnTo>
                    <a:pt x="98605" y="178568"/>
                  </a:lnTo>
                  <a:lnTo>
                    <a:pt x="99273" y="178568"/>
                  </a:lnTo>
                  <a:lnTo>
                    <a:pt x="99941" y="178568"/>
                  </a:lnTo>
                  <a:lnTo>
                    <a:pt x="100609" y="210933"/>
                  </a:lnTo>
                  <a:lnTo>
                    <a:pt x="101277" y="233254"/>
                  </a:lnTo>
                  <a:lnTo>
                    <a:pt x="101945" y="245531"/>
                  </a:lnTo>
                  <a:lnTo>
                    <a:pt x="102613" y="245531"/>
                  </a:lnTo>
                  <a:lnTo>
                    <a:pt x="103281" y="245531"/>
                  </a:lnTo>
                  <a:lnTo>
                    <a:pt x="103949" y="245531"/>
                  </a:lnTo>
                  <a:lnTo>
                    <a:pt x="104617" y="236602"/>
                  </a:lnTo>
                  <a:lnTo>
                    <a:pt x="105285" y="223210"/>
                  </a:lnTo>
                  <a:lnTo>
                    <a:pt x="105953" y="223210"/>
                  </a:lnTo>
                  <a:lnTo>
                    <a:pt x="106621" y="223210"/>
                  </a:lnTo>
                  <a:lnTo>
                    <a:pt x="107289" y="223210"/>
                  </a:lnTo>
                  <a:lnTo>
                    <a:pt x="107957" y="223210"/>
                  </a:lnTo>
                  <a:lnTo>
                    <a:pt x="108625" y="223210"/>
                  </a:lnTo>
                  <a:lnTo>
                    <a:pt x="109293" y="223210"/>
                  </a:lnTo>
                  <a:lnTo>
                    <a:pt x="109961" y="223210"/>
                  </a:lnTo>
                  <a:lnTo>
                    <a:pt x="110629" y="223210"/>
                  </a:lnTo>
                  <a:lnTo>
                    <a:pt x="111297" y="223210"/>
                  </a:lnTo>
                  <a:lnTo>
                    <a:pt x="111965" y="204237"/>
                  </a:lnTo>
                  <a:lnTo>
                    <a:pt x="112633" y="200889"/>
                  </a:lnTo>
                  <a:lnTo>
                    <a:pt x="113301" y="200889"/>
                  </a:lnTo>
                  <a:lnTo>
                    <a:pt x="113969" y="200889"/>
                  </a:lnTo>
                  <a:lnTo>
                    <a:pt x="114637" y="209817"/>
                  </a:lnTo>
                  <a:lnTo>
                    <a:pt x="115305" y="243775"/>
                  </a:lnTo>
                  <a:lnTo>
                    <a:pt x="115852" y="24558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749662" y="1971375"/>
              <a:ext cx="41444" cy="94913"/>
            </a:xfrm>
            <a:custGeom>
              <a:avLst/>
              <a:pathLst>
                <a:path w="41444" h="94913">
                  <a:moveTo>
                    <a:pt x="0" y="94913"/>
                  </a:moveTo>
                  <a:lnTo>
                    <a:pt x="253" y="91435"/>
                  </a:lnTo>
                  <a:lnTo>
                    <a:pt x="921" y="82279"/>
                  </a:lnTo>
                  <a:lnTo>
                    <a:pt x="1589" y="82279"/>
                  </a:lnTo>
                  <a:lnTo>
                    <a:pt x="2257" y="82279"/>
                  </a:lnTo>
                  <a:lnTo>
                    <a:pt x="2925" y="82279"/>
                  </a:lnTo>
                  <a:lnTo>
                    <a:pt x="3593" y="79531"/>
                  </a:lnTo>
                  <a:lnTo>
                    <a:pt x="4261" y="94669"/>
                  </a:lnTo>
                  <a:lnTo>
                    <a:pt x="4929" y="93795"/>
                  </a:lnTo>
                  <a:lnTo>
                    <a:pt x="5597" y="78058"/>
                  </a:lnTo>
                  <a:lnTo>
                    <a:pt x="6265" y="69286"/>
                  </a:lnTo>
                  <a:lnTo>
                    <a:pt x="6933" y="69286"/>
                  </a:lnTo>
                  <a:lnTo>
                    <a:pt x="7601" y="68082"/>
                  </a:lnTo>
                  <a:lnTo>
                    <a:pt x="8270" y="64224"/>
                  </a:lnTo>
                  <a:lnTo>
                    <a:pt x="8938" y="45651"/>
                  </a:lnTo>
                  <a:lnTo>
                    <a:pt x="9606" y="45651"/>
                  </a:lnTo>
                  <a:lnTo>
                    <a:pt x="10274" y="54808"/>
                  </a:lnTo>
                  <a:lnTo>
                    <a:pt x="10942" y="63965"/>
                  </a:lnTo>
                  <a:lnTo>
                    <a:pt x="11610" y="63965"/>
                  </a:lnTo>
                  <a:lnTo>
                    <a:pt x="12278" y="63965"/>
                  </a:lnTo>
                  <a:lnTo>
                    <a:pt x="12946" y="63965"/>
                  </a:lnTo>
                  <a:lnTo>
                    <a:pt x="13614" y="66712"/>
                  </a:lnTo>
                  <a:lnTo>
                    <a:pt x="14282" y="76245"/>
                  </a:lnTo>
                  <a:lnTo>
                    <a:pt x="14950" y="81478"/>
                  </a:lnTo>
                  <a:lnTo>
                    <a:pt x="15618" y="82587"/>
                  </a:lnTo>
                  <a:lnTo>
                    <a:pt x="16286" y="80355"/>
                  </a:lnTo>
                  <a:lnTo>
                    <a:pt x="16954" y="72543"/>
                  </a:lnTo>
                  <a:lnTo>
                    <a:pt x="17622" y="72543"/>
                  </a:lnTo>
                  <a:lnTo>
                    <a:pt x="18290" y="72543"/>
                  </a:lnTo>
                  <a:lnTo>
                    <a:pt x="18958" y="56918"/>
                  </a:lnTo>
                  <a:lnTo>
                    <a:pt x="19626" y="50222"/>
                  </a:lnTo>
                  <a:lnTo>
                    <a:pt x="20294" y="50222"/>
                  </a:lnTo>
                  <a:lnTo>
                    <a:pt x="20962" y="50222"/>
                  </a:lnTo>
                  <a:lnTo>
                    <a:pt x="21630" y="50222"/>
                  </a:lnTo>
                  <a:lnTo>
                    <a:pt x="22298" y="50222"/>
                  </a:lnTo>
                  <a:lnTo>
                    <a:pt x="22966" y="32365"/>
                  </a:lnTo>
                  <a:lnTo>
                    <a:pt x="23634" y="27901"/>
                  </a:lnTo>
                  <a:lnTo>
                    <a:pt x="24302" y="27901"/>
                  </a:lnTo>
                  <a:lnTo>
                    <a:pt x="24970" y="7812"/>
                  </a:lnTo>
                  <a:lnTo>
                    <a:pt x="25638" y="5580"/>
                  </a:lnTo>
                  <a:lnTo>
                    <a:pt x="26306" y="20088"/>
                  </a:lnTo>
                  <a:lnTo>
                    <a:pt x="26974" y="13392"/>
                  </a:lnTo>
                  <a:lnTo>
                    <a:pt x="27642" y="5580"/>
                  </a:lnTo>
                  <a:lnTo>
                    <a:pt x="28310" y="0"/>
                  </a:lnTo>
                  <a:lnTo>
                    <a:pt x="28978" y="29144"/>
                  </a:lnTo>
                  <a:lnTo>
                    <a:pt x="29646" y="19041"/>
                  </a:lnTo>
                  <a:lnTo>
                    <a:pt x="30314" y="19041"/>
                  </a:lnTo>
                  <a:lnTo>
                    <a:pt x="30982" y="17787"/>
                  </a:lnTo>
                  <a:lnTo>
                    <a:pt x="31650" y="9023"/>
                  </a:lnTo>
                  <a:lnTo>
                    <a:pt x="32318" y="35941"/>
                  </a:lnTo>
                  <a:lnTo>
                    <a:pt x="32987" y="48797"/>
                  </a:lnTo>
                  <a:lnTo>
                    <a:pt x="33655" y="53335"/>
                  </a:lnTo>
                  <a:lnTo>
                    <a:pt x="34323" y="53335"/>
                  </a:lnTo>
                  <a:lnTo>
                    <a:pt x="34991" y="67691"/>
                  </a:lnTo>
                  <a:lnTo>
                    <a:pt x="35659" y="58120"/>
                  </a:lnTo>
                  <a:lnTo>
                    <a:pt x="36327" y="51740"/>
                  </a:lnTo>
                  <a:lnTo>
                    <a:pt x="36995" y="47753"/>
                  </a:lnTo>
                  <a:lnTo>
                    <a:pt x="37663" y="53335"/>
                  </a:lnTo>
                  <a:lnTo>
                    <a:pt x="38331" y="57323"/>
                  </a:lnTo>
                  <a:lnTo>
                    <a:pt x="38999" y="68082"/>
                  </a:lnTo>
                  <a:lnTo>
                    <a:pt x="39667" y="84153"/>
                  </a:lnTo>
                  <a:lnTo>
                    <a:pt x="40335" y="84153"/>
                  </a:lnTo>
                  <a:lnTo>
                    <a:pt x="41003" y="90581"/>
                  </a:lnTo>
                  <a:lnTo>
                    <a:pt x="41444" y="9491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792769" y="630999"/>
              <a:ext cx="958983" cy="1435289"/>
            </a:xfrm>
            <a:custGeom>
              <a:avLst/>
              <a:pathLst>
                <a:path w="958983" h="1435289">
                  <a:moveTo>
                    <a:pt x="0" y="1435289"/>
                  </a:moveTo>
                  <a:lnTo>
                    <a:pt x="568" y="1422655"/>
                  </a:lnTo>
                  <a:lnTo>
                    <a:pt x="1236" y="1418076"/>
                  </a:lnTo>
                  <a:lnTo>
                    <a:pt x="1904" y="1404341"/>
                  </a:lnTo>
                  <a:lnTo>
                    <a:pt x="2572" y="1416245"/>
                  </a:lnTo>
                  <a:lnTo>
                    <a:pt x="3240" y="1406172"/>
                  </a:lnTo>
                  <a:lnTo>
                    <a:pt x="3908" y="1422655"/>
                  </a:lnTo>
                  <a:lnTo>
                    <a:pt x="4576" y="1422655"/>
                  </a:lnTo>
                  <a:lnTo>
                    <a:pt x="5244" y="1422655"/>
                  </a:lnTo>
                  <a:lnTo>
                    <a:pt x="5912" y="1422655"/>
                  </a:lnTo>
                  <a:lnTo>
                    <a:pt x="6580" y="1416245"/>
                  </a:lnTo>
                  <a:lnTo>
                    <a:pt x="7248" y="1386027"/>
                  </a:lnTo>
                  <a:lnTo>
                    <a:pt x="7916" y="1378485"/>
                  </a:lnTo>
                  <a:lnTo>
                    <a:pt x="8584" y="1378485"/>
                  </a:lnTo>
                  <a:lnTo>
                    <a:pt x="9252" y="1359552"/>
                  </a:lnTo>
                  <a:lnTo>
                    <a:pt x="9920" y="1278993"/>
                  </a:lnTo>
                  <a:lnTo>
                    <a:pt x="10588" y="1265600"/>
                  </a:lnTo>
                  <a:lnTo>
                    <a:pt x="11256" y="1262252"/>
                  </a:lnTo>
                  <a:lnTo>
                    <a:pt x="11924" y="1304587"/>
                  </a:lnTo>
                  <a:lnTo>
                    <a:pt x="12592" y="1301711"/>
                  </a:lnTo>
                  <a:lnTo>
                    <a:pt x="13260" y="1312771"/>
                  </a:lnTo>
                  <a:lnTo>
                    <a:pt x="13928" y="1312771"/>
                  </a:lnTo>
                  <a:lnTo>
                    <a:pt x="14596" y="1309108"/>
                  </a:lnTo>
                  <a:lnTo>
                    <a:pt x="15264" y="1294457"/>
                  </a:lnTo>
                  <a:lnTo>
                    <a:pt x="15932" y="1294457"/>
                  </a:lnTo>
                  <a:lnTo>
                    <a:pt x="16600" y="1300867"/>
                  </a:lnTo>
                  <a:lnTo>
                    <a:pt x="17268" y="1331085"/>
                  </a:lnTo>
                  <a:lnTo>
                    <a:pt x="17936" y="1312771"/>
                  </a:lnTo>
                  <a:lnTo>
                    <a:pt x="18604" y="1312771"/>
                  </a:lnTo>
                  <a:lnTo>
                    <a:pt x="19272" y="1326507"/>
                  </a:lnTo>
                  <a:lnTo>
                    <a:pt x="19940" y="1367713"/>
                  </a:lnTo>
                  <a:lnTo>
                    <a:pt x="20608" y="1378701"/>
                  </a:lnTo>
                  <a:lnTo>
                    <a:pt x="21276" y="1379617"/>
                  </a:lnTo>
                  <a:lnTo>
                    <a:pt x="21944" y="1362277"/>
                  </a:lnTo>
                  <a:lnTo>
                    <a:pt x="22612" y="1346260"/>
                  </a:lnTo>
                  <a:lnTo>
                    <a:pt x="23280" y="1323635"/>
                  </a:lnTo>
                  <a:lnTo>
                    <a:pt x="23948" y="1323635"/>
                  </a:lnTo>
                  <a:lnTo>
                    <a:pt x="24617" y="1311358"/>
                  </a:lnTo>
                  <a:lnTo>
                    <a:pt x="25285" y="1277877"/>
                  </a:lnTo>
                  <a:lnTo>
                    <a:pt x="25953" y="1236583"/>
                  </a:lnTo>
                  <a:lnTo>
                    <a:pt x="26621" y="1232119"/>
                  </a:lnTo>
                  <a:lnTo>
                    <a:pt x="27289" y="1212030"/>
                  </a:lnTo>
                  <a:lnTo>
                    <a:pt x="27957" y="1212030"/>
                  </a:lnTo>
                  <a:lnTo>
                    <a:pt x="28625" y="1212030"/>
                  </a:lnTo>
                  <a:lnTo>
                    <a:pt x="29293" y="1204218"/>
                  </a:lnTo>
                  <a:lnTo>
                    <a:pt x="29961" y="1155111"/>
                  </a:lnTo>
                  <a:lnTo>
                    <a:pt x="30629" y="1124978"/>
                  </a:lnTo>
                  <a:lnTo>
                    <a:pt x="31297" y="1065827"/>
                  </a:lnTo>
                  <a:lnTo>
                    <a:pt x="31965" y="1131484"/>
                  </a:lnTo>
                  <a:lnTo>
                    <a:pt x="32633" y="1135367"/>
                  </a:lnTo>
                  <a:lnTo>
                    <a:pt x="33301" y="1133279"/>
                  </a:lnTo>
                  <a:lnTo>
                    <a:pt x="33969" y="1174208"/>
                  </a:lnTo>
                  <a:lnTo>
                    <a:pt x="34637" y="1183468"/>
                  </a:lnTo>
                  <a:lnTo>
                    <a:pt x="35305" y="1216413"/>
                  </a:lnTo>
                  <a:lnTo>
                    <a:pt x="35973" y="1219852"/>
                  </a:lnTo>
                  <a:lnTo>
                    <a:pt x="36641" y="1191141"/>
                  </a:lnTo>
                  <a:lnTo>
                    <a:pt x="37309" y="1172001"/>
                  </a:lnTo>
                  <a:lnTo>
                    <a:pt x="37977" y="1159241"/>
                  </a:lnTo>
                  <a:lnTo>
                    <a:pt x="38645" y="1106604"/>
                  </a:lnTo>
                  <a:lnTo>
                    <a:pt x="39313" y="1112187"/>
                  </a:lnTo>
                  <a:lnTo>
                    <a:pt x="39981" y="1147278"/>
                  </a:lnTo>
                  <a:lnTo>
                    <a:pt x="40649" y="1160038"/>
                  </a:lnTo>
                  <a:lnTo>
                    <a:pt x="41317" y="1164823"/>
                  </a:lnTo>
                  <a:lnTo>
                    <a:pt x="41985" y="1170611"/>
                  </a:lnTo>
                  <a:lnTo>
                    <a:pt x="42653" y="1166593"/>
                  </a:lnTo>
                  <a:lnTo>
                    <a:pt x="43321" y="1133889"/>
                  </a:lnTo>
                  <a:lnTo>
                    <a:pt x="43989" y="1067572"/>
                  </a:lnTo>
                  <a:lnTo>
                    <a:pt x="44657" y="1031446"/>
                  </a:lnTo>
                  <a:lnTo>
                    <a:pt x="45325" y="1026439"/>
                  </a:lnTo>
                  <a:lnTo>
                    <a:pt x="45993" y="984356"/>
                  </a:lnTo>
                  <a:lnTo>
                    <a:pt x="46661" y="1028998"/>
                  </a:lnTo>
                  <a:lnTo>
                    <a:pt x="47329" y="1062479"/>
                  </a:lnTo>
                  <a:lnTo>
                    <a:pt x="47997" y="1080336"/>
                  </a:lnTo>
                  <a:lnTo>
                    <a:pt x="48665" y="1145067"/>
                  </a:lnTo>
                  <a:lnTo>
                    <a:pt x="49334" y="1124978"/>
                  </a:lnTo>
                  <a:lnTo>
                    <a:pt x="50002" y="1122746"/>
                  </a:lnTo>
                  <a:lnTo>
                    <a:pt x="50670" y="1135022"/>
                  </a:lnTo>
                  <a:lnTo>
                    <a:pt x="51338" y="1195289"/>
                  </a:lnTo>
                  <a:lnTo>
                    <a:pt x="52006" y="1212030"/>
                  </a:lnTo>
                  <a:lnTo>
                    <a:pt x="52674" y="1243279"/>
                  </a:lnTo>
                  <a:lnTo>
                    <a:pt x="53342" y="1278993"/>
                  </a:lnTo>
                  <a:lnTo>
                    <a:pt x="54010" y="1302430"/>
                  </a:lnTo>
                  <a:lnTo>
                    <a:pt x="54678" y="1311358"/>
                  </a:lnTo>
                  <a:lnTo>
                    <a:pt x="55346" y="1334203"/>
                  </a:lnTo>
                  <a:lnTo>
                    <a:pt x="56014" y="1321012"/>
                  </a:lnTo>
                  <a:lnTo>
                    <a:pt x="56682" y="1320671"/>
                  </a:lnTo>
                  <a:lnTo>
                    <a:pt x="57350" y="1346253"/>
                  </a:lnTo>
                  <a:lnTo>
                    <a:pt x="58018" y="1347691"/>
                  </a:lnTo>
                  <a:lnTo>
                    <a:pt x="58686" y="1338908"/>
                  </a:lnTo>
                  <a:lnTo>
                    <a:pt x="59354" y="1338191"/>
                  </a:lnTo>
                  <a:lnTo>
                    <a:pt x="60022" y="1339625"/>
                  </a:lnTo>
                  <a:lnTo>
                    <a:pt x="60690" y="1315236"/>
                  </a:lnTo>
                  <a:lnTo>
                    <a:pt x="61358" y="1280088"/>
                  </a:lnTo>
                  <a:lnTo>
                    <a:pt x="62026" y="1267894"/>
                  </a:lnTo>
                  <a:lnTo>
                    <a:pt x="62694" y="1244940"/>
                  </a:lnTo>
                  <a:lnTo>
                    <a:pt x="63362" y="1239201"/>
                  </a:lnTo>
                  <a:lnTo>
                    <a:pt x="64030" y="1239918"/>
                  </a:lnTo>
                  <a:lnTo>
                    <a:pt x="64698" y="1239201"/>
                  </a:lnTo>
                  <a:lnTo>
                    <a:pt x="65366" y="1192575"/>
                  </a:lnTo>
                  <a:lnTo>
                    <a:pt x="66034" y="1141695"/>
                  </a:lnTo>
                  <a:lnTo>
                    <a:pt x="66702" y="1137666"/>
                  </a:lnTo>
                  <a:lnTo>
                    <a:pt x="67370" y="1075302"/>
                  </a:lnTo>
                  <a:lnTo>
                    <a:pt x="68038" y="1084589"/>
                  </a:lnTo>
                  <a:lnTo>
                    <a:pt x="68706" y="1034578"/>
                  </a:lnTo>
                  <a:lnTo>
                    <a:pt x="69374" y="1033462"/>
                  </a:lnTo>
                  <a:lnTo>
                    <a:pt x="70042" y="1026766"/>
                  </a:lnTo>
                  <a:lnTo>
                    <a:pt x="70710" y="1031230"/>
                  </a:lnTo>
                  <a:lnTo>
                    <a:pt x="71378" y="1079220"/>
                  </a:lnTo>
                  <a:lnTo>
                    <a:pt x="72046" y="1053551"/>
                  </a:lnTo>
                  <a:lnTo>
                    <a:pt x="72714" y="1030114"/>
                  </a:lnTo>
                  <a:lnTo>
                    <a:pt x="73382" y="1015605"/>
                  </a:lnTo>
                  <a:lnTo>
                    <a:pt x="74051" y="965383"/>
                  </a:lnTo>
                  <a:lnTo>
                    <a:pt x="74719" y="960919"/>
                  </a:lnTo>
                  <a:lnTo>
                    <a:pt x="75387" y="1017837"/>
                  </a:lnTo>
                  <a:lnTo>
                    <a:pt x="76055" y="1034578"/>
                  </a:lnTo>
                  <a:lnTo>
                    <a:pt x="76723" y="1032346"/>
                  </a:lnTo>
                  <a:lnTo>
                    <a:pt x="77391" y="1026766"/>
                  </a:lnTo>
                  <a:lnTo>
                    <a:pt x="78059" y="1067066"/>
                  </a:lnTo>
                  <a:lnTo>
                    <a:pt x="78727" y="1042887"/>
                  </a:lnTo>
                  <a:lnTo>
                    <a:pt x="79395" y="976148"/>
                  </a:lnTo>
                  <a:lnTo>
                    <a:pt x="80063" y="956518"/>
                  </a:lnTo>
                  <a:lnTo>
                    <a:pt x="80731" y="957481"/>
                  </a:lnTo>
                  <a:lnTo>
                    <a:pt x="81399" y="895214"/>
                  </a:lnTo>
                  <a:lnTo>
                    <a:pt x="82067" y="890635"/>
                  </a:lnTo>
                  <a:lnTo>
                    <a:pt x="82735" y="909865"/>
                  </a:lnTo>
                  <a:lnTo>
                    <a:pt x="83403" y="911697"/>
                  </a:lnTo>
                  <a:lnTo>
                    <a:pt x="84071" y="966855"/>
                  </a:lnTo>
                  <a:lnTo>
                    <a:pt x="84739" y="981780"/>
                  </a:lnTo>
                  <a:lnTo>
                    <a:pt x="85407" y="959063"/>
                  </a:lnTo>
                  <a:lnTo>
                    <a:pt x="86075" y="998221"/>
                  </a:lnTo>
                  <a:lnTo>
                    <a:pt x="86743" y="961547"/>
                  </a:lnTo>
                  <a:lnTo>
                    <a:pt x="87411" y="935059"/>
                  </a:lnTo>
                  <a:lnTo>
                    <a:pt x="88079" y="948688"/>
                  </a:lnTo>
                  <a:lnTo>
                    <a:pt x="88747" y="973772"/>
                  </a:lnTo>
                  <a:lnTo>
                    <a:pt x="89415" y="1034174"/>
                  </a:lnTo>
                  <a:lnTo>
                    <a:pt x="90083" y="989369"/>
                  </a:lnTo>
                  <a:lnTo>
                    <a:pt x="90751" y="963050"/>
                  </a:lnTo>
                  <a:lnTo>
                    <a:pt x="91419" y="1064375"/>
                  </a:lnTo>
                  <a:lnTo>
                    <a:pt x="92087" y="1080914"/>
                  </a:lnTo>
                  <a:lnTo>
                    <a:pt x="92755" y="1064893"/>
                  </a:lnTo>
                  <a:lnTo>
                    <a:pt x="93423" y="1054134"/>
                  </a:lnTo>
                  <a:lnTo>
                    <a:pt x="94091" y="1075161"/>
                  </a:lnTo>
                  <a:lnTo>
                    <a:pt x="94759" y="1029245"/>
                  </a:lnTo>
                  <a:lnTo>
                    <a:pt x="95427" y="1058919"/>
                  </a:lnTo>
                  <a:lnTo>
                    <a:pt x="96095" y="1067758"/>
                  </a:lnTo>
                  <a:lnTo>
                    <a:pt x="96763" y="1091102"/>
                  </a:lnTo>
                  <a:lnTo>
                    <a:pt x="97431" y="1043557"/>
                  </a:lnTo>
                  <a:lnTo>
                    <a:pt x="98099" y="984036"/>
                  </a:lnTo>
                  <a:lnTo>
                    <a:pt x="98768" y="934589"/>
                  </a:lnTo>
                  <a:lnTo>
                    <a:pt x="99436" y="902540"/>
                  </a:lnTo>
                  <a:lnTo>
                    <a:pt x="100104" y="869574"/>
                  </a:lnTo>
                  <a:lnTo>
                    <a:pt x="100772" y="863047"/>
                  </a:lnTo>
                  <a:lnTo>
                    <a:pt x="101440" y="801675"/>
                  </a:lnTo>
                  <a:lnTo>
                    <a:pt x="102108" y="791172"/>
                  </a:lnTo>
                  <a:lnTo>
                    <a:pt x="102776" y="700879"/>
                  </a:lnTo>
                  <a:lnTo>
                    <a:pt x="103444" y="698647"/>
                  </a:lnTo>
                  <a:lnTo>
                    <a:pt x="104112" y="691950"/>
                  </a:lnTo>
                  <a:lnTo>
                    <a:pt x="104780" y="626104"/>
                  </a:lnTo>
                  <a:lnTo>
                    <a:pt x="105448" y="522311"/>
                  </a:lnTo>
                  <a:lnTo>
                    <a:pt x="106116" y="459812"/>
                  </a:lnTo>
                  <a:lnTo>
                    <a:pt x="106784" y="435259"/>
                  </a:lnTo>
                  <a:lnTo>
                    <a:pt x="107452" y="387269"/>
                  </a:lnTo>
                  <a:lnTo>
                    <a:pt x="108120" y="414054"/>
                  </a:lnTo>
                  <a:lnTo>
                    <a:pt x="108788" y="420750"/>
                  </a:lnTo>
                  <a:lnTo>
                    <a:pt x="109456" y="415170"/>
                  </a:lnTo>
                  <a:lnTo>
                    <a:pt x="110124" y="458696"/>
                  </a:lnTo>
                  <a:lnTo>
                    <a:pt x="110792" y="491061"/>
                  </a:lnTo>
                  <a:lnTo>
                    <a:pt x="111460" y="446419"/>
                  </a:lnTo>
                  <a:lnTo>
                    <a:pt x="112128" y="380572"/>
                  </a:lnTo>
                  <a:lnTo>
                    <a:pt x="112796" y="319189"/>
                  </a:lnTo>
                  <a:lnTo>
                    <a:pt x="113464" y="291288"/>
                  </a:lnTo>
                  <a:lnTo>
                    <a:pt x="114132" y="281244"/>
                  </a:lnTo>
                  <a:lnTo>
                    <a:pt x="114800" y="372760"/>
                  </a:lnTo>
                  <a:lnTo>
                    <a:pt x="115468" y="495525"/>
                  </a:lnTo>
                  <a:lnTo>
                    <a:pt x="116136" y="558024"/>
                  </a:lnTo>
                  <a:lnTo>
                    <a:pt x="116804" y="554676"/>
                  </a:lnTo>
                  <a:lnTo>
                    <a:pt x="117472" y="590390"/>
                  </a:lnTo>
                  <a:lnTo>
                    <a:pt x="118140" y="607130"/>
                  </a:lnTo>
                  <a:lnTo>
                    <a:pt x="118808" y="574765"/>
                  </a:lnTo>
                  <a:lnTo>
                    <a:pt x="119476" y="612711"/>
                  </a:lnTo>
                  <a:lnTo>
                    <a:pt x="120144" y="609363"/>
                  </a:lnTo>
                  <a:lnTo>
                    <a:pt x="120812" y="642844"/>
                  </a:lnTo>
                  <a:lnTo>
                    <a:pt x="121480" y="706459"/>
                  </a:lnTo>
                  <a:lnTo>
                    <a:pt x="122148" y="764494"/>
                  </a:lnTo>
                  <a:lnTo>
                    <a:pt x="122817" y="822528"/>
                  </a:lnTo>
                  <a:lnTo>
                    <a:pt x="123485" y="896188"/>
                  </a:lnTo>
                  <a:lnTo>
                    <a:pt x="124153" y="944178"/>
                  </a:lnTo>
                  <a:lnTo>
                    <a:pt x="124821" y="944178"/>
                  </a:lnTo>
                  <a:lnTo>
                    <a:pt x="125489" y="944178"/>
                  </a:lnTo>
                  <a:lnTo>
                    <a:pt x="126157" y="993284"/>
                  </a:lnTo>
                  <a:lnTo>
                    <a:pt x="126825" y="1068059"/>
                  </a:lnTo>
                  <a:lnTo>
                    <a:pt x="127493" y="1122746"/>
                  </a:lnTo>
                  <a:lnTo>
                    <a:pt x="128161" y="1123862"/>
                  </a:lnTo>
                  <a:lnTo>
                    <a:pt x="128829" y="1181897"/>
                  </a:lnTo>
                  <a:lnTo>
                    <a:pt x="129497" y="1172968"/>
                  </a:lnTo>
                  <a:lnTo>
                    <a:pt x="130165" y="1170736"/>
                  </a:lnTo>
                  <a:lnTo>
                    <a:pt x="130833" y="1167388"/>
                  </a:lnTo>
                  <a:lnTo>
                    <a:pt x="131501" y="1194173"/>
                  </a:lnTo>
                  <a:lnTo>
                    <a:pt x="132169" y="1275129"/>
                  </a:lnTo>
                  <a:lnTo>
                    <a:pt x="132837" y="1314607"/>
                  </a:lnTo>
                  <a:lnTo>
                    <a:pt x="133505" y="1331085"/>
                  </a:lnTo>
                  <a:lnTo>
                    <a:pt x="134173" y="1313687"/>
                  </a:lnTo>
                  <a:lnTo>
                    <a:pt x="134841" y="1304530"/>
                  </a:lnTo>
                  <a:lnTo>
                    <a:pt x="135509" y="1281638"/>
                  </a:lnTo>
                  <a:lnTo>
                    <a:pt x="136177" y="1234937"/>
                  </a:lnTo>
                  <a:lnTo>
                    <a:pt x="136845" y="1221202"/>
                  </a:lnTo>
                  <a:lnTo>
                    <a:pt x="137513" y="1221202"/>
                  </a:lnTo>
                  <a:lnTo>
                    <a:pt x="138181" y="1253251"/>
                  </a:lnTo>
                  <a:lnTo>
                    <a:pt x="138849" y="1269733"/>
                  </a:lnTo>
                  <a:lnTo>
                    <a:pt x="139517" y="1276143"/>
                  </a:lnTo>
                  <a:lnTo>
                    <a:pt x="140185" y="1270649"/>
                  </a:lnTo>
                  <a:lnTo>
                    <a:pt x="140853" y="1214792"/>
                  </a:lnTo>
                  <a:lnTo>
                    <a:pt x="141521" y="1191899"/>
                  </a:lnTo>
                  <a:lnTo>
                    <a:pt x="142189" y="1149668"/>
                  </a:lnTo>
                  <a:lnTo>
                    <a:pt x="142857" y="1149668"/>
                  </a:lnTo>
                  <a:lnTo>
                    <a:pt x="143525" y="1078104"/>
                  </a:lnTo>
                  <a:lnTo>
                    <a:pt x="144193" y="1099309"/>
                  </a:lnTo>
                  <a:lnTo>
                    <a:pt x="144861" y="1094845"/>
                  </a:lnTo>
                  <a:lnTo>
                    <a:pt x="145529" y="1090380"/>
                  </a:lnTo>
                  <a:lnTo>
                    <a:pt x="146197" y="1103773"/>
                  </a:lnTo>
                  <a:lnTo>
                    <a:pt x="146865" y="1034578"/>
                  </a:lnTo>
                  <a:lnTo>
                    <a:pt x="147534" y="1004445"/>
                  </a:lnTo>
                  <a:lnTo>
                    <a:pt x="148202" y="968731"/>
                  </a:lnTo>
                  <a:lnTo>
                    <a:pt x="148870" y="954222"/>
                  </a:lnTo>
                  <a:lnTo>
                    <a:pt x="149538" y="1029294"/>
                  </a:lnTo>
                  <a:lnTo>
                    <a:pt x="150206" y="1066646"/>
                  </a:lnTo>
                  <a:lnTo>
                    <a:pt x="150874" y="1138789"/>
                  </a:lnTo>
                  <a:lnTo>
                    <a:pt x="151542" y="1173585"/>
                  </a:lnTo>
                  <a:lnTo>
                    <a:pt x="152210" y="1183658"/>
                  </a:lnTo>
                  <a:lnTo>
                    <a:pt x="152878" y="1144283"/>
                  </a:lnTo>
                  <a:lnTo>
                    <a:pt x="153546" y="1115897"/>
                  </a:lnTo>
                  <a:lnTo>
                    <a:pt x="154214" y="1111318"/>
                  </a:lnTo>
                  <a:lnTo>
                    <a:pt x="154882" y="1110402"/>
                  </a:lnTo>
                  <a:lnTo>
                    <a:pt x="155550" y="1132379"/>
                  </a:lnTo>
                  <a:lnTo>
                    <a:pt x="156218" y="1134210"/>
                  </a:lnTo>
                  <a:lnTo>
                    <a:pt x="156886" y="1189842"/>
                  </a:lnTo>
                  <a:lnTo>
                    <a:pt x="157554" y="1167216"/>
                  </a:lnTo>
                  <a:lnTo>
                    <a:pt x="158222" y="1160731"/>
                  </a:lnTo>
                  <a:lnTo>
                    <a:pt x="158890" y="1089282"/>
                  </a:lnTo>
                  <a:lnTo>
                    <a:pt x="159558" y="1094576"/>
                  </a:lnTo>
                  <a:lnTo>
                    <a:pt x="160226" y="1045195"/>
                  </a:lnTo>
                  <a:lnTo>
                    <a:pt x="160894" y="1008509"/>
                  </a:lnTo>
                  <a:lnTo>
                    <a:pt x="161562" y="983786"/>
                  </a:lnTo>
                  <a:lnTo>
                    <a:pt x="162230" y="988571"/>
                  </a:lnTo>
                  <a:lnTo>
                    <a:pt x="162898" y="991761"/>
                  </a:lnTo>
                  <a:lnTo>
                    <a:pt x="163566" y="943112"/>
                  </a:lnTo>
                  <a:lnTo>
                    <a:pt x="164234" y="850600"/>
                  </a:lnTo>
                  <a:lnTo>
                    <a:pt x="164902" y="801154"/>
                  </a:lnTo>
                  <a:lnTo>
                    <a:pt x="165570" y="779621"/>
                  </a:lnTo>
                  <a:lnTo>
                    <a:pt x="166238" y="797964"/>
                  </a:lnTo>
                  <a:lnTo>
                    <a:pt x="166906" y="800984"/>
                  </a:lnTo>
                  <a:lnTo>
                    <a:pt x="167574" y="733136"/>
                  </a:lnTo>
                  <a:lnTo>
                    <a:pt x="168242" y="721759"/>
                  </a:lnTo>
                  <a:lnTo>
                    <a:pt x="168910" y="655121"/>
                  </a:lnTo>
                  <a:lnTo>
                    <a:pt x="169578" y="584810"/>
                  </a:lnTo>
                  <a:lnTo>
                    <a:pt x="170246" y="570301"/>
                  </a:lnTo>
                  <a:lnTo>
                    <a:pt x="170914" y="612711"/>
                  </a:lnTo>
                  <a:lnTo>
                    <a:pt x="171582" y="651773"/>
                  </a:lnTo>
                  <a:lnTo>
                    <a:pt x="172251" y="645076"/>
                  </a:lnTo>
                  <a:lnTo>
                    <a:pt x="172919" y="685254"/>
                  </a:lnTo>
                  <a:lnTo>
                    <a:pt x="173587" y="787931"/>
                  </a:lnTo>
                  <a:lnTo>
                    <a:pt x="174255" y="922973"/>
                  </a:lnTo>
                  <a:lnTo>
                    <a:pt x="174923" y="1008909"/>
                  </a:lnTo>
                  <a:lnTo>
                    <a:pt x="175591" y="1044622"/>
                  </a:lnTo>
                  <a:lnTo>
                    <a:pt x="176259" y="1060247"/>
                  </a:lnTo>
                  <a:lnTo>
                    <a:pt x="176927" y="1118282"/>
                  </a:lnTo>
                  <a:lnTo>
                    <a:pt x="177595" y="1148415"/>
                  </a:lnTo>
                  <a:lnTo>
                    <a:pt x="178263" y="1217610"/>
                  </a:lnTo>
                  <a:lnTo>
                    <a:pt x="178931" y="1285689"/>
                  </a:lnTo>
                  <a:lnTo>
                    <a:pt x="179599" y="1337028"/>
                  </a:lnTo>
                  <a:lnTo>
                    <a:pt x="180267" y="1319475"/>
                  </a:lnTo>
                  <a:lnTo>
                    <a:pt x="180935" y="1282276"/>
                  </a:lnTo>
                  <a:lnTo>
                    <a:pt x="181603" y="1211877"/>
                  </a:lnTo>
                  <a:lnTo>
                    <a:pt x="182271" y="1185180"/>
                  </a:lnTo>
                  <a:lnTo>
                    <a:pt x="182939" y="1154668"/>
                  </a:lnTo>
                  <a:lnTo>
                    <a:pt x="183607" y="1129258"/>
                  </a:lnTo>
                  <a:lnTo>
                    <a:pt x="184275" y="1066903"/>
                  </a:lnTo>
                  <a:lnTo>
                    <a:pt x="184943" y="1011400"/>
                  </a:lnTo>
                  <a:lnTo>
                    <a:pt x="185611" y="1016048"/>
                  </a:lnTo>
                  <a:lnTo>
                    <a:pt x="186279" y="1013953"/>
                  </a:lnTo>
                  <a:lnTo>
                    <a:pt x="186947" y="1050688"/>
                  </a:lnTo>
                  <a:lnTo>
                    <a:pt x="187615" y="1023632"/>
                  </a:lnTo>
                  <a:lnTo>
                    <a:pt x="188283" y="1013044"/>
                  </a:lnTo>
                  <a:lnTo>
                    <a:pt x="188951" y="1010398"/>
                  </a:lnTo>
                  <a:lnTo>
                    <a:pt x="189619" y="1019220"/>
                  </a:lnTo>
                  <a:lnTo>
                    <a:pt x="190287" y="1040101"/>
                  </a:lnTo>
                  <a:lnTo>
                    <a:pt x="190955" y="1038042"/>
                  </a:lnTo>
                  <a:lnTo>
                    <a:pt x="191623" y="1069804"/>
                  </a:lnTo>
                  <a:lnTo>
                    <a:pt x="192291" y="1074215"/>
                  </a:lnTo>
                  <a:lnTo>
                    <a:pt x="192959" y="1074082"/>
                  </a:lnTo>
                  <a:lnTo>
                    <a:pt x="193627" y="1077343"/>
                  </a:lnTo>
                  <a:lnTo>
                    <a:pt x="194295" y="1107063"/>
                  </a:lnTo>
                  <a:lnTo>
                    <a:pt x="194963" y="1202727"/>
                  </a:lnTo>
                  <a:lnTo>
                    <a:pt x="195631" y="1229583"/>
                  </a:lnTo>
                  <a:lnTo>
                    <a:pt x="196300" y="1244244"/>
                  </a:lnTo>
                  <a:lnTo>
                    <a:pt x="196968" y="1229760"/>
                  </a:lnTo>
                  <a:lnTo>
                    <a:pt x="197636" y="1249961"/>
                  </a:lnTo>
                  <a:lnTo>
                    <a:pt x="198304" y="1275784"/>
                  </a:lnTo>
                  <a:lnTo>
                    <a:pt x="198972" y="1281536"/>
                  </a:lnTo>
                  <a:lnTo>
                    <a:pt x="199640" y="1269312"/>
                  </a:lnTo>
                  <a:lnTo>
                    <a:pt x="200308" y="1231815"/>
                  </a:lnTo>
                  <a:lnTo>
                    <a:pt x="200976" y="1277941"/>
                  </a:lnTo>
                  <a:lnTo>
                    <a:pt x="201644" y="1275064"/>
                  </a:lnTo>
                  <a:lnTo>
                    <a:pt x="202312" y="1300261"/>
                  </a:lnTo>
                  <a:lnTo>
                    <a:pt x="202980" y="1311293"/>
                  </a:lnTo>
                  <a:lnTo>
                    <a:pt x="203648" y="1303709"/>
                  </a:lnTo>
                  <a:lnTo>
                    <a:pt x="204316" y="1295492"/>
                  </a:lnTo>
                  <a:lnTo>
                    <a:pt x="204984" y="1278427"/>
                  </a:lnTo>
                  <a:lnTo>
                    <a:pt x="205652" y="1278427"/>
                  </a:lnTo>
                  <a:lnTo>
                    <a:pt x="206320" y="1291379"/>
                  </a:lnTo>
                  <a:lnTo>
                    <a:pt x="206988" y="1271750"/>
                  </a:lnTo>
                  <a:lnTo>
                    <a:pt x="207656" y="1259258"/>
                  </a:lnTo>
                  <a:lnTo>
                    <a:pt x="208324" y="1226542"/>
                  </a:lnTo>
                  <a:lnTo>
                    <a:pt x="208992" y="1194421"/>
                  </a:lnTo>
                  <a:lnTo>
                    <a:pt x="209660" y="1169438"/>
                  </a:lnTo>
                  <a:lnTo>
                    <a:pt x="210328" y="1145645"/>
                  </a:lnTo>
                  <a:lnTo>
                    <a:pt x="210996" y="1115993"/>
                  </a:lnTo>
                  <a:lnTo>
                    <a:pt x="211664" y="1136218"/>
                  </a:lnTo>
                  <a:lnTo>
                    <a:pt x="212332" y="1145356"/>
                  </a:lnTo>
                  <a:lnTo>
                    <a:pt x="213000" y="1129452"/>
                  </a:lnTo>
                  <a:lnTo>
                    <a:pt x="213668" y="1131274"/>
                  </a:lnTo>
                  <a:lnTo>
                    <a:pt x="214336" y="1092151"/>
                  </a:lnTo>
                  <a:lnTo>
                    <a:pt x="215004" y="1092419"/>
                  </a:lnTo>
                  <a:lnTo>
                    <a:pt x="215672" y="1024460"/>
                  </a:lnTo>
                  <a:lnTo>
                    <a:pt x="216340" y="993833"/>
                  </a:lnTo>
                  <a:lnTo>
                    <a:pt x="217008" y="1022760"/>
                  </a:lnTo>
                  <a:lnTo>
                    <a:pt x="217676" y="1003059"/>
                  </a:lnTo>
                  <a:lnTo>
                    <a:pt x="218344" y="961144"/>
                  </a:lnTo>
                  <a:lnTo>
                    <a:pt x="219012" y="1010592"/>
                  </a:lnTo>
                  <a:lnTo>
                    <a:pt x="219680" y="1057292"/>
                  </a:lnTo>
                  <a:lnTo>
                    <a:pt x="220348" y="1097583"/>
                  </a:lnTo>
                  <a:lnTo>
                    <a:pt x="221017" y="1142452"/>
                  </a:lnTo>
                  <a:lnTo>
                    <a:pt x="221685" y="1123099"/>
                  </a:lnTo>
                  <a:lnTo>
                    <a:pt x="222353" y="1105811"/>
                  </a:lnTo>
                  <a:lnTo>
                    <a:pt x="223021" y="1124324"/>
                  </a:lnTo>
                  <a:lnTo>
                    <a:pt x="223689" y="1114934"/>
                  </a:lnTo>
                  <a:lnTo>
                    <a:pt x="224357" y="1111585"/>
                  </a:lnTo>
                  <a:lnTo>
                    <a:pt x="225025" y="1070291"/>
                  </a:lnTo>
                  <a:lnTo>
                    <a:pt x="225693" y="1016721"/>
                  </a:lnTo>
                  <a:lnTo>
                    <a:pt x="226361" y="972079"/>
                  </a:lnTo>
                  <a:lnTo>
                    <a:pt x="227029" y="945294"/>
                  </a:lnTo>
                  <a:lnTo>
                    <a:pt x="227697" y="954222"/>
                  </a:lnTo>
                  <a:lnTo>
                    <a:pt x="228365" y="988820"/>
                  </a:lnTo>
                  <a:lnTo>
                    <a:pt x="229033" y="988820"/>
                  </a:lnTo>
                  <a:lnTo>
                    <a:pt x="229701" y="997748"/>
                  </a:lnTo>
                  <a:lnTo>
                    <a:pt x="230369" y="992168"/>
                  </a:lnTo>
                  <a:lnTo>
                    <a:pt x="231037" y="1069082"/>
                  </a:lnTo>
                  <a:lnTo>
                    <a:pt x="231705" y="1089603"/>
                  </a:lnTo>
                  <a:lnTo>
                    <a:pt x="232373" y="1156106"/>
                  </a:lnTo>
                  <a:lnTo>
                    <a:pt x="233041" y="1153737"/>
                  </a:lnTo>
                  <a:lnTo>
                    <a:pt x="233709" y="1141695"/>
                  </a:lnTo>
                  <a:lnTo>
                    <a:pt x="234377" y="1168811"/>
                  </a:lnTo>
                  <a:lnTo>
                    <a:pt x="235045" y="1226232"/>
                  </a:lnTo>
                  <a:lnTo>
                    <a:pt x="235713" y="1277274"/>
                  </a:lnTo>
                  <a:lnTo>
                    <a:pt x="236381" y="1316352"/>
                  </a:lnTo>
                  <a:lnTo>
                    <a:pt x="237049" y="1329112"/>
                  </a:lnTo>
                  <a:lnTo>
                    <a:pt x="237717" y="1337885"/>
                  </a:lnTo>
                  <a:lnTo>
                    <a:pt x="238385" y="1318745"/>
                  </a:lnTo>
                  <a:lnTo>
                    <a:pt x="239053" y="1283654"/>
                  </a:lnTo>
                  <a:lnTo>
                    <a:pt x="239721" y="1232612"/>
                  </a:lnTo>
                  <a:lnTo>
                    <a:pt x="240389" y="1187951"/>
                  </a:lnTo>
                  <a:lnTo>
                    <a:pt x="241057" y="1144898"/>
                  </a:lnTo>
                  <a:lnTo>
                    <a:pt x="241725" y="1104267"/>
                  </a:lnTo>
                  <a:lnTo>
                    <a:pt x="242393" y="1033353"/>
                  </a:lnTo>
                  <a:lnTo>
                    <a:pt x="243061" y="1016369"/>
                  </a:lnTo>
                  <a:lnTo>
                    <a:pt x="243729" y="922973"/>
                  </a:lnTo>
                  <a:lnTo>
                    <a:pt x="244397" y="899536"/>
                  </a:lnTo>
                  <a:lnTo>
                    <a:pt x="245065" y="873867"/>
                  </a:lnTo>
                  <a:lnTo>
                    <a:pt x="245734" y="840385"/>
                  </a:lnTo>
                  <a:lnTo>
                    <a:pt x="246402" y="852662"/>
                  </a:lnTo>
                  <a:lnTo>
                    <a:pt x="247070" y="863822"/>
                  </a:lnTo>
                  <a:lnTo>
                    <a:pt x="247738" y="866054"/>
                  </a:lnTo>
                  <a:lnTo>
                    <a:pt x="248406" y="862706"/>
                  </a:lnTo>
                  <a:lnTo>
                    <a:pt x="249074" y="893955"/>
                  </a:lnTo>
                  <a:lnTo>
                    <a:pt x="249742" y="933017"/>
                  </a:lnTo>
                  <a:lnTo>
                    <a:pt x="250410" y="998864"/>
                  </a:lnTo>
                  <a:lnTo>
                    <a:pt x="251078" y="1025649"/>
                  </a:lnTo>
                  <a:lnTo>
                    <a:pt x="251746" y="1064711"/>
                  </a:lnTo>
                  <a:lnTo>
                    <a:pt x="252414" y="1074756"/>
                  </a:lnTo>
                  <a:lnTo>
                    <a:pt x="253082" y="1104889"/>
                  </a:lnTo>
                  <a:lnTo>
                    <a:pt x="253750" y="1139487"/>
                  </a:lnTo>
                  <a:lnTo>
                    <a:pt x="254418" y="1167388"/>
                  </a:lnTo>
                  <a:lnTo>
                    <a:pt x="255086" y="1171852"/>
                  </a:lnTo>
                  <a:lnTo>
                    <a:pt x="255754" y="1141719"/>
                  </a:lnTo>
                  <a:lnTo>
                    <a:pt x="256422" y="1114934"/>
                  </a:lnTo>
                  <a:lnTo>
                    <a:pt x="257090" y="1084800"/>
                  </a:lnTo>
                  <a:lnTo>
                    <a:pt x="257758" y="1005561"/>
                  </a:lnTo>
                  <a:lnTo>
                    <a:pt x="258426" y="1015605"/>
                  </a:lnTo>
                  <a:lnTo>
                    <a:pt x="259094" y="994400"/>
                  </a:lnTo>
                  <a:lnTo>
                    <a:pt x="259762" y="1024533"/>
                  </a:lnTo>
                  <a:lnTo>
                    <a:pt x="260430" y="1040158"/>
                  </a:lnTo>
                  <a:lnTo>
                    <a:pt x="261098" y="1049087"/>
                  </a:lnTo>
                  <a:lnTo>
                    <a:pt x="261766" y="1035694"/>
                  </a:lnTo>
                  <a:lnTo>
                    <a:pt x="262434" y="1052435"/>
                  </a:lnTo>
                  <a:lnTo>
                    <a:pt x="263102" y="1014489"/>
                  </a:lnTo>
                  <a:lnTo>
                    <a:pt x="263770" y="993284"/>
                  </a:lnTo>
                  <a:lnTo>
                    <a:pt x="264438" y="974311"/>
                  </a:lnTo>
                  <a:lnTo>
                    <a:pt x="265106" y="969847"/>
                  </a:lnTo>
                  <a:lnTo>
                    <a:pt x="265774" y="987704"/>
                  </a:lnTo>
                  <a:lnTo>
                    <a:pt x="266442" y="984356"/>
                  </a:lnTo>
                  <a:lnTo>
                    <a:pt x="267110" y="987704"/>
                  </a:lnTo>
                  <a:lnTo>
                    <a:pt x="267778" y="1023417"/>
                  </a:lnTo>
                  <a:lnTo>
                    <a:pt x="268446" y="1031230"/>
                  </a:lnTo>
                  <a:lnTo>
                    <a:pt x="269114" y="1053551"/>
                  </a:lnTo>
                  <a:lnTo>
                    <a:pt x="269782" y="989936"/>
                  </a:lnTo>
                  <a:lnTo>
                    <a:pt x="270451" y="929669"/>
                  </a:lnTo>
                  <a:lnTo>
                    <a:pt x="271119" y="896188"/>
                  </a:lnTo>
                  <a:lnTo>
                    <a:pt x="271787" y="835921"/>
                  </a:lnTo>
                  <a:lnTo>
                    <a:pt x="272455" y="802439"/>
                  </a:lnTo>
                  <a:lnTo>
                    <a:pt x="273123" y="829225"/>
                  </a:lnTo>
                  <a:lnTo>
                    <a:pt x="273791" y="850430"/>
                  </a:lnTo>
                  <a:lnTo>
                    <a:pt x="274459" y="857126"/>
                  </a:lnTo>
                  <a:lnTo>
                    <a:pt x="275127" y="861590"/>
                  </a:lnTo>
                  <a:lnTo>
                    <a:pt x="275795" y="900652"/>
                  </a:lnTo>
                  <a:lnTo>
                    <a:pt x="276463" y="955338"/>
                  </a:lnTo>
                  <a:lnTo>
                    <a:pt x="277131" y="1056234"/>
                  </a:lnTo>
                  <a:lnTo>
                    <a:pt x="277799" y="1074975"/>
                  </a:lnTo>
                  <a:lnTo>
                    <a:pt x="278467" y="1049966"/>
                  </a:lnTo>
                  <a:lnTo>
                    <a:pt x="279135" y="1056376"/>
                  </a:lnTo>
                  <a:lnTo>
                    <a:pt x="279803" y="1099414"/>
                  </a:lnTo>
                  <a:lnTo>
                    <a:pt x="280471" y="1123222"/>
                  </a:lnTo>
                  <a:lnTo>
                    <a:pt x="281139" y="1151609"/>
                  </a:lnTo>
                  <a:lnTo>
                    <a:pt x="281807" y="1192815"/>
                  </a:lnTo>
                  <a:lnTo>
                    <a:pt x="282475" y="1192815"/>
                  </a:lnTo>
                  <a:lnTo>
                    <a:pt x="283143" y="1144283"/>
                  </a:lnTo>
                  <a:lnTo>
                    <a:pt x="283811" y="1094836"/>
                  </a:lnTo>
                  <a:lnTo>
                    <a:pt x="284479" y="1084763"/>
                  </a:lnTo>
                  <a:lnTo>
                    <a:pt x="285147" y="1100330"/>
                  </a:lnTo>
                  <a:lnTo>
                    <a:pt x="285815" y="1079269"/>
                  </a:lnTo>
                  <a:lnTo>
                    <a:pt x="286483" y="1075606"/>
                  </a:lnTo>
                  <a:lnTo>
                    <a:pt x="287151" y="1047654"/>
                  </a:lnTo>
                  <a:lnTo>
                    <a:pt x="287819" y="1050492"/>
                  </a:lnTo>
                  <a:lnTo>
                    <a:pt x="288487" y="1024533"/>
                  </a:lnTo>
                  <a:lnTo>
                    <a:pt x="289155" y="1033462"/>
                  </a:lnTo>
                  <a:lnTo>
                    <a:pt x="289823" y="1046854"/>
                  </a:lnTo>
                  <a:lnTo>
                    <a:pt x="290491" y="1078104"/>
                  </a:lnTo>
                  <a:lnTo>
                    <a:pt x="291159" y="1100425"/>
                  </a:lnTo>
                  <a:lnTo>
                    <a:pt x="291827" y="1131674"/>
                  </a:lnTo>
                  <a:lnTo>
                    <a:pt x="292495" y="1168504"/>
                  </a:lnTo>
                  <a:lnTo>
                    <a:pt x="293163" y="1237699"/>
                  </a:lnTo>
                  <a:lnTo>
                    <a:pt x="293831" y="1264484"/>
                  </a:lnTo>
                  <a:lnTo>
                    <a:pt x="294500" y="1277877"/>
                  </a:lnTo>
                  <a:lnTo>
                    <a:pt x="295168" y="1239931"/>
                  </a:lnTo>
                  <a:lnTo>
                    <a:pt x="295836" y="1228771"/>
                  </a:lnTo>
                  <a:lnTo>
                    <a:pt x="296504" y="1212030"/>
                  </a:lnTo>
                  <a:lnTo>
                    <a:pt x="297172" y="1226539"/>
                  </a:lnTo>
                  <a:lnTo>
                    <a:pt x="297840" y="1234351"/>
                  </a:lnTo>
                  <a:lnTo>
                    <a:pt x="298508" y="1234351"/>
                  </a:lnTo>
                  <a:lnTo>
                    <a:pt x="299176" y="1234351"/>
                  </a:lnTo>
                  <a:lnTo>
                    <a:pt x="299844" y="1234351"/>
                  </a:lnTo>
                  <a:lnTo>
                    <a:pt x="300512" y="1225423"/>
                  </a:lnTo>
                  <a:lnTo>
                    <a:pt x="301180" y="1212030"/>
                  </a:lnTo>
                  <a:lnTo>
                    <a:pt x="301848" y="1195289"/>
                  </a:lnTo>
                  <a:lnTo>
                    <a:pt x="302516" y="1167388"/>
                  </a:lnTo>
                  <a:lnTo>
                    <a:pt x="303184" y="1147299"/>
                  </a:lnTo>
                  <a:lnTo>
                    <a:pt x="303852" y="1179664"/>
                  </a:lnTo>
                  <a:lnTo>
                    <a:pt x="304520" y="1190825"/>
                  </a:lnTo>
                  <a:lnTo>
                    <a:pt x="305188" y="1231003"/>
                  </a:lnTo>
                  <a:lnTo>
                    <a:pt x="305856" y="1278993"/>
                  </a:lnTo>
                  <a:lnTo>
                    <a:pt x="306524" y="1301314"/>
                  </a:lnTo>
                  <a:lnTo>
                    <a:pt x="307192" y="1322519"/>
                  </a:lnTo>
                  <a:lnTo>
                    <a:pt x="307860" y="1331447"/>
                  </a:lnTo>
                  <a:lnTo>
                    <a:pt x="308528" y="1323635"/>
                  </a:lnTo>
                  <a:lnTo>
                    <a:pt x="309196" y="1323635"/>
                  </a:lnTo>
                  <a:lnTo>
                    <a:pt x="309864" y="1323635"/>
                  </a:lnTo>
                  <a:lnTo>
                    <a:pt x="310532" y="1332563"/>
                  </a:lnTo>
                  <a:lnTo>
                    <a:pt x="311200" y="1345956"/>
                  </a:lnTo>
                  <a:lnTo>
                    <a:pt x="311868" y="1324751"/>
                  </a:lnTo>
                  <a:lnTo>
                    <a:pt x="312536" y="1345956"/>
                  </a:lnTo>
                  <a:lnTo>
                    <a:pt x="313204" y="1367161"/>
                  </a:lnTo>
                  <a:lnTo>
                    <a:pt x="313872" y="1364929"/>
                  </a:lnTo>
                  <a:lnTo>
                    <a:pt x="314540" y="1375625"/>
                  </a:lnTo>
                  <a:lnTo>
                    <a:pt x="315208" y="1333675"/>
                  </a:lnTo>
                  <a:lnTo>
                    <a:pt x="315876" y="1309108"/>
                  </a:lnTo>
                  <a:lnTo>
                    <a:pt x="316544" y="1270649"/>
                  </a:lnTo>
                  <a:lnTo>
                    <a:pt x="317212" y="1257829"/>
                  </a:lnTo>
                  <a:lnTo>
                    <a:pt x="317880" y="1252335"/>
                  </a:lnTo>
                  <a:lnTo>
                    <a:pt x="318548" y="1257829"/>
                  </a:lnTo>
                  <a:lnTo>
                    <a:pt x="319217" y="1257829"/>
                  </a:lnTo>
                  <a:lnTo>
                    <a:pt x="319885" y="1257829"/>
                  </a:lnTo>
                  <a:lnTo>
                    <a:pt x="320553" y="1246841"/>
                  </a:lnTo>
                  <a:lnTo>
                    <a:pt x="321221" y="1239516"/>
                  </a:lnTo>
                  <a:lnTo>
                    <a:pt x="321889" y="1270649"/>
                  </a:lnTo>
                  <a:lnTo>
                    <a:pt x="322557" y="1245925"/>
                  </a:lnTo>
                  <a:lnTo>
                    <a:pt x="323225" y="1238600"/>
                  </a:lnTo>
                  <a:lnTo>
                    <a:pt x="323893" y="1223949"/>
                  </a:lnTo>
                  <a:lnTo>
                    <a:pt x="324561" y="1214500"/>
                  </a:lnTo>
                  <a:lnTo>
                    <a:pt x="325229" y="1248135"/>
                  </a:lnTo>
                  <a:lnTo>
                    <a:pt x="325897" y="1217610"/>
                  </a:lnTo>
                  <a:lnTo>
                    <a:pt x="326565" y="1238815"/>
                  </a:lnTo>
                  <a:lnTo>
                    <a:pt x="327233" y="1231003"/>
                  </a:lnTo>
                  <a:lnTo>
                    <a:pt x="327901" y="1267890"/>
                  </a:lnTo>
                  <a:lnTo>
                    <a:pt x="328569" y="1192508"/>
                  </a:lnTo>
                  <a:lnTo>
                    <a:pt x="329237" y="1115897"/>
                  </a:lnTo>
                  <a:lnTo>
                    <a:pt x="329905" y="1131327"/>
                  </a:lnTo>
                  <a:lnTo>
                    <a:pt x="330573" y="1134626"/>
                  </a:lnTo>
                  <a:lnTo>
                    <a:pt x="331241" y="1181374"/>
                  </a:lnTo>
                  <a:lnTo>
                    <a:pt x="331909" y="1219360"/>
                  </a:lnTo>
                  <a:lnTo>
                    <a:pt x="332577" y="1229480"/>
                  </a:lnTo>
                  <a:lnTo>
                    <a:pt x="333245" y="1235690"/>
                  </a:lnTo>
                  <a:lnTo>
                    <a:pt x="333913" y="1254796"/>
                  </a:lnTo>
                  <a:lnTo>
                    <a:pt x="334581" y="1236496"/>
                  </a:lnTo>
                  <a:lnTo>
                    <a:pt x="335249" y="1217542"/>
                  </a:lnTo>
                  <a:lnTo>
                    <a:pt x="335917" y="1187151"/>
                  </a:lnTo>
                  <a:lnTo>
                    <a:pt x="336585" y="1177674"/>
                  </a:lnTo>
                  <a:lnTo>
                    <a:pt x="337253" y="1163295"/>
                  </a:lnTo>
                  <a:lnTo>
                    <a:pt x="337921" y="1162315"/>
                  </a:lnTo>
                  <a:lnTo>
                    <a:pt x="338589" y="1189438"/>
                  </a:lnTo>
                  <a:lnTo>
                    <a:pt x="339257" y="1208065"/>
                  </a:lnTo>
                  <a:lnTo>
                    <a:pt x="339925" y="1220483"/>
                  </a:lnTo>
                  <a:lnTo>
                    <a:pt x="340593" y="1190448"/>
                  </a:lnTo>
                  <a:lnTo>
                    <a:pt x="341261" y="1181326"/>
                  </a:lnTo>
                  <a:lnTo>
                    <a:pt x="341929" y="1133817"/>
                  </a:lnTo>
                  <a:lnTo>
                    <a:pt x="342597" y="1157327"/>
                  </a:lnTo>
                  <a:lnTo>
                    <a:pt x="343265" y="1141131"/>
                  </a:lnTo>
                  <a:lnTo>
                    <a:pt x="343934" y="1166911"/>
                  </a:lnTo>
                  <a:lnTo>
                    <a:pt x="344602" y="1179357"/>
                  </a:lnTo>
                  <a:lnTo>
                    <a:pt x="345270" y="1189135"/>
                  </a:lnTo>
                  <a:lnTo>
                    <a:pt x="345938" y="1246505"/>
                  </a:lnTo>
                  <a:lnTo>
                    <a:pt x="346606" y="1238803"/>
                  </a:lnTo>
                  <a:lnTo>
                    <a:pt x="347274" y="1241641"/>
                  </a:lnTo>
                  <a:lnTo>
                    <a:pt x="347942" y="1273634"/>
                  </a:lnTo>
                  <a:lnTo>
                    <a:pt x="348610" y="1258675"/>
                  </a:lnTo>
                  <a:lnTo>
                    <a:pt x="349278" y="1262689"/>
                  </a:lnTo>
                  <a:lnTo>
                    <a:pt x="349946" y="1268526"/>
                  </a:lnTo>
                  <a:lnTo>
                    <a:pt x="350614" y="1293336"/>
                  </a:lnTo>
                  <a:lnTo>
                    <a:pt x="351282" y="1313768"/>
                  </a:lnTo>
                  <a:lnTo>
                    <a:pt x="351950" y="1302922"/>
                  </a:lnTo>
                  <a:lnTo>
                    <a:pt x="352618" y="1314479"/>
                  </a:lnTo>
                  <a:lnTo>
                    <a:pt x="353286" y="1307730"/>
                  </a:lnTo>
                  <a:lnTo>
                    <a:pt x="353954" y="1272619"/>
                  </a:lnTo>
                  <a:lnTo>
                    <a:pt x="354622" y="1296543"/>
                  </a:lnTo>
                  <a:lnTo>
                    <a:pt x="355290" y="1319355"/>
                  </a:lnTo>
                  <a:lnTo>
                    <a:pt x="355958" y="1333017"/>
                  </a:lnTo>
                  <a:lnTo>
                    <a:pt x="356626" y="1351112"/>
                  </a:lnTo>
                  <a:lnTo>
                    <a:pt x="357294" y="1351102"/>
                  </a:lnTo>
                  <a:lnTo>
                    <a:pt x="357962" y="1328908"/>
                  </a:lnTo>
                  <a:lnTo>
                    <a:pt x="358630" y="1317467"/>
                  </a:lnTo>
                  <a:lnTo>
                    <a:pt x="359298" y="1321281"/>
                  </a:lnTo>
                  <a:lnTo>
                    <a:pt x="359966" y="1331085"/>
                  </a:lnTo>
                  <a:lnTo>
                    <a:pt x="360634" y="1365927"/>
                  </a:lnTo>
                  <a:lnTo>
                    <a:pt x="361302" y="1376317"/>
                  </a:lnTo>
                  <a:lnTo>
                    <a:pt x="361970" y="1377761"/>
                  </a:lnTo>
                  <a:lnTo>
                    <a:pt x="362638" y="1349050"/>
                  </a:lnTo>
                  <a:lnTo>
                    <a:pt x="363306" y="1351286"/>
                  </a:lnTo>
                  <a:lnTo>
                    <a:pt x="363974" y="1330433"/>
                  </a:lnTo>
                  <a:lnTo>
                    <a:pt x="364642" y="1324681"/>
                  </a:lnTo>
                  <a:lnTo>
                    <a:pt x="365310" y="1313175"/>
                  </a:lnTo>
                  <a:lnTo>
                    <a:pt x="365978" y="1286570"/>
                  </a:lnTo>
                  <a:lnTo>
                    <a:pt x="366646" y="1295918"/>
                  </a:lnTo>
                  <a:lnTo>
                    <a:pt x="367314" y="1277219"/>
                  </a:lnTo>
                  <a:lnTo>
                    <a:pt x="367982" y="1252830"/>
                  </a:lnTo>
                  <a:lnTo>
                    <a:pt x="368651" y="1263379"/>
                  </a:lnTo>
                  <a:lnTo>
                    <a:pt x="369319" y="1244222"/>
                  </a:lnTo>
                  <a:lnTo>
                    <a:pt x="369987" y="1238391"/>
                  </a:lnTo>
                  <a:lnTo>
                    <a:pt x="370655" y="1203104"/>
                  </a:lnTo>
                  <a:lnTo>
                    <a:pt x="371323" y="1215864"/>
                  </a:lnTo>
                  <a:lnTo>
                    <a:pt x="371991" y="1199539"/>
                  </a:lnTo>
                  <a:lnTo>
                    <a:pt x="372659" y="1180911"/>
                  </a:lnTo>
                  <a:lnTo>
                    <a:pt x="373327" y="1187321"/>
                  </a:lnTo>
                  <a:lnTo>
                    <a:pt x="373995" y="1213876"/>
                  </a:lnTo>
                  <a:lnTo>
                    <a:pt x="374663" y="1221202"/>
                  </a:lnTo>
                  <a:lnTo>
                    <a:pt x="375331" y="1235853"/>
                  </a:lnTo>
                  <a:lnTo>
                    <a:pt x="375999" y="1266986"/>
                  </a:lnTo>
                  <a:lnTo>
                    <a:pt x="376667" y="1248673"/>
                  </a:lnTo>
                  <a:lnTo>
                    <a:pt x="377335" y="1247869"/>
                  </a:lnTo>
                  <a:lnTo>
                    <a:pt x="378003" y="1296158"/>
                  </a:lnTo>
                  <a:lnTo>
                    <a:pt x="378671" y="1291531"/>
                  </a:lnTo>
                  <a:lnTo>
                    <a:pt x="379339" y="1306361"/>
                  </a:lnTo>
                  <a:lnTo>
                    <a:pt x="380007" y="1312771"/>
                  </a:lnTo>
                  <a:lnTo>
                    <a:pt x="380675" y="1312771"/>
                  </a:lnTo>
                  <a:lnTo>
                    <a:pt x="381343" y="1288047"/>
                  </a:lnTo>
                  <a:lnTo>
                    <a:pt x="382011" y="1288963"/>
                  </a:lnTo>
                  <a:lnTo>
                    <a:pt x="382679" y="1276143"/>
                  </a:lnTo>
                  <a:lnTo>
                    <a:pt x="383347" y="1274312"/>
                  </a:lnTo>
                  <a:lnTo>
                    <a:pt x="384015" y="1257829"/>
                  </a:lnTo>
                  <a:lnTo>
                    <a:pt x="384683" y="1257829"/>
                  </a:lnTo>
                  <a:lnTo>
                    <a:pt x="385351" y="1257829"/>
                  </a:lnTo>
                  <a:lnTo>
                    <a:pt x="386019" y="1261492"/>
                  </a:lnTo>
                  <a:lnTo>
                    <a:pt x="386687" y="1277059"/>
                  </a:lnTo>
                  <a:lnTo>
                    <a:pt x="387355" y="1289879"/>
                  </a:lnTo>
                  <a:lnTo>
                    <a:pt x="388023" y="1296158"/>
                  </a:lnTo>
                  <a:lnTo>
                    <a:pt x="388691" y="1324675"/>
                  </a:lnTo>
                  <a:lnTo>
                    <a:pt x="389359" y="1310427"/>
                  </a:lnTo>
                  <a:lnTo>
                    <a:pt x="390027" y="1298009"/>
                  </a:lnTo>
                  <a:lnTo>
                    <a:pt x="390695" y="1285249"/>
                  </a:lnTo>
                  <a:lnTo>
                    <a:pt x="391363" y="1280464"/>
                  </a:lnTo>
                  <a:lnTo>
                    <a:pt x="392031" y="1286844"/>
                  </a:lnTo>
                  <a:lnTo>
                    <a:pt x="392700" y="1274881"/>
                  </a:lnTo>
                  <a:lnTo>
                    <a:pt x="393368" y="1267703"/>
                  </a:lnTo>
                  <a:lnTo>
                    <a:pt x="394036" y="1271691"/>
                  </a:lnTo>
                  <a:lnTo>
                    <a:pt x="394704" y="1266108"/>
                  </a:lnTo>
                  <a:lnTo>
                    <a:pt x="395372" y="1266108"/>
                  </a:lnTo>
                  <a:lnTo>
                    <a:pt x="396040" y="1266108"/>
                  </a:lnTo>
                  <a:lnTo>
                    <a:pt x="396708" y="1273286"/>
                  </a:lnTo>
                  <a:lnTo>
                    <a:pt x="397376" y="1271691"/>
                  </a:lnTo>
                  <a:lnTo>
                    <a:pt x="398044" y="1279892"/>
                  </a:lnTo>
                  <a:lnTo>
                    <a:pt x="398712" y="1278707"/>
                  </a:lnTo>
                  <a:lnTo>
                    <a:pt x="399380" y="1264006"/>
                  </a:lnTo>
                  <a:lnTo>
                    <a:pt x="400048" y="1234351"/>
                  </a:lnTo>
                  <a:lnTo>
                    <a:pt x="400716" y="1252208"/>
                  </a:lnTo>
                  <a:lnTo>
                    <a:pt x="401384" y="1292386"/>
                  </a:lnTo>
                  <a:lnTo>
                    <a:pt x="402052" y="1301314"/>
                  </a:lnTo>
                  <a:lnTo>
                    <a:pt x="402720" y="1333679"/>
                  </a:lnTo>
                  <a:lnTo>
                    <a:pt x="403388" y="1352652"/>
                  </a:lnTo>
                  <a:lnTo>
                    <a:pt x="404056" y="1360465"/>
                  </a:lnTo>
                  <a:lnTo>
                    <a:pt x="404724" y="1368277"/>
                  </a:lnTo>
                  <a:lnTo>
                    <a:pt x="405392" y="1368277"/>
                  </a:lnTo>
                  <a:lnTo>
                    <a:pt x="406060" y="1368277"/>
                  </a:lnTo>
                  <a:lnTo>
                    <a:pt x="406728" y="1368277"/>
                  </a:lnTo>
                  <a:lnTo>
                    <a:pt x="407396" y="1376089"/>
                  </a:lnTo>
                  <a:lnTo>
                    <a:pt x="408064" y="1352652"/>
                  </a:lnTo>
                  <a:lnTo>
                    <a:pt x="408732" y="1345956"/>
                  </a:lnTo>
                  <a:lnTo>
                    <a:pt x="409400" y="1362697"/>
                  </a:lnTo>
                  <a:lnTo>
                    <a:pt x="410068" y="1368277"/>
                  </a:lnTo>
                  <a:lnTo>
                    <a:pt x="410736" y="1368277"/>
                  </a:lnTo>
                  <a:lnTo>
                    <a:pt x="411404" y="1368277"/>
                  </a:lnTo>
                  <a:lnTo>
                    <a:pt x="412072" y="1368277"/>
                  </a:lnTo>
                  <a:lnTo>
                    <a:pt x="412740" y="1356000"/>
                  </a:lnTo>
                  <a:lnTo>
                    <a:pt x="413408" y="1350420"/>
                  </a:lnTo>
                  <a:lnTo>
                    <a:pt x="414076" y="1297966"/>
                  </a:lnTo>
                  <a:lnTo>
                    <a:pt x="414744" y="1278993"/>
                  </a:lnTo>
                  <a:lnTo>
                    <a:pt x="415412" y="1278993"/>
                  </a:lnTo>
                  <a:lnTo>
                    <a:pt x="416080" y="1278993"/>
                  </a:lnTo>
                  <a:lnTo>
                    <a:pt x="416748" y="1278993"/>
                  </a:lnTo>
                  <a:lnTo>
                    <a:pt x="417417" y="1286805"/>
                  </a:lnTo>
                  <a:lnTo>
                    <a:pt x="418085" y="1294618"/>
                  </a:lnTo>
                  <a:lnTo>
                    <a:pt x="418753" y="1293502"/>
                  </a:lnTo>
                  <a:lnTo>
                    <a:pt x="419421" y="1232119"/>
                  </a:lnTo>
                  <a:lnTo>
                    <a:pt x="420089" y="1212030"/>
                  </a:lnTo>
                  <a:lnTo>
                    <a:pt x="420757" y="1212030"/>
                  </a:lnTo>
                  <a:lnTo>
                    <a:pt x="421425" y="1189709"/>
                  </a:lnTo>
                  <a:lnTo>
                    <a:pt x="422093" y="1189709"/>
                  </a:lnTo>
                  <a:lnTo>
                    <a:pt x="422761" y="1201985"/>
                  </a:lnTo>
                  <a:lnTo>
                    <a:pt x="423429" y="1208682"/>
                  </a:lnTo>
                  <a:lnTo>
                    <a:pt x="424097" y="1260020"/>
                  </a:lnTo>
                  <a:lnTo>
                    <a:pt x="424765" y="1278993"/>
                  </a:lnTo>
                  <a:lnTo>
                    <a:pt x="425433" y="1270065"/>
                  </a:lnTo>
                  <a:lnTo>
                    <a:pt x="426101" y="1214262"/>
                  </a:lnTo>
                  <a:lnTo>
                    <a:pt x="426769" y="1172968"/>
                  </a:lnTo>
                  <a:lnTo>
                    <a:pt x="427437" y="1143951"/>
                  </a:lnTo>
                  <a:lnTo>
                    <a:pt x="428105" y="1140603"/>
                  </a:lnTo>
                  <a:lnTo>
                    <a:pt x="428773" y="1078104"/>
                  </a:lnTo>
                  <a:lnTo>
                    <a:pt x="429441" y="1124978"/>
                  </a:lnTo>
                  <a:lnTo>
                    <a:pt x="430109" y="1132790"/>
                  </a:lnTo>
                  <a:lnTo>
                    <a:pt x="430777" y="1092613"/>
                  </a:lnTo>
                  <a:lnTo>
                    <a:pt x="431445" y="1100425"/>
                  </a:lnTo>
                  <a:lnTo>
                    <a:pt x="432113" y="1087032"/>
                  </a:lnTo>
                  <a:lnTo>
                    <a:pt x="432781" y="1034578"/>
                  </a:lnTo>
                  <a:lnTo>
                    <a:pt x="433449" y="1027882"/>
                  </a:lnTo>
                  <a:lnTo>
                    <a:pt x="434117" y="996632"/>
                  </a:lnTo>
                  <a:lnTo>
                    <a:pt x="434785" y="946410"/>
                  </a:lnTo>
                  <a:lnTo>
                    <a:pt x="435453" y="889491"/>
                  </a:lnTo>
                  <a:lnTo>
                    <a:pt x="436121" y="916277"/>
                  </a:lnTo>
                  <a:lnTo>
                    <a:pt x="436789" y="916277"/>
                  </a:lnTo>
                  <a:lnTo>
                    <a:pt x="437457" y="898420"/>
                  </a:lnTo>
                  <a:lnTo>
                    <a:pt x="438125" y="881679"/>
                  </a:lnTo>
                  <a:lnTo>
                    <a:pt x="438793" y="931901"/>
                  </a:lnTo>
                  <a:lnTo>
                    <a:pt x="439461" y="854894"/>
                  </a:lnTo>
                  <a:lnTo>
                    <a:pt x="440129" y="779002"/>
                  </a:lnTo>
                  <a:lnTo>
                    <a:pt x="440797" y="782351"/>
                  </a:lnTo>
                  <a:lnTo>
                    <a:pt x="441465" y="760030"/>
                  </a:lnTo>
                  <a:lnTo>
                    <a:pt x="442134" y="735476"/>
                  </a:lnTo>
                  <a:lnTo>
                    <a:pt x="442802" y="824913"/>
                  </a:lnTo>
                  <a:lnTo>
                    <a:pt x="443470" y="836209"/>
                  </a:lnTo>
                  <a:lnTo>
                    <a:pt x="444138" y="965143"/>
                  </a:lnTo>
                  <a:lnTo>
                    <a:pt x="444806" y="978380"/>
                  </a:lnTo>
                  <a:lnTo>
                    <a:pt x="445474" y="950398"/>
                  </a:lnTo>
                  <a:lnTo>
                    <a:pt x="446142" y="914255"/>
                  </a:lnTo>
                  <a:lnTo>
                    <a:pt x="446810" y="874813"/>
                  </a:lnTo>
                  <a:lnTo>
                    <a:pt x="447478" y="869243"/>
                  </a:lnTo>
                  <a:lnTo>
                    <a:pt x="448146" y="868304"/>
                  </a:lnTo>
                  <a:lnTo>
                    <a:pt x="448814" y="894889"/>
                  </a:lnTo>
                  <a:lnTo>
                    <a:pt x="449482" y="908224"/>
                  </a:lnTo>
                  <a:lnTo>
                    <a:pt x="450150" y="908224"/>
                  </a:lnTo>
                  <a:lnTo>
                    <a:pt x="450818" y="913558"/>
                  </a:lnTo>
                  <a:lnTo>
                    <a:pt x="451486" y="875777"/>
                  </a:lnTo>
                  <a:lnTo>
                    <a:pt x="452154" y="832217"/>
                  </a:lnTo>
                  <a:lnTo>
                    <a:pt x="452822" y="883714"/>
                  </a:lnTo>
                  <a:lnTo>
                    <a:pt x="453490" y="856555"/>
                  </a:lnTo>
                  <a:lnTo>
                    <a:pt x="454158" y="854528"/>
                  </a:lnTo>
                  <a:lnTo>
                    <a:pt x="454826" y="776657"/>
                  </a:lnTo>
                  <a:lnTo>
                    <a:pt x="455494" y="844800"/>
                  </a:lnTo>
                  <a:lnTo>
                    <a:pt x="456162" y="878850"/>
                  </a:lnTo>
                  <a:lnTo>
                    <a:pt x="456830" y="833995"/>
                  </a:lnTo>
                  <a:lnTo>
                    <a:pt x="457498" y="808660"/>
                  </a:lnTo>
                  <a:lnTo>
                    <a:pt x="458166" y="789103"/>
                  </a:lnTo>
                  <a:lnTo>
                    <a:pt x="458834" y="779324"/>
                  </a:lnTo>
                  <a:lnTo>
                    <a:pt x="459502" y="824938"/>
                  </a:lnTo>
                  <a:lnTo>
                    <a:pt x="460170" y="796158"/>
                  </a:lnTo>
                  <a:lnTo>
                    <a:pt x="460838" y="756433"/>
                  </a:lnTo>
                  <a:lnTo>
                    <a:pt x="461506" y="796563"/>
                  </a:lnTo>
                  <a:lnTo>
                    <a:pt x="462174" y="814399"/>
                  </a:lnTo>
                  <a:lnTo>
                    <a:pt x="462842" y="769990"/>
                  </a:lnTo>
                  <a:lnTo>
                    <a:pt x="463510" y="817105"/>
                  </a:lnTo>
                  <a:lnTo>
                    <a:pt x="464178" y="779551"/>
                  </a:lnTo>
                  <a:lnTo>
                    <a:pt x="464846" y="780516"/>
                  </a:lnTo>
                  <a:lnTo>
                    <a:pt x="465514" y="819587"/>
                  </a:lnTo>
                  <a:lnTo>
                    <a:pt x="466182" y="789198"/>
                  </a:lnTo>
                  <a:lnTo>
                    <a:pt x="466851" y="802704"/>
                  </a:lnTo>
                  <a:lnTo>
                    <a:pt x="467519" y="831646"/>
                  </a:lnTo>
                  <a:lnTo>
                    <a:pt x="468187" y="833904"/>
                  </a:lnTo>
                  <a:lnTo>
                    <a:pt x="468855" y="810274"/>
                  </a:lnTo>
                  <a:lnTo>
                    <a:pt x="469523" y="763167"/>
                  </a:lnTo>
                  <a:lnTo>
                    <a:pt x="470191" y="803597"/>
                  </a:lnTo>
                  <a:lnTo>
                    <a:pt x="470859" y="813612"/>
                  </a:lnTo>
                  <a:lnTo>
                    <a:pt x="471527" y="795252"/>
                  </a:lnTo>
                  <a:lnTo>
                    <a:pt x="472195" y="814389"/>
                  </a:lnTo>
                  <a:lnTo>
                    <a:pt x="472863" y="753732"/>
                  </a:lnTo>
                  <a:lnTo>
                    <a:pt x="473531" y="669340"/>
                  </a:lnTo>
                  <a:lnTo>
                    <a:pt x="474199" y="739321"/>
                  </a:lnTo>
                  <a:lnTo>
                    <a:pt x="474867" y="781160"/>
                  </a:lnTo>
                  <a:lnTo>
                    <a:pt x="475535" y="804067"/>
                  </a:lnTo>
                  <a:lnTo>
                    <a:pt x="476203" y="880623"/>
                  </a:lnTo>
                  <a:lnTo>
                    <a:pt x="476871" y="885525"/>
                  </a:lnTo>
                  <a:lnTo>
                    <a:pt x="477539" y="944522"/>
                  </a:lnTo>
                  <a:lnTo>
                    <a:pt x="478207" y="981987"/>
                  </a:lnTo>
                  <a:lnTo>
                    <a:pt x="478875" y="958075"/>
                  </a:lnTo>
                  <a:lnTo>
                    <a:pt x="479543" y="999412"/>
                  </a:lnTo>
                  <a:lnTo>
                    <a:pt x="480211" y="1002736"/>
                  </a:lnTo>
                  <a:lnTo>
                    <a:pt x="480879" y="1025675"/>
                  </a:lnTo>
                  <a:lnTo>
                    <a:pt x="481547" y="991154"/>
                  </a:lnTo>
                  <a:lnTo>
                    <a:pt x="482215" y="980151"/>
                  </a:lnTo>
                  <a:lnTo>
                    <a:pt x="482883" y="1025968"/>
                  </a:lnTo>
                  <a:lnTo>
                    <a:pt x="483551" y="1020889"/>
                  </a:lnTo>
                  <a:lnTo>
                    <a:pt x="484219" y="1029288"/>
                  </a:lnTo>
                  <a:lnTo>
                    <a:pt x="484887" y="1033585"/>
                  </a:lnTo>
                  <a:lnTo>
                    <a:pt x="485555" y="1053313"/>
                  </a:lnTo>
                  <a:lnTo>
                    <a:pt x="486223" y="998921"/>
                  </a:lnTo>
                  <a:lnTo>
                    <a:pt x="486891" y="981229"/>
                  </a:lnTo>
                  <a:lnTo>
                    <a:pt x="487559" y="970657"/>
                  </a:lnTo>
                  <a:lnTo>
                    <a:pt x="488227" y="989428"/>
                  </a:lnTo>
                  <a:lnTo>
                    <a:pt x="488895" y="937689"/>
                  </a:lnTo>
                  <a:lnTo>
                    <a:pt x="489563" y="951695"/>
                  </a:lnTo>
                  <a:lnTo>
                    <a:pt x="490231" y="954544"/>
                  </a:lnTo>
                  <a:lnTo>
                    <a:pt x="490900" y="916095"/>
                  </a:lnTo>
                  <a:lnTo>
                    <a:pt x="491568" y="928317"/>
                  </a:lnTo>
                  <a:lnTo>
                    <a:pt x="492236" y="911844"/>
                  </a:lnTo>
                  <a:lnTo>
                    <a:pt x="492904" y="918486"/>
                  </a:lnTo>
                  <a:lnTo>
                    <a:pt x="493572" y="913438"/>
                  </a:lnTo>
                  <a:lnTo>
                    <a:pt x="494240" y="819240"/>
                  </a:lnTo>
                  <a:lnTo>
                    <a:pt x="494908" y="814535"/>
                  </a:lnTo>
                  <a:lnTo>
                    <a:pt x="495576" y="804242"/>
                  </a:lnTo>
                  <a:lnTo>
                    <a:pt x="496244" y="801595"/>
                  </a:lnTo>
                  <a:lnTo>
                    <a:pt x="496912" y="742392"/>
                  </a:lnTo>
                  <a:lnTo>
                    <a:pt x="497580" y="771476"/>
                  </a:lnTo>
                  <a:lnTo>
                    <a:pt x="498248" y="774417"/>
                  </a:lnTo>
                  <a:lnTo>
                    <a:pt x="498916" y="777358"/>
                  </a:lnTo>
                  <a:lnTo>
                    <a:pt x="499584" y="763633"/>
                  </a:lnTo>
                  <a:lnTo>
                    <a:pt x="500252" y="661044"/>
                  </a:lnTo>
                  <a:lnTo>
                    <a:pt x="500920" y="628937"/>
                  </a:lnTo>
                  <a:lnTo>
                    <a:pt x="501588" y="616167"/>
                  </a:lnTo>
                  <a:lnTo>
                    <a:pt x="502256" y="645721"/>
                  </a:lnTo>
                  <a:lnTo>
                    <a:pt x="502924" y="492634"/>
                  </a:lnTo>
                  <a:lnTo>
                    <a:pt x="503592" y="551306"/>
                  </a:lnTo>
                  <a:lnTo>
                    <a:pt x="504260" y="500750"/>
                  </a:lnTo>
                  <a:lnTo>
                    <a:pt x="504928" y="380827"/>
                  </a:lnTo>
                  <a:lnTo>
                    <a:pt x="505596" y="326786"/>
                  </a:lnTo>
                  <a:lnTo>
                    <a:pt x="506264" y="341252"/>
                  </a:lnTo>
                  <a:lnTo>
                    <a:pt x="506932" y="344033"/>
                  </a:lnTo>
                  <a:lnTo>
                    <a:pt x="507600" y="386318"/>
                  </a:lnTo>
                  <a:lnTo>
                    <a:pt x="508268" y="377416"/>
                  </a:lnTo>
                  <a:lnTo>
                    <a:pt x="508936" y="313473"/>
                  </a:lnTo>
                  <a:lnTo>
                    <a:pt x="509604" y="298764"/>
                  </a:lnTo>
                  <a:lnTo>
                    <a:pt x="510272" y="363864"/>
                  </a:lnTo>
                  <a:lnTo>
                    <a:pt x="510940" y="416323"/>
                  </a:lnTo>
                  <a:lnTo>
                    <a:pt x="511608" y="475103"/>
                  </a:lnTo>
                  <a:lnTo>
                    <a:pt x="512276" y="478263"/>
                  </a:lnTo>
                  <a:lnTo>
                    <a:pt x="512944" y="451717"/>
                  </a:lnTo>
                  <a:lnTo>
                    <a:pt x="513612" y="453614"/>
                  </a:lnTo>
                  <a:lnTo>
                    <a:pt x="514280" y="492800"/>
                  </a:lnTo>
                  <a:lnTo>
                    <a:pt x="514948" y="564221"/>
                  </a:lnTo>
                  <a:lnTo>
                    <a:pt x="515617" y="624265"/>
                  </a:lnTo>
                  <a:lnTo>
                    <a:pt x="516285" y="602852"/>
                  </a:lnTo>
                  <a:lnTo>
                    <a:pt x="516953" y="578040"/>
                  </a:lnTo>
                  <a:lnTo>
                    <a:pt x="517621" y="453311"/>
                  </a:lnTo>
                  <a:lnTo>
                    <a:pt x="518289" y="473207"/>
                  </a:lnTo>
                  <a:lnTo>
                    <a:pt x="518957" y="482688"/>
                  </a:lnTo>
                  <a:lnTo>
                    <a:pt x="519625" y="497857"/>
                  </a:lnTo>
                  <a:lnTo>
                    <a:pt x="520293" y="470679"/>
                  </a:lnTo>
                  <a:lnTo>
                    <a:pt x="520961" y="460566"/>
                  </a:lnTo>
                  <a:lnTo>
                    <a:pt x="521629" y="422644"/>
                  </a:lnTo>
                  <a:lnTo>
                    <a:pt x="522297" y="345347"/>
                  </a:lnTo>
                  <a:lnTo>
                    <a:pt x="522965" y="391042"/>
                  </a:lnTo>
                  <a:lnTo>
                    <a:pt x="523633" y="259512"/>
                  </a:lnTo>
                  <a:lnTo>
                    <a:pt x="524301" y="338582"/>
                  </a:lnTo>
                  <a:lnTo>
                    <a:pt x="524969" y="340479"/>
                  </a:lnTo>
                  <a:lnTo>
                    <a:pt x="525637" y="339215"/>
                  </a:lnTo>
                  <a:lnTo>
                    <a:pt x="526305" y="355648"/>
                  </a:lnTo>
                  <a:lnTo>
                    <a:pt x="526973" y="303771"/>
                  </a:lnTo>
                  <a:lnTo>
                    <a:pt x="527641" y="357418"/>
                  </a:lnTo>
                  <a:lnTo>
                    <a:pt x="528309" y="377535"/>
                  </a:lnTo>
                  <a:lnTo>
                    <a:pt x="528977" y="434020"/>
                  </a:lnTo>
                  <a:lnTo>
                    <a:pt x="529645" y="466346"/>
                  </a:lnTo>
                  <a:lnTo>
                    <a:pt x="530313" y="456828"/>
                  </a:lnTo>
                  <a:lnTo>
                    <a:pt x="530981" y="455044"/>
                  </a:lnTo>
                  <a:lnTo>
                    <a:pt x="531649" y="501441"/>
                  </a:lnTo>
                  <a:lnTo>
                    <a:pt x="532317" y="554976"/>
                  </a:lnTo>
                  <a:lnTo>
                    <a:pt x="532985" y="542731"/>
                  </a:lnTo>
                  <a:lnTo>
                    <a:pt x="533653" y="618576"/>
                  </a:lnTo>
                  <a:lnTo>
                    <a:pt x="534321" y="558594"/>
                  </a:lnTo>
                  <a:lnTo>
                    <a:pt x="534989" y="543840"/>
                  </a:lnTo>
                  <a:lnTo>
                    <a:pt x="535657" y="480806"/>
                  </a:lnTo>
                  <a:lnTo>
                    <a:pt x="536325" y="455994"/>
                  </a:lnTo>
                  <a:lnTo>
                    <a:pt x="536993" y="445935"/>
                  </a:lnTo>
                  <a:lnTo>
                    <a:pt x="537661" y="482147"/>
                  </a:lnTo>
                  <a:lnTo>
                    <a:pt x="538329" y="451589"/>
                  </a:lnTo>
                  <a:lnTo>
                    <a:pt x="538997" y="457327"/>
                  </a:lnTo>
                  <a:lnTo>
                    <a:pt x="539665" y="379266"/>
                  </a:lnTo>
                  <a:lnTo>
                    <a:pt x="540334" y="291770"/>
                  </a:lnTo>
                  <a:lnTo>
                    <a:pt x="541002" y="344041"/>
                  </a:lnTo>
                  <a:lnTo>
                    <a:pt x="541670" y="417453"/>
                  </a:lnTo>
                  <a:lnTo>
                    <a:pt x="542338" y="453682"/>
                  </a:lnTo>
                  <a:lnTo>
                    <a:pt x="543006" y="510887"/>
                  </a:lnTo>
                  <a:lnTo>
                    <a:pt x="543674" y="531861"/>
                  </a:lnTo>
                  <a:lnTo>
                    <a:pt x="544342" y="575718"/>
                  </a:lnTo>
                  <a:lnTo>
                    <a:pt x="545010" y="635783"/>
                  </a:lnTo>
                  <a:lnTo>
                    <a:pt x="545678" y="725403"/>
                  </a:lnTo>
                  <a:lnTo>
                    <a:pt x="546346" y="779757"/>
                  </a:lnTo>
                  <a:lnTo>
                    <a:pt x="547014" y="865912"/>
                  </a:lnTo>
                  <a:lnTo>
                    <a:pt x="547682" y="883668"/>
                  </a:lnTo>
                  <a:lnTo>
                    <a:pt x="548350" y="878901"/>
                  </a:lnTo>
                  <a:lnTo>
                    <a:pt x="549018" y="927829"/>
                  </a:lnTo>
                  <a:lnTo>
                    <a:pt x="549686" y="915359"/>
                  </a:lnTo>
                  <a:lnTo>
                    <a:pt x="550354" y="901624"/>
                  </a:lnTo>
                  <a:lnTo>
                    <a:pt x="551022" y="831115"/>
                  </a:lnTo>
                  <a:lnTo>
                    <a:pt x="551690" y="702002"/>
                  </a:lnTo>
                  <a:lnTo>
                    <a:pt x="552358" y="639735"/>
                  </a:lnTo>
                  <a:lnTo>
                    <a:pt x="553026" y="583877"/>
                  </a:lnTo>
                  <a:lnTo>
                    <a:pt x="553694" y="499633"/>
                  </a:lnTo>
                  <a:lnTo>
                    <a:pt x="554362" y="424546"/>
                  </a:lnTo>
                  <a:lnTo>
                    <a:pt x="555030" y="428209"/>
                  </a:lnTo>
                  <a:lnTo>
                    <a:pt x="555698" y="435534"/>
                  </a:lnTo>
                  <a:lnTo>
                    <a:pt x="556366" y="382738"/>
                  </a:lnTo>
                  <a:lnTo>
                    <a:pt x="557034" y="297324"/>
                  </a:lnTo>
                  <a:lnTo>
                    <a:pt x="557702" y="290650"/>
                  </a:lnTo>
                  <a:lnTo>
                    <a:pt x="558370" y="295417"/>
                  </a:lnTo>
                  <a:lnTo>
                    <a:pt x="559038" y="255907"/>
                  </a:lnTo>
                  <a:lnTo>
                    <a:pt x="559706" y="104908"/>
                  </a:lnTo>
                  <a:lnTo>
                    <a:pt x="560374" y="0"/>
                  </a:lnTo>
                  <a:lnTo>
                    <a:pt x="561042" y="56918"/>
                  </a:lnTo>
                  <a:lnTo>
                    <a:pt x="561710" y="170755"/>
                  </a:lnTo>
                  <a:lnTo>
                    <a:pt x="562378" y="241066"/>
                  </a:lnTo>
                  <a:lnTo>
                    <a:pt x="563046" y="202004"/>
                  </a:lnTo>
                  <a:lnTo>
                    <a:pt x="563714" y="457700"/>
                  </a:lnTo>
                  <a:lnTo>
                    <a:pt x="564382" y="530767"/>
                  </a:lnTo>
                  <a:lnTo>
                    <a:pt x="565051" y="669203"/>
                  </a:lnTo>
                  <a:lnTo>
                    <a:pt x="565719" y="724972"/>
                  </a:lnTo>
                  <a:lnTo>
                    <a:pt x="566387" y="709822"/>
                  </a:lnTo>
                  <a:lnTo>
                    <a:pt x="567055" y="726321"/>
                  </a:lnTo>
                  <a:lnTo>
                    <a:pt x="567723" y="694759"/>
                  </a:lnTo>
                  <a:lnTo>
                    <a:pt x="568391" y="665349"/>
                  </a:lnTo>
                  <a:lnTo>
                    <a:pt x="569059" y="661045"/>
                  </a:lnTo>
                  <a:lnTo>
                    <a:pt x="569727" y="638808"/>
                  </a:lnTo>
                  <a:lnTo>
                    <a:pt x="570395" y="695476"/>
                  </a:lnTo>
                  <a:lnTo>
                    <a:pt x="571063" y="681847"/>
                  </a:lnTo>
                  <a:lnTo>
                    <a:pt x="571731" y="681130"/>
                  </a:lnTo>
                  <a:lnTo>
                    <a:pt x="572399" y="673239"/>
                  </a:lnTo>
                  <a:lnTo>
                    <a:pt x="573067" y="725603"/>
                  </a:lnTo>
                  <a:lnTo>
                    <a:pt x="573735" y="633675"/>
                  </a:lnTo>
                  <a:lnTo>
                    <a:pt x="574403" y="662775"/>
                  </a:lnTo>
                  <a:lnTo>
                    <a:pt x="575071" y="656648"/>
                  </a:lnTo>
                  <a:lnTo>
                    <a:pt x="575739" y="569998"/>
                  </a:lnTo>
                  <a:lnTo>
                    <a:pt x="576407" y="489945"/>
                  </a:lnTo>
                  <a:lnTo>
                    <a:pt x="577075" y="539051"/>
                  </a:lnTo>
                  <a:lnTo>
                    <a:pt x="577743" y="592622"/>
                  </a:lnTo>
                  <a:lnTo>
                    <a:pt x="578411" y="658469"/>
                  </a:lnTo>
                  <a:lnTo>
                    <a:pt x="579079" y="726548"/>
                  </a:lnTo>
                  <a:lnTo>
                    <a:pt x="579747" y="747753"/>
                  </a:lnTo>
                  <a:lnTo>
                    <a:pt x="580415" y="784583"/>
                  </a:lnTo>
                  <a:lnTo>
                    <a:pt x="581083" y="810252"/>
                  </a:lnTo>
                  <a:lnTo>
                    <a:pt x="581751" y="859358"/>
                  </a:lnTo>
                  <a:lnTo>
                    <a:pt x="582419" y="897304"/>
                  </a:lnTo>
                  <a:lnTo>
                    <a:pt x="583087" y="877215"/>
                  </a:lnTo>
                  <a:lnTo>
                    <a:pt x="583755" y="926321"/>
                  </a:lnTo>
                  <a:lnTo>
                    <a:pt x="584423" y="921857"/>
                  </a:lnTo>
                  <a:lnTo>
                    <a:pt x="585091" y="920741"/>
                  </a:lnTo>
                  <a:lnTo>
                    <a:pt x="585759" y="910696"/>
                  </a:lnTo>
                  <a:lnTo>
                    <a:pt x="586427" y="924089"/>
                  </a:lnTo>
                  <a:lnTo>
                    <a:pt x="587095" y="885027"/>
                  </a:lnTo>
                  <a:lnTo>
                    <a:pt x="587763" y="874983"/>
                  </a:lnTo>
                  <a:lnTo>
                    <a:pt x="588431" y="869403"/>
                  </a:lnTo>
                  <a:lnTo>
                    <a:pt x="589100" y="962475"/>
                  </a:lnTo>
                  <a:lnTo>
                    <a:pt x="589768" y="994263"/>
                  </a:lnTo>
                  <a:lnTo>
                    <a:pt x="590436" y="936420"/>
                  </a:lnTo>
                  <a:lnTo>
                    <a:pt x="591104" y="880563"/>
                  </a:lnTo>
                  <a:lnTo>
                    <a:pt x="591772" y="840272"/>
                  </a:lnTo>
                  <a:lnTo>
                    <a:pt x="592440" y="779836"/>
                  </a:lnTo>
                  <a:lnTo>
                    <a:pt x="593108" y="775258"/>
                  </a:lnTo>
                  <a:lnTo>
                    <a:pt x="593776" y="799066"/>
                  </a:lnTo>
                  <a:lnTo>
                    <a:pt x="594444" y="818295"/>
                  </a:lnTo>
                  <a:lnTo>
                    <a:pt x="595112" y="909257"/>
                  </a:lnTo>
                  <a:lnTo>
                    <a:pt x="595780" y="948031"/>
                  </a:lnTo>
                  <a:lnTo>
                    <a:pt x="596448" y="936781"/>
                  </a:lnTo>
                  <a:lnTo>
                    <a:pt x="597116" y="964646"/>
                  </a:lnTo>
                  <a:lnTo>
                    <a:pt x="597784" y="941517"/>
                  </a:lnTo>
                  <a:lnTo>
                    <a:pt x="598452" y="889679"/>
                  </a:lnTo>
                  <a:lnTo>
                    <a:pt x="599120" y="862053"/>
                  </a:lnTo>
                  <a:lnTo>
                    <a:pt x="599788" y="851658"/>
                  </a:lnTo>
                  <a:lnTo>
                    <a:pt x="600456" y="797234"/>
                  </a:lnTo>
                  <a:lnTo>
                    <a:pt x="601124" y="826537"/>
                  </a:lnTo>
                  <a:lnTo>
                    <a:pt x="601792" y="789909"/>
                  </a:lnTo>
                  <a:lnTo>
                    <a:pt x="602460" y="819211"/>
                  </a:lnTo>
                  <a:lnTo>
                    <a:pt x="603128" y="818295"/>
                  </a:lnTo>
                  <a:lnTo>
                    <a:pt x="603796" y="805580"/>
                  </a:lnTo>
                  <a:lnTo>
                    <a:pt x="604464" y="701464"/>
                  </a:lnTo>
                  <a:lnTo>
                    <a:pt x="605132" y="710590"/>
                  </a:lnTo>
                  <a:lnTo>
                    <a:pt x="605800" y="668884"/>
                  </a:lnTo>
                  <a:lnTo>
                    <a:pt x="606468" y="652345"/>
                  </a:lnTo>
                  <a:lnTo>
                    <a:pt x="607136" y="611550"/>
                  </a:lnTo>
                  <a:lnTo>
                    <a:pt x="607804" y="628048"/>
                  </a:lnTo>
                  <a:lnTo>
                    <a:pt x="608472" y="714169"/>
                  </a:lnTo>
                  <a:lnTo>
                    <a:pt x="609140" y="761418"/>
                  </a:lnTo>
                  <a:lnTo>
                    <a:pt x="609808" y="762050"/>
                  </a:lnTo>
                  <a:lnTo>
                    <a:pt x="610476" y="776587"/>
                  </a:lnTo>
                  <a:lnTo>
                    <a:pt x="611144" y="786067"/>
                  </a:lnTo>
                  <a:lnTo>
                    <a:pt x="611812" y="793652"/>
                  </a:lnTo>
                  <a:lnTo>
                    <a:pt x="612480" y="797444"/>
                  </a:lnTo>
                  <a:lnTo>
                    <a:pt x="613148" y="791756"/>
                  </a:lnTo>
                  <a:lnTo>
                    <a:pt x="613817" y="813877"/>
                  </a:lnTo>
                  <a:lnTo>
                    <a:pt x="614485" y="824816"/>
                  </a:lnTo>
                  <a:lnTo>
                    <a:pt x="615153" y="834635"/>
                  </a:lnTo>
                  <a:lnTo>
                    <a:pt x="615821" y="876957"/>
                  </a:lnTo>
                  <a:lnTo>
                    <a:pt x="616489" y="916246"/>
                  </a:lnTo>
                  <a:lnTo>
                    <a:pt x="617157" y="885691"/>
                  </a:lnTo>
                  <a:lnTo>
                    <a:pt x="617825" y="901426"/>
                  </a:lnTo>
                  <a:lnTo>
                    <a:pt x="618493" y="817380"/>
                  </a:lnTo>
                  <a:lnTo>
                    <a:pt x="619161" y="798265"/>
                  </a:lnTo>
                  <a:lnTo>
                    <a:pt x="619829" y="717775"/>
                  </a:lnTo>
                  <a:lnTo>
                    <a:pt x="620497" y="712055"/>
                  </a:lnTo>
                  <a:lnTo>
                    <a:pt x="621165" y="722378"/>
                  </a:lnTo>
                  <a:lnTo>
                    <a:pt x="621833" y="783499"/>
                  </a:lnTo>
                  <a:lnTo>
                    <a:pt x="622501" y="795403"/>
                  </a:lnTo>
                  <a:lnTo>
                    <a:pt x="623169" y="813717"/>
                  </a:lnTo>
                  <a:lnTo>
                    <a:pt x="623837" y="843935"/>
                  </a:lnTo>
                  <a:lnTo>
                    <a:pt x="624505" y="890635"/>
                  </a:lnTo>
                  <a:lnTo>
                    <a:pt x="625173" y="790825"/>
                  </a:lnTo>
                  <a:lnTo>
                    <a:pt x="625841" y="849999"/>
                  </a:lnTo>
                  <a:lnTo>
                    <a:pt x="626509" y="788930"/>
                  </a:lnTo>
                  <a:lnTo>
                    <a:pt x="627177" y="768038"/>
                  </a:lnTo>
                  <a:lnTo>
                    <a:pt x="627845" y="750910"/>
                  </a:lnTo>
                  <a:lnTo>
                    <a:pt x="628513" y="729377"/>
                  </a:lnTo>
                  <a:lnTo>
                    <a:pt x="629181" y="714201"/>
                  </a:lnTo>
                  <a:lnTo>
                    <a:pt x="629849" y="765628"/>
                  </a:lnTo>
                  <a:lnTo>
                    <a:pt x="630517" y="800180"/>
                  </a:lnTo>
                  <a:lnTo>
                    <a:pt x="631185" y="700171"/>
                  </a:lnTo>
                  <a:lnTo>
                    <a:pt x="631853" y="670868"/>
                  </a:lnTo>
                  <a:lnTo>
                    <a:pt x="632521" y="689182"/>
                  </a:lnTo>
                  <a:lnTo>
                    <a:pt x="633189" y="681857"/>
                  </a:lnTo>
                  <a:lnTo>
                    <a:pt x="633857" y="767730"/>
                  </a:lnTo>
                  <a:lnTo>
                    <a:pt x="634525" y="777681"/>
                  </a:lnTo>
                  <a:lnTo>
                    <a:pt x="635193" y="854821"/>
                  </a:lnTo>
                  <a:lnTo>
                    <a:pt x="635861" y="900622"/>
                  </a:lnTo>
                  <a:lnTo>
                    <a:pt x="636529" y="934371"/>
                  </a:lnTo>
                  <a:lnTo>
                    <a:pt x="637197" y="896091"/>
                  </a:lnTo>
                  <a:lnTo>
                    <a:pt x="637865" y="806391"/>
                  </a:lnTo>
                  <a:lnTo>
                    <a:pt x="638534" y="827452"/>
                  </a:lnTo>
                  <a:lnTo>
                    <a:pt x="639202" y="875984"/>
                  </a:lnTo>
                  <a:lnTo>
                    <a:pt x="639870" y="890635"/>
                  </a:lnTo>
                  <a:lnTo>
                    <a:pt x="640538" y="898877"/>
                  </a:lnTo>
                  <a:lnTo>
                    <a:pt x="641206" y="919938"/>
                  </a:lnTo>
                  <a:lnTo>
                    <a:pt x="641874" y="964807"/>
                  </a:lnTo>
                  <a:lnTo>
                    <a:pt x="642542" y="956565"/>
                  </a:lnTo>
                  <a:lnTo>
                    <a:pt x="643210" y="964807"/>
                  </a:lnTo>
                  <a:lnTo>
                    <a:pt x="643878" y="968521"/>
                  </a:lnTo>
                  <a:lnTo>
                    <a:pt x="644546" y="966647"/>
                  </a:lnTo>
                  <a:lnTo>
                    <a:pt x="645214" y="876099"/>
                  </a:lnTo>
                  <a:lnTo>
                    <a:pt x="645882" y="854894"/>
                  </a:lnTo>
                  <a:lnTo>
                    <a:pt x="646550" y="857126"/>
                  </a:lnTo>
                  <a:lnTo>
                    <a:pt x="647218" y="919625"/>
                  </a:lnTo>
                  <a:lnTo>
                    <a:pt x="647886" y="984356"/>
                  </a:lnTo>
                  <a:lnTo>
                    <a:pt x="648554" y="1016721"/>
                  </a:lnTo>
                  <a:lnTo>
                    <a:pt x="649222" y="954222"/>
                  </a:lnTo>
                  <a:lnTo>
                    <a:pt x="649890" y="921857"/>
                  </a:lnTo>
                  <a:lnTo>
                    <a:pt x="650558" y="908464"/>
                  </a:lnTo>
                  <a:lnTo>
                    <a:pt x="651226" y="889491"/>
                  </a:lnTo>
                  <a:lnTo>
                    <a:pt x="651894" y="839269"/>
                  </a:lnTo>
                  <a:lnTo>
                    <a:pt x="652562" y="929598"/>
                  </a:lnTo>
                  <a:lnTo>
                    <a:pt x="653230" y="989496"/>
                  </a:lnTo>
                  <a:lnTo>
                    <a:pt x="653898" y="1037147"/>
                  </a:lnTo>
                  <a:lnTo>
                    <a:pt x="654566" y="1039894"/>
                  </a:lnTo>
                  <a:lnTo>
                    <a:pt x="655234" y="1029821"/>
                  </a:lnTo>
                  <a:lnTo>
                    <a:pt x="655902" y="1017917"/>
                  </a:lnTo>
                  <a:lnTo>
                    <a:pt x="656570" y="1022496"/>
                  </a:lnTo>
                  <a:lnTo>
                    <a:pt x="657238" y="1002350"/>
                  </a:lnTo>
                  <a:lnTo>
                    <a:pt x="657906" y="1001435"/>
                  </a:lnTo>
                  <a:lnTo>
                    <a:pt x="658574" y="1029821"/>
                  </a:lnTo>
                  <a:lnTo>
                    <a:pt x="659242" y="1085679"/>
                  </a:lnTo>
                  <a:lnTo>
                    <a:pt x="659910" y="1097583"/>
                  </a:lnTo>
                  <a:lnTo>
                    <a:pt x="660578" y="1100330"/>
                  </a:lnTo>
                  <a:lnTo>
                    <a:pt x="661246" y="1131464"/>
                  </a:lnTo>
                  <a:lnTo>
                    <a:pt x="661914" y="1179080"/>
                  </a:lnTo>
                  <a:lnTo>
                    <a:pt x="662582" y="1198986"/>
                  </a:lnTo>
                  <a:lnTo>
                    <a:pt x="663251" y="1131484"/>
                  </a:lnTo>
                  <a:lnTo>
                    <a:pt x="663919" y="1055783"/>
                  </a:lnTo>
                  <a:lnTo>
                    <a:pt x="664587" y="1068059"/>
                  </a:lnTo>
                  <a:lnTo>
                    <a:pt x="665255" y="1082568"/>
                  </a:lnTo>
                  <a:lnTo>
                    <a:pt x="665923" y="1090380"/>
                  </a:lnTo>
                  <a:lnTo>
                    <a:pt x="666591" y="1095961"/>
                  </a:lnTo>
                  <a:lnTo>
                    <a:pt x="667259" y="1143951"/>
                  </a:lnTo>
                  <a:lnTo>
                    <a:pt x="667927" y="1167388"/>
                  </a:lnTo>
                  <a:lnTo>
                    <a:pt x="668595" y="1166272"/>
                  </a:lnTo>
                  <a:lnTo>
                    <a:pt x="669263" y="1159576"/>
                  </a:lnTo>
                  <a:lnTo>
                    <a:pt x="669931" y="1132790"/>
                  </a:lnTo>
                  <a:lnTo>
                    <a:pt x="670599" y="1116050"/>
                  </a:lnTo>
                  <a:lnTo>
                    <a:pt x="671267" y="1041274"/>
                  </a:lnTo>
                  <a:lnTo>
                    <a:pt x="671935" y="979891"/>
                  </a:lnTo>
                  <a:lnTo>
                    <a:pt x="672603" y="966499"/>
                  </a:lnTo>
                  <a:lnTo>
                    <a:pt x="673271" y="1012257"/>
                  </a:lnTo>
                  <a:lnTo>
                    <a:pt x="673939" y="1011141"/>
                  </a:lnTo>
                  <a:lnTo>
                    <a:pt x="674607" y="1016721"/>
                  </a:lnTo>
                  <a:lnTo>
                    <a:pt x="675275" y="1024533"/>
                  </a:lnTo>
                  <a:lnTo>
                    <a:pt x="675943" y="983240"/>
                  </a:lnTo>
                  <a:lnTo>
                    <a:pt x="676611" y="931901"/>
                  </a:lnTo>
                  <a:lnTo>
                    <a:pt x="677279" y="964702"/>
                  </a:lnTo>
                  <a:lnTo>
                    <a:pt x="677947" y="922758"/>
                  </a:lnTo>
                  <a:lnTo>
                    <a:pt x="678615" y="886183"/>
                  </a:lnTo>
                  <a:lnTo>
                    <a:pt x="679283" y="831115"/>
                  </a:lnTo>
                  <a:lnTo>
                    <a:pt x="679951" y="829284"/>
                  </a:lnTo>
                  <a:lnTo>
                    <a:pt x="680619" y="813717"/>
                  </a:lnTo>
                  <a:lnTo>
                    <a:pt x="681287" y="830199"/>
                  </a:lnTo>
                  <a:lnTo>
                    <a:pt x="681955" y="825621"/>
                  </a:lnTo>
                  <a:lnTo>
                    <a:pt x="682623" y="801813"/>
                  </a:lnTo>
                  <a:lnTo>
                    <a:pt x="683291" y="724894"/>
                  </a:lnTo>
                  <a:lnTo>
                    <a:pt x="683959" y="687351"/>
                  </a:lnTo>
                  <a:lnTo>
                    <a:pt x="684627" y="731769"/>
                  </a:lnTo>
                  <a:lnTo>
                    <a:pt x="685295" y="709439"/>
                  </a:lnTo>
                  <a:lnTo>
                    <a:pt x="685963" y="801639"/>
                  </a:lnTo>
                  <a:lnTo>
                    <a:pt x="686631" y="818137"/>
                  </a:lnTo>
                  <a:lnTo>
                    <a:pt x="687300" y="814856"/>
                  </a:lnTo>
                  <a:lnTo>
                    <a:pt x="687968" y="822047"/>
                  </a:lnTo>
                  <a:lnTo>
                    <a:pt x="688636" y="740542"/>
                  </a:lnTo>
                  <a:lnTo>
                    <a:pt x="689304" y="776431"/>
                  </a:lnTo>
                  <a:lnTo>
                    <a:pt x="689972" y="794774"/>
                  </a:lnTo>
                  <a:lnTo>
                    <a:pt x="690640" y="892516"/>
                  </a:lnTo>
                  <a:lnTo>
                    <a:pt x="691308" y="894674"/>
                  </a:lnTo>
                  <a:lnTo>
                    <a:pt x="691976" y="905460"/>
                  </a:lnTo>
                  <a:lnTo>
                    <a:pt x="692644" y="920560"/>
                  </a:lnTo>
                  <a:lnTo>
                    <a:pt x="693312" y="972360"/>
                  </a:lnTo>
                  <a:lnTo>
                    <a:pt x="693980" y="983119"/>
                  </a:lnTo>
                  <a:lnTo>
                    <a:pt x="694648" y="960658"/>
                  </a:lnTo>
                  <a:lnTo>
                    <a:pt x="695316" y="956066"/>
                  </a:lnTo>
                  <a:lnTo>
                    <a:pt x="695984" y="895214"/>
                  </a:lnTo>
                  <a:lnTo>
                    <a:pt x="696652" y="854923"/>
                  </a:lnTo>
                  <a:lnTo>
                    <a:pt x="697320" y="830199"/>
                  </a:lnTo>
                  <a:lnTo>
                    <a:pt x="697988" y="877320"/>
                  </a:lnTo>
                  <a:lnTo>
                    <a:pt x="698656" y="893391"/>
                  </a:lnTo>
                  <a:lnTo>
                    <a:pt x="699324" y="901641"/>
                  </a:lnTo>
                  <a:lnTo>
                    <a:pt x="699992" y="888083"/>
                  </a:lnTo>
                  <a:lnTo>
                    <a:pt x="700660" y="837143"/>
                  </a:lnTo>
                  <a:lnTo>
                    <a:pt x="701328" y="876516"/>
                  </a:lnTo>
                  <a:lnTo>
                    <a:pt x="701996" y="892587"/>
                  </a:lnTo>
                  <a:lnTo>
                    <a:pt x="702664" y="795403"/>
                  </a:lnTo>
                  <a:lnTo>
                    <a:pt x="703332" y="806391"/>
                  </a:lnTo>
                  <a:lnTo>
                    <a:pt x="704000" y="830199"/>
                  </a:lnTo>
                  <a:lnTo>
                    <a:pt x="704668" y="852176"/>
                  </a:lnTo>
                  <a:lnTo>
                    <a:pt x="705336" y="904371"/>
                  </a:lnTo>
                  <a:lnTo>
                    <a:pt x="706004" y="925432"/>
                  </a:lnTo>
                  <a:lnTo>
                    <a:pt x="706672" y="999603"/>
                  </a:lnTo>
                  <a:lnTo>
                    <a:pt x="707340" y="1077437"/>
                  </a:lnTo>
                  <a:lnTo>
                    <a:pt x="708008" y="1145854"/>
                  </a:lnTo>
                  <a:lnTo>
                    <a:pt x="708676" y="1146909"/>
                  </a:lnTo>
                  <a:lnTo>
                    <a:pt x="709344" y="1103773"/>
                  </a:lnTo>
                  <a:lnTo>
                    <a:pt x="710012" y="1131674"/>
                  </a:lnTo>
                  <a:lnTo>
                    <a:pt x="710680" y="1214262"/>
                  </a:lnTo>
                  <a:lnTo>
                    <a:pt x="711348" y="1234351"/>
                  </a:lnTo>
                  <a:lnTo>
                    <a:pt x="712017" y="1243279"/>
                  </a:lnTo>
                  <a:lnTo>
                    <a:pt x="712685" y="1227655"/>
                  </a:lnTo>
                  <a:lnTo>
                    <a:pt x="713353" y="1234351"/>
                  </a:lnTo>
                  <a:lnTo>
                    <a:pt x="714021" y="1219842"/>
                  </a:lnTo>
                  <a:lnTo>
                    <a:pt x="714689" y="1212030"/>
                  </a:lnTo>
                  <a:lnTo>
                    <a:pt x="715357" y="1196405"/>
                  </a:lnTo>
                  <a:lnTo>
                    <a:pt x="716025" y="1187477"/>
                  </a:lnTo>
                  <a:lnTo>
                    <a:pt x="716693" y="1188593"/>
                  </a:lnTo>
                  <a:lnTo>
                    <a:pt x="717361" y="1167388"/>
                  </a:lnTo>
                  <a:lnTo>
                    <a:pt x="718029" y="1169620"/>
                  </a:lnTo>
                  <a:lnTo>
                    <a:pt x="718697" y="1208682"/>
                  </a:lnTo>
                  <a:lnTo>
                    <a:pt x="719365" y="1227655"/>
                  </a:lnTo>
                  <a:lnTo>
                    <a:pt x="720033" y="1246628"/>
                  </a:lnTo>
                  <a:lnTo>
                    <a:pt x="720701" y="1246628"/>
                  </a:lnTo>
                  <a:lnTo>
                    <a:pt x="721369" y="1233235"/>
                  </a:lnTo>
                  <a:lnTo>
                    <a:pt x="722037" y="1231003"/>
                  </a:lnTo>
                  <a:lnTo>
                    <a:pt x="722705" y="1235467"/>
                  </a:lnTo>
                  <a:lnTo>
                    <a:pt x="723373" y="1279949"/>
                  </a:lnTo>
                  <a:lnTo>
                    <a:pt x="724041" y="1302213"/>
                  </a:lnTo>
                  <a:lnTo>
                    <a:pt x="724709" y="1331085"/>
                  </a:lnTo>
                  <a:lnTo>
                    <a:pt x="725377" y="1355425"/>
                  </a:lnTo>
                  <a:lnTo>
                    <a:pt x="726045" y="1353014"/>
                  </a:lnTo>
                  <a:lnTo>
                    <a:pt x="726713" y="1344979"/>
                  </a:lnTo>
                  <a:lnTo>
                    <a:pt x="727381" y="1347455"/>
                  </a:lnTo>
                  <a:lnTo>
                    <a:pt x="728049" y="1266108"/>
                  </a:lnTo>
                  <a:lnTo>
                    <a:pt x="728717" y="1207889"/>
                  </a:lnTo>
                  <a:lnTo>
                    <a:pt x="729385" y="1183964"/>
                  </a:lnTo>
                  <a:lnTo>
                    <a:pt x="730053" y="1159241"/>
                  </a:lnTo>
                  <a:lnTo>
                    <a:pt x="730721" y="1148075"/>
                  </a:lnTo>
                  <a:lnTo>
                    <a:pt x="731389" y="1132922"/>
                  </a:lnTo>
                  <a:lnTo>
                    <a:pt x="732057" y="1132922"/>
                  </a:lnTo>
                  <a:lnTo>
                    <a:pt x="732725" y="1135315"/>
                  </a:lnTo>
                  <a:lnTo>
                    <a:pt x="733393" y="1082222"/>
                  </a:lnTo>
                  <a:lnTo>
                    <a:pt x="734061" y="996243"/>
                  </a:lnTo>
                  <a:lnTo>
                    <a:pt x="734729" y="900991"/>
                  </a:lnTo>
                  <a:lnTo>
                    <a:pt x="735397" y="844578"/>
                  </a:lnTo>
                  <a:lnTo>
                    <a:pt x="736065" y="845532"/>
                  </a:lnTo>
                  <a:lnTo>
                    <a:pt x="736734" y="827229"/>
                  </a:lnTo>
                  <a:lnTo>
                    <a:pt x="737402" y="715388"/>
                  </a:lnTo>
                  <a:lnTo>
                    <a:pt x="738070" y="773422"/>
                  </a:lnTo>
                  <a:lnTo>
                    <a:pt x="738738" y="847081"/>
                  </a:lnTo>
                  <a:lnTo>
                    <a:pt x="739406" y="880563"/>
                  </a:lnTo>
                  <a:lnTo>
                    <a:pt x="740074" y="898420"/>
                  </a:lnTo>
                  <a:lnTo>
                    <a:pt x="740742" y="905116"/>
                  </a:lnTo>
                  <a:lnTo>
                    <a:pt x="741410" y="905116"/>
                  </a:lnTo>
                  <a:lnTo>
                    <a:pt x="742078" y="893955"/>
                  </a:lnTo>
                  <a:lnTo>
                    <a:pt x="742746" y="887259"/>
                  </a:lnTo>
                  <a:lnTo>
                    <a:pt x="743414" y="918509"/>
                  </a:lnTo>
                  <a:lnTo>
                    <a:pt x="744082" y="981008"/>
                  </a:lnTo>
                  <a:lnTo>
                    <a:pt x="744750" y="967615"/>
                  </a:lnTo>
                  <a:lnTo>
                    <a:pt x="745418" y="994400"/>
                  </a:lnTo>
                  <a:lnTo>
                    <a:pt x="746086" y="1001096"/>
                  </a:lnTo>
                  <a:lnTo>
                    <a:pt x="746754" y="1012257"/>
                  </a:lnTo>
                  <a:lnTo>
                    <a:pt x="747422" y="1036810"/>
                  </a:lnTo>
                  <a:lnTo>
                    <a:pt x="748090" y="1064711"/>
                  </a:lnTo>
                  <a:lnTo>
                    <a:pt x="748758" y="969847"/>
                  </a:lnTo>
                  <a:lnTo>
                    <a:pt x="749426" y="921857"/>
                  </a:lnTo>
                  <a:lnTo>
                    <a:pt x="750094" y="938597"/>
                  </a:lnTo>
                  <a:lnTo>
                    <a:pt x="750762" y="957570"/>
                  </a:lnTo>
                  <a:lnTo>
                    <a:pt x="751430" y="978775"/>
                  </a:lnTo>
                  <a:lnTo>
                    <a:pt x="752098" y="957570"/>
                  </a:lnTo>
                  <a:lnTo>
                    <a:pt x="752766" y="943062"/>
                  </a:lnTo>
                  <a:lnTo>
                    <a:pt x="753434" y="958687"/>
                  </a:lnTo>
                  <a:lnTo>
                    <a:pt x="754102" y="983240"/>
                  </a:lnTo>
                  <a:lnTo>
                    <a:pt x="754770" y="968731"/>
                  </a:lnTo>
                  <a:lnTo>
                    <a:pt x="755438" y="985472"/>
                  </a:lnTo>
                  <a:lnTo>
                    <a:pt x="756106" y="967615"/>
                  </a:lnTo>
                  <a:lnTo>
                    <a:pt x="756774" y="1023194"/>
                  </a:lnTo>
                  <a:lnTo>
                    <a:pt x="757442" y="1024772"/>
                  </a:lnTo>
                  <a:lnTo>
                    <a:pt x="758110" y="1025725"/>
                  </a:lnTo>
                  <a:lnTo>
                    <a:pt x="758778" y="1112234"/>
                  </a:lnTo>
                  <a:lnTo>
                    <a:pt x="759446" y="1147946"/>
                  </a:lnTo>
                  <a:lnTo>
                    <a:pt x="760114" y="1147946"/>
                  </a:lnTo>
                  <a:lnTo>
                    <a:pt x="760783" y="1144283"/>
                  </a:lnTo>
                  <a:lnTo>
                    <a:pt x="761451" y="1140620"/>
                  </a:lnTo>
                  <a:lnTo>
                    <a:pt x="762119" y="1176332"/>
                  </a:lnTo>
                  <a:lnTo>
                    <a:pt x="762787" y="1199225"/>
                  </a:lnTo>
                  <a:lnTo>
                    <a:pt x="763455" y="1194646"/>
                  </a:lnTo>
                  <a:lnTo>
                    <a:pt x="764123" y="1207466"/>
                  </a:lnTo>
                  <a:lnTo>
                    <a:pt x="764791" y="1224864"/>
                  </a:lnTo>
                  <a:lnTo>
                    <a:pt x="765459" y="1237684"/>
                  </a:lnTo>
                  <a:lnTo>
                    <a:pt x="766127" y="1265155"/>
                  </a:lnTo>
                  <a:lnTo>
                    <a:pt x="766795" y="1291531"/>
                  </a:lnTo>
                  <a:lnTo>
                    <a:pt x="767463" y="1293632"/>
                  </a:lnTo>
                  <a:lnTo>
                    <a:pt x="768131" y="1316514"/>
                  </a:lnTo>
                  <a:lnTo>
                    <a:pt x="768799" y="1296850"/>
                  </a:lnTo>
                  <a:lnTo>
                    <a:pt x="769467" y="1300198"/>
                  </a:lnTo>
                  <a:lnTo>
                    <a:pt x="770135" y="1260020"/>
                  </a:lnTo>
                  <a:lnTo>
                    <a:pt x="770803" y="1244395"/>
                  </a:lnTo>
                  <a:lnTo>
                    <a:pt x="771471" y="1223190"/>
                  </a:lnTo>
                  <a:lnTo>
                    <a:pt x="772139" y="1212030"/>
                  </a:lnTo>
                  <a:lnTo>
                    <a:pt x="772807" y="1200869"/>
                  </a:lnTo>
                  <a:lnTo>
                    <a:pt x="773475" y="1236583"/>
                  </a:lnTo>
                  <a:lnTo>
                    <a:pt x="774143" y="1206450"/>
                  </a:lnTo>
                  <a:lnTo>
                    <a:pt x="774811" y="1206450"/>
                  </a:lnTo>
                  <a:lnTo>
                    <a:pt x="775479" y="1212030"/>
                  </a:lnTo>
                  <a:lnTo>
                    <a:pt x="776147" y="1212030"/>
                  </a:lnTo>
                  <a:lnTo>
                    <a:pt x="776815" y="1212030"/>
                  </a:lnTo>
                  <a:lnTo>
                    <a:pt x="777483" y="1212030"/>
                  </a:lnTo>
                  <a:lnTo>
                    <a:pt x="778151" y="1189709"/>
                  </a:lnTo>
                  <a:lnTo>
                    <a:pt x="778819" y="1164040"/>
                  </a:lnTo>
                  <a:lnTo>
                    <a:pt x="779487" y="1124978"/>
                  </a:lnTo>
                  <a:lnTo>
                    <a:pt x="780155" y="1136139"/>
                  </a:lnTo>
                  <a:lnTo>
                    <a:pt x="780823" y="1113817"/>
                  </a:lnTo>
                  <a:lnTo>
                    <a:pt x="781491" y="1104889"/>
                  </a:lnTo>
                  <a:lnTo>
                    <a:pt x="782159" y="1109353"/>
                  </a:lnTo>
                  <a:lnTo>
                    <a:pt x="782827" y="1121630"/>
                  </a:lnTo>
                  <a:lnTo>
                    <a:pt x="783495" y="1045739"/>
                  </a:lnTo>
                  <a:lnTo>
                    <a:pt x="784163" y="1036810"/>
                  </a:lnTo>
                  <a:lnTo>
                    <a:pt x="784831" y="1103972"/>
                  </a:lnTo>
                  <a:lnTo>
                    <a:pt x="785500" y="1107366"/>
                  </a:lnTo>
                  <a:lnTo>
                    <a:pt x="786168" y="1151326"/>
                  </a:lnTo>
                  <a:lnTo>
                    <a:pt x="786836" y="1154455"/>
                  </a:lnTo>
                  <a:lnTo>
                    <a:pt x="787504" y="1154455"/>
                  </a:lnTo>
                  <a:lnTo>
                    <a:pt x="788172" y="1157646"/>
                  </a:lnTo>
                  <a:lnTo>
                    <a:pt x="788840" y="1172798"/>
                  </a:lnTo>
                  <a:lnTo>
                    <a:pt x="789508" y="1201509"/>
                  </a:lnTo>
                  <a:lnTo>
                    <a:pt x="790176" y="1241268"/>
                  </a:lnTo>
                  <a:lnTo>
                    <a:pt x="790844" y="1234077"/>
                  </a:lnTo>
                  <a:lnTo>
                    <a:pt x="791512" y="1252054"/>
                  </a:lnTo>
                  <a:lnTo>
                    <a:pt x="792180" y="1232745"/>
                  </a:lnTo>
                  <a:lnTo>
                    <a:pt x="792848" y="1261367"/>
                  </a:lnTo>
                  <a:lnTo>
                    <a:pt x="793516" y="1305626"/>
                  </a:lnTo>
                  <a:lnTo>
                    <a:pt x="794184" y="1323061"/>
                  </a:lnTo>
                  <a:lnTo>
                    <a:pt x="794852" y="1327755"/>
                  </a:lnTo>
                  <a:lnTo>
                    <a:pt x="795520" y="1313802"/>
                  </a:lnTo>
                  <a:lnTo>
                    <a:pt x="796188" y="1310299"/>
                  </a:lnTo>
                  <a:lnTo>
                    <a:pt x="796856" y="1279379"/>
                  </a:lnTo>
                  <a:lnTo>
                    <a:pt x="797524" y="1282155"/>
                  </a:lnTo>
                  <a:lnTo>
                    <a:pt x="798192" y="1245273"/>
                  </a:lnTo>
                  <a:lnTo>
                    <a:pt x="798860" y="1247285"/>
                  </a:lnTo>
                  <a:lnTo>
                    <a:pt x="799528" y="1234544"/>
                  </a:lnTo>
                  <a:lnTo>
                    <a:pt x="800196" y="1247956"/>
                  </a:lnTo>
                  <a:lnTo>
                    <a:pt x="800864" y="1280144"/>
                  </a:lnTo>
                  <a:lnTo>
                    <a:pt x="801532" y="1288861"/>
                  </a:lnTo>
                  <a:lnTo>
                    <a:pt x="802200" y="1275067"/>
                  </a:lnTo>
                  <a:lnTo>
                    <a:pt x="802868" y="1237672"/>
                  </a:lnTo>
                  <a:lnTo>
                    <a:pt x="803536" y="1174393"/>
                  </a:lnTo>
                  <a:lnTo>
                    <a:pt x="804204" y="1193534"/>
                  </a:lnTo>
                  <a:lnTo>
                    <a:pt x="804872" y="1202307"/>
                  </a:lnTo>
                  <a:lnTo>
                    <a:pt x="805540" y="1208687"/>
                  </a:lnTo>
                  <a:lnTo>
                    <a:pt x="806208" y="1215864"/>
                  </a:lnTo>
                  <a:lnTo>
                    <a:pt x="806876" y="1179080"/>
                  </a:lnTo>
                  <a:lnTo>
                    <a:pt x="807544" y="1131484"/>
                  </a:lnTo>
                  <a:lnTo>
                    <a:pt x="808212" y="1023417"/>
                  </a:lnTo>
                  <a:lnTo>
                    <a:pt x="808880" y="965383"/>
                  </a:lnTo>
                  <a:lnTo>
                    <a:pt x="809548" y="965383"/>
                  </a:lnTo>
                  <a:lnTo>
                    <a:pt x="810217" y="966499"/>
                  </a:lnTo>
                  <a:lnTo>
                    <a:pt x="810885" y="966499"/>
                  </a:lnTo>
                  <a:lnTo>
                    <a:pt x="811553" y="972079"/>
                  </a:lnTo>
                  <a:lnTo>
                    <a:pt x="812221" y="1011141"/>
                  </a:lnTo>
                  <a:lnTo>
                    <a:pt x="812889" y="1079220"/>
                  </a:lnTo>
                  <a:lnTo>
                    <a:pt x="813557" y="1094845"/>
                  </a:lnTo>
                  <a:lnTo>
                    <a:pt x="814225" y="1056899"/>
                  </a:lnTo>
                  <a:lnTo>
                    <a:pt x="814893" y="1021185"/>
                  </a:lnTo>
                  <a:lnTo>
                    <a:pt x="815561" y="1018953"/>
                  </a:lnTo>
                  <a:lnTo>
                    <a:pt x="816229" y="1036810"/>
                  </a:lnTo>
                  <a:lnTo>
                    <a:pt x="816897" y="1053551"/>
                  </a:lnTo>
                  <a:lnTo>
                    <a:pt x="817565" y="1102657"/>
                  </a:lnTo>
                  <a:lnTo>
                    <a:pt x="818233" y="1245482"/>
                  </a:lnTo>
                  <a:lnTo>
                    <a:pt x="818901" y="1263123"/>
                  </a:lnTo>
                  <a:lnTo>
                    <a:pt x="819569" y="1298455"/>
                  </a:lnTo>
                  <a:lnTo>
                    <a:pt x="820237" y="1283654"/>
                  </a:lnTo>
                  <a:lnTo>
                    <a:pt x="820905" y="1269328"/>
                  </a:lnTo>
                  <a:lnTo>
                    <a:pt x="821573" y="1243505"/>
                  </a:lnTo>
                  <a:lnTo>
                    <a:pt x="822241" y="1259355"/>
                  </a:lnTo>
                  <a:lnTo>
                    <a:pt x="822909" y="1247285"/>
                  </a:lnTo>
                  <a:lnTo>
                    <a:pt x="823577" y="1253320"/>
                  </a:lnTo>
                  <a:lnTo>
                    <a:pt x="824245" y="1273438"/>
                  </a:lnTo>
                  <a:lnTo>
                    <a:pt x="824913" y="1280144"/>
                  </a:lnTo>
                  <a:lnTo>
                    <a:pt x="825581" y="1263379"/>
                  </a:lnTo>
                  <a:lnTo>
                    <a:pt x="826249" y="1253320"/>
                  </a:lnTo>
                  <a:lnTo>
                    <a:pt x="826917" y="1209732"/>
                  </a:lnTo>
                  <a:lnTo>
                    <a:pt x="827585" y="1210799"/>
                  </a:lnTo>
                  <a:lnTo>
                    <a:pt x="828253" y="1215223"/>
                  </a:lnTo>
                  <a:lnTo>
                    <a:pt x="828921" y="1221803"/>
                  </a:lnTo>
                  <a:lnTo>
                    <a:pt x="829589" y="1227167"/>
                  </a:lnTo>
                  <a:lnTo>
                    <a:pt x="830257" y="1215530"/>
                  </a:lnTo>
                  <a:lnTo>
                    <a:pt x="830925" y="1211079"/>
                  </a:lnTo>
                  <a:lnTo>
                    <a:pt x="831593" y="1229422"/>
                  </a:lnTo>
                  <a:lnTo>
                    <a:pt x="832261" y="1223840"/>
                  </a:lnTo>
                  <a:lnTo>
                    <a:pt x="832929" y="1257807"/>
                  </a:lnTo>
                  <a:lnTo>
                    <a:pt x="833597" y="1242706"/>
                  </a:lnTo>
                  <a:lnTo>
                    <a:pt x="834265" y="1226167"/>
                  </a:lnTo>
                  <a:lnTo>
                    <a:pt x="834934" y="1225448"/>
                  </a:lnTo>
                  <a:lnTo>
                    <a:pt x="835602" y="1248459"/>
                  </a:lnTo>
                  <a:lnTo>
                    <a:pt x="836270" y="1246301"/>
                  </a:lnTo>
                  <a:lnTo>
                    <a:pt x="836938" y="1257336"/>
                  </a:lnTo>
                  <a:lnTo>
                    <a:pt x="837606" y="1285517"/>
                  </a:lnTo>
                  <a:lnTo>
                    <a:pt x="838274" y="1284714"/>
                  </a:lnTo>
                  <a:lnTo>
                    <a:pt x="838942" y="1272947"/>
                  </a:lnTo>
                  <a:lnTo>
                    <a:pt x="839610" y="1256914"/>
                  </a:lnTo>
                  <a:lnTo>
                    <a:pt x="840278" y="1267902"/>
                  </a:lnTo>
                  <a:lnTo>
                    <a:pt x="840946" y="1282553"/>
                  </a:lnTo>
                  <a:lnTo>
                    <a:pt x="841614" y="1283145"/>
                  </a:lnTo>
                  <a:lnTo>
                    <a:pt x="842282" y="1294410"/>
                  </a:lnTo>
                  <a:lnTo>
                    <a:pt x="842950" y="1271181"/>
                  </a:lnTo>
                  <a:lnTo>
                    <a:pt x="843618" y="1310242"/>
                  </a:lnTo>
                  <a:lnTo>
                    <a:pt x="844286" y="1320287"/>
                  </a:lnTo>
                  <a:lnTo>
                    <a:pt x="844954" y="1304662"/>
                  </a:lnTo>
                  <a:lnTo>
                    <a:pt x="845622" y="1237699"/>
                  </a:lnTo>
                  <a:lnTo>
                    <a:pt x="846290" y="1256672"/>
                  </a:lnTo>
                  <a:lnTo>
                    <a:pt x="846958" y="1276761"/>
                  </a:lnTo>
                  <a:lnTo>
                    <a:pt x="847626" y="1274529"/>
                  </a:lnTo>
                  <a:lnTo>
                    <a:pt x="848294" y="1272297"/>
                  </a:lnTo>
                  <a:lnTo>
                    <a:pt x="848962" y="1318511"/>
                  </a:lnTo>
                  <a:lnTo>
                    <a:pt x="849630" y="1350293"/>
                  </a:lnTo>
                  <a:lnTo>
                    <a:pt x="850298" y="1335336"/>
                  </a:lnTo>
                  <a:lnTo>
                    <a:pt x="850966" y="1339062"/>
                  </a:lnTo>
                  <a:lnTo>
                    <a:pt x="851634" y="1315333"/>
                  </a:lnTo>
                  <a:lnTo>
                    <a:pt x="852302" y="1295152"/>
                  </a:lnTo>
                  <a:lnTo>
                    <a:pt x="852970" y="1277219"/>
                  </a:lnTo>
                  <a:lnTo>
                    <a:pt x="853638" y="1269328"/>
                  </a:lnTo>
                  <a:lnTo>
                    <a:pt x="854306" y="1282240"/>
                  </a:lnTo>
                  <a:lnTo>
                    <a:pt x="854974" y="1308781"/>
                  </a:lnTo>
                  <a:lnTo>
                    <a:pt x="855642" y="1348950"/>
                  </a:lnTo>
                  <a:lnTo>
                    <a:pt x="856310" y="1339625"/>
                  </a:lnTo>
                  <a:lnTo>
                    <a:pt x="856978" y="1339625"/>
                  </a:lnTo>
                  <a:lnTo>
                    <a:pt x="857646" y="1342494"/>
                  </a:lnTo>
                  <a:lnTo>
                    <a:pt x="858314" y="1351102"/>
                  </a:lnTo>
                  <a:lnTo>
                    <a:pt x="858983" y="1339625"/>
                  </a:lnTo>
                  <a:lnTo>
                    <a:pt x="859651" y="1343376"/>
                  </a:lnTo>
                  <a:lnTo>
                    <a:pt x="860319" y="1338683"/>
                  </a:lnTo>
                  <a:lnTo>
                    <a:pt x="860987" y="1360246"/>
                  </a:lnTo>
                  <a:lnTo>
                    <a:pt x="861655" y="1382384"/>
                  </a:lnTo>
                  <a:lnTo>
                    <a:pt x="862323" y="1380533"/>
                  </a:lnTo>
                  <a:lnTo>
                    <a:pt x="862991" y="1392437"/>
                  </a:lnTo>
                  <a:lnTo>
                    <a:pt x="863659" y="1392437"/>
                  </a:lnTo>
                  <a:lnTo>
                    <a:pt x="864327" y="1386027"/>
                  </a:lnTo>
                  <a:lnTo>
                    <a:pt x="864995" y="1369544"/>
                  </a:lnTo>
                  <a:lnTo>
                    <a:pt x="865663" y="1354893"/>
                  </a:lnTo>
                  <a:lnTo>
                    <a:pt x="866331" y="1350315"/>
                  </a:lnTo>
                  <a:lnTo>
                    <a:pt x="866999" y="1331085"/>
                  </a:lnTo>
                  <a:lnTo>
                    <a:pt x="867667" y="1311891"/>
                  </a:lnTo>
                  <a:lnTo>
                    <a:pt x="868335" y="1295539"/>
                  </a:lnTo>
                  <a:lnTo>
                    <a:pt x="869003" y="1222074"/>
                  </a:lnTo>
                  <a:lnTo>
                    <a:pt x="869671" y="1234521"/>
                  </a:lnTo>
                  <a:lnTo>
                    <a:pt x="870339" y="1205919"/>
                  </a:lnTo>
                  <a:lnTo>
                    <a:pt x="871007" y="1180477"/>
                  </a:lnTo>
                  <a:lnTo>
                    <a:pt x="871675" y="1225252"/>
                  </a:lnTo>
                  <a:lnTo>
                    <a:pt x="872343" y="1199914"/>
                  </a:lnTo>
                  <a:lnTo>
                    <a:pt x="873011" y="1239201"/>
                  </a:lnTo>
                  <a:lnTo>
                    <a:pt x="873679" y="1248526"/>
                  </a:lnTo>
                  <a:lnTo>
                    <a:pt x="874347" y="1253547"/>
                  </a:lnTo>
                  <a:lnTo>
                    <a:pt x="875015" y="1255332"/>
                  </a:lnTo>
                  <a:lnTo>
                    <a:pt x="875683" y="1251979"/>
                  </a:lnTo>
                  <a:lnTo>
                    <a:pt x="876351" y="1260026"/>
                  </a:lnTo>
                  <a:lnTo>
                    <a:pt x="877019" y="1269414"/>
                  </a:lnTo>
                  <a:lnTo>
                    <a:pt x="877687" y="1272767"/>
                  </a:lnTo>
                  <a:lnTo>
                    <a:pt x="878355" y="1281485"/>
                  </a:lnTo>
                  <a:lnTo>
                    <a:pt x="879023" y="1308308"/>
                  </a:lnTo>
                  <a:lnTo>
                    <a:pt x="879691" y="1335132"/>
                  </a:lnTo>
                  <a:lnTo>
                    <a:pt x="880359" y="1355249"/>
                  </a:lnTo>
                  <a:lnTo>
                    <a:pt x="881027" y="1354689"/>
                  </a:lnTo>
                  <a:lnTo>
                    <a:pt x="881695" y="1359196"/>
                  </a:lnTo>
                  <a:lnTo>
                    <a:pt x="882363" y="1358639"/>
                  </a:lnTo>
                  <a:lnTo>
                    <a:pt x="883031" y="1331085"/>
                  </a:lnTo>
                  <a:lnTo>
                    <a:pt x="883700" y="1331085"/>
                  </a:lnTo>
                  <a:lnTo>
                    <a:pt x="884368" y="1321281"/>
                  </a:lnTo>
                  <a:lnTo>
                    <a:pt x="885036" y="1360527"/>
                  </a:lnTo>
                  <a:lnTo>
                    <a:pt x="885704" y="1360465"/>
                  </a:lnTo>
                  <a:lnTo>
                    <a:pt x="886372" y="1356000"/>
                  </a:lnTo>
                  <a:lnTo>
                    <a:pt x="887040" y="1353768"/>
                  </a:lnTo>
                  <a:lnTo>
                    <a:pt x="887708" y="1347072"/>
                  </a:lnTo>
                  <a:lnTo>
                    <a:pt x="888376" y="1345956"/>
                  </a:lnTo>
                  <a:lnTo>
                    <a:pt x="889044" y="1374176"/>
                  </a:lnTo>
                  <a:lnTo>
                    <a:pt x="889712" y="1378485"/>
                  </a:lnTo>
                  <a:lnTo>
                    <a:pt x="890380" y="1374123"/>
                  </a:lnTo>
                  <a:lnTo>
                    <a:pt x="891048" y="1372291"/>
                  </a:lnTo>
                  <a:lnTo>
                    <a:pt x="891716" y="1367713"/>
                  </a:lnTo>
                  <a:lnTo>
                    <a:pt x="892384" y="1353062"/>
                  </a:lnTo>
                  <a:lnTo>
                    <a:pt x="893052" y="1349399"/>
                  </a:lnTo>
                  <a:lnTo>
                    <a:pt x="893720" y="1349399"/>
                  </a:lnTo>
                  <a:lnTo>
                    <a:pt x="894388" y="1349399"/>
                  </a:lnTo>
                  <a:lnTo>
                    <a:pt x="895056" y="1349399"/>
                  </a:lnTo>
                  <a:lnTo>
                    <a:pt x="895724" y="1349399"/>
                  </a:lnTo>
                  <a:lnTo>
                    <a:pt x="896392" y="1359472"/>
                  </a:lnTo>
                  <a:lnTo>
                    <a:pt x="897060" y="1392388"/>
                  </a:lnTo>
                  <a:lnTo>
                    <a:pt x="897728" y="1381138"/>
                  </a:lnTo>
                  <a:lnTo>
                    <a:pt x="898396" y="1350645"/>
                  </a:lnTo>
                  <a:lnTo>
                    <a:pt x="899064" y="1324087"/>
                  </a:lnTo>
                  <a:lnTo>
                    <a:pt x="899732" y="1305861"/>
                  </a:lnTo>
                  <a:lnTo>
                    <a:pt x="900400" y="1287132"/>
                  </a:lnTo>
                  <a:lnTo>
                    <a:pt x="901068" y="1275228"/>
                  </a:lnTo>
                  <a:lnTo>
                    <a:pt x="901736" y="1267902"/>
                  </a:lnTo>
                  <a:lnTo>
                    <a:pt x="902404" y="1245925"/>
                  </a:lnTo>
                  <a:lnTo>
                    <a:pt x="903072" y="1196478"/>
                  </a:lnTo>
                  <a:lnTo>
                    <a:pt x="903740" y="1136042"/>
                  </a:lnTo>
                  <a:lnTo>
                    <a:pt x="904408" y="1076522"/>
                  </a:lnTo>
                  <a:lnTo>
                    <a:pt x="905076" y="1032568"/>
                  </a:lnTo>
                  <a:lnTo>
                    <a:pt x="905744" y="1001435"/>
                  </a:lnTo>
                  <a:lnTo>
                    <a:pt x="906412" y="972132"/>
                  </a:lnTo>
                  <a:lnTo>
                    <a:pt x="907080" y="891295"/>
                  </a:lnTo>
                  <a:lnTo>
                    <a:pt x="907748" y="854799"/>
                  </a:lnTo>
                  <a:lnTo>
                    <a:pt x="908417" y="771190"/>
                  </a:lnTo>
                  <a:lnTo>
                    <a:pt x="909085" y="781234"/>
                  </a:lnTo>
                  <a:lnTo>
                    <a:pt x="909753" y="766726"/>
                  </a:lnTo>
                  <a:lnTo>
                    <a:pt x="910421" y="763378"/>
                  </a:lnTo>
                  <a:lnTo>
                    <a:pt x="911089" y="855502"/>
                  </a:lnTo>
                  <a:lnTo>
                    <a:pt x="911757" y="829324"/>
                  </a:lnTo>
                  <a:lnTo>
                    <a:pt x="912425" y="852206"/>
                  </a:lnTo>
                  <a:lnTo>
                    <a:pt x="913093" y="908457"/>
                  </a:lnTo>
                  <a:lnTo>
                    <a:pt x="913761" y="971381"/>
                  </a:lnTo>
                  <a:lnTo>
                    <a:pt x="914429" y="1028586"/>
                  </a:lnTo>
                  <a:lnTo>
                    <a:pt x="915097" y="1060048"/>
                  </a:lnTo>
                  <a:lnTo>
                    <a:pt x="915765" y="1092464"/>
                  </a:lnTo>
                  <a:lnTo>
                    <a:pt x="916433" y="1140620"/>
                  </a:lnTo>
                  <a:lnTo>
                    <a:pt x="917101" y="1194646"/>
                  </a:lnTo>
                  <a:lnTo>
                    <a:pt x="917769" y="1252335"/>
                  </a:lnTo>
                  <a:lnTo>
                    <a:pt x="918437" y="1266071"/>
                  </a:lnTo>
                  <a:lnTo>
                    <a:pt x="919105" y="1286216"/>
                  </a:lnTo>
                  <a:lnTo>
                    <a:pt x="919773" y="1311856"/>
                  </a:lnTo>
                  <a:lnTo>
                    <a:pt x="920441" y="1305446"/>
                  </a:lnTo>
                  <a:lnTo>
                    <a:pt x="921109" y="1335027"/>
                  </a:lnTo>
                  <a:lnTo>
                    <a:pt x="921777" y="1373718"/>
                  </a:lnTo>
                  <a:lnTo>
                    <a:pt x="922445" y="1391833"/>
                  </a:lnTo>
                  <a:lnTo>
                    <a:pt x="923113" y="1397553"/>
                  </a:lnTo>
                  <a:lnTo>
                    <a:pt x="923781" y="1397553"/>
                  </a:lnTo>
                  <a:lnTo>
                    <a:pt x="924449" y="1402320"/>
                  </a:lnTo>
                  <a:lnTo>
                    <a:pt x="925117" y="1402320"/>
                  </a:lnTo>
                  <a:lnTo>
                    <a:pt x="925785" y="1397553"/>
                  </a:lnTo>
                  <a:lnTo>
                    <a:pt x="926453" y="1319171"/>
                  </a:lnTo>
                  <a:lnTo>
                    <a:pt x="927121" y="1301314"/>
                  </a:lnTo>
                  <a:lnTo>
                    <a:pt x="927789" y="1301314"/>
                  </a:lnTo>
                  <a:lnTo>
                    <a:pt x="928457" y="1301314"/>
                  </a:lnTo>
                  <a:lnTo>
                    <a:pt x="929125" y="1301314"/>
                  </a:lnTo>
                  <a:lnTo>
                    <a:pt x="929793" y="1301314"/>
                  </a:lnTo>
                  <a:lnTo>
                    <a:pt x="930461" y="1313591"/>
                  </a:lnTo>
                  <a:lnTo>
                    <a:pt x="931129" y="1323635"/>
                  </a:lnTo>
                  <a:lnTo>
                    <a:pt x="931797" y="1309126"/>
                  </a:lnTo>
                  <a:lnTo>
                    <a:pt x="932465" y="1296850"/>
                  </a:lnTo>
                  <a:lnTo>
                    <a:pt x="933134" y="1277877"/>
                  </a:lnTo>
                  <a:lnTo>
                    <a:pt x="933802" y="1228771"/>
                  </a:lnTo>
                  <a:lnTo>
                    <a:pt x="934470" y="1193057"/>
                  </a:lnTo>
                  <a:lnTo>
                    <a:pt x="935138" y="1184129"/>
                  </a:lnTo>
                  <a:lnTo>
                    <a:pt x="935806" y="1189709"/>
                  </a:lnTo>
                  <a:lnTo>
                    <a:pt x="936474" y="1232119"/>
                  </a:lnTo>
                  <a:lnTo>
                    <a:pt x="937142" y="1216494"/>
                  </a:lnTo>
                  <a:lnTo>
                    <a:pt x="937810" y="1166272"/>
                  </a:lnTo>
                  <a:lnTo>
                    <a:pt x="938478" y="1145067"/>
                  </a:lnTo>
                  <a:lnTo>
                    <a:pt x="939146" y="1135022"/>
                  </a:lnTo>
                  <a:lnTo>
                    <a:pt x="939814" y="1122746"/>
                  </a:lnTo>
                  <a:lnTo>
                    <a:pt x="940482" y="1122746"/>
                  </a:lnTo>
                  <a:lnTo>
                    <a:pt x="941150" y="1102657"/>
                  </a:lnTo>
                  <a:lnTo>
                    <a:pt x="941818" y="1126094"/>
                  </a:lnTo>
                  <a:lnTo>
                    <a:pt x="942486" y="1126094"/>
                  </a:lnTo>
                  <a:lnTo>
                    <a:pt x="943154" y="1101541"/>
                  </a:lnTo>
                  <a:lnTo>
                    <a:pt x="943822" y="1150647"/>
                  </a:lnTo>
                  <a:lnTo>
                    <a:pt x="944490" y="1177432"/>
                  </a:lnTo>
                  <a:lnTo>
                    <a:pt x="945158" y="1157343"/>
                  </a:lnTo>
                  <a:lnTo>
                    <a:pt x="945826" y="1145067"/>
                  </a:lnTo>
                  <a:lnTo>
                    <a:pt x="946494" y="1151763"/>
                  </a:lnTo>
                  <a:lnTo>
                    <a:pt x="947162" y="1185245"/>
                  </a:lnTo>
                  <a:lnTo>
                    <a:pt x="947830" y="1235467"/>
                  </a:lnTo>
                  <a:lnTo>
                    <a:pt x="948498" y="1256672"/>
                  </a:lnTo>
                  <a:lnTo>
                    <a:pt x="949166" y="1253324"/>
                  </a:lnTo>
                  <a:lnTo>
                    <a:pt x="949834" y="1256672"/>
                  </a:lnTo>
                  <a:lnTo>
                    <a:pt x="950502" y="1256672"/>
                  </a:lnTo>
                  <a:lnTo>
                    <a:pt x="951170" y="1276761"/>
                  </a:lnTo>
                  <a:lnTo>
                    <a:pt x="951838" y="1278993"/>
                  </a:lnTo>
                  <a:lnTo>
                    <a:pt x="952506" y="1302430"/>
                  </a:lnTo>
                  <a:lnTo>
                    <a:pt x="953174" y="1345956"/>
                  </a:lnTo>
                  <a:lnTo>
                    <a:pt x="953842" y="1345956"/>
                  </a:lnTo>
                  <a:lnTo>
                    <a:pt x="954510" y="1354884"/>
                  </a:lnTo>
                  <a:lnTo>
                    <a:pt x="955178" y="1400642"/>
                  </a:lnTo>
                  <a:lnTo>
                    <a:pt x="955846" y="1412919"/>
                  </a:lnTo>
                  <a:lnTo>
                    <a:pt x="956514" y="1412919"/>
                  </a:lnTo>
                  <a:lnTo>
                    <a:pt x="957183" y="1412919"/>
                  </a:lnTo>
                  <a:lnTo>
                    <a:pt x="957851" y="1412919"/>
                  </a:lnTo>
                  <a:lnTo>
                    <a:pt x="958519" y="1412919"/>
                  </a:lnTo>
                  <a:lnTo>
                    <a:pt x="958983" y="143528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762824" y="2043919"/>
              <a:ext cx="2981" cy="22370"/>
            </a:xfrm>
            <a:custGeom>
              <a:avLst/>
              <a:pathLst>
                <a:path w="2981" h="22370">
                  <a:moveTo>
                    <a:pt x="0" y="22370"/>
                  </a:moveTo>
                  <a:lnTo>
                    <a:pt x="488" y="21279"/>
                  </a:lnTo>
                  <a:lnTo>
                    <a:pt x="1156" y="0"/>
                  </a:lnTo>
                  <a:lnTo>
                    <a:pt x="1824" y="0"/>
                  </a:lnTo>
                  <a:lnTo>
                    <a:pt x="2492" y="21279"/>
                  </a:lnTo>
                  <a:lnTo>
                    <a:pt x="2981" y="223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766013" y="1950171"/>
              <a:ext cx="18878" cy="116118"/>
            </a:xfrm>
            <a:custGeom>
              <a:avLst/>
              <a:pathLst>
                <a:path w="18878" h="116118">
                  <a:moveTo>
                    <a:pt x="0" y="116118"/>
                  </a:moveTo>
                  <a:lnTo>
                    <a:pt x="639" y="107146"/>
                  </a:lnTo>
                  <a:lnTo>
                    <a:pt x="1307" y="71434"/>
                  </a:lnTo>
                  <a:lnTo>
                    <a:pt x="1975" y="66856"/>
                  </a:lnTo>
                  <a:lnTo>
                    <a:pt x="2643" y="66856"/>
                  </a:lnTo>
                  <a:lnTo>
                    <a:pt x="3311" y="66856"/>
                  </a:lnTo>
                  <a:lnTo>
                    <a:pt x="3979" y="66856"/>
                  </a:lnTo>
                  <a:lnTo>
                    <a:pt x="4647" y="66856"/>
                  </a:lnTo>
                  <a:lnTo>
                    <a:pt x="5315" y="76928"/>
                  </a:lnTo>
                  <a:lnTo>
                    <a:pt x="5983" y="68687"/>
                  </a:lnTo>
                  <a:lnTo>
                    <a:pt x="6651" y="48542"/>
                  </a:lnTo>
                  <a:lnTo>
                    <a:pt x="7319" y="48542"/>
                  </a:lnTo>
                  <a:lnTo>
                    <a:pt x="7987" y="48542"/>
                  </a:lnTo>
                  <a:lnTo>
                    <a:pt x="8655" y="32975"/>
                  </a:lnTo>
                  <a:lnTo>
                    <a:pt x="9323" y="21178"/>
                  </a:lnTo>
                  <a:lnTo>
                    <a:pt x="9991" y="18621"/>
                  </a:lnTo>
                  <a:lnTo>
                    <a:pt x="10659" y="0"/>
                  </a:lnTo>
                  <a:lnTo>
                    <a:pt x="11327" y="43525"/>
                  </a:lnTo>
                  <a:lnTo>
                    <a:pt x="11995" y="42409"/>
                  </a:lnTo>
                  <a:lnTo>
                    <a:pt x="12663" y="26785"/>
                  </a:lnTo>
                  <a:lnTo>
                    <a:pt x="13332" y="26785"/>
                  </a:lnTo>
                  <a:lnTo>
                    <a:pt x="14000" y="26785"/>
                  </a:lnTo>
                  <a:lnTo>
                    <a:pt x="14668" y="26785"/>
                  </a:lnTo>
                  <a:lnTo>
                    <a:pt x="15336" y="26785"/>
                  </a:lnTo>
                  <a:lnTo>
                    <a:pt x="16004" y="46874"/>
                  </a:lnTo>
                  <a:lnTo>
                    <a:pt x="16672" y="71427"/>
                  </a:lnTo>
                  <a:lnTo>
                    <a:pt x="17340" y="71427"/>
                  </a:lnTo>
                  <a:lnTo>
                    <a:pt x="18008" y="95746"/>
                  </a:lnTo>
                  <a:lnTo>
                    <a:pt x="18676" y="113658"/>
                  </a:lnTo>
                  <a:lnTo>
                    <a:pt x="18878" y="11611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795376" y="1776067"/>
              <a:ext cx="100116" cy="290222"/>
            </a:xfrm>
            <a:custGeom>
              <a:avLst/>
              <a:pathLst>
                <a:path w="100116" h="290222">
                  <a:moveTo>
                    <a:pt x="0" y="290222"/>
                  </a:moveTo>
                  <a:lnTo>
                    <a:pt x="1" y="290173"/>
                  </a:lnTo>
                  <a:lnTo>
                    <a:pt x="669" y="290173"/>
                  </a:lnTo>
                  <a:lnTo>
                    <a:pt x="1337" y="290173"/>
                  </a:lnTo>
                  <a:lnTo>
                    <a:pt x="2005" y="290173"/>
                  </a:lnTo>
                  <a:lnTo>
                    <a:pt x="2673" y="290173"/>
                  </a:lnTo>
                  <a:lnTo>
                    <a:pt x="3341" y="290173"/>
                  </a:lnTo>
                  <a:lnTo>
                    <a:pt x="4009" y="290173"/>
                  </a:lnTo>
                  <a:lnTo>
                    <a:pt x="4677" y="290173"/>
                  </a:lnTo>
                  <a:lnTo>
                    <a:pt x="5346" y="290173"/>
                  </a:lnTo>
                  <a:lnTo>
                    <a:pt x="6014" y="290173"/>
                  </a:lnTo>
                  <a:lnTo>
                    <a:pt x="6682" y="290173"/>
                  </a:lnTo>
                  <a:lnTo>
                    <a:pt x="7350" y="290173"/>
                  </a:lnTo>
                  <a:lnTo>
                    <a:pt x="8018" y="290173"/>
                  </a:lnTo>
                  <a:lnTo>
                    <a:pt x="8686" y="290173"/>
                  </a:lnTo>
                  <a:lnTo>
                    <a:pt x="9354" y="290173"/>
                  </a:lnTo>
                  <a:lnTo>
                    <a:pt x="10022" y="290173"/>
                  </a:lnTo>
                  <a:lnTo>
                    <a:pt x="10690" y="290173"/>
                  </a:lnTo>
                  <a:lnTo>
                    <a:pt x="11358" y="290173"/>
                  </a:lnTo>
                  <a:lnTo>
                    <a:pt x="12026" y="290173"/>
                  </a:lnTo>
                  <a:lnTo>
                    <a:pt x="12694" y="290173"/>
                  </a:lnTo>
                  <a:lnTo>
                    <a:pt x="13362" y="290173"/>
                  </a:lnTo>
                  <a:lnTo>
                    <a:pt x="14030" y="290173"/>
                  </a:lnTo>
                  <a:lnTo>
                    <a:pt x="14698" y="290173"/>
                  </a:lnTo>
                  <a:lnTo>
                    <a:pt x="15366" y="290173"/>
                  </a:lnTo>
                  <a:lnTo>
                    <a:pt x="16034" y="290173"/>
                  </a:lnTo>
                  <a:lnTo>
                    <a:pt x="16702" y="290173"/>
                  </a:lnTo>
                  <a:lnTo>
                    <a:pt x="17370" y="290173"/>
                  </a:lnTo>
                  <a:lnTo>
                    <a:pt x="18038" y="290173"/>
                  </a:lnTo>
                  <a:lnTo>
                    <a:pt x="18706" y="290173"/>
                  </a:lnTo>
                  <a:lnTo>
                    <a:pt x="19374" y="290173"/>
                  </a:lnTo>
                  <a:lnTo>
                    <a:pt x="20042" y="277896"/>
                  </a:lnTo>
                  <a:lnTo>
                    <a:pt x="20710" y="267852"/>
                  </a:lnTo>
                  <a:lnTo>
                    <a:pt x="21378" y="267852"/>
                  </a:lnTo>
                  <a:lnTo>
                    <a:pt x="22046" y="267852"/>
                  </a:lnTo>
                  <a:lnTo>
                    <a:pt x="22714" y="267852"/>
                  </a:lnTo>
                  <a:lnTo>
                    <a:pt x="23382" y="267852"/>
                  </a:lnTo>
                  <a:lnTo>
                    <a:pt x="24050" y="267852"/>
                  </a:lnTo>
                  <a:lnTo>
                    <a:pt x="24718" y="263387"/>
                  </a:lnTo>
                  <a:lnTo>
                    <a:pt x="25386" y="250620"/>
                  </a:lnTo>
                  <a:lnTo>
                    <a:pt x="26054" y="226744"/>
                  </a:lnTo>
                  <a:lnTo>
                    <a:pt x="26722" y="200669"/>
                  </a:lnTo>
                  <a:lnTo>
                    <a:pt x="27390" y="167704"/>
                  </a:lnTo>
                  <a:lnTo>
                    <a:pt x="28058" y="149390"/>
                  </a:lnTo>
                  <a:lnTo>
                    <a:pt x="28726" y="134739"/>
                  </a:lnTo>
                  <a:lnTo>
                    <a:pt x="29394" y="131076"/>
                  </a:lnTo>
                  <a:lnTo>
                    <a:pt x="30063" y="141149"/>
                  </a:lnTo>
                  <a:lnTo>
                    <a:pt x="30731" y="149390"/>
                  </a:lnTo>
                  <a:lnTo>
                    <a:pt x="31399" y="149390"/>
                  </a:lnTo>
                  <a:lnTo>
                    <a:pt x="32067" y="143896"/>
                  </a:lnTo>
                  <a:lnTo>
                    <a:pt x="32735" y="131076"/>
                  </a:lnTo>
                  <a:lnTo>
                    <a:pt x="33403" y="120088"/>
                  </a:lnTo>
                  <a:lnTo>
                    <a:pt x="34071" y="112762"/>
                  </a:lnTo>
                  <a:lnTo>
                    <a:pt x="34739" y="116425"/>
                  </a:lnTo>
                  <a:lnTo>
                    <a:pt x="35407" y="145538"/>
                  </a:lnTo>
                  <a:lnTo>
                    <a:pt x="36075" y="163819"/>
                  </a:lnTo>
                  <a:lnTo>
                    <a:pt x="36743" y="160711"/>
                  </a:lnTo>
                  <a:lnTo>
                    <a:pt x="37411" y="200889"/>
                  </a:lnTo>
                  <a:lnTo>
                    <a:pt x="38079" y="223210"/>
                  </a:lnTo>
                  <a:lnTo>
                    <a:pt x="38747" y="219861"/>
                  </a:lnTo>
                  <a:lnTo>
                    <a:pt x="39415" y="223210"/>
                  </a:lnTo>
                  <a:lnTo>
                    <a:pt x="40083" y="223210"/>
                  </a:lnTo>
                  <a:lnTo>
                    <a:pt x="40751" y="223210"/>
                  </a:lnTo>
                  <a:lnTo>
                    <a:pt x="41419" y="223210"/>
                  </a:lnTo>
                  <a:lnTo>
                    <a:pt x="42087" y="229906"/>
                  </a:lnTo>
                  <a:lnTo>
                    <a:pt x="42755" y="245531"/>
                  </a:lnTo>
                  <a:lnTo>
                    <a:pt x="43423" y="246647"/>
                  </a:lnTo>
                  <a:lnTo>
                    <a:pt x="44091" y="223210"/>
                  </a:lnTo>
                  <a:lnTo>
                    <a:pt x="44759" y="223210"/>
                  </a:lnTo>
                  <a:lnTo>
                    <a:pt x="45427" y="223210"/>
                  </a:lnTo>
                  <a:lnTo>
                    <a:pt x="46095" y="223210"/>
                  </a:lnTo>
                  <a:lnTo>
                    <a:pt x="46763" y="223210"/>
                  </a:lnTo>
                  <a:lnTo>
                    <a:pt x="47431" y="217629"/>
                  </a:lnTo>
                  <a:lnTo>
                    <a:pt x="48099" y="196424"/>
                  </a:lnTo>
                  <a:lnTo>
                    <a:pt x="48767" y="166291"/>
                  </a:lnTo>
                  <a:lnTo>
                    <a:pt x="49435" y="201990"/>
                  </a:lnTo>
                  <a:lnTo>
                    <a:pt x="50103" y="204332"/>
                  </a:lnTo>
                  <a:lnTo>
                    <a:pt x="50771" y="232694"/>
                  </a:lnTo>
                  <a:lnTo>
                    <a:pt x="51439" y="238577"/>
                  </a:lnTo>
                  <a:lnTo>
                    <a:pt x="52107" y="228989"/>
                  </a:lnTo>
                  <a:lnTo>
                    <a:pt x="52775" y="188723"/>
                  </a:lnTo>
                  <a:lnTo>
                    <a:pt x="53443" y="186041"/>
                  </a:lnTo>
                  <a:lnTo>
                    <a:pt x="54111" y="204148"/>
                  </a:lnTo>
                  <a:lnTo>
                    <a:pt x="54780" y="196564"/>
                  </a:lnTo>
                  <a:lnTo>
                    <a:pt x="55448" y="196564"/>
                  </a:lnTo>
                  <a:lnTo>
                    <a:pt x="56116" y="196564"/>
                  </a:lnTo>
                  <a:lnTo>
                    <a:pt x="56784" y="188347"/>
                  </a:lnTo>
                  <a:lnTo>
                    <a:pt x="57452" y="187083"/>
                  </a:lnTo>
                  <a:lnTo>
                    <a:pt x="58120" y="193404"/>
                  </a:lnTo>
                  <a:lnTo>
                    <a:pt x="58788" y="215525"/>
                  </a:lnTo>
                  <a:lnTo>
                    <a:pt x="59456" y="221846"/>
                  </a:lnTo>
                  <a:lnTo>
                    <a:pt x="60124" y="209837"/>
                  </a:lnTo>
                  <a:lnTo>
                    <a:pt x="60792" y="196100"/>
                  </a:lnTo>
                  <a:lnTo>
                    <a:pt x="61460" y="193123"/>
                  </a:lnTo>
                  <a:lnTo>
                    <a:pt x="62128" y="203165"/>
                  </a:lnTo>
                  <a:lnTo>
                    <a:pt x="62796" y="259430"/>
                  </a:lnTo>
                  <a:lnTo>
                    <a:pt x="63464" y="253429"/>
                  </a:lnTo>
                  <a:lnTo>
                    <a:pt x="64132" y="229971"/>
                  </a:lnTo>
                  <a:lnTo>
                    <a:pt x="64800" y="240959"/>
                  </a:lnTo>
                  <a:lnTo>
                    <a:pt x="65468" y="229971"/>
                  </a:lnTo>
                  <a:lnTo>
                    <a:pt x="66136" y="204332"/>
                  </a:lnTo>
                  <a:lnTo>
                    <a:pt x="66804" y="216236"/>
                  </a:lnTo>
                  <a:lnTo>
                    <a:pt x="67472" y="222646"/>
                  </a:lnTo>
                  <a:lnTo>
                    <a:pt x="68140" y="230887"/>
                  </a:lnTo>
                  <a:lnTo>
                    <a:pt x="68808" y="240959"/>
                  </a:lnTo>
                  <a:lnTo>
                    <a:pt x="69476" y="233418"/>
                  </a:lnTo>
                  <a:lnTo>
                    <a:pt x="70144" y="209915"/>
                  </a:lnTo>
                  <a:lnTo>
                    <a:pt x="70812" y="137274"/>
                  </a:lnTo>
                  <a:lnTo>
                    <a:pt x="71480" y="133926"/>
                  </a:lnTo>
                  <a:lnTo>
                    <a:pt x="72148" y="133926"/>
                  </a:lnTo>
                  <a:lnTo>
                    <a:pt x="72816" y="133926"/>
                  </a:lnTo>
                  <a:lnTo>
                    <a:pt x="73484" y="133926"/>
                  </a:lnTo>
                  <a:lnTo>
                    <a:pt x="74152" y="156247"/>
                  </a:lnTo>
                  <a:lnTo>
                    <a:pt x="74820" y="156247"/>
                  </a:lnTo>
                  <a:lnTo>
                    <a:pt x="75488" y="169639"/>
                  </a:lnTo>
                  <a:lnTo>
                    <a:pt x="76156" y="200889"/>
                  </a:lnTo>
                  <a:lnTo>
                    <a:pt x="76824" y="200889"/>
                  </a:lnTo>
                  <a:lnTo>
                    <a:pt x="77492" y="190844"/>
                  </a:lnTo>
                  <a:lnTo>
                    <a:pt x="78160" y="174103"/>
                  </a:lnTo>
                  <a:lnTo>
                    <a:pt x="78829" y="156247"/>
                  </a:lnTo>
                  <a:lnTo>
                    <a:pt x="79497" y="156247"/>
                  </a:lnTo>
                  <a:lnTo>
                    <a:pt x="80165" y="181916"/>
                  </a:lnTo>
                  <a:lnTo>
                    <a:pt x="80833" y="165175"/>
                  </a:lnTo>
                  <a:lnTo>
                    <a:pt x="81501" y="133926"/>
                  </a:lnTo>
                  <a:lnTo>
                    <a:pt x="82169" y="106024"/>
                  </a:lnTo>
                  <a:lnTo>
                    <a:pt x="82837" y="55802"/>
                  </a:lnTo>
                  <a:lnTo>
                    <a:pt x="83505" y="44641"/>
                  </a:lnTo>
                  <a:lnTo>
                    <a:pt x="84173" y="44641"/>
                  </a:lnTo>
                  <a:lnTo>
                    <a:pt x="84841" y="44641"/>
                  </a:lnTo>
                  <a:lnTo>
                    <a:pt x="85509" y="44641"/>
                  </a:lnTo>
                  <a:lnTo>
                    <a:pt x="86177" y="44641"/>
                  </a:lnTo>
                  <a:lnTo>
                    <a:pt x="86845" y="44641"/>
                  </a:lnTo>
                  <a:lnTo>
                    <a:pt x="87513" y="53570"/>
                  </a:lnTo>
                  <a:lnTo>
                    <a:pt x="88181" y="32365"/>
                  </a:lnTo>
                  <a:lnTo>
                    <a:pt x="88849" y="18972"/>
                  </a:lnTo>
                  <a:lnTo>
                    <a:pt x="89517" y="0"/>
                  </a:lnTo>
                  <a:lnTo>
                    <a:pt x="90185" y="3348"/>
                  </a:lnTo>
                  <a:lnTo>
                    <a:pt x="90853" y="88716"/>
                  </a:lnTo>
                  <a:lnTo>
                    <a:pt x="91521" y="119009"/>
                  </a:lnTo>
                  <a:lnTo>
                    <a:pt x="92189" y="151091"/>
                  </a:lnTo>
                  <a:lnTo>
                    <a:pt x="92857" y="195175"/>
                  </a:lnTo>
                  <a:lnTo>
                    <a:pt x="93525" y="204332"/>
                  </a:lnTo>
                  <a:lnTo>
                    <a:pt x="94193" y="204332"/>
                  </a:lnTo>
                  <a:lnTo>
                    <a:pt x="94861" y="226619"/>
                  </a:lnTo>
                  <a:lnTo>
                    <a:pt x="95529" y="231249"/>
                  </a:lnTo>
                  <a:lnTo>
                    <a:pt x="96197" y="232694"/>
                  </a:lnTo>
                  <a:lnTo>
                    <a:pt x="96865" y="219933"/>
                  </a:lnTo>
                  <a:lnTo>
                    <a:pt x="97533" y="217541"/>
                  </a:lnTo>
                  <a:lnTo>
                    <a:pt x="98201" y="244657"/>
                  </a:lnTo>
                  <a:lnTo>
                    <a:pt x="98869" y="266987"/>
                  </a:lnTo>
                  <a:lnTo>
                    <a:pt x="99537" y="280545"/>
                  </a:lnTo>
                  <a:lnTo>
                    <a:pt x="100116" y="29022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898038" y="1962085"/>
              <a:ext cx="18865" cy="104203"/>
            </a:xfrm>
            <a:custGeom>
              <a:avLst/>
              <a:pathLst>
                <a:path w="18865" h="104203">
                  <a:moveTo>
                    <a:pt x="0" y="104203"/>
                  </a:moveTo>
                  <a:lnTo>
                    <a:pt x="216" y="95232"/>
                  </a:lnTo>
                  <a:lnTo>
                    <a:pt x="884" y="91569"/>
                  </a:lnTo>
                  <a:lnTo>
                    <a:pt x="1552" y="91569"/>
                  </a:lnTo>
                  <a:lnTo>
                    <a:pt x="2220" y="80769"/>
                  </a:lnTo>
                  <a:lnTo>
                    <a:pt x="2888" y="63633"/>
                  </a:lnTo>
                  <a:lnTo>
                    <a:pt x="3556" y="36075"/>
                  </a:lnTo>
                  <a:lnTo>
                    <a:pt x="4224" y="59756"/>
                  </a:lnTo>
                  <a:lnTo>
                    <a:pt x="4892" y="66468"/>
                  </a:lnTo>
                  <a:lnTo>
                    <a:pt x="5560" y="40290"/>
                  </a:lnTo>
                  <a:lnTo>
                    <a:pt x="6228" y="16482"/>
                  </a:lnTo>
                  <a:lnTo>
                    <a:pt x="6897" y="0"/>
                  </a:lnTo>
                  <a:lnTo>
                    <a:pt x="7565" y="29161"/>
                  </a:lnTo>
                  <a:lnTo>
                    <a:pt x="8233" y="17107"/>
                  </a:lnTo>
                  <a:lnTo>
                    <a:pt x="8901" y="13090"/>
                  </a:lnTo>
                  <a:lnTo>
                    <a:pt x="9569" y="13090"/>
                  </a:lnTo>
                  <a:lnTo>
                    <a:pt x="10237" y="25946"/>
                  </a:lnTo>
                  <a:lnTo>
                    <a:pt x="10905" y="29161"/>
                  </a:lnTo>
                  <a:lnTo>
                    <a:pt x="11573" y="17911"/>
                  </a:lnTo>
                  <a:lnTo>
                    <a:pt x="12241" y="17107"/>
                  </a:lnTo>
                  <a:lnTo>
                    <a:pt x="12909" y="29161"/>
                  </a:lnTo>
                  <a:lnTo>
                    <a:pt x="13577" y="31523"/>
                  </a:lnTo>
                  <a:lnTo>
                    <a:pt x="14245" y="45231"/>
                  </a:lnTo>
                  <a:lnTo>
                    <a:pt x="14913" y="45231"/>
                  </a:lnTo>
                  <a:lnTo>
                    <a:pt x="15581" y="51279"/>
                  </a:lnTo>
                  <a:lnTo>
                    <a:pt x="16249" y="75087"/>
                  </a:lnTo>
                  <a:lnTo>
                    <a:pt x="16917" y="90008"/>
                  </a:lnTo>
                  <a:lnTo>
                    <a:pt x="17585" y="85536"/>
                  </a:lnTo>
                  <a:lnTo>
                    <a:pt x="18253" y="99837"/>
                  </a:lnTo>
                  <a:lnTo>
                    <a:pt x="18865" y="1042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21633" y="2066240"/>
              <a:ext cx="4" cy="49"/>
            </a:xfrm>
            <a:custGeom>
              <a:avLst/>
              <a:pathLst>
                <a:path w="4" h="49">
                  <a:moveTo>
                    <a:pt x="0" y="49"/>
                  </a:moveTo>
                  <a:lnTo>
                    <a:pt x="1" y="0"/>
                  </a:lnTo>
                  <a:lnTo>
                    <a:pt x="4" y="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22865" y="2053654"/>
              <a:ext cx="9968" cy="12634"/>
            </a:xfrm>
            <a:custGeom>
              <a:avLst/>
              <a:pathLst>
                <a:path w="9968" h="12634">
                  <a:moveTo>
                    <a:pt x="0" y="12634"/>
                  </a:moveTo>
                  <a:lnTo>
                    <a:pt x="106" y="10174"/>
                  </a:lnTo>
                  <a:lnTo>
                    <a:pt x="774" y="0"/>
                  </a:lnTo>
                  <a:lnTo>
                    <a:pt x="1442" y="0"/>
                  </a:lnTo>
                  <a:lnTo>
                    <a:pt x="2110" y="0"/>
                  </a:lnTo>
                  <a:lnTo>
                    <a:pt x="2778" y="0"/>
                  </a:lnTo>
                  <a:lnTo>
                    <a:pt x="3446" y="0"/>
                  </a:lnTo>
                  <a:lnTo>
                    <a:pt x="4114" y="0"/>
                  </a:lnTo>
                  <a:lnTo>
                    <a:pt x="4782" y="0"/>
                  </a:lnTo>
                  <a:lnTo>
                    <a:pt x="5450" y="0"/>
                  </a:lnTo>
                  <a:lnTo>
                    <a:pt x="6118" y="0"/>
                  </a:lnTo>
                  <a:lnTo>
                    <a:pt x="6786" y="0"/>
                  </a:lnTo>
                  <a:lnTo>
                    <a:pt x="7454" y="0"/>
                  </a:lnTo>
                  <a:lnTo>
                    <a:pt x="8122" y="0"/>
                  </a:lnTo>
                  <a:lnTo>
                    <a:pt x="8790" y="0"/>
                  </a:lnTo>
                  <a:lnTo>
                    <a:pt x="9458" y="2141"/>
                  </a:lnTo>
                  <a:lnTo>
                    <a:pt x="9968" y="126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33650" y="1577492"/>
              <a:ext cx="345926" cy="488796"/>
            </a:xfrm>
            <a:custGeom>
              <a:avLst/>
              <a:pathLst>
                <a:path w="345926" h="488796">
                  <a:moveTo>
                    <a:pt x="0" y="488796"/>
                  </a:moveTo>
                  <a:lnTo>
                    <a:pt x="9" y="488747"/>
                  </a:lnTo>
                  <a:lnTo>
                    <a:pt x="677" y="488747"/>
                  </a:lnTo>
                  <a:lnTo>
                    <a:pt x="1345" y="488747"/>
                  </a:lnTo>
                  <a:lnTo>
                    <a:pt x="2013" y="488747"/>
                  </a:lnTo>
                  <a:lnTo>
                    <a:pt x="2682" y="488747"/>
                  </a:lnTo>
                  <a:lnTo>
                    <a:pt x="3350" y="488747"/>
                  </a:lnTo>
                  <a:lnTo>
                    <a:pt x="4018" y="488747"/>
                  </a:lnTo>
                  <a:lnTo>
                    <a:pt x="4686" y="488747"/>
                  </a:lnTo>
                  <a:lnTo>
                    <a:pt x="5354" y="488747"/>
                  </a:lnTo>
                  <a:lnTo>
                    <a:pt x="6022" y="488747"/>
                  </a:lnTo>
                  <a:lnTo>
                    <a:pt x="6690" y="488747"/>
                  </a:lnTo>
                  <a:lnTo>
                    <a:pt x="7358" y="488747"/>
                  </a:lnTo>
                  <a:lnTo>
                    <a:pt x="8026" y="488747"/>
                  </a:lnTo>
                  <a:lnTo>
                    <a:pt x="8694" y="488747"/>
                  </a:lnTo>
                  <a:lnTo>
                    <a:pt x="9362" y="488747"/>
                  </a:lnTo>
                  <a:lnTo>
                    <a:pt x="10030" y="488747"/>
                  </a:lnTo>
                  <a:lnTo>
                    <a:pt x="10698" y="488747"/>
                  </a:lnTo>
                  <a:lnTo>
                    <a:pt x="11366" y="488747"/>
                  </a:lnTo>
                  <a:lnTo>
                    <a:pt x="12034" y="488747"/>
                  </a:lnTo>
                  <a:lnTo>
                    <a:pt x="12702" y="488747"/>
                  </a:lnTo>
                  <a:lnTo>
                    <a:pt x="13370" y="488747"/>
                  </a:lnTo>
                  <a:lnTo>
                    <a:pt x="14038" y="488747"/>
                  </a:lnTo>
                  <a:lnTo>
                    <a:pt x="14706" y="488747"/>
                  </a:lnTo>
                  <a:lnTo>
                    <a:pt x="15374" y="469774"/>
                  </a:lnTo>
                  <a:lnTo>
                    <a:pt x="16042" y="466426"/>
                  </a:lnTo>
                  <a:lnTo>
                    <a:pt x="16710" y="465310"/>
                  </a:lnTo>
                  <a:lnTo>
                    <a:pt x="17378" y="442989"/>
                  </a:lnTo>
                  <a:lnTo>
                    <a:pt x="18046" y="418436"/>
                  </a:lnTo>
                  <a:lnTo>
                    <a:pt x="18714" y="398347"/>
                  </a:lnTo>
                  <a:lnTo>
                    <a:pt x="19382" y="377142"/>
                  </a:lnTo>
                  <a:lnTo>
                    <a:pt x="20050" y="377142"/>
                  </a:lnTo>
                  <a:lnTo>
                    <a:pt x="20718" y="377142"/>
                  </a:lnTo>
                  <a:lnTo>
                    <a:pt x="21386" y="377142"/>
                  </a:lnTo>
                  <a:lnTo>
                    <a:pt x="22054" y="355937"/>
                  </a:lnTo>
                  <a:lnTo>
                    <a:pt x="22722" y="354821"/>
                  </a:lnTo>
                  <a:lnTo>
                    <a:pt x="23390" y="354821"/>
                  </a:lnTo>
                  <a:lnTo>
                    <a:pt x="24058" y="354821"/>
                  </a:lnTo>
                  <a:lnTo>
                    <a:pt x="24726" y="354821"/>
                  </a:lnTo>
                  <a:lnTo>
                    <a:pt x="25394" y="373794"/>
                  </a:lnTo>
                  <a:lnTo>
                    <a:pt x="26062" y="377142"/>
                  </a:lnTo>
                  <a:lnTo>
                    <a:pt x="26730" y="372677"/>
                  </a:lnTo>
                  <a:lnTo>
                    <a:pt x="27399" y="378258"/>
                  </a:lnTo>
                  <a:lnTo>
                    <a:pt x="28067" y="402811"/>
                  </a:lnTo>
                  <a:lnTo>
                    <a:pt x="28735" y="422900"/>
                  </a:lnTo>
                  <a:lnTo>
                    <a:pt x="29403" y="444105"/>
                  </a:lnTo>
                  <a:lnTo>
                    <a:pt x="30071" y="444105"/>
                  </a:lnTo>
                  <a:lnTo>
                    <a:pt x="30739" y="444105"/>
                  </a:lnTo>
                  <a:lnTo>
                    <a:pt x="31407" y="444105"/>
                  </a:lnTo>
                  <a:lnTo>
                    <a:pt x="32075" y="459729"/>
                  </a:lnTo>
                  <a:lnTo>
                    <a:pt x="32743" y="428480"/>
                  </a:lnTo>
                  <a:lnTo>
                    <a:pt x="33411" y="421784"/>
                  </a:lnTo>
                  <a:lnTo>
                    <a:pt x="34079" y="421784"/>
                  </a:lnTo>
                  <a:lnTo>
                    <a:pt x="34747" y="421784"/>
                  </a:lnTo>
                  <a:lnTo>
                    <a:pt x="35415" y="421784"/>
                  </a:lnTo>
                  <a:lnTo>
                    <a:pt x="36083" y="417319"/>
                  </a:lnTo>
                  <a:lnTo>
                    <a:pt x="36751" y="403927"/>
                  </a:lnTo>
                  <a:lnTo>
                    <a:pt x="37419" y="399463"/>
                  </a:lnTo>
                  <a:lnTo>
                    <a:pt x="38087" y="399463"/>
                  </a:lnTo>
                  <a:lnTo>
                    <a:pt x="38755" y="399463"/>
                  </a:lnTo>
                  <a:lnTo>
                    <a:pt x="39423" y="399463"/>
                  </a:lnTo>
                  <a:lnTo>
                    <a:pt x="40091" y="393882"/>
                  </a:lnTo>
                  <a:lnTo>
                    <a:pt x="40759" y="373794"/>
                  </a:lnTo>
                  <a:lnTo>
                    <a:pt x="41427" y="333616"/>
                  </a:lnTo>
                  <a:lnTo>
                    <a:pt x="42095" y="338080"/>
                  </a:lnTo>
                  <a:lnTo>
                    <a:pt x="42763" y="353705"/>
                  </a:lnTo>
                  <a:lnTo>
                    <a:pt x="43431" y="354821"/>
                  </a:lnTo>
                  <a:lnTo>
                    <a:pt x="44099" y="391299"/>
                  </a:lnTo>
                  <a:lnTo>
                    <a:pt x="44767" y="393856"/>
                  </a:lnTo>
                  <a:lnTo>
                    <a:pt x="45435" y="402906"/>
                  </a:lnTo>
                  <a:lnTo>
                    <a:pt x="46103" y="398327"/>
                  </a:lnTo>
                  <a:lnTo>
                    <a:pt x="46771" y="385508"/>
                  </a:lnTo>
                  <a:lnTo>
                    <a:pt x="47439" y="402906"/>
                  </a:lnTo>
                  <a:lnTo>
                    <a:pt x="48107" y="385508"/>
                  </a:lnTo>
                  <a:lnTo>
                    <a:pt x="48775" y="384592"/>
                  </a:lnTo>
                  <a:lnTo>
                    <a:pt x="49443" y="384592"/>
                  </a:lnTo>
                  <a:lnTo>
                    <a:pt x="50111" y="389170"/>
                  </a:lnTo>
                  <a:lnTo>
                    <a:pt x="50779" y="405653"/>
                  </a:lnTo>
                  <a:lnTo>
                    <a:pt x="51447" y="457284"/>
                  </a:lnTo>
                  <a:lnTo>
                    <a:pt x="52116" y="461965"/>
                  </a:lnTo>
                  <a:lnTo>
                    <a:pt x="52784" y="466786"/>
                  </a:lnTo>
                  <a:lnTo>
                    <a:pt x="53452" y="463169"/>
                  </a:lnTo>
                  <a:lnTo>
                    <a:pt x="54120" y="449912"/>
                  </a:lnTo>
                  <a:lnTo>
                    <a:pt x="54788" y="441650"/>
                  </a:lnTo>
                  <a:lnTo>
                    <a:pt x="55456" y="421220"/>
                  </a:lnTo>
                  <a:lnTo>
                    <a:pt x="56124" y="429461"/>
                  </a:lnTo>
                  <a:lnTo>
                    <a:pt x="56792" y="457847"/>
                  </a:lnTo>
                  <a:lnTo>
                    <a:pt x="57460" y="457847"/>
                  </a:lnTo>
                  <a:lnTo>
                    <a:pt x="58128" y="475246"/>
                  </a:lnTo>
                  <a:lnTo>
                    <a:pt x="58796" y="476161"/>
                  </a:lnTo>
                  <a:lnTo>
                    <a:pt x="59464" y="476161"/>
                  </a:lnTo>
                  <a:lnTo>
                    <a:pt x="60132" y="476161"/>
                  </a:lnTo>
                  <a:lnTo>
                    <a:pt x="60800" y="469752"/>
                  </a:lnTo>
                  <a:lnTo>
                    <a:pt x="61468" y="438666"/>
                  </a:lnTo>
                  <a:lnTo>
                    <a:pt x="62136" y="403390"/>
                  </a:lnTo>
                  <a:lnTo>
                    <a:pt x="62804" y="397459"/>
                  </a:lnTo>
                  <a:lnTo>
                    <a:pt x="63472" y="364865"/>
                  </a:lnTo>
                  <a:lnTo>
                    <a:pt x="64140" y="371561"/>
                  </a:lnTo>
                  <a:lnTo>
                    <a:pt x="64808" y="377142"/>
                  </a:lnTo>
                  <a:lnTo>
                    <a:pt x="65476" y="377142"/>
                  </a:lnTo>
                  <a:lnTo>
                    <a:pt x="66144" y="377142"/>
                  </a:lnTo>
                  <a:lnTo>
                    <a:pt x="66812" y="371561"/>
                  </a:lnTo>
                  <a:lnTo>
                    <a:pt x="67480" y="317991"/>
                  </a:lnTo>
                  <a:lnTo>
                    <a:pt x="68148" y="257724"/>
                  </a:lnTo>
                  <a:lnTo>
                    <a:pt x="68816" y="243216"/>
                  </a:lnTo>
                  <a:lnTo>
                    <a:pt x="69484" y="243216"/>
                  </a:lnTo>
                  <a:lnTo>
                    <a:pt x="70152" y="239868"/>
                  </a:lnTo>
                  <a:lnTo>
                    <a:pt x="70820" y="214198"/>
                  </a:lnTo>
                  <a:lnTo>
                    <a:pt x="71488" y="235403"/>
                  </a:lnTo>
                  <a:lnTo>
                    <a:pt x="72156" y="271117"/>
                  </a:lnTo>
                  <a:lnTo>
                    <a:pt x="72824" y="217546"/>
                  </a:lnTo>
                  <a:lnTo>
                    <a:pt x="73492" y="168440"/>
                  </a:lnTo>
                  <a:lnTo>
                    <a:pt x="74160" y="153932"/>
                  </a:lnTo>
                  <a:lnTo>
                    <a:pt x="74828" y="124914"/>
                  </a:lnTo>
                  <a:lnTo>
                    <a:pt x="75496" y="125949"/>
                  </a:lnTo>
                  <a:lnTo>
                    <a:pt x="76164" y="89738"/>
                  </a:lnTo>
                  <a:lnTo>
                    <a:pt x="76833" y="23808"/>
                  </a:lnTo>
                  <a:lnTo>
                    <a:pt x="77501" y="34796"/>
                  </a:lnTo>
                  <a:lnTo>
                    <a:pt x="78169" y="38459"/>
                  </a:lnTo>
                  <a:lnTo>
                    <a:pt x="78837" y="24723"/>
                  </a:lnTo>
                  <a:lnTo>
                    <a:pt x="79505" y="0"/>
                  </a:lnTo>
                  <a:lnTo>
                    <a:pt x="80173" y="78677"/>
                  </a:lnTo>
                  <a:lnTo>
                    <a:pt x="80841" y="101980"/>
                  </a:lnTo>
                  <a:lnTo>
                    <a:pt x="81509" y="81156"/>
                  </a:lnTo>
                  <a:lnTo>
                    <a:pt x="82177" y="104220"/>
                  </a:lnTo>
                  <a:lnTo>
                    <a:pt x="82845" y="137050"/>
                  </a:lnTo>
                  <a:lnTo>
                    <a:pt x="83513" y="156418"/>
                  </a:lnTo>
                  <a:lnTo>
                    <a:pt x="84181" y="137050"/>
                  </a:lnTo>
                  <a:lnTo>
                    <a:pt x="84849" y="152831"/>
                  </a:lnTo>
                  <a:lnTo>
                    <a:pt x="85517" y="191947"/>
                  </a:lnTo>
                  <a:lnTo>
                    <a:pt x="86185" y="193607"/>
                  </a:lnTo>
                  <a:lnTo>
                    <a:pt x="86853" y="255016"/>
                  </a:lnTo>
                  <a:lnTo>
                    <a:pt x="87521" y="252623"/>
                  </a:lnTo>
                  <a:lnTo>
                    <a:pt x="88189" y="267776"/>
                  </a:lnTo>
                  <a:lnTo>
                    <a:pt x="88857" y="301246"/>
                  </a:lnTo>
                  <a:lnTo>
                    <a:pt x="89525" y="321400"/>
                  </a:lnTo>
                  <a:lnTo>
                    <a:pt x="90193" y="309156"/>
                  </a:lnTo>
                  <a:lnTo>
                    <a:pt x="90861" y="260598"/>
                  </a:lnTo>
                  <a:lnTo>
                    <a:pt x="91529" y="283727"/>
                  </a:lnTo>
                  <a:lnTo>
                    <a:pt x="92197" y="306079"/>
                  </a:lnTo>
                  <a:lnTo>
                    <a:pt x="92865" y="274708"/>
                  </a:lnTo>
                  <a:lnTo>
                    <a:pt x="93533" y="300348"/>
                  </a:lnTo>
                  <a:lnTo>
                    <a:pt x="94201" y="331481"/>
                  </a:lnTo>
                  <a:lnTo>
                    <a:pt x="94869" y="315915"/>
                  </a:lnTo>
                  <a:lnTo>
                    <a:pt x="95537" y="329650"/>
                  </a:lnTo>
                  <a:lnTo>
                    <a:pt x="96205" y="321409"/>
                  </a:lnTo>
                  <a:lnTo>
                    <a:pt x="96873" y="306758"/>
                  </a:lnTo>
                  <a:lnTo>
                    <a:pt x="97541" y="328734"/>
                  </a:lnTo>
                  <a:lnTo>
                    <a:pt x="98209" y="354292"/>
                  </a:lnTo>
                  <a:lnTo>
                    <a:pt x="98877" y="384592"/>
                  </a:lnTo>
                  <a:lnTo>
                    <a:pt x="99545" y="382056"/>
                  </a:lnTo>
                  <a:lnTo>
                    <a:pt x="100213" y="425002"/>
                  </a:lnTo>
                  <a:lnTo>
                    <a:pt x="100882" y="396177"/>
                  </a:lnTo>
                  <a:lnTo>
                    <a:pt x="101550" y="422051"/>
                  </a:lnTo>
                  <a:lnTo>
                    <a:pt x="102218" y="434909"/>
                  </a:lnTo>
                  <a:lnTo>
                    <a:pt x="102886" y="422838"/>
                  </a:lnTo>
                  <a:lnTo>
                    <a:pt x="103554" y="398697"/>
                  </a:lnTo>
                  <a:lnTo>
                    <a:pt x="104222" y="399368"/>
                  </a:lnTo>
                  <a:lnTo>
                    <a:pt x="104890" y="415671"/>
                  </a:lnTo>
                  <a:lnTo>
                    <a:pt x="105558" y="400800"/>
                  </a:lnTo>
                  <a:lnTo>
                    <a:pt x="106226" y="406244"/>
                  </a:lnTo>
                  <a:lnTo>
                    <a:pt x="106894" y="402906"/>
                  </a:lnTo>
                  <a:lnTo>
                    <a:pt x="107562" y="411251"/>
                  </a:lnTo>
                  <a:lnTo>
                    <a:pt x="108230" y="402906"/>
                  </a:lnTo>
                  <a:lnTo>
                    <a:pt x="108898" y="381763"/>
                  </a:lnTo>
                  <a:lnTo>
                    <a:pt x="109566" y="360946"/>
                  </a:lnTo>
                  <a:lnTo>
                    <a:pt x="110234" y="362136"/>
                  </a:lnTo>
                  <a:lnTo>
                    <a:pt x="110902" y="364800"/>
                  </a:lnTo>
                  <a:lnTo>
                    <a:pt x="111570" y="359112"/>
                  </a:lnTo>
                  <a:lnTo>
                    <a:pt x="112238" y="354438"/>
                  </a:lnTo>
                  <a:lnTo>
                    <a:pt x="112906" y="327615"/>
                  </a:lnTo>
                  <a:lnTo>
                    <a:pt x="113574" y="296098"/>
                  </a:lnTo>
                  <a:lnTo>
                    <a:pt x="114242" y="268888"/>
                  </a:lnTo>
                  <a:lnTo>
                    <a:pt x="114910" y="247462"/>
                  </a:lnTo>
                  <a:lnTo>
                    <a:pt x="115578" y="220102"/>
                  </a:lnTo>
                  <a:lnTo>
                    <a:pt x="116246" y="215569"/>
                  </a:lnTo>
                  <a:lnTo>
                    <a:pt x="116914" y="222243"/>
                  </a:lnTo>
                  <a:lnTo>
                    <a:pt x="117582" y="222243"/>
                  </a:lnTo>
                  <a:lnTo>
                    <a:pt x="118250" y="170672"/>
                  </a:lnTo>
                  <a:lnTo>
                    <a:pt x="118918" y="213082"/>
                  </a:lnTo>
                  <a:lnTo>
                    <a:pt x="119586" y="220895"/>
                  </a:lnTo>
                  <a:lnTo>
                    <a:pt x="120254" y="220895"/>
                  </a:lnTo>
                  <a:lnTo>
                    <a:pt x="120922" y="251028"/>
                  </a:lnTo>
                  <a:lnTo>
                    <a:pt x="121590" y="265537"/>
                  </a:lnTo>
                  <a:lnTo>
                    <a:pt x="122258" y="264421"/>
                  </a:lnTo>
                  <a:lnTo>
                    <a:pt x="122926" y="307947"/>
                  </a:lnTo>
                  <a:lnTo>
                    <a:pt x="123594" y="400579"/>
                  </a:lnTo>
                  <a:lnTo>
                    <a:pt x="124262" y="397231"/>
                  </a:lnTo>
                  <a:lnTo>
                    <a:pt x="124930" y="376026"/>
                  </a:lnTo>
                  <a:lnTo>
                    <a:pt x="125599" y="363749"/>
                  </a:lnTo>
                  <a:lnTo>
                    <a:pt x="126267" y="361517"/>
                  </a:lnTo>
                  <a:lnTo>
                    <a:pt x="126935" y="377142"/>
                  </a:lnTo>
                  <a:lnTo>
                    <a:pt x="127603" y="377142"/>
                  </a:lnTo>
                  <a:lnTo>
                    <a:pt x="128271" y="377142"/>
                  </a:lnTo>
                  <a:lnTo>
                    <a:pt x="128939" y="355937"/>
                  </a:lnTo>
                  <a:lnTo>
                    <a:pt x="129607" y="354821"/>
                  </a:lnTo>
                  <a:lnTo>
                    <a:pt x="130275" y="354821"/>
                  </a:lnTo>
                  <a:lnTo>
                    <a:pt x="130943" y="324687"/>
                  </a:lnTo>
                  <a:lnTo>
                    <a:pt x="131611" y="287858"/>
                  </a:lnTo>
                  <a:lnTo>
                    <a:pt x="132279" y="281161"/>
                  </a:lnTo>
                  <a:lnTo>
                    <a:pt x="132947" y="287858"/>
                  </a:lnTo>
                  <a:lnTo>
                    <a:pt x="133615" y="284510"/>
                  </a:lnTo>
                  <a:lnTo>
                    <a:pt x="134283" y="290090"/>
                  </a:lnTo>
                  <a:lnTo>
                    <a:pt x="134951" y="339680"/>
                  </a:lnTo>
                  <a:lnTo>
                    <a:pt x="135619" y="330566"/>
                  </a:lnTo>
                  <a:lnTo>
                    <a:pt x="136287" y="343733"/>
                  </a:lnTo>
                  <a:lnTo>
                    <a:pt x="136955" y="326793"/>
                  </a:lnTo>
                  <a:lnTo>
                    <a:pt x="137623" y="311640"/>
                  </a:lnTo>
                  <a:lnTo>
                    <a:pt x="138291" y="303665"/>
                  </a:lnTo>
                  <a:lnTo>
                    <a:pt x="138959" y="318817"/>
                  </a:lnTo>
                  <a:lnTo>
                    <a:pt x="139627" y="319615"/>
                  </a:lnTo>
                  <a:lnTo>
                    <a:pt x="140295" y="310045"/>
                  </a:lnTo>
                  <a:lnTo>
                    <a:pt x="140963" y="314830"/>
                  </a:lnTo>
                  <a:lnTo>
                    <a:pt x="141631" y="335565"/>
                  </a:lnTo>
                  <a:lnTo>
                    <a:pt x="142299" y="341148"/>
                  </a:lnTo>
                  <a:lnTo>
                    <a:pt x="142967" y="351516"/>
                  </a:lnTo>
                  <a:lnTo>
                    <a:pt x="143635" y="353908"/>
                  </a:lnTo>
                  <a:lnTo>
                    <a:pt x="144303" y="367466"/>
                  </a:lnTo>
                  <a:lnTo>
                    <a:pt x="144971" y="375987"/>
                  </a:lnTo>
                  <a:lnTo>
                    <a:pt x="145639" y="383676"/>
                  </a:lnTo>
                  <a:lnTo>
                    <a:pt x="146307" y="411017"/>
                  </a:lnTo>
                  <a:lnTo>
                    <a:pt x="146975" y="411739"/>
                  </a:lnTo>
                  <a:lnTo>
                    <a:pt x="147643" y="432944"/>
                  </a:lnTo>
                  <a:lnTo>
                    <a:pt x="148311" y="444105"/>
                  </a:lnTo>
                  <a:lnTo>
                    <a:pt x="148979" y="431828"/>
                  </a:lnTo>
                  <a:lnTo>
                    <a:pt x="149647" y="399463"/>
                  </a:lnTo>
                  <a:lnTo>
                    <a:pt x="150316" y="409507"/>
                  </a:lnTo>
                  <a:lnTo>
                    <a:pt x="150984" y="409507"/>
                  </a:lnTo>
                  <a:lnTo>
                    <a:pt x="151652" y="386070"/>
                  </a:lnTo>
                  <a:lnTo>
                    <a:pt x="152320" y="377142"/>
                  </a:lnTo>
                  <a:lnTo>
                    <a:pt x="152988" y="377142"/>
                  </a:lnTo>
                  <a:lnTo>
                    <a:pt x="153656" y="368213"/>
                  </a:lnTo>
                  <a:lnTo>
                    <a:pt x="154324" y="334732"/>
                  </a:lnTo>
                  <a:lnTo>
                    <a:pt x="154992" y="310179"/>
                  </a:lnTo>
                  <a:lnTo>
                    <a:pt x="155660" y="310179"/>
                  </a:lnTo>
                  <a:lnTo>
                    <a:pt x="156328" y="328050"/>
                  </a:lnTo>
                  <a:lnTo>
                    <a:pt x="156996" y="317583"/>
                  </a:lnTo>
                  <a:lnTo>
                    <a:pt x="157664" y="311863"/>
                  </a:lnTo>
                  <a:lnTo>
                    <a:pt x="158332" y="300616"/>
                  </a:lnTo>
                  <a:lnTo>
                    <a:pt x="159000" y="303095"/>
                  </a:lnTo>
                  <a:lnTo>
                    <a:pt x="159668" y="329650"/>
                  </a:lnTo>
                  <a:lnTo>
                    <a:pt x="160336" y="332397"/>
                  </a:lnTo>
                  <a:lnTo>
                    <a:pt x="161004" y="351627"/>
                  </a:lnTo>
                  <a:lnTo>
                    <a:pt x="161672" y="359868"/>
                  </a:lnTo>
                  <a:lnTo>
                    <a:pt x="162340" y="366278"/>
                  </a:lnTo>
                  <a:lnTo>
                    <a:pt x="163008" y="366278"/>
                  </a:lnTo>
                  <a:lnTo>
                    <a:pt x="163676" y="373603"/>
                  </a:lnTo>
                  <a:lnTo>
                    <a:pt x="164344" y="401074"/>
                  </a:lnTo>
                  <a:lnTo>
                    <a:pt x="165012" y="421220"/>
                  </a:lnTo>
                  <a:lnTo>
                    <a:pt x="165680" y="406568"/>
                  </a:lnTo>
                  <a:lnTo>
                    <a:pt x="166348" y="404266"/>
                  </a:lnTo>
                  <a:lnTo>
                    <a:pt x="167016" y="412924"/>
                  </a:lnTo>
                  <a:lnTo>
                    <a:pt x="167684" y="418644"/>
                  </a:lnTo>
                  <a:lnTo>
                    <a:pt x="168352" y="434507"/>
                  </a:lnTo>
                  <a:lnTo>
                    <a:pt x="169020" y="399463"/>
                  </a:lnTo>
                  <a:lnTo>
                    <a:pt x="169688" y="399463"/>
                  </a:lnTo>
                  <a:lnTo>
                    <a:pt x="170356" y="428842"/>
                  </a:lnTo>
                  <a:lnTo>
                    <a:pt x="171024" y="431992"/>
                  </a:lnTo>
                  <a:lnTo>
                    <a:pt x="171692" y="431038"/>
                  </a:lnTo>
                  <a:lnTo>
                    <a:pt x="172360" y="411017"/>
                  </a:lnTo>
                  <a:lnTo>
                    <a:pt x="173028" y="402906"/>
                  </a:lnTo>
                  <a:lnTo>
                    <a:pt x="173696" y="402906"/>
                  </a:lnTo>
                  <a:lnTo>
                    <a:pt x="174364" y="404110"/>
                  </a:lnTo>
                  <a:lnTo>
                    <a:pt x="175033" y="389797"/>
                  </a:lnTo>
                  <a:lnTo>
                    <a:pt x="175701" y="418455"/>
                  </a:lnTo>
                  <a:lnTo>
                    <a:pt x="176369" y="423976"/>
                  </a:lnTo>
                  <a:lnTo>
                    <a:pt x="177037" y="388111"/>
                  </a:lnTo>
                  <a:lnTo>
                    <a:pt x="177705" y="377351"/>
                  </a:lnTo>
                  <a:lnTo>
                    <a:pt x="178373" y="365157"/>
                  </a:lnTo>
                  <a:lnTo>
                    <a:pt x="179041" y="372330"/>
                  </a:lnTo>
                  <a:lnTo>
                    <a:pt x="179709" y="364439"/>
                  </a:lnTo>
                  <a:lnTo>
                    <a:pt x="180377" y="359133"/>
                  </a:lnTo>
                  <a:lnTo>
                    <a:pt x="181045" y="363536"/>
                  </a:lnTo>
                  <a:lnTo>
                    <a:pt x="181713" y="383550"/>
                  </a:lnTo>
                  <a:lnTo>
                    <a:pt x="182381" y="396229"/>
                  </a:lnTo>
                  <a:lnTo>
                    <a:pt x="183049" y="400124"/>
                  </a:lnTo>
                  <a:lnTo>
                    <a:pt x="183717" y="400124"/>
                  </a:lnTo>
                  <a:lnTo>
                    <a:pt x="184385" y="403774"/>
                  </a:lnTo>
                  <a:lnTo>
                    <a:pt x="185053" y="415671"/>
                  </a:lnTo>
                  <a:lnTo>
                    <a:pt x="185721" y="420430"/>
                  </a:lnTo>
                  <a:lnTo>
                    <a:pt x="186389" y="407779"/>
                  </a:lnTo>
                  <a:lnTo>
                    <a:pt x="187057" y="434957"/>
                  </a:lnTo>
                  <a:lnTo>
                    <a:pt x="187725" y="434325"/>
                  </a:lnTo>
                  <a:lnTo>
                    <a:pt x="188393" y="456120"/>
                  </a:lnTo>
                  <a:lnTo>
                    <a:pt x="189061" y="461473"/>
                  </a:lnTo>
                  <a:lnTo>
                    <a:pt x="189729" y="468016"/>
                  </a:lnTo>
                  <a:lnTo>
                    <a:pt x="190397" y="477935"/>
                  </a:lnTo>
                  <a:lnTo>
                    <a:pt x="191065" y="468438"/>
                  </a:lnTo>
                  <a:lnTo>
                    <a:pt x="191733" y="476485"/>
                  </a:lnTo>
                  <a:lnTo>
                    <a:pt x="192401" y="483862"/>
                  </a:lnTo>
                  <a:lnTo>
                    <a:pt x="193069" y="479210"/>
                  </a:lnTo>
                  <a:lnTo>
                    <a:pt x="193737" y="479210"/>
                  </a:lnTo>
                  <a:lnTo>
                    <a:pt x="194405" y="464863"/>
                  </a:lnTo>
                  <a:lnTo>
                    <a:pt x="195073" y="461994"/>
                  </a:lnTo>
                  <a:lnTo>
                    <a:pt x="195741" y="441192"/>
                  </a:lnTo>
                  <a:lnTo>
                    <a:pt x="196409" y="439757"/>
                  </a:lnTo>
                  <a:lnTo>
                    <a:pt x="197077" y="439040"/>
                  </a:lnTo>
                  <a:lnTo>
                    <a:pt x="197745" y="450517"/>
                  </a:lnTo>
                  <a:lnTo>
                    <a:pt x="198413" y="442904"/>
                  </a:lnTo>
                  <a:lnTo>
                    <a:pt x="199082" y="435713"/>
                  </a:lnTo>
                  <a:lnTo>
                    <a:pt x="199750" y="415317"/>
                  </a:lnTo>
                  <a:lnTo>
                    <a:pt x="200418" y="409735"/>
                  </a:lnTo>
                  <a:lnTo>
                    <a:pt x="201086" y="413753"/>
                  </a:lnTo>
                  <a:lnTo>
                    <a:pt x="201754" y="384592"/>
                  </a:lnTo>
                  <a:lnTo>
                    <a:pt x="202422" y="399243"/>
                  </a:lnTo>
                  <a:lnTo>
                    <a:pt x="203090" y="393856"/>
                  </a:lnTo>
                  <a:lnTo>
                    <a:pt x="203758" y="391949"/>
                  </a:lnTo>
                  <a:lnTo>
                    <a:pt x="204426" y="393856"/>
                  </a:lnTo>
                  <a:lnTo>
                    <a:pt x="205094" y="380508"/>
                  </a:lnTo>
                  <a:lnTo>
                    <a:pt x="205762" y="406250"/>
                  </a:lnTo>
                  <a:lnTo>
                    <a:pt x="206430" y="418644"/>
                  </a:lnTo>
                  <a:lnTo>
                    <a:pt x="207098" y="412924"/>
                  </a:lnTo>
                  <a:lnTo>
                    <a:pt x="207766" y="412924"/>
                  </a:lnTo>
                  <a:lnTo>
                    <a:pt x="208434" y="414831"/>
                  </a:lnTo>
                  <a:lnTo>
                    <a:pt x="209102" y="412924"/>
                  </a:lnTo>
                  <a:lnTo>
                    <a:pt x="209770" y="412924"/>
                  </a:lnTo>
                  <a:lnTo>
                    <a:pt x="210438" y="419598"/>
                  </a:lnTo>
                  <a:lnTo>
                    <a:pt x="211106" y="431992"/>
                  </a:lnTo>
                  <a:lnTo>
                    <a:pt x="211774" y="428842"/>
                  </a:lnTo>
                  <a:lnTo>
                    <a:pt x="212442" y="399463"/>
                  </a:lnTo>
                  <a:lnTo>
                    <a:pt x="213110" y="398347"/>
                  </a:lnTo>
                  <a:lnTo>
                    <a:pt x="213778" y="412508"/>
                  </a:lnTo>
                  <a:lnTo>
                    <a:pt x="214446" y="431992"/>
                  </a:lnTo>
                  <a:lnTo>
                    <a:pt x="215114" y="449153"/>
                  </a:lnTo>
                  <a:lnTo>
                    <a:pt x="215782" y="451060"/>
                  </a:lnTo>
                  <a:lnTo>
                    <a:pt x="216450" y="437712"/>
                  </a:lnTo>
                  <a:lnTo>
                    <a:pt x="217118" y="422135"/>
                  </a:lnTo>
                  <a:lnTo>
                    <a:pt x="217786" y="403800"/>
                  </a:lnTo>
                  <a:lnTo>
                    <a:pt x="218454" y="390594"/>
                  </a:lnTo>
                  <a:lnTo>
                    <a:pt x="219122" y="421332"/>
                  </a:lnTo>
                  <a:lnTo>
                    <a:pt x="219790" y="421824"/>
                  </a:lnTo>
                  <a:lnTo>
                    <a:pt x="220458" y="407478"/>
                  </a:lnTo>
                  <a:lnTo>
                    <a:pt x="221126" y="396001"/>
                  </a:lnTo>
                  <a:lnTo>
                    <a:pt x="221794" y="385959"/>
                  </a:lnTo>
                  <a:lnTo>
                    <a:pt x="222462" y="370178"/>
                  </a:lnTo>
                  <a:lnTo>
                    <a:pt x="223130" y="365157"/>
                  </a:lnTo>
                  <a:lnTo>
                    <a:pt x="223799" y="378786"/>
                  </a:lnTo>
                  <a:lnTo>
                    <a:pt x="224467" y="381933"/>
                  </a:lnTo>
                  <a:lnTo>
                    <a:pt x="225135" y="380591"/>
                  </a:lnTo>
                  <a:lnTo>
                    <a:pt x="225803" y="367850"/>
                  </a:lnTo>
                  <a:lnTo>
                    <a:pt x="226471" y="390714"/>
                  </a:lnTo>
                  <a:lnTo>
                    <a:pt x="227139" y="394003"/>
                  </a:lnTo>
                  <a:lnTo>
                    <a:pt x="227807" y="418144"/>
                  </a:lnTo>
                  <a:lnTo>
                    <a:pt x="228475" y="420826"/>
                  </a:lnTo>
                  <a:lnTo>
                    <a:pt x="229143" y="407478"/>
                  </a:lnTo>
                  <a:lnTo>
                    <a:pt x="229811" y="394726"/>
                  </a:lnTo>
                  <a:lnTo>
                    <a:pt x="230479" y="406950"/>
                  </a:lnTo>
                  <a:lnTo>
                    <a:pt x="231147" y="418455"/>
                  </a:lnTo>
                  <a:lnTo>
                    <a:pt x="231815" y="428998"/>
                  </a:lnTo>
                  <a:lnTo>
                    <a:pt x="232483" y="433302"/>
                  </a:lnTo>
                  <a:lnTo>
                    <a:pt x="233151" y="433302"/>
                  </a:lnTo>
                  <a:lnTo>
                    <a:pt x="233819" y="421332"/>
                  </a:lnTo>
                  <a:lnTo>
                    <a:pt x="234487" y="414520"/>
                  </a:lnTo>
                  <a:lnTo>
                    <a:pt x="235155" y="416115"/>
                  </a:lnTo>
                  <a:lnTo>
                    <a:pt x="235823" y="416967"/>
                  </a:lnTo>
                  <a:lnTo>
                    <a:pt x="236491" y="419378"/>
                  </a:lnTo>
                  <a:lnTo>
                    <a:pt x="237159" y="429824"/>
                  </a:lnTo>
                  <a:lnTo>
                    <a:pt x="237827" y="412978"/>
                  </a:lnTo>
                  <a:lnTo>
                    <a:pt x="238495" y="428545"/>
                  </a:lnTo>
                  <a:lnTo>
                    <a:pt x="239163" y="418473"/>
                  </a:lnTo>
                  <a:lnTo>
                    <a:pt x="239831" y="412978"/>
                  </a:lnTo>
                  <a:lnTo>
                    <a:pt x="240499" y="400565"/>
                  </a:lnTo>
                  <a:lnTo>
                    <a:pt x="241167" y="360486"/>
                  </a:lnTo>
                  <a:lnTo>
                    <a:pt x="241835" y="281161"/>
                  </a:lnTo>
                  <a:lnTo>
                    <a:pt x="242503" y="278929"/>
                  </a:lnTo>
                  <a:lnTo>
                    <a:pt x="243171" y="270001"/>
                  </a:lnTo>
                  <a:lnTo>
                    <a:pt x="243839" y="287858"/>
                  </a:lnTo>
                  <a:lnTo>
                    <a:pt x="244507" y="287858"/>
                  </a:lnTo>
                  <a:lnTo>
                    <a:pt x="245175" y="287858"/>
                  </a:lnTo>
                  <a:lnTo>
                    <a:pt x="245843" y="305714"/>
                  </a:lnTo>
                  <a:lnTo>
                    <a:pt x="246511" y="310179"/>
                  </a:lnTo>
                  <a:lnTo>
                    <a:pt x="247179" y="310179"/>
                  </a:lnTo>
                  <a:lnTo>
                    <a:pt x="247847" y="310179"/>
                  </a:lnTo>
                  <a:lnTo>
                    <a:pt x="248516" y="323571"/>
                  </a:lnTo>
                  <a:lnTo>
                    <a:pt x="249184" y="335848"/>
                  </a:lnTo>
                  <a:lnTo>
                    <a:pt x="249852" y="361517"/>
                  </a:lnTo>
                  <a:lnTo>
                    <a:pt x="250520" y="377142"/>
                  </a:lnTo>
                  <a:lnTo>
                    <a:pt x="251188" y="416203"/>
                  </a:lnTo>
                  <a:lnTo>
                    <a:pt x="251856" y="447453"/>
                  </a:lnTo>
                  <a:lnTo>
                    <a:pt x="252524" y="448569"/>
                  </a:lnTo>
                  <a:lnTo>
                    <a:pt x="253192" y="466426"/>
                  </a:lnTo>
                  <a:lnTo>
                    <a:pt x="253860" y="466426"/>
                  </a:lnTo>
                  <a:lnTo>
                    <a:pt x="254528" y="466426"/>
                  </a:lnTo>
                  <a:lnTo>
                    <a:pt x="255196" y="466426"/>
                  </a:lnTo>
                  <a:lnTo>
                    <a:pt x="255864" y="448569"/>
                  </a:lnTo>
                  <a:lnTo>
                    <a:pt x="256532" y="444105"/>
                  </a:lnTo>
                  <a:lnTo>
                    <a:pt x="257200" y="444105"/>
                  </a:lnTo>
                  <a:lnTo>
                    <a:pt x="257868" y="444105"/>
                  </a:lnTo>
                  <a:lnTo>
                    <a:pt x="258536" y="444105"/>
                  </a:lnTo>
                  <a:lnTo>
                    <a:pt x="259204" y="444105"/>
                  </a:lnTo>
                  <a:lnTo>
                    <a:pt x="259872" y="434060"/>
                  </a:lnTo>
                  <a:lnTo>
                    <a:pt x="260540" y="391650"/>
                  </a:lnTo>
                  <a:lnTo>
                    <a:pt x="261208" y="377142"/>
                  </a:lnTo>
                  <a:lnTo>
                    <a:pt x="261876" y="380490"/>
                  </a:lnTo>
                  <a:lnTo>
                    <a:pt x="262544" y="399463"/>
                  </a:lnTo>
                  <a:lnTo>
                    <a:pt x="263212" y="399463"/>
                  </a:lnTo>
                  <a:lnTo>
                    <a:pt x="263880" y="399463"/>
                  </a:lnTo>
                  <a:lnTo>
                    <a:pt x="264548" y="399463"/>
                  </a:lnTo>
                  <a:lnTo>
                    <a:pt x="265216" y="417328"/>
                  </a:lnTo>
                  <a:lnTo>
                    <a:pt x="265884" y="411017"/>
                  </a:lnTo>
                  <a:lnTo>
                    <a:pt x="266552" y="421220"/>
                  </a:lnTo>
                  <a:lnTo>
                    <a:pt x="267220" y="401074"/>
                  </a:lnTo>
                  <a:lnTo>
                    <a:pt x="267888" y="384592"/>
                  </a:lnTo>
                  <a:lnTo>
                    <a:pt x="268556" y="371772"/>
                  </a:lnTo>
                  <a:lnTo>
                    <a:pt x="269224" y="347964"/>
                  </a:lnTo>
                  <a:lnTo>
                    <a:pt x="269892" y="356205"/>
                  </a:lnTo>
                  <a:lnTo>
                    <a:pt x="270560" y="382760"/>
                  </a:lnTo>
                  <a:lnTo>
                    <a:pt x="271228" y="372688"/>
                  </a:lnTo>
                  <a:lnTo>
                    <a:pt x="271896" y="366278"/>
                  </a:lnTo>
                  <a:lnTo>
                    <a:pt x="272564" y="358037"/>
                  </a:lnTo>
                  <a:lnTo>
                    <a:pt x="273233" y="356076"/>
                  </a:lnTo>
                  <a:lnTo>
                    <a:pt x="273901" y="333399"/>
                  </a:lnTo>
                  <a:lnTo>
                    <a:pt x="274569" y="333399"/>
                  </a:lnTo>
                  <a:lnTo>
                    <a:pt x="275237" y="343845"/>
                  </a:lnTo>
                  <a:lnTo>
                    <a:pt x="275905" y="363934"/>
                  </a:lnTo>
                  <a:lnTo>
                    <a:pt x="276573" y="329650"/>
                  </a:lnTo>
                  <a:lnTo>
                    <a:pt x="277241" y="330566"/>
                  </a:lnTo>
                  <a:lnTo>
                    <a:pt x="277909" y="325987"/>
                  </a:lnTo>
                  <a:lnTo>
                    <a:pt x="278577" y="328100"/>
                  </a:lnTo>
                  <a:lnTo>
                    <a:pt x="279245" y="336613"/>
                  </a:lnTo>
                  <a:lnTo>
                    <a:pt x="279913" y="335565"/>
                  </a:lnTo>
                  <a:lnTo>
                    <a:pt x="280581" y="342743"/>
                  </a:lnTo>
                  <a:lnTo>
                    <a:pt x="281249" y="361884"/>
                  </a:lnTo>
                  <a:lnTo>
                    <a:pt x="281917" y="367466"/>
                  </a:lnTo>
                  <a:lnTo>
                    <a:pt x="282585" y="374644"/>
                  </a:lnTo>
                  <a:lnTo>
                    <a:pt x="283253" y="388999"/>
                  </a:lnTo>
                  <a:lnTo>
                    <a:pt x="283921" y="405747"/>
                  </a:lnTo>
                  <a:lnTo>
                    <a:pt x="284589" y="388202"/>
                  </a:lnTo>
                  <a:lnTo>
                    <a:pt x="285257" y="373049"/>
                  </a:lnTo>
                  <a:lnTo>
                    <a:pt x="285925" y="367466"/>
                  </a:lnTo>
                  <a:lnTo>
                    <a:pt x="286593" y="367466"/>
                  </a:lnTo>
                  <a:lnTo>
                    <a:pt x="287261" y="371454"/>
                  </a:lnTo>
                  <a:lnTo>
                    <a:pt x="287929" y="386607"/>
                  </a:lnTo>
                  <a:lnTo>
                    <a:pt x="288597" y="410539"/>
                  </a:lnTo>
                  <a:lnTo>
                    <a:pt x="289265" y="409560"/>
                  </a:lnTo>
                  <a:lnTo>
                    <a:pt x="289933" y="384592"/>
                  </a:lnTo>
                  <a:lnTo>
                    <a:pt x="290601" y="384592"/>
                  </a:lnTo>
                  <a:lnTo>
                    <a:pt x="291269" y="384592"/>
                  </a:lnTo>
                  <a:lnTo>
                    <a:pt x="291937" y="378182"/>
                  </a:lnTo>
                  <a:lnTo>
                    <a:pt x="292605" y="351627"/>
                  </a:lnTo>
                  <a:lnTo>
                    <a:pt x="293273" y="352859"/>
                  </a:lnTo>
                  <a:lnTo>
                    <a:pt x="293941" y="363347"/>
                  </a:lnTo>
                  <a:lnTo>
                    <a:pt x="294609" y="369067"/>
                  </a:lnTo>
                  <a:lnTo>
                    <a:pt x="295277" y="347008"/>
                  </a:lnTo>
                  <a:lnTo>
                    <a:pt x="295945" y="320223"/>
                  </a:lnTo>
                  <a:lnTo>
                    <a:pt x="296613" y="296786"/>
                  </a:lnTo>
                  <a:lnTo>
                    <a:pt x="297282" y="284510"/>
                  </a:lnTo>
                  <a:lnTo>
                    <a:pt x="297950" y="309003"/>
                  </a:lnTo>
                  <a:lnTo>
                    <a:pt x="298618" y="289359"/>
                  </a:lnTo>
                  <a:lnTo>
                    <a:pt x="299286" y="279562"/>
                  </a:lnTo>
                  <a:lnTo>
                    <a:pt x="299954" y="269116"/>
                  </a:lnTo>
                  <a:lnTo>
                    <a:pt x="300622" y="263789"/>
                  </a:lnTo>
                  <a:lnTo>
                    <a:pt x="301290" y="255813"/>
                  </a:lnTo>
                  <a:lnTo>
                    <a:pt x="301958" y="261396"/>
                  </a:lnTo>
                  <a:lnTo>
                    <a:pt x="302626" y="284524"/>
                  </a:lnTo>
                  <a:lnTo>
                    <a:pt x="303294" y="284524"/>
                  </a:lnTo>
                  <a:lnTo>
                    <a:pt x="303962" y="259801"/>
                  </a:lnTo>
                  <a:lnTo>
                    <a:pt x="304630" y="226305"/>
                  </a:lnTo>
                  <a:lnTo>
                    <a:pt x="305298" y="188024"/>
                  </a:lnTo>
                  <a:lnTo>
                    <a:pt x="305966" y="177656"/>
                  </a:lnTo>
                  <a:lnTo>
                    <a:pt x="306634" y="172871"/>
                  </a:lnTo>
                  <a:lnTo>
                    <a:pt x="307302" y="175264"/>
                  </a:lnTo>
                  <a:lnTo>
                    <a:pt x="307970" y="194387"/>
                  </a:lnTo>
                  <a:lnTo>
                    <a:pt x="308638" y="149767"/>
                  </a:lnTo>
                  <a:lnTo>
                    <a:pt x="309306" y="183153"/>
                  </a:lnTo>
                  <a:lnTo>
                    <a:pt x="309974" y="174195"/>
                  </a:lnTo>
                  <a:lnTo>
                    <a:pt x="310642" y="107057"/>
                  </a:lnTo>
                  <a:lnTo>
                    <a:pt x="311310" y="81388"/>
                  </a:lnTo>
                  <a:lnTo>
                    <a:pt x="311978" y="64648"/>
                  </a:lnTo>
                  <a:lnTo>
                    <a:pt x="312646" y="64648"/>
                  </a:lnTo>
                  <a:lnTo>
                    <a:pt x="313314" y="69112"/>
                  </a:lnTo>
                  <a:lnTo>
                    <a:pt x="313982" y="101477"/>
                  </a:lnTo>
                  <a:lnTo>
                    <a:pt x="314650" y="141655"/>
                  </a:lnTo>
                  <a:lnTo>
                    <a:pt x="315318" y="162860"/>
                  </a:lnTo>
                  <a:lnTo>
                    <a:pt x="315986" y="153932"/>
                  </a:lnTo>
                  <a:lnTo>
                    <a:pt x="316654" y="171788"/>
                  </a:lnTo>
                  <a:lnTo>
                    <a:pt x="317322" y="155048"/>
                  </a:lnTo>
                  <a:lnTo>
                    <a:pt x="317990" y="156164"/>
                  </a:lnTo>
                  <a:lnTo>
                    <a:pt x="318658" y="235122"/>
                  </a:lnTo>
                  <a:lnTo>
                    <a:pt x="319326" y="263239"/>
                  </a:lnTo>
                  <a:lnTo>
                    <a:pt x="319994" y="279447"/>
                  </a:lnTo>
                  <a:lnTo>
                    <a:pt x="320662" y="282950"/>
                  </a:lnTo>
                  <a:lnTo>
                    <a:pt x="321330" y="321346"/>
                  </a:lnTo>
                  <a:lnTo>
                    <a:pt x="321999" y="325198"/>
                  </a:lnTo>
                  <a:lnTo>
                    <a:pt x="322667" y="341514"/>
                  </a:lnTo>
                  <a:lnTo>
                    <a:pt x="323335" y="335747"/>
                  </a:lnTo>
                  <a:lnTo>
                    <a:pt x="324003" y="355780"/>
                  </a:lnTo>
                  <a:lnTo>
                    <a:pt x="324671" y="350415"/>
                  </a:lnTo>
                  <a:lnTo>
                    <a:pt x="325339" y="365838"/>
                  </a:lnTo>
                  <a:lnTo>
                    <a:pt x="326007" y="400709"/>
                  </a:lnTo>
                  <a:lnTo>
                    <a:pt x="326675" y="408085"/>
                  </a:lnTo>
                  <a:lnTo>
                    <a:pt x="327343" y="428874"/>
                  </a:lnTo>
                  <a:lnTo>
                    <a:pt x="328011" y="412109"/>
                  </a:lnTo>
                  <a:lnTo>
                    <a:pt x="328679" y="416803"/>
                  </a:lnTo>
                  <a:lnTo>
                    <a:pt x="329347" y="407478"/>
                  </a:lnTo>
                  <a:lnTo>
                    <a:pt x="330015" y="407478"/>
                  </a:lnTo>
                  <a:lnTo>
                    <a:pt x="330683" y="423489"/>
                  </a:lnTo>
                  <a:lnTo>
                    <a:pt x="331351" y="450095"/>
                  </a:lnTo>
                  <a:lnTo>
                    <a:pt x="332019" y="440270"/>
                  </a:lnTo>
                  <a:lnTo>
                    <a:pt x="332687" y="450701"/>
                  </a:lnTo>
                  <a:lnTo>
                    <a:pt x="333355" y="393161"/>
                  </a:lnTo>
                  <a:lnTo>
                    <a:pt x="334023" y="374569"/>
                  </a:lnTo>
                  <a:lnTo>
                    <a:pt x="334691" y="370445"/>
                  </a:lnTo>
                  <a:lnTo>
                    <a:pt x="335359" y="377142"/>
                  </a:lnTo>
                  <a:lnTo>
                    <a:pt x="336027" y="377142"/>
                  </a:lnTo>
                  <a:lnTo>
                    <a:pt x="336695" y="377142"/>
                  </a:lnTo>
                  <a:lnTo>
                    <a:pt x="337363" y="386070"/>
                  </a:lnTo>
                  <a:lnTo>
                    <a:pt x="338031" y="415087"/>
                  </a:lnTo>
                  <a:lnTo>
                    <a:pt x="338699" y="421784"/>
                  </a:lnTo>
                  <a:lnTo>
                    <a:pt x="339367" y="421784"/>
                  </a:lnTo>
                  <a:lnTo>
                    <a:pt x="340035" y="408391"/>
                  </a:lnTo>
                  <a:lnTo>
                    <a:pt x="340703" y="399463"/>
                  </a:lnTo>
                  <a:lnTo>
                    <a:pt x="341371" y="399463"/>
                  </a:lnTo>
                  <a:lnTo>
                    <a:pt x="342039" y="399463"/>
                  </a:lnTo>
                  <a:lnTo>
                    <a:pt x="342707" y="399463"/>
                  </a:lnTo>
                  <a:lnTo>
                    <a:pt x="343375" y="453033"/>
                  </a:lnTo>
                  <a:lnTo>
                    <a:pt x="344043" y="466426"/>
                  </a:lnTo>
                  <a:lnTo>
                    <a:pt x="344711" y="466426"/>
                  </a:lnTo>
                  <a:lnTo>
                    <a:pt x="345379" y="486991"/>
                  </a:lnTo>
                  <a:lnTo>
                    <a:pt x="345926" y="4887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8291720" y="1482545"/>
              <a:ext cx="490993" cy="583743"/>
            </a:xfrm>
            <a:custGeom>
              <a:avLst/>
              <a:pathLst>
                <a:path w="490993" h="583743">
                  <a:moveTo>
                    <a:pt x="0" y="583743"/>
                  </a:moveTo>
                  <a:lnTo>
                    <a:pt x="1" y="583694"/>
                  </a:lnTo>
                  <a:lnTo>
                    <a:pt x="669" y="583694"/>
                  </a:lnTo>
                  <a:lnTo>
                    <a:pt x="1337" y="583694"/>
                  </a:lnTo>
                  <a:lnTo>
                    <a:pt x="2005" y="583694"/>
                  </a:lnTo>
                  <a:lnTo>
                    <a:pt x="2673" y="583694"/>
                  </a:lnTo>
                  <a:lnTo>
                    <a:pt x="3341" y="583694"/>
                  </a:lnTo>
                  <a:lnTo>
                    <a:pt x="4010" y="583694"/>
                  </a:lnTo>
                  <a:lnTo>
                    <a:pt x="4678" y="583694"/>
                  </a:lnTo>
                  <a:lnTo>
                    <a:pt x="5346" y="583694"/>
                  </a:lnTo>
                  <a:lnTo>
                    <a:pt x="6014" y="583694"/>
                  </a:lnTo>
                  <a:lnTo>
                    <a:pt x="6682" y="583694"/>
                  </a:lnTo>
                  <a:lnTo>
                    <a:pt x="7350" y="583694"/>
                  </a:lnTo>
                  <a:lnTo>
                    <a:pt x="8018" y="583694"/>
                  </a:lnTo>
                  <a:lnTo>
                    <a:pt x="8686" y="583694"/>
                  </a:lnTo>
                  <a:lnTo>
                    <a:pt x="9354" y="583694"/>
                  </a:lnTo>
                  <a:lnTo>
                    <a:pt x="10022" y="566953"/>
                  </a:lnTo>
                  <a:lnTo>
                    <a:pt x="10690" y="561373"/>
                  </a:lnTo>
                  <a:lnTo>
                    <a:pt x="11358" y="561373"/>
                  </a:lnTo>
                  <a:lnTo>
                    <a:pt x="12026" y="561373"/>
                  </a:lnTo>
                  <a:lnTo>
                    <a:pt x="12694" y="561373"/>
                  </a:lnTo>
                  <a:lnTo>
                    <a:pt x="13362" y="561373"/>
                  </a:lnTo>
                  <a:lnTo>
                    <a:pt x="14030" y="561373"/>
                  </a:lnTo>
                  <a:lnTo>
                    <a:pt x="14698" y="560257"/>
                  </a:lnTo>
                  <a:lnTo>
                    <a:pt x="15366" y="539052"/>
                  </a:lnTo>
                  <a:lnTo>
                    <a:pt x="16034" y="539052"/>
                  </a:lnTo>
                  <a:lnTo>
                    <a:pt x="16702" y="539052"/>
                  </a:lnTo>
                  <a:lnTo>
                    <a:pt x="17370" y="539052"/>
                  </a:lnTo>
                  <a:lnTo>
                    <a:pt x="18038" y="539052"/>
                  </a:lnTo>
                  <a:lnTo>
                    <a:pt x="18706" y="539052"/>
                  </a:lnTo>
                  <a:lnTo>
                    <a:pt x="19374" y="539052"/>
                  </a:lnTo>
                  <a:lnTo>
                    <a:pt x="20042" y="555793"/>
                  </a:lnTo>
                  <a:lnTo>
                    <a:pt x="20710" y="561373"/>
                  </a:lnTo>
                  <a:lnTo>
                    <a:pt x="21378" y="561373"/>
                  </a:lnTo>
                  <a:lnTo>
                    <a:pt x="22046" y="561373"/>
                  </a:lnTo>
                  <a:lnTo>
                    <a:pt x="22714" y="561373"/>
                  </a:lnTo>
                  <a:lnTo>
                    <a:pt x="23382" y="561373"/>
                  </a:lnTo>
                  <a:lnTo>
                    <a:pt x="24050" y="556909"/>
                  </a:lnTo>
                  <a:lnTo>
                    <a:pt x="24718" y="540168"/>
                  </a:lnTo>
                  <a:lnTo>
                    <a:pt x="25386" y="560257"/>
                  </a:lnTo>
                  <a:lnTo>
                    <a:pt x="26054" y="539052"/>
                  </a:lnTo>
                  <a:lnTo>
                    <a:pt x="26722" y="539052"/>
                  </a:lnTo>
                  <a:lnTo>
                    <a:pt x="27390" y="539052"/>
                  </a:lnTo>
                  <a:lnTo>
                    <a:pt x="28059" y="539052"/>
                  </a:lnTo>
                  <a:lnTo>
                    <a:pt x="28727" y="539052"/>
                  </a:lnTo>
                  <a:lnTo>
                    <a:pt x="29395" y="539052"/>
                  </a:lnTo>
                  <a:lnTo>
                    <a:pt x="30063" y="539052"/>
                  </a:lnTo>
                  <a:lnTo>
                    <a:pt x="30731" y="539052"/>
                  </a:lnTo>
                  <a:lnTo>
                    <a:pt x="31399" y="539052"/>
                  </a:lnTo>
                  <a:lnTo>
                    <a:pt x="32067" y="539052"/>
                  </a:lnTo>
                  <a:lnTo>
                    <a:pt x="32735" y="539052"/>
                  </a:lnTo>
                  <a:lnTo>
                    <a:pt x="33403" y="516731"/>
                  </a:lnTo>
                  <a:lnTo>
                    <a:pt x="34071" y="498874"/>
                  </a:lnTo>
                  <a:lnTo>
                    <a:pt x="34739" y="498874"/>
                  </a:lnTo>
                  <a:lnTo>
                    <a:pt x="35407" y="495526"/>
                  </a:lnTo>
                  <a:lnTo>
                    <a:pt x="36075" y="516731"/>
                  </a:lnTo>
                  <a:lnTo>
                    <a:pt x="36743" y="512267"/>
                  </a:lnTo>
                  <a:lnTo>
                    <a:pt x="37411" y="494410"/>
                  </a:lnTo>
                  <a:lnTo>
                    <a:pt x="38079" y="483249"/>
                  </a:lnTo>
                  <a:lnTo>
                    <a:pt x="38747" y="430795"/>
                  </a:lnTo>
                  <a:lnTo>
                    <a:pt x="39415" y="427447"/>
                  </a:lnTo>
                  <a:lnTo>
                    <a:pt x="40083" y="427447"/>
                  </a:lnTo>
                  <a:lnTo>
                    <a:pt x="40751" y="427447"/>
                  </a:lnTo>
                  <a:lnTo>
                    <a:pt x="41419" y="420751"/>
                  </a:lnTo>
                  <a:lnTo>
                    <a:pt x="42087" y="405126"/>
                  </a:lnTo>
                  <a:lnTo>
                    <a:pt x="42755" y="405126"/>
                  </a:lnTo>
                  <a:lnTo>
                    <a:pt x="43423" y="415170"/>
                  </a:lnTo>
                  <a:lnTo>
                    <a:pt x="44091" y="408474"/>
                  </a:lnTo>
                  <a:lnTo>
                    <a:pt x="44759" y="422983"/>
                  </a:lnTo>
                  <a:lnTo>
                    <a:pt x="45427" y="427447"/>
                  </a:lnTo>
                  <a:lnTo>
                    <a:pt x="46095" y="427447"/>
                  </a:lnTo>
                  <a:lnTo>
                    <a:pt x="46763" y="427447"/>
                  </a:lnTo>
                  <a:lnTo>
                    <a:pt x="47431" y="424099"/>
                  </a:lnTo>
                  <a:lnTo>
                    <a:pt x="48099" y="416286"/>
                  </a:lnTo>
                  <a:lnTo>
                    <a:pt x="48767" y="466509"/>
                  </a:lnTo>
                  <a:lnTo>
                    <a:pt x="49435" y="459253"/>
                  </a:lnTo>
                  <a:lnTo>
                    <a:pt x="50103" y="438272"/>
                  </a:lnTo>
                  <a:lnTo>
                    <a:pt x="50771" y="424597"/>
                  </a:lnTo>
                  <a:lnTo>
                    <a:pt x="51439" y="412693"/>
                  </a:lnTo>
                  <a:lnTo>
                    <a:pt x="52107" y="424597"/>
                  </a:lnTo>
                  <a:lnTo>
                    <a:pt x="52776" y="424597"/>
                  </a:lnTo>
                  <a:lnTo>
                    <a:pt x="53444" y="416356"/>
                  </a:lnTo>
                  <a:lnTo>
                    <a:pt x="54112" y="440164"/>
                  </a:lnTo>
                  <a:lnTo>
                    <a:pt x="54780" y="442911"/>
                  </a:lnTo>
                  <a:lnTo>
                    <a:pt x="55448" y="441080"/>
                  </a:lnTo>
                  <a:lnTo>
                    <a:pt x="56116" y="454314"/>
                  </a:lnTo>
                  <a:lnTo>
                    <a:pt x="56784" y="458881"/>
                  </a:lnTo>
                  <a:lnTo>
                    <a:pt x="57452" y="448856"/>
                  </a:lnTo>
                  <a:lnTo>
                    <a:pt x="58120" y="462413"/>
                  </a:lnTo>
                  <a:lnTo>
                    <a:pt x="58788" y="455236"/>
                  </a:lnTo>
                  <a:lnTo>
                    <a:pt x="59456" y="482987"/>
                  </a:lnTo>
                  <a:lnTo>
                    <a:pt x="60124" y="497924"/>
                  </a:lnTo>
                  <a:lnTo>
                    <a:pt x="60792" y="479539"/>
                  </a:lnTo>
                  <a:lnTo>
                    <a:pt x="61460" y="464888"/>
                  </a:lnTo>
                  <a:lnTo>
                    <a:pt x="62128" y="452984"/>
                  </a:lnTo>
                  <a:lnTo>
                    <a:pt x="62796" y="434670"/>
                  </a:lnTo>
                  <a:lnTo>
                    <a:pt x="63464" y="442911"/>
                  </a:lnTo>
                  <a:lnTo>
                    <a:pt x="64132" y="435586"/>
                  </a:lnTo>
                  <a:lnTo>
                    <a:pt x="64800" y="424597"/>
                  </a:lnTo>
                  <a:lnTo>
                    <a:pt x="65468" y="408115"/>
                  </a:lnTo>
                  <a:lnTo>
                    <a:pt x="66136" y="405743"/>
                  </a:lnTo>
                  <a:lnTo>
                    <a:pt x="66804" y="397276"/>
                  </a:lnTo>
                  <a:lnTo>
                    <a:pt x="67472" y="360484"/>
                  </a:lnTo>
                  <a:lnTo>
                    <a:pt x="68140" y="360484"/>
                  </a:lnTo>
                  <a:lnTo>
                    <a:pt x="68808" y="372760"/>
                  </a:lnTo>
                  <a:lnTo>
                    <a:pt x="69476" y="382805"/>
                  </a:lnTo>
                  <a:lnTo>
                    <a:pt x="70144" y="353788"/>
                  </a:lnTo>
                  <a:lnTo>
                    <a:pt x="70812" y="343743"/>
                  </a:lnTo>
                  <a:lnTo>
                    <a:pt x="71480" y="354904"/>
                  </a:lnTo>
                  <a:lnTo>
                    <a:pt x="72148" y="368296"/>
                  </a:lnTo>
                  <a:lnTo>
                    <a:pt x="72816" y="337047"/>
                  </a:lnTo>
                  <a:lnTo>
                    <a:pt x="73484" y="390602"/>
                  </a:lnTo>
                  <a:lnTo>
                    <a:pt x="74152" y="413173"/>
                  </a:lnTo>
                  <a:lnTo>
                    <a:pt x="74820" y="425132"/>
                  </a:lnTo>
                  <a:lnTo>
                    <a:pt x="75488" y="430513"/>
                  </a:lnTo>
                  <a:lnTo>
                    <a:pt x="76156" y="434500"/>
                  </a:lnTo>
                  <a:lnTo>
                    <a:pt x="76824" y="432108"/>
                  </a:lnTo>
                  <a:lnTo>
                    <a:pt x="77493" y="430513"/>
                  </a:lnTo>
                  <a:lnTo>
                    <a:pt x="78161" y="411372"/>
                  </a:lnTo>
                  <a:lnTo>
                    <a:pt x="78829" y="398612"/>
                  </a:lnTo>
                  <a:lnTo>
                    <a:pt x="79497" y="398612"/>
                  </a:lnTo>
                  <a:lnTo>
                    <a:pt x="80165" y="419347"/>
                  </a:lnTo>
                  <a:lnTo>
                    <a:pt x="80833" y="442475"/>
                  </a:lnTo>
                  <a:lnTo>
                    <a:pt x="81501" y="452843"/>
                  </a:lnTo>
                  <a:lnTo>
                    <a:pt x="82169" y="448058"/>
                  </a:lnTo>
                  <a:lnTo>
                    <a:pt x="82837" y="486339"/>
                  </a:lnTo>
                  <a:lnTo>
                    <a:pt x="83505" y="489696"/>
                  </a:lnTo>
                  <a:lnTo>
                    <a:pt x="84173" y="486896"/>
                  </a:lnTo>
                  <a:lnTo>
                    <a:pt x="84841" y="487532"/>
                  </a:lnTo>
                  <a:lnTo>
                    <a:pt x="85509" y="447536"/>
                  </a:lnTo>
                  <a:lnTo>
                    <a:pt x="86177" y="478534"/>
                  </a:lnTo>
                  <a:lnTo>
                    <a:pt x="86845" y="457340"/>
                  </a:lnTo>
                  <a:lnTo>
                    <a:pt x="87513" y="443039"/>
                  </a:lnTo>
                  <a:lnTo>
                    <a:pt x="88181" y="435412"/>
                  </a:lnTo>
                  <a:lnTo>
                    <a:pt x="88849" y="442795"/>
                  </a:lnTo>
                  <a:lnTo>
                    <a:pt x="89517" y="413883"/>
                  </a:lnTo>
                  <a:lnTo>
                    <a:pt x="90185" y="408418"/>
                  </a:lnTo>
                  <a:lnTo>
                    <a:pt x="90853" y="367570"/>
                  </a:lnTo>
                  <a:lnTo>
                    <a:pt x="91521" y="390374"/>
                  </a:lnTo>
                  <a:lnTo>
                    <a:pt x="92189" y="390374"/>
                  </a:lnTo>
                  <a:lnTo>
                    <a:pt x="92857" y="368915"/>
                  </a:lnTo>
                  <a:lnTo>
                    <a:pt x="93525" y="368915"/>
                  </a:lnTo>
                  <a:lnTo>
                    <a:pt x="94193" y="368915"/>
                  </a:lnTo>
                  <a:lnTo>
                    <a:pt x="94861" y="362210"/>
                  </a:lnTo>
                  <a:lnTo>
                    <a:pt x="95529" y="344774"/>
                  </a:lnTo>
                  <a:lnTo>
                    <a:pt x="96197" y="315939"/>
                  </a:lnTo>
                  <a:lnTo>
                    <a:pt x="96865" y="310574"/>
                  </a:lnTo>
                  <a:lnTo>
                    <a:pt x="97533" y="329351"/>
                  </a:lnTo>
                  <a:lnTo>
                    <a:pt x="98201" y="301577"/>
                  </a:lnTo>
                  <a:lnTo>
                    <a:pt x="98869" y="325005"/>
                  </a:lnTo>
                  <a:lnTo>
                    <a:pt x="99537" y="356644"/>
                  </a:lnTo>
                  <a:lnTo>
                    <a:pt x="100205" y="348796"/>
                  </a:lnTo>
                  <a:lnTo>
                    <a:pt x="100873" y="340353"/>
                  </a:lnTo>
                  <a:lnTo>
                    <a:pt x="101541" y="298122"/>
                  </a:lnTo>
                  <a:lnTo>
                    <a:pt x="102210" y="254265"/>
                  </a:lnTo>
                  <a:lnTo>
                    <a:pt x="102878" y="257443"/>
                  </a:lnTo>
                  <a:lnTo>
                    <a:pt x="103546" y="157363"/>
                  </a:lnTo>
                  <a:lnTo>
                    <a:pt x="104214" y="112721"/>
                  </a:lnTo>
                  <a:lnTo>
                    <a:pt x="104882" y="88168"/>
                  </a:lnTo>
                  <a:lnTo>
                    <a:pt x="105550" y="117185"/>
                  </a:lnTo>
                  <a:lnTo>
                    <a:pt x="106218" y="158479"/>
                  </a:lnTo>
                  <a:lnTo>
                    <a:pt x="106886" y="187496"/>
                  </a:lnTo>
                  <a:lnTo>
                    <a:pt x="107554" y="188612"/>
                  </a:lnTo>
                  <a:lnTo>
                    <a:pt x="108222" y="204237"/>
                  </a:lnTo>
                  <a:lnTo>
                    <a:pt x="108890" y="226558"/>
                  </a:lnTo>
                  <a:lnTo>
                    <a:pt x="109558" y="212049"/>
                  </a:lnTo>
                  <a:lnTo>
                    <a:pt x="110226" y="186380"/>
                  </a:lnTo>
                  <a:lnTo>
                    <a:pt x="110894" y="137274"/>
                  </a:lnTo>
                  <a:lnTo>
                    <a:pt x="111562" y="161827"/>
                  </a:lnTo>
                  <a:lnTo>
                    <a:pt x="112230" y="219862"/>
                  </a:lnTo>
                  <a:lnTo>
                    <a:pt x="112898" y="225442"/>
                  </a:lnTo>
                  <a:lnTo>
                    <a:pt x="113566" y="251111"/>
                  </a:lnTo>
                  <a:lnTo>
                    <a:pt x="114234" y="295753"/>
                  </a:lnTo>
                  <a:lnTo>
                    <a:pt x="114902" y="331467"/>
                  </a:lnTo>
                  <a:lnTo>
                    <a:pt x="115570" y="340395"/>
                  </a:lnTo>
                  <a:lnTo>
                    <a:pt x="116238" y="360484"/>
                  </a:lnTo>
                  <a:lnTo>
                    <a:pt x="116906" y="377225"/>
                  </a:lnTo>
                  <a:lnTo>
                    <a:pt x="117574" y="373877"/>
                  </a:lnTo>
                  <a:lnTo>
                    <a:pt x="118242" y="373877"/>
                  </a:lnTo>
                  <a:lnTo>
                    <a:pt x="118910" y="360484"/>
                  </a:lnTo>
                  <a:lnTo>
                    <a:pt x="119578" y="360484"/>
                  </a:lnTo>
                  <a:lnTo>
                    <a:pt x="120246" y="356020"/>
                  </a:lnTo>
                  <a:lnTo>
                    <a:pt x="120914" y="408717"/>
                  </a:lnTo>
                  <a:lnTo>
                    <a:pt x="121582" y="397414"/>
                  </a:lnTo>
                  <a:lnTo>
                    <a:pt x="122250" y="386138"/>
                  </a:lnTo>
                  <a:lnTo>
                    <a:pt x="122918" y="365077"/>
                  </a:lnTo>
                  <a:lnTo>
                    <a:pt x="123586" y="369656"/>
                  </a:lnTo>
                  <a:lnTo>
                    <a:pt x="124254" y="363246"/>
                  </a:lnTo>
                  <a:lnTo>
                    <a:pt x="124922" y="351342"/>
                  </a:lnTo>
                  <a:lnTo>
                    <a:pt x="125590" y="364161"/>
                  </a:lnTo>
                  <a:lnTo>
                    <a:pt x="126259" y="369656"/>
                  </a:lnTo>
                  <a:lnTo>
                    <a:pt x="126927" y="369656"/>
                  </a:lnTo>
                  <a:lnTo>
                    <a:pt x="127595" y="377897"/>
                  </a:lnTo>
                  <a:lnTo>
                    <a:pt x="128263" y="395295"/>
                  </a:lnTo>
                  <a:lnTo>
                    <a:pt x="128931" y="406283"/>
                  </a:lnTo>
                  <a:lnTo>
                    <a:pt x="129599" y="418187"/>
                  </a:lnTo>
                  <a:lnTo>
                    <a:pt x="130267" y="451153"/>
                  </a:lnTo>
                  <a:lnTo>
                    <a:pt x="130935" y="492616"/>
                  </a:lnTo>
                  <a:lnTo>
                    <a:pt x="131603" y="527666"/>
                  </a:lnTo>
                  <a:lnTo>
                    <a:pt x="132271" y="518963"/>
                  </a:lnTo>
                  <a:lnTo>
                    <a:pt x="132939" y="559141"/>
                  </a:lnTo>
                  <a:lnTo>
                    <a:pt x="133607" y="561373"/>
                  </a:lnTo>
                  <a:lnTo>
                    <a:pt x="134275" y="569185"/>
                  </a:lnTo>
                  <a:lnTo>
                    <a:pt x="134943" y="583694"/>
                  </a:lnTo>
                  <a:lnTo>
                    <a:pt x="135611" y="583694"/>
                  </a:lnTo>
                  <a:lnTo>
                    <a:pt x="136279" y="574766"/>
                  </a:lnTo>
                  <a:lnTo>
                    <a:pt x="136947" y="558703"/>
                  </a:lnTo>
                  <a:lnTo>
                    <a:pt x="137615" y="516452"/>
                  </a:lnTo>
                  <a:lnTo>
                    <a:pt x="138283" y="516167"/>
                  </a:lnTo>
                  <a:lnTo>
                    <a:pt x="138951" y="496022"/>
                  </a:lnTo>
                  <a:lnTo>
                    <a:pt x="139619" y="461225"/>
                  </a:lnTo>
                  <a:lnTo>
                    <a:pt x="140287" y="460309"/>
                  </a:lnTo>
                  <a:lnTo>
                    <a:pt x="140955" y="420019"/>
                  </a:lnTo>
                  <a:lnTo>
                    <a:pt x="141623" y="359583"/>
                  </a:lnTo>
                  <a:lnTo>
                    <a:pt x="142291" y="325702"/>
                  </a:lnTo>
                  <a:lnTo>
                    <a:pt x="142959" y="299147"/>
                  </a:lnTo>
                  <a:lnTo>
                    <a:pt x="143627" y="269845"/>
                  </a:lnTo>
                  <a:lnTo>
                    <a:pt x="144295" y="238711"/>
                  </a:lnTo>
                  <a:lnTo>
                    <a:pt x="144963" y="205746"/>
                  </a:lnTo>
                  <a:lnTo>
                    <a:pt x="145631" y="187432"/>
                  </a:lnTo>
                  <a:lnTo>
                    <a:pt x="146299" y="176444"/>
                  </a:lnTo>
                  <a:lnTo>
                    <a:pt x="146967" y="169753"/>
                  </a:lnTo>
                  <a:lnTo>
                    <a:pt x="147635" y="169071"/>
                  </a:lnTo>
                  <a:lnTo>
                    <a:pt x="148303" y="92632"/>
                  </a:lnTo>
                  <a:lnTo>
                    <a:pt x="148971" y="117185"/>
                  </a:lnTo>
                  <a:lnTo>
                    <a:pt x="149639" y="157363"/>
                  </a:lnTo>
                  <a:lnTo>
                    <a:pt x="150307" y="138390"/>
                  </a:lnTo>
                  <a:lnTo>
                    <a:pt x="150976" y="179684"/>
                  </a:lnTo>
                  <a:lnTo>
                    <a:pt x="151644" y="198656"/>
                  </a:lnTo>
                  <a:lnTo>
                    <a:pt x="152312" y="214281"/>
                  </a:lnTo>
                  <a:lnTo>
                    <a:pt x="152980" y="245531"/>
                  </a:lnTo>
                  <a:lnTo>
                    <a:pt x="153648" y="275664"/>
                  </a:lnTo>
                  <a:lnTo>
                    <a:pt x="154316" y="272316"/>
                  </a:lnTo>
                  <a:lnTo>
                    <a:pt x="154984" y="268968"/>
                  </a:lnTo>
                  <a:lnTo>
                    <a:pt x="155652" y="260039"/>
                  </a:lnTo>
                  <a:lnTo>
                    <a:pt x="156320" y="249995"/>
                  </a:lnTo>
                  <a:lnTo>
                    <a:pt x="156988" y="265620"/>
                  </a:lnTo>
                  <a:lnTo>
                    <a:pt x="157656" y="293521"/>
                  </a:lnTo>
                  <a:lnTo>
                    <a:pt x="158324" y="276780"/>
                  </a:lnTo>
                  <a:lnTo>
                    <a:pt x="158992" y="252227"/>
                  </a:lnTo>
                  <a:lnTo>
                    <a:pt x="159660" y="251111"/>
                  </a:lnTo>
                  <a:lnTo>
                    <a:pt x="160328" y="249995"/>
                  </a:lnTo>
                  <a:lnTo>
                    <a:pt x="160996" y="228790"/>
                  </a:lnTo>
                  <a:lnTo>
                    <a:pt x="161664" y="206469"/>
                  </a:lnTo>
                  <a:lnTo>
                    <a:pt x="162332" y="205353"/>
                  </a:lnTo>
                  <a:lnTo>
                    <a:pt x="163000" y="190844"/>
                  </a:lnTo>
                  <a:lnTo>
                    <a:pt x="163668" y="139506"/>
                  </a:lnTo>
                  <a:lnTo>
                    <a:pt x="164336" y="110489"/>
                  </a:lnTo>
                  <a:lnTo>
                    <a:pt x="165004" y="138390"/>
                  </a:lnTo>
                  <a:lnTo>
                    <a:pt x="165672" y="145086"/>
                  </a:lnTo>
                  <a:lnTo>
                    <a:pt x="166340" y="132809"/>
                  </a:lnTo>
                  <a:lnTo>
                    <a:pt x="167008" y="110489"/>
                  </a:lnTo>
                  <a:lnTo>
                    <a:pt x="167676" y="45758"/>
                  </a:lnTo>
                  <a:lnTo>
                    <a:pt x="168344" y="2232"/>
                  </a:lnTo>
                  <a:lnTo>
                    <a:pt x="169012" y="0"/>
                  </a:lnTo>
                  <a:lnTo>
                    <a:pt x="169680" y="92676"/>
                  </a:lnTo>
                  <a:lnTo>
                    <a:pt x="170348" y="96000"/>
                  </a:lnTo>
                  <a:lnTo>
                    <a:pt x="171016" y="136153"/>
                  </a:lnTo>
                  <a:lnTo>
                    <a:pt x="171684" y="199336"/>
                  </a:lnTo>
                  <a:lnTo>
                    <a:pt x="172352" y="221313"/>
                  </a:lnTo>
                  <a:lnTo>
                    <a:pt x="173020" y="234133"/>
                  </a:lnTo>
                  <a:lnTo>
                    <a:pt x="173688" y="280833"/>
                  </a:lnTo>
                  <a:lnTo>
                    <a:pt x="174356" y="338522"/>
                  </a:lnTo>
                  <a:lnTo>
                    <a:pt x="175024" y="351342"/>
                  </a:lnTo>
                  <a:lnTo>
                    <a:pt x="175693" y="371487"/>
                  </a:lnTo>
                  <a:lnTo>
                    <a:pt x="176361" y="408115"/>
                  </a:lnTo>
                  <a:lnTo>
                    <a:pt x="177029" y="446574"/>
                  </a:lnTo>
                  <a:lnTo>
                    <a:pt x="177697" y="499684"/>
                  </a:lnTo>
                  <a:lnTo>
                    <a:pt x="178365" y="549132"/>
                  </a:lnTo>
                  <a:lnTo>
                    <a:pt x="179033" y="566530"/>
                  </a:lnTo>
                  <a:lnTo>
                    <a:pt x="179701" y="551964"/>
                  </a:lnTo>
                  <a:lnTo>
                    <a:pt x="180369" y="573975"/>
                  </a:lnTo>
                  <a:lnTo>
                    <a:pt x="181037" y="561373"/>
                  </a:lnTo>
                  <a:lnTo>
                    <a:pt x="181705" y="561373"/>
                  </a:lnTo>
                  <a:lnTo>
                    <a:pt x="182373" y="561373"/>
                  </a:lnTo>
                  <a:lnTo>
                    <a:pt x="183041" y="561373"/>
                  </a:lnTo>
                  <a:lnTo>
                    <a:pt x="183709" y="561373"/>
                  </a:lnTo>
                  <a:lnTo>
                    <a:pt x="184377" y="541284"/>
                  </a:lnTo>
                  <a:lnTo>
                    <a:pt x="185045" y="508919"/>
                  </a:lnTo>
                  <a:lnTo>
                    <a:pt x="185713" y="478785"/>
                  </a:lnTo>
                  <a:lnTo>
                    <a:pt x="186381" y="472089"/>
                  </a:lnTo>
                  <a:lnTo>
                    <a:pt x="187049" y="472089"/>
                  </a:lnTo>
                  <a:lnTo>
                    <a:pt x="187717" y="472089"/>
                  </a:lnTo>
                  <a:lnTo>
                    <a:pt x="188385" y="472089"/>
                  </a:lnTo>
                  <a:lnTo>
                    <a:pt x="189053" y="477669"/>
                  </a:lnTo>
                  <a:lnTo>
                    <a:pt x="189721" y="487714"/>
                  </a:lnTo>
                  <a:lnTo>
                    <a:pt x="190389" y="472089"/>
                  </a:lnTo>
                  <a:lnTo>
                    <a:pt x="191057" y="463161"/>
                  </a:lnTo>
                  <a:lnTo>
                    <a:pt x="191725" y="449768"/>
                  </a:lnTo>
                  <a:lnTo>
                    <a:pt x="192393" y="449768"/>
                  </a:lnTo>
                  <a:lnTo>
                    <a:pt x="193061" y="449768"/>
                  </a:lnTo>
                  <a:lnTo>
                    <a:pt x="193729" y="441956"/>
                  </a:lnTo>
                  <a:lnTo>
                    <a:pt x="194397" y="440840"/>
                  </a:lnTo>
                  <a:lnTo>
                    <a:pt x="195065" y="435259"/>
                  </a:lnTo>
                  <a:lnTo>
                    <a:pt x="195733" y="465393"/>
                  </a:lnTo>
                  <a:lnTo>
                    <a:pt x="196401" y="472089"/>
                  </a:lnTo>
                  <a:lnTo>
                    <a:pt x="197069" y="472089"/>
                  </a:lnTo>
                  <a:lnTo>
                    <a:pt x="197737" y="472089"/>
                  </a:lnTo>
                  <a:lnTo>
                    <a:pt x="198405" y="472089"/>
                  </a:lnTo>
                  <a:lnTo>
                    <a:pt x="199073" y="472089"/>
                  </a:lnTo>
                  <a:lnTo>
                    <a:pt x="199741" y="464277"/>
                  </a:lnTo>
                  <a:lnTo>
                    <a:pt x="200410" y="450884"/>
                  </a:lnTo>
                  <a:lnTo>
                    <a:pt x="201078" y="458696"/>
                  </a:lnTo>
                  <a:lnTo>
                    <a:pt x="201746" y="472089"/>
                  </a:lnTo>
                  <a:lnTo>
                    <a:pt x="202414" y="472089"/>
                  </a:lnTo>
                  <a:lnTo>
                    <a:pt x="203082" y="472089"/>
                  </a:lnTo>
                  <a:lnTo>
                    <a:pt x="203750" y="479901"/>
                  </a:lnTo>
                  <a:lnTo>
                    <a:pt x="204418" y="501106"/>
                  </a:lnTo>
                  <a:lnTo>
                    <a:pt x="205086" y="539052"/>
                  </a:lnTo>
                  <a:lnTo>
                    <a:pt x="205754" y="539052"/>
                  </a:lnTo>
                  <a:lnTo>
                    <a:pt x="206422" y="510035"/>
                  </a:lnTo>
                  <a:lnTo>
                    <a:pt x="207090" y="494410"/>
                  </a:lnTo>
                  <a:lnTo>
                    <a:pt x="207758" y="483249"/>
                  </a:lnTo>
                  <a:lnTo>
                    <a:pt x="208426" y="472089"/>
                  </a:lnTo>
                  <a:lnTo>
                    <a:pt x="209094" y="472089"/>
                  </a:lnTo>
                  <a:lnTo>
                    <a:pt x="209762" y="486598"/>
                  </a:lnTo>
                  <a:lnTo>
                    <a:pt x="210430" y="515615"/>
                  </a:lnTo>
                  <a:lnTo>
                    <a:pt x="211098" y="516731"/>
                  </a:lnTo>
                  <a:lnTo>
                    <a:pt x="211766" y="506686"/>
                  </a:lnTo>
                  <a:lnTo>
                    <a:pt x="212434" y="487714"/>
                  </a:lnTo>
                  <a:lnTo>
                    <a:pt x="213102" y="472089"/>
                  </a:lnTo>
                  <a:lnTo>
                    <a:pt x="213770" y="472089"/>
                  </a:lnTo>
                  <a:lnTo>
                    <a:pt x="214438" y="472089"/>
                  </a:lnTo>
                  <a:lnTo>
                    <a:pt x="215106" y="472089"/>
                  </a:lnTo>
                  <a:lnTo>
                    <a:pt x="215774" y="472089"/>
                  </a:lnTo>
                  <a:lnTo>
                    <a:pt x="216442" y="501106"/>
                  </a:lnTo>
                  <a:lnTo>
                    <a:pt x="217110" y="516731"/>
                  </a:lnTo>
                  <a:lnTo>
                    <a:pt x="217778" y="551878"/>
                  </a:lnTo>
                  <a:lnTo>
                    <a:pt x="218446" y="553710"/>
                  </a:lnTo>
                  <a:lnTo>
                    <a:pt x="219114" y="552233"/>
                  </a:lnTo>
                  <a:lnTo>
                    <a:pt x="219782" y="534328"/>
                  </a:lnTo>
                  <a:lnTo>
                    <a:pt x="220450" y="503358"/>
                  </a:lnTo>
                  <a:lnTo>
                    <a:pt x="221118" y="486825"/>
                  </a:lnTo>
                  <a:lnTo>
                    <a:pt x="221786" y="462335"/>
                  </a:lnTo>
                  <a:lnTo>
                    <a:pt x="222454" y="428579"/>
                  </a:lnTo>
                  <a:lnTo>
                    <a:pt x="223122" y="448466"/>
                  </a:lnTo>
                  <a:lnTo>
                    <a:pt x="223790" y="434478"/>
                  </a:lnTo>
                  <a:lnTo>
                    <a:pt x="224459" y="435819"/>
                  </a:lnTo>
                  <a:lnTo>
                    <a:pt x="225127" y="433152"/>
                  </a:lnTo>
                  <a:lnTo>
                    <a:pt x="225795" y="433152"/>
                  </a:lnTo>
                  <a:lnTo>
                    <a:pt x="226463" y="433152"/>
                  </a:lnTo>
                  <a:lnTo>
                    <a:pt x="227131" y="433152"/>
                  </a:lnTo>
                  <a:lnTo>
                    <a:pt x="227799" y="433152"/>
                  </a:lnTo>
                  <a:lnTo>
                    <a:pt x="228467" y="430486"/>
                  </a:lnTo>
                  <a:lnTo>
                    <a:pt x="229135" y="407948"/>
                  </a:lnTo>
                  <a:lnTo>
                    <a:pt x="229803" y="406426"/>
                  </a:lnTo>
                  <a:lnTo>
                    <a:pt x="230471" y="426469"/>
                  </a:lnTo>
                  <a:lnTo>
                    <a:pt x="231139" y="432757"/>
                  </a:lnTo>
                  <a:lnTo>
                    <a:pt x="231807" y="475523"/>
                  </a:lnTo>
                  <a:lnTo>
                    <a:pt x="232475" y="499009"/>
                  </a:lnTo>
                  <a:lnTo>
                    <a:pt x="233143" y="500991"/>
                  </a:lnTo>
                  <a:lnTo>
                    <a:pt x="233811" y="521312"/>
                  </a:lnTo>
                  <a:lnTo>
                    <a:pt x="234479" y="536020"/>
                  </a:lnTo>
                  <a:lnTo>
                    <a:pt x="235147" y="536597"/>
                  </a:lnTo>
                  <a:lnTo>
                    <a:pt x="235815" y="516167"/>
                  </a:lnTo>
                  <a:lnTo>
                    <a:pt x="236483" y="516167"/>
                  </a:lnTo>
                  <a:lnTo>
                    <a:pt x="237151" y="507926"/>
                  </a:lnTo>
                  <a:lnTo>
                    <a:pt x="237819" y="486865"/>
                  </a:lnTo>
                  <a:lnTo>
                    <a:pt x="238487" y="500139"/>
                  </a:lnTo>
                  <a:lnTo>
                    <a:pt x="239155" y="535419"/>
                  </a:lnTo>
                  <a:lnTo>
                    <a:pt x="239823" y="516731"/>
                  </a:lnTo>
                  <a:lnTo>
                    <a:pt x="240491" y="529007"/>
                  </a:lnTo>
                  <a:lnTo>
                    <a:pt x="241159" y="539052"/>
                  </a:lnTo>
                  <a:lnTo>
                    <a:pt x="241827" y="539052"/>
                  </a:lnTo>
                  <a:lnTo>
                    <a:pt x="242495" y="539052"/>
                  </a:lnTo>
                  <a:lnTo>
                    <a:pt x="243163" y="539052"/>
                  </a:lnTo>
                  <a:lnTo>
                    <a:pt x="243831" y="539052"/>
                  </a:lnTo>
                  <a:lnTo>
                    <a:pt x="244499" y="539052"/>
                  </a:lnTo>
                  <a:lnTo>
                    <a:pt x="245167" y="539052"/>
                  </a:lnTo>
                  <a:lnTo>
                    <a:pt x="245835" y="539052"/>
                  </a:lnTo>
                  <a:lnTo>
                    <a:pt x="246503" y="539052"/>
                  </a:lnTo>
                  <a:lnTo>
                    <a:pt x="247171" y="549096"/>
                  </a:lnTo>
                  <a:lnTo>
                    <a:pt x="247839" y="574766"/>
                  </a:lnTo>
                  <a:lnTo>
                    <a:pt x="248507" y="583694"/>
                  </a:lnTo>
                  <a:lnTo>
                    <a:pt x="249176" y="583694"/>
                  </a:lnTo>
                  <a:lnTo>
                    <a:pt x="249844" y="583694"/>
                  </a:lnTo>
                  <a:lnTo>
                    <a:pt x="250512" y="583694"/>
                  </a:lnTo>
                  <a:lnTo>
                    <a:pt x="251180" y="583694"/>
                  </a:lnTo>
                  <a:lnTo>
                    <a:pt x="251848" y="583694"/>
                  </a:lnTo>
                  <a:lnTo>
                    <a:pt x="252516" y="583694"/>
                  </a:lnTo>
                  <a:lnTo>
                    <a:pt x="253184" y="583694"/>
                  </a:lnTo>
                  <a:lnTo>
                    <a:pt x="253852" y="583694"/>
                  </a:lnTo>
                  <a:lnTo>
                    <a:pt x="254520" y="570301"/>
                  </a:lnTo>
                  <a:lnTo>
                    <a:pt x="255188" y="541284"/>
                  </a:lnTo>
                  <a:lnTo>
                    <a:pt x="255856" y="514097"/>
                  </a:lnTo>
                  <a:lnTo>
                    <a:pt x="256524" y="507871"/>
                  </a:lnTo>
                  <a:lnTo>
                    <a:pt x="257192" y="504263"/>
                  </a:lnTo>
                  <a:lnTo>
                    <a:pt x="257860" y="497853"/>
                  </a:lnTo>
                  <a:lnTo>
                    <a:pt x="258528" y="508700"/>
                  </a:lnTo>
                  <a:lnTo>
                    <a:pt x="259196" y="507093"/>
                  </a:lnTo>
                  <a:lnTo>
                    <a:pt x="259864" y="486339"/>
                  </a:lnTo>
                  <a:lnTo>
                    <a:pt x="260532" y="453641"/>
                  </a:lnTo>
                  <a:lnTo>
                    <a:pt x="261200" y="430513"/>
                  </a:lnTo>
                  <a:lnTo>
                    <a:pt x="261868" y="458034"/>
                  </a:lnTo>
                  <a:lnTo>
                    <a:pt x="262536" y="433585"/>
                  </a:lnTo>
                  <a:lnTo>
                    <a:pt x="263204" y="423521"/>
                  </a:lnTo>
                  <a:lnTo>
                    <a:pt x="263872" y="416347"/>
                  </a:lnTo>
                  <a:lnTo>
                    <a:pt x="264540" y="424955"/>
                  </a:lnTo>
                  <a:lnTo>
                    <a:pt x="265208" y="443606"/>
                  </a:lnTo>
                  <a:lnTo>
                    <a:pt x="265876" y="480325"/>
                  </a:lnTo>
                  <a:lnTo>
                    <a:pt x="266544" y="487516"/>
                  </a:lnTo>
                  <a:lnTo>
                    <a:pt x="267212" y="472781"/>
                  </a:lnTo>
                  <a:lnTo>
                    <a:pt x="267880" y="478364"/>
                  </a:lnTo>
                  <a:lnTo>
                    <a:pt x="268548" y="492629"/>
                  </a:lnTo>
                  <a:lnTo>
                    <a:pt x="269216" y="488873"/>
                  </a:lnTo>
                  <a:lnTo>
                    <a:pt x="269884" y="488696"/>
                  </a:lnTo>
                  <a:lnTo>
                    <a:pt x="270552" y="526240"/>
                  </a:lnTo>
                  <a:lnTo>
                    <a:pt x="271220" y="552795"/>
                  </a:lnTo>
                  <a:lnTo>
                    <a:pt x="271888" y="546961"/>
                  </a:lnTo>
                  <a:lnTo>
                    <a:pt x="272556" y="577093"/>
                  </a:lnTo>
                  <a:lnTo>
                    <a:pt x="273224" y="572533"/>
                  </a:lnTo>
                  <a:lnTo>
                    <a:pt x="273893" y="583694"/>
                  </a:lnTo>
                  <a:lnTo>
                    <a:pt x="274561" y="583694"/>
                  </a:lnTo>
                  <a:lnTo>
                    <a:pt x="275229" y="583694"/>
                  </a:lnTo>
                  <a:lnTo>
                    <a:pt x="275897" y="583694"/>
                  </a:lnTo>
                  <a:lnTo>
                    <a:pt x="276565" y="583694"/>
                  </a:lnTo>
                  <a:lnTo>
                    <a:pt x="277233" y="583694"/>
                  </a:lnTo>
                  <a:lnTo>
                    <a:pt x="277901" y="583694"/>
                  </a:lnTo>
                  <a:lnTo>
                    <a:pt x="278569" y="583694"/>
                  </a:lnTo>
                  <a:lnTo>
                    <a:pt x="279237" y="583694"/>
                  </a:lnTo>
                  <a:lnTo>
                    <a:pt x="279905" y="583694"/>
                  </a:lnTo>
                  <a:lnTo>
                    <a:pt x="280573" y="583694"/>
                  </a:lnTo>
                  <a:lnTo>
                    <a:pt x="281241" y="583694"/>
                  </a:lnTo>
                  <a:lnTo>
                    <a:pt x="281909" y="583694"/>
                  </a:lnTo>
                  <a:lnTo>
                    <a:pt x="282577" y="583694"/>
                  </a:lnTo>
                  <a:lnTo>
                    <a:pt x="283245" y="583694"/>
                  </a:lnTo>
                  <a:lnTo>
                    <a:pt x="283913" y="583694"/>
                  </a:lnTo>
                  <a:lnTo>
                    <a:pt x="284581" y="583694"/>
                  </a:lnTo>
                  <a:lnTo>
                    <a:pt x="285249" y="581462"/>
                  </a:lnTo>
                  <a:lnTo>
                    <a:pt x="285917" y="561373"/>
                  </a:lnTo>
                  <a:lnTo>
                    <a:pt x="286585" y="561373"/>
                  </a:lnTo>
                  <a:lnTo>
                    <a:pt x="287253" y="561373"/>
                  </a:lnTo>
                  <a:lnTo>
                    <a:pt x="287921" y="541284"/>
                  </a:lnTo>
                  <a:lnTo>
                    <a:pt x="288589" y="539052"/>
                  </a:lnTo>
                  <a:lnTo>
                    <a:pt x="289257" y="539052"/>
                  </a:lnTo>
                  <a:lnTo>
                    <a:pt x="289925" y="539052"/>
                  </a:lnTo>
                  <a:lnTo>
                    <a:pt x="290593" y="539052"/>
                  </a:lnTo>
                  <a:lnTo>
                    <a:pt x="291261" y="539052"/>
                  </a:lnTo>
                  <a:lnTo>
                    <a:pt x="291929" y="498874"/>
                  </a:lnTo>
                  <a:lnTo>
                    <a:pt x="292597" y="494410"/>
                  </a:lnTo>
                  <a:lnTo>
                    <a:pt x="293265" y="494410"/>
                  </a:lnTo>
                  <a:lnTo>
                    <a:pt x="293933" y="494410"/>
                  </a:lnTo>
                  <a:lnTo>
                    <a:pt x="294601" y="494410"/>
                  </a:lnTo>
                  <a:lnTo>
                    <a:pt x="295269" y="496642"/>
                  </a:lnTo>
                  <a:lnTo>
                    <a:pt x="295937" y="516731"/>
                  </a:lnTo>
                  <a:lnTo>
                    <a:pt x="296605" y="516731"/>
                  </a:lnTo>
                  <a:lnTo>
                    <a:pt x="297273" y="516731"/>
                  </a:lnTo>
                  <a:lnTo>
                    <a:pt x="297941" y="536820"/>
                  </a:lnTo>
                  <a:lnTo>
                    <a:pt x="298610" y="539052"/>
                  </a:lnTo>
                  <a:lnTo>
                    <a:pt x="299278" y="539052"/>
                  </a:lnTo>
                  <a:lnTo>
                    <a:pt x="299946" y="539052"/>
                  </a:lnTo>
                  <a:lnTo>
                    <a:pt x="300614" y="539052"/>
                  </a:lnTo>
                  <a:lnTo>
                    <a:pt x="301282" y="539052"/>
                  </a:lnTo>
                  <a:lnTo>
                    <a:pt x="301950" y="579230"/>
                  </a:lnTo>
                  <a:lnTo>
                    <a:pt x="302618" y="583694"/>
                  </a:lnTo>
                  <a:lnTo>
                    <a:pt x="303286" y="583694"/>
                  </a:lnTo>
                  <a:lnTo>
                    <a:pt x="303954" y="583694"/>
                  </a:lnTo>
                  <a:lnTo>
                    <a:pt x="304622" y="583694"/>
                  </a:lnTo>
                  <a:lnTo>
                    <a:pt x="305290" y="583694"/>
                  </a:lnTo>
                  <a:lnTo>
                    <a:pt x="305958" y="583694"/>
                  </a:lnTo>
                  <a:lnTo>
                    <a:pt x="306626" y="583694"/>
                  </a:lnTo>
                  <a:lnTo>
                    <a:pt x="307294" y="583694"/>
                  </a:lnTo>
                  <a:lnTo>
                    <a:pt x="307962" y="583694"/>
                  </a:lnTo>
                  <a:lnTo>
                    <a:pt x="308630" y="583694"/>
                  </a:lnTo>
                  <a:lnTo>
                    <a:pt x="309298" y="583694"/>
                  </a:lnTo>
                  <a:lnTo>
                    <a:pt x="309966" y="583694"/>
                  </a:lnTo>
                  <a:lnTo>
                    <a:pt x="310634" y="583694"/>
                  </a:lnTo>
                  <a:lnTo>
                    <a:pt x="311302" y="583694"/>
                  </a:lnTo>
                  <a:lnTo>
                    <a:pt x="311970" y="564721"/>
                  </a:lnTo>
                  <a:lnTo>
                    <a:pt x="312638" y="543516"/>
                  </a:lnTo>
                  <a:lnTo>
                    <a:pt x="313306" y="539052"/>
                  </a:lnTo>
                  <a:lnTo>
                    <a:pt x="313974" y="539052"/>
                  </a:lnTo>
                  <a:lnTo>
                    <a:pt x="314642" y="533472"/>
                  </a:lnTo>
                  <a:lnTo>
                    <a:pt x="315310" y="505570"/>
                  </a:lnTo>
                  <a:lnTo>
                    <a:pt x="315978" y="494410"/>
                  </a:lnTo>
                  <a:lnTo>
                    <a:pt x="316646" y="481017"/>
                  </a:lnTo>
                  <a:lnTo>
                    <a:pt x="317314" y="449768"/>
                  </a:lnTo>
                  <a:lnTo>
                    <a:pt x="317982" y="419635"/>
                  </a:lnTo>
                  <a:lnTo>
                    <a:pt x="318650" y="361600"/>
                  </a:lnTo>
                  <a:lnTo>
                    <a:pt x="319318" y="345975"/>
                  </a:lnTo>
                  <a:lnTo>
                    <a:pt x="319986" y="338163"/>
                  </a:lnTo>
                  <a:lnTo>
                    <a:pt x="320654" y="331467"/>
                  </a:lnTo>
                  <a:lnTo>
                    <a:pt x="321322" y="315842"/>
                  </a:lnTo>
                  <a:lnTo>
                    <a:pt x="321990" y="325886"/>
                  </a:lnTo>
                  <a:lnTo>
                    <a:pt x="322659" y="311378"/>
                  </a:lnTo>
                  <a:lnTo>
                    <a:pt x="323327" y="315842"/>
                  </a:lnTo>
                  <a:lnTo>
                    <a:pt x="323995" y="315842"/>
                  </a:lnTo>
                  <a:lnTo>
                    <a:pt x="324663" y="321422"/>
                  </a:lnTo>
                  <a:lnTo>
                    <a:pt x="325331" y="349323"/>
                  </a:lnTo>
                  <a:lnTo>
                    <a:pt x="325999" y="342627"/>
                  </a:lnTo>
                  <a:lnTo>
                    <a:pt x="326667" y="344859"/>
                  </a:lnTo>
                  <a:lnTo>
                    <a:pt x="327335" y="360484"/>
                  </a:lnTo>
                  <a:lnTo>
                    <a:pt x="328003" y="374993"/>
                  </a:lnTo>
                  <a:lnTo>
                    <a:pt x="328671" y="404010"/>
                  </a:lnTo>
                  <a:lnTo>
                    <a:pt x="329339" y="419635"/>
                  </a:lnTo>
                  <a:lnTo>
                    <a:pt x="330007" y="427447"/>
                  </a:lnTo>
                  <a:lnTo>
                    <a:pt x="330675" y="434143"/>
                  </a:lnTo>
                  <a:lnTo>
                    <a:pt x="331343" y="449768"/>
                  </a:lnTo>
                  <a:lnTo>
                    <a:pt x="332011" y="455348"/>
                  </a:lnTo>
                  <a:lnTo>
                    <a:pt x="332679" y="504406"/>
                  </a:lnTo>
                  <a:lnTo>
                    <a:pt x="333347" y="507871"/>
                  </a:lnTo>
                  <a:lnTo>
                    <a:pt x="334015" y="516167"/>
                  </a:lnTo>
                  <a:lnTo>
                    <a:pt x="334683" y="494190"/>
                  </a:lnTo>
                  <a:lnTo>
                    <a:pt x="335351" y="461225"/>
                  </a:lnTo>
                  <a:lnTo>
                    <a:pt x="336019" y="475876"/>
                  </a:lnTo>
                  <a:lnTo>
                    <a:pt x="336687" y="485033"/>
                  </a:lnTo>
                  <a:lnTo>
                    <a:pt x="337355" y="483202"/>
                  </a:lnTo>
                  <a:lnTo>
                    <a:pt x="338023" y="492359"/>
                  </a:lnTo>
                  <a:lnTo>
                    <a:pt x="338691" y="507010"/>
                  </a:lnTo>
                  <a:lnTo>
                    <a:pt x="339359" y="480455"/>
                  </a:lnTo>
                  <a:lnTo>
                    <a:pt x="340027" y="476792"/>
                  </a:lnTo>
                  <a:lnTo>
                    <a:pt x="340695" y="445658"/>
                  </a:lnTo>
                  <a:lnTo>
                    <a:pt x="341363" y="442911"/>
                  </a:lnTo>
                  <a:lnTo>
                    <a:pt x="342031" y="445658"/>
                  </a:lnTo>
                  <a:lnTo>
                    <a:pt x="342699" y="457568"/>
                  </a:lnTo>
                  <a:lnTo>
                    <a:pt x="343367" y="428403"/>
                  </a:lnTo>
                  <a:lnTo>
                    <a:pt x="344035" y="382805"/>
                  </a:lnTo>
                  <a:lnTo>
                    <a:pt x="344703" y="387269"/>
                  </a:lnTo>
                  <a:lnTo>
                    <a:pt x="345371" y="416286"/>
                  </a:lnTo>
                  <a:lnTo>
                    <a:pt x="346039" y="396197"/>
                  </a:lnTo>
                  <a:lnTo>
                    <a:pt x="346707" y="363832"/>
                  </a:lnTo>
                  <a:lnTo>
                    <a:pt x="347376" y="378341"/>
                  </a:lnTo>
                  <a:lnTo>
                    <a:pt x="348044" y="382805"/>
                  </a:lnTo>
                  <a:lnTo>
                    <a:pt x="348712" y="393965"/>
                  </a:lnTo>
                  <a:lnTo>
                    <a:pt x="349380" y="417402"/>
                  </a:lnTo>
                  <a:lnTo>
                    <a:pt x="350048" y="408474"/>
                  </a:lnTo>
                  <a:lnTo>
                    <a:pt x="350716" y="446420"/>
                  </a:lnTo>
                  <a:lnTo>
                    <a:pt x="351384" y="449768"/>
                  </a:lnTo>
                  <a:lnTo>
                    <a:pt x="352052" y="449768"/>
                  </a:lnTo>
                  <a:lnTo>
                    <a:pt x="352720" y="450884"/>
                  </a:lnTo>
                  <a:lnTo>
                    <a:pt x="353388" y="472089"/>
                  </a:lnTo>
                  <a:lnTo>
                    <a:pt x="354056" y="472089"/>
                  </a:lnTo>
                  <a:lnTo>
                    <a:pt x="354724" y="494410"/>
                  </a:lnTo>
                  <a:lnTo>
                    <a:pt x="355392" y="505570"/>
                  </a:lnTo>
                  <a:lnTo>
                    <a:pt x="356060" y="525659"/>
                  </a:lnTo>
                  <a:lnTo>
                    <a:pt x="356728" y="558025"/>
                  </a:lnTo>
                  <a:lnTo>
                    <a:pt x="357396" y="561373"/>
                  </a:lnTo>
                  <a:lnTo>
                    <a:pt x="358064" y="554677"/>
                  </a:lnTo>
                  <a:lnTo>
                    <a:pt x="358732" y="539052"/>
                  </a:lnTo>
                  <a:lnTo>
                    <a:pt x="359400" y="547980"/>
                  </a:lnTo>
                  <a:lnTo>
                    <a:pt x="360068" y="561373"/>
                  </a:lnTo>
                  <a:lnTo>
                    <a:pt x="360736" y="561373"/>
                  </a:lnTo>
                  <a:lnTo>
                    <a:pt x="361404" y="561373"/>
                  </a:lnTo>
                  <a:lnTo>
                    <a:pt x="362072" y="561373"/>
                  </a:lnTo>
                  <a:lnTo>
                    <a:pt x="362740" y="561373"/>
                  </a:lnTo>
                  <a:lnTo>
                    <a:pt x="363408" y="561373"/>
                  </a:lnTo>
                  <a:lnTo>
                    <a:pt x="364076" y="554677"/>
                  </a:lnTo>
                  <a:lnTo>
                    <a:pt x="364744" y="539052"/>
                  </a:lnTo>
                  <a:lnTo>
                    <a:pt x="365412" y="539052"/>
                  </a:lnTo>
                  <a:lnTo>
                    <a:pt x="366080" y="539052"/>
                  </a:lnTo>
                  <a:lnTo>
                    <a:pt x="366748" y="539052"/>
                  </a:lnTo>
                  <a:lnTo>
                    <a:pt x="367416" y="539052"/>
                  </a:lnTo>
                  <a:lnTo>
                    <a:pt x="368084" y="545748"/>
                  </a:lnTo>
                  <a:lnTo>
                    <a:pt x="368752" y="561373"/>
                  </a:lnTo>
                  <a:lnTo>
                    <a:pt x="369420" y="561373"/>
                  </a:lnTo>
                  <a:lnTo>
                    <a:pt x="370088" y="561373"/>
                  </a:lnTo>
                  <a:lnTo>
                    <a:pt x="370756" y="561373"/>
                  </a:lnTo>
                  <a:lnTo>
                    <a:pt x="371424" y="561373"/>
                  </a:lnTo>
                  <a:lnTo>
                    <a:pt x="372093" y="561373"/>
                  </a:lnTo>
                  <a:lnTo>
                    <a:pt x="372761" y="561373"/>
                  </a:lnTo>
                  <a:lnTo>
                    <a:pt x="373429" y="561373"/>
                  </a:lnTo>
                  <a:lnTo>
                    <a:pt x="374097" y="568069"/>
                  </a:lnTo>
                  <a:lnTo>
                    <a:pt x="374765" y="583694"/>
                  </a:lnTo>
                  <a:lnTo>
                    <a:pt x="375433" y="583694"/>
                  </a:lnTo>
                  <a:lnTo>
                    <a:pt x="376101" y="583694"/>
                  </a:lnTo>
                  <a:lnTo>
                    <a:pt x="376769" y="583694"/>
                  </a:lnTo>
                  <a:lnTo>
                    <a:pt x="377437" y="583694"/>
                  </a:lnTo>
                  <a:lnTo>
                    <a:pt x="378105" y="566953"/>
                  </a:lnTo>
                  <a:lnTo>
                    <a:pt x="378773" y="561373"/>
                  </a:lnTo>
                  <a:lnTo>
                    <a:pt x="379441" y="561373"/>
                  </a:lnTo>
                  <a:lnTo>
                    <a:pt x="380109" y="561373"/>
                  </a:lnTo>
                  <a:lnTo>
                    <a:pt x="380777" y="561373"/>
                  </a:lnTo>
                  <a:lnTo>
                    <a:pt x="381445" y="561373"/>
                  </a:lnTo>
                  <a:lnTo>
                    <a:pt x="382113" y="550212"/>
                  </a:lnTo>
                  <a:lnTo>
                    <a:pt x="382781" y="539052"/>
                  </a:lnTo>
                  <a:lnTo>
                    <a:pt x="383449" y="539052"/>
                  </a:lnTo>
                  <a:lnTo>
                    <a:pt x="384117" y="539052"/>
                  </a:lnTo>
                  <a:lnTo>
                    <a:pt x="384785" y="539052"/>
                  </a:lnTo>
                  <a:lnTo>
                    <a:pt x="385453" y="539052"/>
                  </a:lnTo>
                  <a:lnTo>
                    <a:pt x="386121" y="539052"/>
                  </a:lnTo>
                  <a:lnTo>
                    <a:pt x="386789" y="539052"/>
                  </a:lnTo>
                  <a:lnTo>
                    <a:pt x="387457" y="539052"/>
                  </a:lnTo>
                  <a:lnTo>
                    <a:pt x="388125" y="555793"/>
                  </a:lnTo>
                  <a:lnTo>
                    <a:pt x="388793" y="561373"/>
                  </a:lnTo>
                  <a:lnTo>
                    <a:pt x="389461" y="561373"/>
                  </a:lnTo>
                  <a:lnTo>
                    <a:pt x="390129" y="561373"/>
                  </a:lnTo>
                  <a:lnTo>
                    <a:pt x="390797" y="561373"/>
                  </a:lnTo>
                  <a:lnTo>
                    <a:pt x="391465" y="561373"/>
                  </a:lnTo>
                  <a:lnTo>
                    <a:pt x="392133" y="572533"/>
                  </a:lnTo>
                  <a:lnTo>
                    <a:pt x="392801" y="583694"/>
                  </a:lnTo>
                  <a:lnTo>
                    <a:pt x="393469" y="583694"/>
                  </a:lnTo>
                  <a:lnTo>
                    <a:pt x="394137" y="583694"/>
                  </a:lnTo>
                  <a:lnTo>
                    <a:pt x="394805" y="583694"/>
                  </a:lnTo>
                  <a:lnTo>
                    <a:pt x="395473" y="583694"/>
                  </a:lnTo>
                  <a:lnTo>
                    <a:pt x="396141" y="583694"/>
                  </a:lnTo>
                  <a:lnTo>
                    <a:pt x="396810" y="583694"/>
                  </a:lnTo>
                  <a:lnTo>
                    <a:pt x="397478" y="583694"/>
                  </a:lnTo>
                  <a:lnTo>
                    <a:pt x="398146" y="583694"/>
                  </a:lnTo>
                  <a:lnTo>
                    <a:pt x="398814" y="583694"/>
                  </a:lnTo>
                  <a:lnTo>
                    <a:pt x="399482" y="583694"/>
                  </a:lnTo>
                  <a:lnTo>
                    <a:pt x="400150" y="583694"/>
                  </a:lnTo>
                  <a:lnTo>
                    <a:pt x="400818" y="583694"/>
                  </a:lnTo>
                  <a:lnTo>
                    <a:pt x="401486" y="583694"/>
                  </a:lnTo>
                  <a:lnTo>
                    <a:pt x="402154" y="583694"/>
                  </a:lnTo>
                  <a:lnTo>
                    <a:pt x="402822" y="583694"/>
                  </a:lnTo>
                  <a:lnTo>
                    <a:pt x="403490" y="583694"/>
                  </a:lnTo>
                  <a:lnTo>
                    <a:pt x="404158" y="569185"/>
                  </a:lnTo>
                  <a:lnTo>
                    <a:pt x="404826" y="561373"/>
                  </a:lnTo>
                  <a:lnTo>
                    <a:pt x="405494" y="561373"/>
                  </a:lnTo>
                  <a:lnTo>
                    <a:pt x="406162" y="559141"/>
                  </a:lnTo>
                  <a:lnTo>
                    <a:pt x="406830" y="539052"/>
                  </a:lnTo>
                  <a:lnTo>
                    <a:pt x="407498" y="565075"/>
                  </a:lnTo>
                  <a:lnTo>
                    <a:pt x="408166" y="551039"/>
                  </a:lnTo>
                  <a:lnTo>
                    <a:pt x="408834" y="552795"/>
                  </a:lnTo>
                  <a:lnTo>
                    <a:pt x="409502" y="546385"/>
                  </a:lnTo>
                  <a:lnTo>
                    <a:pt x="410170" y="534481"/>
                  </a:lnTo>
                  <a:lnTo>
                    <a:pt x="410838" y="534481"/>
                  </a:lnTo>
                  <a:lnTo>
                    <a:pt x="411506" y="525324"/>
                  </a:lnTo>
                  <a:lnTo>
                    <a:pt x="412174" y="516167"/>
                  </a:lnTo>
                  <a:lnTo>
                    <a:pt x="412842" y="499684"/>
                  </a:lnTo>
                  <a:lnTo>
                    <a:pt x="413510" y="459394"/>
                  </a:lnTo>
                  <a:lnTo>
                    <a:pt x="414178" y="444743"/>
                  </a:lnTo>
                  <a:lnTo>
                    <a:pt x="414846" y="442911"/>
                  </a:lnTo>
                  <a:lnTo>
                    <a:pt x="415514" y="442911"/>
                  </a:lnTo>
                  <a:lnTo>
                    <a:pt x="416182" y="444743"/>
                  </a:lnTo>
                  <a:lnTo>
                    <a:pt x="416850" y="492629"/>
                  </a:lnTo>
                  <a:lnTo>
                    <a:pt x="417518" y="484744"/>
                  </a:lnTo>
                  <a:lnTo>
                    <a:pt x="418186" y="478364"/>
                  </a:lnTo>
                  <a:lnTo>
                    <a:pt x="418854" y="478364"/>
                  </a:lnTo>
                  <a:lnTo>
                    <a:pt x="419522" y="483946"/>
                  </a:lnTo>
                  <a:lnTo>
                    <a:pt x="420190" y="494314"/>
                  </a:lnTo>
                  <a:lnTo>
                    <a:pt x="420859" y="471984"/>
                  </a:lnTo>
                  <a:lnTo>
                    <a:pt x="421527" y="470389"/>
                  </a:lnTo>
                  <a:lnTo>
                    <a:pt x="422195" y="478364"/>
                  </a:lnTo>
                  <a:lnTo>
                    <a:pt x="422863" y="492719"/>
                  </a:lnTo>
                  <a:lnTo>
                    <a:pt x="423531" y="527810"/>
                  </a:lnTo>
                  <a:lnTo>
                    <a:pt x="424199" y="550938"/>
                  </a:lnTo>
                  <a:lnTo>
                    <a:pt x="424867" y="558116"/>
                  </a:lnTo>
                  <a:lnTo>
                    <a:pt x="425535" y="558116"/>
                  </a:lnTo>
                  <a:lnTo>
                    <a:pt x="426203" y="558116"/>
                  </a:lnTo>
                  <a:lnTo>
                    <a:pt x="426871" y="534481"/>
                  </a:lnTo>
                  <a:lnTo>
                    <a:pt x="427539" y="545469"/>
                  </a:lnTo>
                  <a:lnTo>
                    <a:pt x="428207" y="555541"/>
                  </a:lnTo>
                  <a:lnTo>
                    <a:pt x="428875" y="534481"/>
                  </a:lnTo>
                  <a:lnTo>
                    <a:pt x="429543" y="534481"/>
                  </a:lnTo>
                  <a:lnTo>
                    <a:pt x="430211" y="534481"/>
                  </a:lnTo>
                  <a:lnTo>
                    <a:pt x="430879" y="560120"/>
                  </a:lnTo>
                  <a:lnTo>
                    <a:pt x="431547" y="562867"/>
                  </a:lnTo>
                  <a:lnTo>
                    <a:pt x="432215" y="552795"/>
                  </a:lnTo>
                  <a:lnTo>
                    <a:pt x="432883" y="561282"/>
                  </a:lnTo>
                  <a:lnTo>
                    <a:pt x="433551" y="536824"/>
                  </a:lnTo>
                  <a:lnTo>
                    <a:pt x="434219" y="512657"/>
                  </a:lnTo>
                  <a:lnTo>
                    <a:pt x="434887" y="494314"/>
                  </a:lnTo>
                  <a:lnTo>
                    <a:pt x="435555" y="502617"/>
                  </a:lnTo>
                  <a:lnTo>
                    <a:pt x="436223" y="501897"/>
                  </a:lnTo>
                  <a:lnTo>
                    <a:pt x="436891" y="501897"/>
                  </a:lnTo>
                  <a:lnTo>
                    <a:pt x="437559" y="500459"/>
                  </a:lnTo>
                  <a:lnTo>
                    <a:pt x="438227" y="494707"/>
                  </a:lnTo>
                  <a:lnTo>
                    <a:pt x="438895" y="504055"/>
                  </a:lnTo>
                  <a:lnTo>
                    <a:pt x="439563" y="484492"/>
                  </a:lnTo>
                  <a:lnTo>
                    <a:pt x="440231" y="473733"/>
                  </a:lnTo>
                  <a:lnTo>
                    <a:pt x="440899" y="464408"/>
                  </a:lnTo>
                  <a:lnTo>
                    <a:pt x="441567" y="451496"/>
                  </a:lnTo>
                  <a:lnTo>
                    <a:pt x="442235" y="459386"/>
                  </a:lnTo>
                  <a:lnTo>
                    <a:pt x="442903" y="465944"/>
                  </a:lnTo>
                  <a:lnTo>
                    <a:pt x="443571" y="484640"/>
                  </a:lnTo>
                  <a:lnTo>
                    <a:pt x="444239" y="456831"/>
                  </a:lnTo>
                  <a:lnTo>
                    <a:pt x="444907" y="479606"/>
                  </a:lnTo>
                  <a:lnTo>
                    <a:pt x="445576" y="463067"/>
                  </a:lnTo>
                  <a:lnTo>
                    <a:pt x="446244" y="424955"/>
                  </a:lnTo>
                  <a:lnTo>
                    <a:pt x="446912" y="405798"/>
                  </a:lnTo>
                  <a:lnTo>
                    <a:pt x="447580" y="348203"/>
                  </a:lnTo>
                  <a:lnTo>
                    <a:pt x="448248" y="310623"/>
                  </a:lnTo>
                  <a:lnTo>
                    <a:pt x="448916" y="298399"/>
                  </a:lnTo>
                  <a:lnTo>
                    <a:pt x="449584" y="256653"/>
                  </a:lnTo>
                  <a:lnTo>
                    <a:pt x="450252" y="255058"/>
                  </a:lnTo>
                  <a:lnTo>
                    <a:pt x="450920" y="253463"/>
                  </a:lnTo>
                  <a:lnTo>
                    <a:pt x="451588" y="286175"/>
                  </a:lnTo>
                  <a:lnTo>
                    <a:pt x="452256" y="301186"/>
                  </a:lnTo>
                  <a:lnTo>
                    <a:pt x="452924" y="278633"/>
                  </a:lnTo>
                  <a:lnTo>
                    <a:pt x="453592" y="253049"/>
                  </a:lnTo>
                  <a:lnTo>
                    <a:pt x="454260" y="264015"/>
                  </a:lnTo>
                  <a:lnTo>
                    <a:pt x="454928" y="303809"/>
                  </a:lnTo>
                  <a:lnTo>
                    <a:pt x="455596" y="302031"/>
                  </a:lnTo>
                  <a:lnTo>
                    <a:pt x="456264" y="339831"/>
                  </a:lnTo>
                  <a:lnTo>
                    <a:pt x="456932" y="403576"/>
                  </a:lnTo>
                  <a:lnTo>
                    <a:pt x="457600" y="391812"/>
                  </a:lnTo>
                  <a:lnTo>
                    <a:pt x="458268" y="421179"/>
                  </a:lnTo>
                  <a:lnTo>
                    <a:pt x="458936" y="408533"/>
                  </a:lnTo>
                  <a:lnTo>
                    <a:pt x="459604" y="433861"/>
                  </a:lnTo>
                  <a:lnTo>
                    <a:pt x="460272" y="430673"/>
                  </a:lnTo>
                  <a:lnTo>
                    <a:pt x="460940" y="429078"/>
                  </a:lnTo>
                  <a:lnTo>
                    <a:pt x="461608" y="426953"/>
                  </a:lnTo>
                  <a:lnTo>
                    <a:pt x="462276" y="429344"/>
                  </a:lnTo>
                  <a:lnTo>
                    <a:pt x="462944" y="422649"/>
                  </a:lnTo>
                  <a:lnTo>
                    <a:pt x="463612" y="448235"/>
                  </a:lnTo>
                  <a:lnTo>
                    <a:pt x="464280" y="465880"/>
                  </a:lnTo>
                  <a:lnTo>
                    <a:pt x="464948" y="465339"/>
                  </a:lnTo>
                  <a:lnTo>
                    <a:pt x="465616" y="450547"/>
                  </a:lnTo>
                  <a:lnTo>
                    <a:pt x="466284" y="441980"/>
                  </a:lnTo>
                  <a:lnTo>
                    <a:pt x="466952" y="431101"/>
                  </a:lnTo>
                  <a:lnTo>
                    <a:pt x="467620" y="436095"/>
                  </a:lnTo>
                  <a:lnTo>
                    <a:pt x="468288" y="421193"/>
                  </a:lnTo>
                  <a:lnTo>
                    <a:pt x="468956" y="424238"/>
                  </a:lnTo>
                  <a:lnTo>
                    <a:pt x="469624" y="379728"/>
                  </a:lnTo>
                  <a:lnTo>
                    <a:pt x="470293" y="393462"/>
                  </a:lnTo>
                  <a:lnTo>
                    <a:pt x="470961" y="413484"/>
                  </a:lnTo>
                  <a:lnTo>
                    <a:pt x="471629" y="450667"/>
                  </a:lnTo>
                  <a:lnTo>
                    <a:pt x="472297" y="445900"/>
                  </a:lnTo>
                  <a:lnTo>
                    <a:pt x="472965" y="470688"/>
                  </a:lnTo>
                  <a:lnTo>
                    <a:pt x="473633" y="485023"/>
                  </a:lnTo>
                  <a:lnTo>
                    <a:pt x="474301" y="443072"/>
                  </a:lnTo>
                  <a:lnTo>
                    <a:pt x="474969" y="443072"/>
                  </a:lnTo>
                  <a:lnTo>
                    <a:pt x="475637" y="433027"/>
                  </a:lnTo>
                  <a:lnTo>
                    <a:pt x="476305" y="419635"/>
                  </a:lnTo>
                  <a:lnTo>
                    <a:pt x="476973" y="405126"/>
                  </a:lnTo>
                  <a:lnTo>
                    <a:pt x="477641" y="405126"/>
                  </a:lnTo>
                  <a:lnTo>
                    <a:pt x="478309" y="453116"/>
                  </a:lnTo>
                  <a:lnTo>
                    <a:pt x="478977" y="472089"/>
                  </a:lnTo>
                  <a:lnTo>
                    <a:pt x="479645" y="496653"/>
                  </a:lnTo>
                  <a:lnTo>
                    <a:pt x="480313" y="482129"/>
                  </a:lnTo>
                  <a:lnTo>
                    <a:pt x="480981" y="450667"/>
                  </a:lnTo>
                  <a:lnTo>
                    <a:pt x="481649" y="464014"/>
                  </a:lnTo>
                  <a:lnTo>
                    <a:pt x="482317" y="471298"/>
                  </a:lnTo>
                  <a:lnTo>
                    <a:pt x="482985" y="479539"/>
                  </a:lnTo>
                  <a:lnTo>
                    <a:pt x="483653" y="479539"/>
                  </a:lnTo>
                  <a:lnTo>
                    <a:pt x="484321" y="485033"/>
                  </a:lnTo>
                  <a:lnTo>
                    <a:pt x="484989" y="497853"/>
                  </a:lnTo>
                  <a:lnTo>
                    <a:pt x="485657" y="511588"/>
                  </a:lnTo>
                  <a:lnTo>
                    <a:pt x="486325" y="522577"/>
                  </a:lnTo>
                  <a:lnTo>
                    <a:pt x="486993" y="534481"/>
                  </a:lnTo>
                  <a:lnTo>
                    <a:pt x="487661" y="534481"/>
                  </a:lnTo>
                  <a:lnTo>
                    <a:pt x="488329" y="534481"/>
                  </a:lnTo>
                  <a:lnTo>
                    <a:pt x="488997" y="534481"/>
                  </a:lnTo>
                  <a:lnTo>
                    <a:pt x="489665" y="539933"/>
                  </a:lnTo>
                  <a:lnTo>
                    <a:pt x="490333" y="552681"/>
                  </a:lnTo>
                  <a:lnTo>
                    <a:pt x="490993" y="5837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8782902" y="1792681"/>
              <a:ext cx="43171" cy="273607"/>
            </a:xfrm>
            <a:custGeom>
              <a:avLst/>
              <a:pathLst>
                <a:path w="43171" h="273607">
                  <a:moveTo>
                    <a:pt x="0" y="273607"/>
                  </a:moveTo>
                  <a:lnTo>
                    <a:pt x="488" y="272516"/>
                  </a:lnTo>
                  <a:lnTo>
                    <a:pt x="1156" y="273558"/>
                  </a:lnTo>
                  <a:lnTo>
                    <a:pt x="1824" y="273558"/>
                  </a:lnTo>
                  <a:lnTo>
                    <a:pt x="2492" y="273558"/>
                  </a:lnTo>
                  <a:lnTo>
                    <a:pt x="3160" y="273558"/>
                  </a:lnTo>
                  <a:lnTo>
                    <a:pt x="3828" y="273558"/>
                  </a:lnTo>
                  <a:lnTo>
                    <a:pt x="4496" y="273558"/>
                  </a:lnTo>
                  <a:lnTo>
                    <a:pt x="5164" y="273558"/>
                  </a:lnTo>
                  <a:lnTo>
                    <a:pt x="5832" y="273558"/>
                  </a:lnTo>
                  <a:lnTo>
                    <a:pt x="6500" y="273558"/>
                  </a:lnTo>
                  <a:lnTo>
                    <a:pt x="7168" y="273558"/>
                  </a:lnTo>
                  <a:lnTo>
                    <a:pt x="7836" y="262398"/>
                  </a:lnTo>
                  <a:lnTo>
                    <a:pt x="8505" y="251237"/>
                  </a:lnTo>
                  <a:lnTo>
                    <a:pt x="9173" y="251237"/>
                  </a:lnTo>
                  <a:lnTo>
                    <a:pt x="9841" y="251237"/>
                  </a:lnTo>
                  <a:lnTo>
                    <a:pt x="10509" y="237844"/>
                  </a:lnTo>
                  <a:lnTo>
                    <a:pt x="11177" y="228916"/>
                  </a:lnTo>
                  <a:lnTo>
                    <a:pt x="11845" y="228916"/>
                  </a:lnTo>
                  <a:lnTo>
                    <a:pt x="12513" y="222220"/>
                  </a:lnTo>
                  <a:lnTo>
                    <a:pt x="13181" y="203247"/>
                  </a:lnTo>
                  <a:lnTo>
                    <a:pt x="13849" y="212494"/>
                  </a:lnTo>
                  <a:lnTo>
                    <a:pt x="14517" y="186294"/>
                  </a:lnTo>
                  <a:lnTo>
                    <a:pt x="15185" y="163165"/>
                  </a:lnTo>
                  <a:lnTo>
                    <a:pt x="15853" y="151089"/>
                  </a:lnTo>
                  <a:lnTo>
                    <a:pt x="16521" y="151089"/>
                  </a:lnTo>
                  <a:lnTo>
                    <a:pt x="17189" y="151089"/>
                  </a:lnTo>
                  <a:lnTo>
                    <a:pt x="17857" y="134607"/>
                  </a:lnTo>
                  <a:lnTo>
                    <a:pt x="18525" y="135950"/>
                  </a:lnTo>
                  <a:lnTo>
                    <a:pt x="19193" y="106961"/>
                  </a:lnTo>
                  <a:lnTo>
                    <a:pt x="19861" y="59552"/>
                  </a:lnTo>
                  <a:lnTo>
                    <a:pt x="20529" y="34245"/>
                  </a:lnTo>
                  <a:lnTo>
                    <a:pt x="21197" y="40625"/>
                  </a:lnTo>
                  <a:lnTo>
                    <a:pt x="21865" y="40625"/>
                  </a:lnTo>
                  <a:lnTo>
                    <a:pt x="22533" y="35042"/>
                  </a:lnTo>
                  <a:lnTo>
                    <a:pt x="23201" y="18294"/>
                  </a:lnTo>
                  <a:lnTo>
                    <a:pt x="23869" y="21786"/>
                  </a:lnTo>
                  <a:lnTo>
                    <a:pt x="24537" y="47499"/>
                  </a:lnTo>
                  <a:lnTo>
                    <a:pt x="25205" y="26555"/>
                  </a:lnTo>
                  <a:lnTo>
                    <a:pt x="25873" y="37543"/>
                  </a:lnTo>
                  <a:lnTo>
                    <a:pt x="26541" y="10072"/>
                  </a:lnTo>
                  <a:lnTo>
                    <a:pt x="27209" y="3662"/>
                  </a:lnTo>
                  <a:lnTo>
                    <a:pt x="27877" y="0"/>
                  </a:lnTo>
                  <a:lnTo>
                    <a:pt x="28545" y="28049"/>
                  </a:lnTo>
                  <a:lnTo>
                    <a:pt x="29213" y="58538"/>
                  </a:lnTo>
                  <a:lnTo>
                    <a:pt x="29881" y="111518"/>
                  </a:lnTo>
                  <a:lnTo>
                    <a:pt x="30549" y="117311"/>
                  </a:lnTo>
                  <a:lnTo>
                    <a:pt x="31217" y="117311"/>
                  </a:lnTo>
                  <a:lnTo>
                    <a:pt x="31885" y="117311"/>
                  </a:lnTo>
                  <a:lnTo>
                    <a:pt x="32553" y="131820"/>
                  </a:lnTo>
                  <a:lnTo>
                    <a:pt x="33222" y="174230"/>
                  </a:lnTo>
                  <a:lnTo>
                    <a:pt x="33890" y="184274"/>
                  </a:lnTo>
                  <a:lnTo>
                    <a:pt x="34558" y="184274"/>
                  </a:lnTo>
                  <a:lnTo>
                    <a:pt x="35226" y="184274"/>
                  </a:lnTo>
                  <a:lnTo>
                    <a:pt x="35894" y="188738"/>
                  </a:lnTo>
                  <a:lnTo>
                    <a:pt x="36562" y="222220"/>
                  </a:lnTo>
                  <a:lnTo>
                    <a:pt x="37230" y="230032"/>
                  </a:lnTo>
                  <a:lnTo>
                    <a:pt x="37898" y="265746"/>
                  </a:lnTo>
                  <a:lnTo>
                    <a:pt x="38566" y="273558"/>
                  </a:lnTo>
                  <a:lnTo>
                    <a:pt x="39234" y="267978"/>
                  </a:lnTo>
                  <a:lnTo>
                    <a:pt x="39902" y="251237"/>
                  </a:lnTo>
                  <a:lnTo>
                    <a:pt x="40570" y="251237"/>
                  </a:lnTo>
                  <a:lnTo>
                    <a:pt x="41238" y="228916"/>
                  </a:lnTo>
                  <a:lnTo>
                    <a:pt x="41906" y="228916"/>
                  </a:lnTo>
                  <a:lnTo>
                    <a:pt x="42574" y="254939"/>
                  </a:lnTo>
                  <a:lnTo>
                    <a:pt x="43171" y="27360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8829181" y="2061117"/>
              <a:ext cx="3507" cy="5171"/>
            </a:xfrm>
            <a:custGeom>
              <a:avLst/>
              <a:pathLst>
                <a:path w="3507" h="5171">
                  <a:moveTo>
                    <a:pt x="0" y="5171"/>
                  </a:moveTo>
                  <a:lnTo>
                    <a:pt x="303" y="0"/>
                  </a:lnTo>
                  <a:lnTo>
                    <a:pt x="971" y="0"/>
                  </a:lnTo>
                  <a:lnTo>
                    <a:pt x="1639" y="0"/>
                  </a:lnTo>
                  <a:lnTo>
                    <a:pt x="2307" y="0"/>
                  </a:lnTo>
                  <a:lnTo>
                    <a:pt x="2975" y="3160"/>
                  </a:lnTo>
                  <a:lnTo>
                    <a:pt x="3507" y="51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8832885" y="2061117"/>
              <a:ext cx="779" cy="5171"/>
            </a:xfrm>
            <a:custGeom>
              <a:avLst/>
              <a:pathLst>
                <a:path w="779" h="5171">
                  <a:moveTo>
                    <a:pt x="0" y="5171"/>
                  </a:moveTo>
                  <a:lnTo>
                    <a:pt x="607" y="0"/>
                  </a:lnTo>
                  <a:lnTo>
                    <a:pt x="779" y="517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8835230" y="1997913"/>
              <a:ext cx="17333" cy="68376"/>
            </a:xfrm>
            <a:custGeom>
              <a:avLst/>
              <a:pathLst>
                <a:path w="17333" h="68376">
                  <a:moveTo>
                    <a:pt x="0" y="68376"/>
                  </a:moveTo>
                  <a:lnTo>
                    <a:pt x="266" y="63204"/>
                  </a:lnTo>
                  <a:lnTo>
                    <a:pt x="934" y="58147"/>
                  </a:lnTo>
                  <a:lnTo>
                    <a:pt x="1602" y="32594"/>
                  </a:lnTo>
                  <a:lnTo>
                    <a:pt x="2270" y="15293"/>
                  </a:lnTo>
                  <a:lnTo>
                    <a:pt x="2939" y="33270"/>
                  </a:lnTo>
                  <a:lnTo>
                    <a:pt x="3607" y="28393"/>
                  </a:lnTo>
                  <a:lnTo>
                    <a:pt x="4275" y="42749"/>
                  </a:lnTo>
                  <a:lnTo>
                    <a:pt x="4943" y="36865"/>
                  </a:lnTo>
                  <a:lnTo>
                    <a:pt x="5611" y="3788"/>
                  </a:lnTo>
                  <a:lnTo>
                    <a:pt x="6279" y="1404"/>
                  </a:lnTo>
                  <a:lnTo>
                    <a:pt x="6947" y="4430"/>
                  </a:lnTo>
                  <a:lnTo>
                    <a:pt x="7615" y="0"/>
                  </a:lnTo>
                  <a:lnTo>
                    <a:pt x="8283" y="11906"/>
                  </a:lnTo>
                  <a:lnTo>
                    <a:pt x="8951" y="11906"/>
                  </a:lnTo>
                  <a:lnTo>
                    <a:pt x="9619" y="19044"/>
                  </a:lnTo>
                  <a:lnTo>
                    <a:pt x="10287" y="12501"/>
                  </a:lnTo>
                  <a:lnTo>
                    <a:pt x="10955" y="16665"/>
                  </a:lnTo>
                  <a:lnTo>
                    <a:pt x="11623" y="20857"/>
                  </a:lnTo>
                  <a:lnTo>
                    <a:pt x="12291" y="25281"/>
                  </a:lnTo>
                  <a:lnTo>
                    <a:pt x="12959" y="14489"/>
                  </a:lnTo>
                  <a:lnTo>
                    <a:pt x="13627" y="14489"/>
                  </a:lnTo>
                  <a:lnTo>
                    <a:pt x="14295" y="14489"/>
                  </a:lnTo>
                  <a:lnTo>
                    <a:pt x="14963" y="34606"/>
                  </a:lnTo>
                  <a:lnTo>
                    <a:pt x="15631" y="55920"/>
                  </a:lnTo>
                  <a:lnTo>
                    <a:pt x="16299" y="58438"/>
                  </a:lnTo>
                  <a:lnTo>
                    <a:pt x="16967" y="54711"/>
                  </a:lnTo>
                  <a:lnTo>
                    <a:pt x="17333" y="6837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8853622" y="2021598"/>
              <a:ext cx="55359" cy="44691"/>
            </a:xfrm>
            <a:custGeom>
              <a:avLst/>
              <a:pathLst>
                <a:path w="55359" h="44691">
                  <a:moveTo>
                    <a:pt x="0" y="44691"/>
                  </a:moveTo>
                  <a:lnTo>
                    <a:pt x="579" y="42074"/>
                  </a:lnTo>
                  <a:lnTo>
                    <a:pt x="1247" y="22321"/>
                  </a:lnTo>
                  <a:lnTo>
                    <a:pt x="1915" y="43526"/>
                  </a:lnTo>
                  <a:lnTo>
                    <a:pt x="2583" y="44642"/>
                  </a:lnTo>
                  <a:lnTo>
                    <a:pt x="3251" y="44642"/>
                  </a:lnTo>
                  <a:lnTo>
                    <a:pt x="3919" y="44642"/>
                  </a:lnTo>
                  <a:lnTo>
                    <a:pt x="4587" y="44642"/>
                  </a:lnTo>
                  <a:lnTo>
                    <a:pt x="5255" y="44642"/>
                  </a:lnTo>
                  <a:lnTo>
                    <a:pt x="5923" y="44642"/>
                  </a:lnTo>
                  <a:lnTo>
                    <a:pt x="6591" y="44642"/>
                  </a:lnTo>
                  <a:lnTo>
                    <a:pt x="7259" y="44642"/>
                  </a:lnTo>
                  <a:lnTo>
                    <a:pt x="7927" y="44642"/>
                  </a:lnTo>
                  <a:lnTo>
                    <a:pt x="8595" y="44642"/>
                  </a:lnTo>
                  <a:lnTo>
                    <a:pt x="9263" y="44642"/>
                  </a:lnTo>
                  <a:lnTo>
                    <a:pt x="9931" y="44642"/>
                  </a:lnTo>
                  <a:lnTo>
                    <a:pt x="10599" y="44642"/>
                  </a:lnTo>
                  <a:lnTo>
                    <a:pt x="11267" y="44642"/>
                  </a:lnTo>
                  <a:lnTo>
                    <a:pt x="11935" y="44642"/>
                  </a:lnTo>
                  <a:lnTo>
                    <a:pt x="12603" y="44642"/>
                  </a:lnTo>
                  <a:lnTo>
                    <a:pt x="13271" y="44642"/>
                  </a:lnTo>
                  <a:lnTo>
                    <a:pt x="13939" y="44642"/>
                  </a:lnTo>
                  <a:lnTo>
                    <a:pt x="14607" y="44642"/>
                  </a:lnTo>
                  <a:lnTo>
                    <a:pt x="15275" y="44642"/>
                  </a:lnTo>
                  <a:lnTo>
                    <a:pt x="15943" y="44642"/>
                  </a:lnTo>
                  <a:lnTo>
                    <a:pt x="16612" y="44642"/>
                  </a:lnTo>
                  <a:lnTo>
                    <a:pt x="17280" y="44642"/>
                  </a:lnTo>
                  <a:lnTo>
                    <a:pt x="17948" y="44642"/>
                  </a:lnTo>
                  <a:lnTo>
                    <a:pt x="18616" y="44642"/>
                  </a:lnTo>
                  <a:lnTo>
                    <a:pt x="19284" y="44642"/>
                  </a:lnTo>
                  <a:lnTo>
                    <a:pt x="19952" y="44642"/>
                  </a:lnTo>
                  <a:lnTo>
                    <a:pt x="20620" y="44642"/>
                  </a:lnTo>
                  <a:lnTo>
                    <a:pt x="21288" y="44642"/>
                  </a:lnTo>
                  <a:lnTo>
                    <a:pt x="21956" y="44642"/>
                  </a:lnTo>
                  <a:lnTo>
                    <a:pt x="22624" y="32365"/>
                  </a:lnTo>
                  <a:lnTo>
                    <a:pt x="23292" y="22321"/>
                  </a:lnTo>
                  <a:lnTo>
                    <a:pt x="23960" y="1116"/>
                  </a:lnTo>
                  <a:lnTo>
                    <a:pt x="24628" y="0"/>
                  </a:lnTo>
                  <a:lnTo>
                    <a:pt x="25296" y="0"/>
                  </a:lnTo>
                  <a:lnTo>
                    <a:pt x="25964" y="0"/>
                  </a:lnTo>
                  <a:lnTo>
                    <a:pt x="26632" y="0"/>
                  </a:lnTo>
                  <a:lnTo>
                    <a:pt x="27300" y="0"/>
                  </a:lnTo>
                  <a:lnTo>
                    <a:pt x="27968" y="0"/>
                  </a:lnTo>
                  <a:lnTo>
                    <a:pt x="28636" y="0"/>
                  </a:lnTo>
                  <a:lnTo>
                    <a:pt x="29304" y="0"/>
                  </a:lnTo>
                  <a:lnTo>
                    <a:pt x="29972" y="0"/>
                  </a:lnTo>
                  <a:lnTo>
                    <a:pt x="30640" y="0"/>
                  </a:lnTo>
                  <a:lnTo>
                    <a:pt x="31308" y="0"/>
                  </a:lnTo>
                  <a:lnTo>
                    <a:pt x="31976" y="0"/>
                  </a:lnTo>
                  <a:lnTo>
                    <a:pt x="32644" y="12276"/>
                  </a:lnTo>
                  <a:lnTo>
                    <a:pt x="33312" y="22321"/>
                  </a:lnTo>
                  <a:lnTo>
                    <a:pt x="33980" y="43526"/>
                  </a:lnTo>
                  <a:lnTo>
                    <a:pt x="34648" y="44642"/>
                  </a:lnTo>
                  <a:lnTo>
                    <a:pt x="35316" y="44642"/>
                  </a:lnTo>
                  <a:lnTo>
                    <a:pt x="35984" y="44642"/>
                  </a:lnTo>
                  <a:lnTo>
                    <a:pt x="36652" y="44642"/>
                  </a:lnTo>
                  <a:lnTo>
                    <a:pt x="37320" y="44642"/>
                  </a:lnTo>
                  <a:lnTo>
                    <a:pt x="37988" y="44642"/>
                  </a:lnTo>
                  <a:lnTo>
                    <a:pt x="38656" y="44642"/>
                  </a:lnTo>
                  <a:lnTo>
                    <a:pt x="39324" y="44642"/>
                  </a:lnTo>
                  <a:lnTo>
                    <a:pt x="39992" y="44642"/>
                  </a:lnTo>
                  <a:lnTo>
                    <a:pt x="40660" y="44642"/>
                  </a:lnTo>
                  <a:lnTo>
                    <a:pt x="41329" y="44642"/>
                  </a:lnTo>
                  <a:lnTo>
                    <a:pt x="41997" y="44642"/>
                  </a:lnTo>
                  <a:lnTo>
                    <a:pt x="42665" y="44642"/>
                  </a:lnTo>
                  <a:lnTo>
                    <a:pt x="43333" y="44642"/>
                  </a:lnTo>
                  <a:lnTo>
                    <a:pt x="44001" y="44642"/>
                  </a:lnTo>
                  <a:lnTo>
                    <a:pt x="44669" y="44642"/>
                  </a:lnTo>
                  <a:lnTo>
                    <a:pt x="45337" y="44642"/>
                  </a:lnTo>
                  <a:lnTo>
                    <a:pt x="46005" y="44642"/>
                  </a:lnTo>
                  <a:lnTo>
                    <a:pt x="46673" y="44642"/>
                  </a:lnTo>
                  <a:lnTo>
                    <a:pt x="47341" y="44642"/>
                  </a:lnTo>
                  <a:lnTo>
                    <a:pt x="48009" y="44642"/>
                  </a:lnTo>
                  <a:lnTo>
                    <a:pt x="48677" y="44642"/>
                  </a:lnTo>
                  <a:lnTo>
                    <a:pt x="49345" y="44642"/>
                  </a:lnTo>
                  <a:lnTo>
                    <a:pt x="50013" y="44642"/>
                  </a:lnTo>
                  <a:lnTo>
                    <a:pt x="50681" y="44642"/>
                  </a:lnTo>
                  <a:lnTo>
                    <a:pt x="51349" y="44642"/>
                  </a:lnTo>
                  <a:lnTo>
                    <a:pt x="52017" y="44642"/>
                  </a:lnTo>
                  <a:lnTo>
                    <a:pt x="52685" y="44642"/>
                  </a:lnTo>
                  <a:lnTo>
                    <a:pt x="53353" y="44642"/>
                  </a:lnTo>
                  <a:lnTo>
                    <a:pt x="54021" y="44642"/>
                  </a:lnTo>
                  <a:lnTo>
                    <a:pt x="54689" y="44642"/>
                  </a:lnTo>
                  <a:lnTo>
                    <a:pt x="55357" y="44642"/>
                  </a:lnTo>
                  <a:lnTo>
                    <a:pt x="55359" y="4469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8919152" y="1870515"/>
              <a:ext cx="79342" cy="195773"/>
            </a:xfrm>
            <a:custGeom>
              <a:avLst/>
              <a:pathLst>
                <a:path w="79342" h="195773">
                  <a:moveTo>
                    <a:pt x="0" y="195773"/>
                  </a:moveTo>
                  <a:lnTo>
                    <a:pt x="515" y="174567"/>
                  </a:lnTo>
                  <a:lnTo>
                    <a:pt x="1183" y="132171"/>
                  </a:lnTo>
                  <a:lnTo>
                    <a:pt x="1851" y="109883"/>
                  </a:lnTo>
                  <a:lnTo>
                    <a:pt x="2519" y="93401"/>
                  </a:lnTo>
                  <a:lnTo>
                    <a:pt x="3187" y="91569"/>
                  </a:lnTo>
                  <a:lnTo>
                    <a:pt x="3855" y="91569"/>
                  </a:lnTo>
                  <a:lnTo>
                    <a:pt x="4523" y="91569"/>
                  </a:lnTo>
                  <a:lnTo>
                    <a:pt x="5191" y="89033"/>
                  </a:lnTo>
                  <a:lnTo>
                    <a:pt x="5859" y="78995"/>
                  </a:lnTo>
                  <a:lnTo>
                    <a:pt x="6527" y="39477"/>
                  </a:lnTo>
                  <a:lnTo>
                    <a:pt x="7195" y="39477"/>
                  </a:lnTo>
                  <a:lnTo>
                    <a:pt x="7863" y="39477"/>
                  </a:lnTo>
                  <a:lnTo>
                    <a:pt x="8531" y="39477"/>
                  </a:lnTo>
                  <a:lnTo>
                    <a:pt x="9199" y="62914"/>
                  </a:lnTo>
                  <a:lnTo>
                    <a:pt x="9867" y="84119"/>
                  </a:lnTo>
                  <a:lnTo>
                    <a:pt x="10535" y="120949"/>
                  </a:lnTo>
                  <a:lnTo>
                    <a:pt x="11203" y="173403"/>
                  </a:lnTo>
                  <a:lnTo>
                    <a:pt x="11871" y="173403"/>
                  </a:lnTo>
                  <a:lnTo>
                    <a:pt x="12540" y="193492"/>
                  </a:lnTo>
                  <a:lnTo>
                    <a:pt x="13208" y="195724"/>
                  </a:lnTo>
                  <a:lnTo>
                    <a:pt x="13876" y="195724"/>
                  </a:lnTo>
                  <a:lnTo>
                    <a:pt x="14544" y="195724"/>
                  </a:lnTo>
                  <a:lnTo>
                    <a:pt x="15212" y="195724"/>
                  </a:lnTo>
                  <a:lnTo>
                    <a:pt x="15880" y="195724"/>
                  </a:lnTo>
                  <a:lnTo>
                    <a:pt x="16548" y="195724"/>
                  </a:lnTo>
                  <a:lnTo>
                    <a:pt x="17216" y="195724"/>
                  </a:lnTo>
                  <a:lnTo>
                    <a:pt x="17884" y="195724"/>
                  </a:lnTo>
                  <a:lnTo>
                    <a:pt x="18552" y="195724"/>
                  </a:lnTo>
                  <a:lnTo>
                    <a:pt x="19220" y="195724"/>
                  </a:lnTo>
                  <a:lnTo>
                    <a:pt x="19888" y="195724"/>
                  </a:lnTo>
                  <a:lnTo>
                    <a:pt x="20556" y="195724"/>
                  </a:lnTo>
                  <a:lnTo>
                    <a:pt x="21224" y="195724"/>
                  </a:lnTo>
                  <a:lnTo>
                    <a:pt x="21892" y="195724"/>
                  </a:lnTo>
                  <a:lnTo>
                    <a:pt x="22560" y="195724"/>
                  </a:lnTo>
                  <a:lnTo>
                    <a:pt x="23228" y="191260"/>
                  </a:lnTo>
                  <a:lnTo>
                    <a:pt x="23896" y="173403"/>
                  </a:lnTo>
                  <a:lnTo>
                    <a:pt x="24564" y="161126"/>
                  </a:lnTo>
                  <a:lnTo>
                    <a:pt x="25232" y="134341"/>
                  </a:lnTo>
                  <a:lnTo>
                    <a:pt x="25900" y="106440"/>
                  </a:lnTo>
                  <a:lnTo>
                    <a:pt x="26568" y="106440"/>
                  </a:lnTo>
                  <a:lnTo>
                    <a:pt x="27236" y="106440"/>
                  </a:lnTo>
                  <a:lnTo>
                    <a:pt x="27904" y="106440"/>
                  </a:lnTo>
                  <a:lnTo>
                    <a:pt x="28572" y="87467"/>
                  </a:lnTo>
                  <a:lnTo>
                    <a:pt x="29240" y="81887"/>
                  </a:lnTo>
                  <a:lnTo>
                    <a:pt x="29908" y="51754"/>
                  </a:lnTo>
                  <a:lnTo>
                    <a:pt x="30576" y="56348"/>
                  </a:lnTo>
                  <a:lnTo>
                    <a:pt x="31244" y="43629"/>
                  </a:lnTo>
                  <a:lnTo>
                    <a:pt x="31912" y="44611"/>
                  </a:lnTo>
                  <a:lnTo>
                    <a:pt x="32580" y="20145"/>
                  </a:lnTo>
                  <a:lnTo>
                    <a:pt x="33248" y="0"/>
                  </a:lnTo>
                  <a:lnTo>
                    <a:pt x="33916" y="0"/>
                  </a:lnTo>
                  <a:lnTo>
                    <a:pt x="34584" y="10072"/>
                  </a:lnTo>
                  <a:lnTo>
                    <a:pt x="35252" y="32049"/>
                  </a:lnTo>
                  <a:lnTo>
                    <a:pt x="35920" y="54941"/>
                  </a:lnTo>
                  <a:lnTo>
                    <a:pt x="36588" y="54941"/>
                  </a:lnTo>
                  <a:lnTo>
                    <a:pt x="37257" y="54941"/>
                  </a:lnTo>
                  <a:lnTo>
                    <a:pt x="37925" y="54941"/>
                  </a:lnTo>
                  <a:lnTo>
                    <a:pt x="38593" y="70508"/>
                  </a:lnTo>
                  <a:lnTo>
                    <a:pt x="39261" y="70508"/>
                  </a:lnTo>
                  <a:lnTo>
                    <a:pt x="39929" y="81496"/>
                  </a:lnTo>
                  <a:lnTo>
                    <a:pt x="40597" y="102740"/>
                  </a:lnTo>
                  <a:lnTo>
                    <a:pt x="41265" y="119901"/>
                  </a:lnTo>
                  <a:lnTo>
                    <a:pt x="41933" y="117405"/>
                  </a:lnTo>
                  <a:lnTo>
                    <a:pt x="42601" y="104208"/>
                  </a:lnTo>
                  <a:lnTo>
                    <a:pt x="43269" y="133225"/>
                  </a:lnTo>
                  <a:lnTo>
                    <a:pt x="43937" y="151082"/>
                  </a:lnTo>
                  <a:lnTo>
                    <a:pt x="44605" y="151082"/>
                  </a:lnTo>
                  <a:lnTo>
                    <a:pt x="45273" y="151082"/>
                  </a:lnTo>
                  <a:lnTo>
                    <a:pt x="45941" y="151082"/>
                  </a:lnTo>
                  <a:lnTo>
                    <a:pt x="46609" y="151082"/>
                  </a:lnTo>
                  <a:lnTo>
                    <a:pt x="47277" y="151082"/>
                  </a:lnTo>
                  <a:lnTo>
                    <a:pt x="47945" y="151082"/>
                  </a:lnTo>
                  <a:lnTo>
                    <a:pt x="48613" y="151082"/>
                  </a:lnTo>
                  <a:lnTo>
                    <a:pt x="49281" y="156662"/>
                  </a:lnTo>
                  <a:lnTo>
                    <a:pt x="49949" y="173403"/>
                  </a:lnTo>
                  <a:lnTo>
                    <a:pt x="50617" y="173403"/>
                  </a:lnTo>
                  <a:lnTo>
                    <a:pt x="51285" y="173403"/>
                  </a:lnTo>
                  <a:lnTo>
                    <a:pt x="51953" y="181215"/>
                  </a:lnTo>
                  <a:lnTo>
                    <a:pt x="52621" y="195724"/>
                  </a:lnTo>
                  <a:lnTo>
                    <a:pt x="53289" y="195724"/>
                  </a:lnTo>
                  <a:lnTo>
                    <a:pt x="53957" y="195724"/>
                  </a:lnTo>
                  <a:lnTo>
                    <a:pt x="54625" y="195724"/>
                  </a:lnTo>
                  <a:lnTo>
                    <a:pt x="55293" y="195724"/>
                  </a:lnTo>
                  <a:lnTo>
                    <a:pt x="55961" y="195724"/>
                  </a:lnTo>
                  <a:lnTo>
                    <a:pt x="56629" y="195724"/>
                  </a:lnTo>
                  <a:lnTo>
                    <a:pt x="57297" y="195724"/>
                  </a:lnTo>
                  <a:lnTo>
                    <a:pt x="57965" y="195724"/>
                  </a:lnTo>
                  <a:lnTo>
                    <a:pt x="58633" y="185680"/>
                  </a:lnTo>
                  <a:lnTo>
                    <a:pt x="59301" y="160010"/>
                  </a:lnTo>
                  <a:lnTo>
                    <a:pt x="59969" y="137689"/>
                  </a:lnTo>
                  <a:lnTo>
                    <a:pt x="60637" y="128761"/>
                  </a:lnTo>
                  <a:lnTo>
                    <a:pt x="61305" y="128761"/>
                  </a:lnTo>
                  <a:lnTo>
                    <a:pt x="61974" y="91931"/>
                  </a:lnTo>
                  <a:lnTo>
                    <a:pt x="62642" y="84119"/>
                  </a:lnTo>
                  <a:lnTo>
                    <a:pt x="63310" y="78539"/>
                  </a:lnTo>
                  <a:lnTo>
                    <a:pt x="63978" y="43941"/>
                  </a:lnTo>
                  <a:lnTo>
                    <a:pt x="64646" y="39477"/>
                  </a:lnTo>
                  <a:lnTo>
                    <a:pt x="65314" y="39477"/>
                  </a:lnTo>
                  <a:lnTo>
                    <a:pt x="65982" y="39477"/>
                  </a:lnTo>
                  <a:lnTo>
                    <a:pt x="66650" y="39477"/>
                  </a:lnTo>
                  <a:lnTo>
                    <a:pt x="67318" y="39477"/>
                  </a:lnTo>
                  <a:lnTo>
                    <a:pt x="67986" y="39477"/>
                  </a:lnTo>
                  <a:lnTo>
                    <a:pt x="68654" y="49521"/>
                  </a:lnTo>
                  <a:lnTo>
                    <a:pt x="69322" y="75191"/>
                  </a:lnTo>
                  <a:lnTo>
                    <a:pt x="69990" y="97512"/>
                  </a:lnTo>
                  <a:lnTo>
                    <a:pt x="70658" y="106440"/>
                  </a:lnTo>
                  <a:lnTo>
                    <a:pt x="71326" y="106440"/>
                  </a:lnTo>
                  <a:lnTo>
                    <a:pt x="71994" y="143270"/>
                  </a:lnTo>
                  <a:lnTo>
                    <a:pt x="72662" y="151082"/>
                  </a:lnTo>
                  <a:lnTo>
                    <a:pt x="73330" y="156662"/>
                  </a:lnTo>
                  <a:lnTo>
                    <a:pt x="73998" y="191260"/>
                  </a:lnTo>
                  <a:lnTo>
                    <a:pt x="74666" y="195724"/>
                  </a:lnTo>
                  <a:lnTo>
                    <a:pt x="75334" y="195724"/>
                  </a:lnTo>
                  <a:lnTo>
                    <a:pt x="76002" y="195724"/>
                  </a:lnTo>
                  <a:lnTo>
                    <a:pt x="76670" y="195724"/>
                  </a:lnTo>
                  <a:lnTo>
                    <a:pt x="77338" y="195724"/>
                  </a:lnTo>
                  <a:lnTo>
                    <a:pt x="78006" y="195724"/>
                  </a:lnTo>
                  <a:lnTo>
                    <a:pt x="78674" y="195724"/>
                  </a:lnTo>
                  <a:lnTo>
                    <a:pt x="79342" y="195724"/>
                  </a:lnTo>
                  <a:lnTo>
                    <a:pt x="79342" y="1957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22770" y="630999"/>
              <a:ext cx="8375725" cy="1435289"/>
            </a:xfrm>
            <a:custGeom>
              <a:avLst/>
              <a:pathLst>
                <a:path w="8375725" h="1435289">
                  <a:moveTo>
                    <a:pt x="0" y="1435240"/>
                  </a:moveTo>
                  <a:lnTo>
                    <a:pt x="668" y="1435240"/>
                  </a:lnTo>
                  <a:lnTo>
                    <a:pt x="1336" y="1435240"/>
                  </a:lnTo>
                  <a:lnTo>
                    <a:pt x="2004" y="1435240"/>
                  </a:lnTo>
                  <a:lnTo>
                    <a:pt x="2672" y="1435240"/>
                  </a:lnTo>
                  <a:lnTo>
                    <a:pt x="3340" y="1435240"/>
                  </a:lnTo>
                  <a:lnTo>
                    <a:pt x="4008" y="1435240"/>
                  </a:lnTo>
                  <a:lnTo>
                    <a:pt x="4676" y="1435240"/>
                  </a:lnTo>
                  <a:lnTo>
                    <a:pt x="5344" y="1435240"/>
                  </a:lnTo>
                  <a:lnTo>
                    <a:pt x="6012" y="1435240"/>
                  </a:lnTo>
                  <a:lnTo>
                    <a:pt x="6680" y="1435240"/>
                  </a:lnTo>
                  <a:lnTo>
                    <a:pt x="7348" y="1435240"/>
                  </a:lnTo>
                  <a:lnTo>
                    <a:pt x="8016" y="1435240"/>
                  </a:lnTo>
                  <a:lnTo>
                    <a:pt x="8684" y="1435240"/>
                  </a:lnTo>
                  <a:lnTo>
                    <a:pt x="9352" y="1435240"/>
                  </a:lnTo>
                  <a:lnTo>
                    <a:pt x="10020" y="1435240"/>
                  </a:lnTo>
                  <a:lnTo>
                    <a:pt x="10688" y="1435240"/>
                  </a:lnTo>
                  <a:lnTo>
                    <a:pt x="11356" y="1435240"/>
                  </a:lnTo>
                  <a:lnTo>
                    <a:pt x="12024" y="1435240"/>
                  </a:lnTo>
                  <a:lnTo>
                    <a:pt x="12692" y="1435240"/>
                  </a:lnTo>
                  <a:lnTo>
                    <a:pt x="13360" y="1435240"/>
                  </a:lnTo>
                  <a:lnTo>
                    <a:pt x="14028" y="1435289"/>
                  </a:lnTo>
                  <a:lnTo>
                    <a:pt x="14696" y="1435289"/>
                  </a:lnTo>
                  <a:lnTo>
                    <a:pt x="15364" y="1435289"/>
                  </a:lnTo>
                  <a:lnTo>
                    <a:pt x="16032" y="1435289"/>
                  </a:lnTo>
                  <a:lnTo>
                    <a:pt x="16700" y="1435289"/>
                  </a:lnTo>
                  <a:lnTo>
                    <a:pt x="17368" y="1435289"/>
                  </a:lnTo>
                  <a:lnTo>
                    <a:pt x="18036" y="1435289"/>
                  </a:lnTo>
                  <a:lnTo>
                    <a:pt x="18704" y="1435289"/>
                  </a:lnTo>
                  <a:lnTo>
                    <a:pt x="19372" y="1435289"/>
                  </a:lnTo>
                  <a:lnTo>
                    <a:pt x="20040" y="1435289"/>
                  </a:lnTo>
                  <a:lnTo>
                    <a:pt x="20708" y="1435289"/>
                  </a:lnTo>
                  <a:lnTo>
                    <a:pt x="21376" y="1435289"/>
                  </a:lnTo>
                  <a:lnTo>
                    <a:pt x="22044" y="1435289"/>
                  </a:lnTo>
                  <a:lnTo>
                    <a:pt x="22712" y="1435289"/>
                  </a:lnTo>
                  <a:lnTo>
                    <a:pt x="23380" y="1435289"/>
                  </a:lnTo>
                  <a:lnTo>
                    <a:pt x="24048" y="1435289"/>
                  </a:lnTo>
                  <a:lnTo>
                    <a:pt x="24717" y="1435289"/>
                  </a:lnTo>
                  <a:lnTo>
                    <a:pt x="25385" y="1435289"/>
                  </a:lnTo>
                  <a:lnTo>
                    <a:pt x="26053" y="1435289"/>
                  </a:lnTo>
                  <a:lnTo>
                    <a:pt x="26721" y="1435289"/>
                  </a:lnTo>
                  <a:lnTo>
                    <a:pt x="27389" y="1435289"/>
                  </a:lnTo>
                  <a:lnTo>
                    <a:pt x="28057" y="1435289"/>
                  </a:lnTo>
                  <a:lnTo>
                    <a:pt x="28725" y="1435289"/>
                  </a:lnTo>
                  <a:lnTo>
                    <a:pt x="29393" y="1435289"/>
                  </a:lnTo>
                  <a:lnTo>
                    <a:pt x="30061" y="1435289"/>
                  </a:lnTo>
                  <a:lnTo>
                    <a:pt x="30729" y="1435289"/>
                  </a:lnTo>
                  <a:lnTo>
                    <a:pt x="31397" y="1435289"/>
                  </a:lnTo>
                  <a:lnTo>
                    <a:pt x="32065" y="1435289"/>
                  </a:lnTo>
                  <a:lnTo>
                    <a:pt x="32733" y="1435289"/>
                  </a:lnTo>
                  <a:lnTo>
                    <a:pt x="33401" y="1435289"/>
                  </a:lnTo>
                  <a:lnTo>
                    <a:pt x="34069" y="1435289"/>
                  </a:lnTo>
                  <a:lnTo>
                    <a:pt x="34737" y="1435289"/>
                  </a:lnTo>
                  <a:lnTo>
                    <a:pt x="35405" y="1435289"/>
                  </a:lnTo>
                  <a:lnTo>
                    <a:pt x="36073" y="1435289"/>
                  </a:lnTo>
                  <a:lnTo>
                    <a:pt x="36741" y="1435289"/>
                  </a:lnTo>
                  <a:lnTo>
                    <a:pt x="37409" y="1435289"/>
                  </a:lnTo>
                  <a:lnTo>
                    <a:pt x="38077" y="1435240"/>
                  </a:lnTo>
                  <a:lnTo>
                    <a:pt x="38745" y="1435240"/>
                  </a:lnTo>
                  <a:lnTo>
                    <a:pt x="39413" y="1420731"/>
                  </a:lnTo>
                  <a:lnTo>
                    <a:pt x="40081" y="1412919"/>
                  </a:lnTo>
                  <a:lnTo>
                    <a:pt x="40749" y="1392830"/>
                  </a:lnTo>
                  <a:lnTo>
                    <a:pt x="41417" y="1390598"/>
                  </a:lnTo>
                  <a:lnTo>
                    <a:pt x="42085" y="1390598"/>
                  </a:lnTo>
                  <a:lnTo>
                    <a:pt x="42753" y="1390598"/>
                  </a:lnTo>
                  <a:lnTo>
                    <a:pt x="43421" y="1390598"/>
                  </a:lnTo>
                  <a:lnTo>
                    <a:pt x="44089" y="1390598"/>
                  </a:lnTo>
                  <a:lnTo>
                    <a:pt x="44757" y="1390598"/>
                  </a:lnTo>
                  <a:lnTo>
                    <a:pt x="45425" y="1390598"/>
                  </a:lnTo>
                  <a:lnTo>
                    <a:pt x="46093" y="1390598"/>
                  </a:lnTo>
                  <a:lnTo>
                    <a:pt x="46761" y="1390598"/>
                  </a:lnTo>
                  <a:lnTo>
                    <a:pt x="47429" y="1390598"/>
                  </a:lnTo>
                  <a:lnTo>
                    <a:pt x="48097" y="1374973"/>
                  </a:lnTo>
                  <a:lnTo>
                    <a:pt x="48765" y="1361581"/>
                  </a:lnTo>
                  <a:lnTo>
                    <a:pt x="49434" y="1360465"/>
                  </a:lnTo>
                  <a:lnTo>
                    <a:pt x="50102" y="1368277"/>
                  </a:lnTo>
                  <a:lnTo>
                    <a:pt x="50770" y="1388366"/>
                  </a:lnTo>
                  <a:lnTo>
                    <a:pt x="51438" y="1390598"/>
                  </a:lnTo>
                  <a:lnTo>
                    <a:pt x="52106" y="1390598"/>
                  </a:lnTo>
                  <a:lnTo>
                    <a:pt x="52774" y="1390598"/>
                  </a:lnTo>
                  <a:lnTo>
                    <a:pt x="53442" y="1390598"/>
                  </a:lnTo>
                  <a:lnTo>
                    <a:pt x="54110" y="1390598"/>
                  </a:lnTo>
                  <a:lnTo>
                    <a:pt x="54778" y="1390598"/>
                  </a:lnTo>
                  <a:lnTo>
                    <a:pt x="55446" y="1390598"/>
                  </a:lnTo>
                  <a:lnTo>
                    <a:pt x="56114" y="1390598"/>
                  </a:lnTo>
                  <a:lnTo>
                    <a:pt x="56782" y="1390598"/>
                  </a:lnTo>
                  <a:lnTo>
                    <a:pt x="57450" y="1414101"/>
                  </a:lnTo>
                  <a:lnTo>
                    <a:pt x="58118" y="1429969"/>
                  </a:lnTo>
                  <a:lnTo>
                    <a:pt x="58786" y="1435289"/>
                  </a:lnTo>
                  <a:lnTo>
                    <a:pt x="59454" y="1435289"/>
                  </a:lnTo>
                  <a:lnTo>
                    <a:pt x="60122" y="1435289"/>
                  </a:lnTo>
                  <a:lnTo>
                    <a:pt x="60790" y="1435289"/>
                  </a:lnTo>
                  <a:lnTo>
                    <a:pt x="61458" y="1435289"/>
                  </a:lnTo>
                  <a:lnTo>
                    <a:pt x="62126" y="1435289"/>
                  </a:lnTo>
                  <a:lnTo>
                    <a:pt x="62794" y="1435289"/>
                  </a:lnTo>
                  <a:lnTo>
                    <a:pt x="63462" y="1435289"/>
                  </a:lnTo>
                  <a:lnTo>
                    <a:pt x="64130" y="1435289"/>
                  </a:lnTo>
                  <a:lnTo>
                    <a:pt x="64798" y="1435289"/>
                  </a:lnTo>
                  <a:lnTo>
                    <a:pt x="65466" y="1435289"/>
                  </a:lnTo>
                  <a:lnTo>
                    <a:pt x="66134" y="1435289"/>
                  </a:lnTo>
                  <a:lnTo>
                    <a:pt x="66802" y="1435289"/>
                  </a:lnTo>
                  <a:lnTo>
                    <a:pt x="67470" y="1435289"/>
                  </a:lnTo>
                  <a:lnTo>
                    <a:pt x="68138" y="1435289"/>
                  </a:lnTo>
                  <a:lnTo>
                    <a:pt x="68806" y="1435289"/>
                  </a:lnTo>
                  <a:lnTo>
                    <a:pt x="69474" y="1435240"/>
                  </a:lnTo>
                  <a:lnTo>
                    <a:pt x="70142" y="1435240"/>
                  </a:lnTo>
                  <a:lnTo>
                    <a:pt x="70810" y="1435240"/>
                  </a:lnTo>
                  <a:lnTo>
                    <a:pt x="71478" y="1435240"/>
                  </a:lnTo>
                  <a:lnTo>
                    <a:pt x="72146" y="1435240"/>
                  </a:lnTo>
                  <a:lnTo>
                    <a:pt x="72814" y="1435240"/>
                  </a:lnTo>
                  <a:lnTo>
                    <a:pt x="73482" y="1435240"/>
                  </a:lnTo>
                  <a:lnTo>
                    <a:pt x="74151" y="1435240"/>
                  </a:lnTo>
                  <a:lnTo>
                    <a:pt x="74819" y="1435240"/>
                  </a:lnTo>
                  <a:lnTo>
                    <a:pt x="75487" y="1435240"/>
                  </a:lnTo>
                  <a:lnTo>
                    <a:pt x="76155" y="1435240"/>
                  </a:lnTo>
                  <a:lnTo>
                    <a:pt x="76823" y="1435240"/>
                  </a:lnTo>
                  <a:lnTo>
                    <a:pt x="77491" y="1435240"/>
                  </a:lnTo>
                  <a:lnTo>
                    <a:pt x="78159" y="1435240"/>
                  </a:lnTo>
                  <a:lnTo>
                    <a:pt x="78827" y="1435240"/>
                  </a:lnTo>
                  <a:lnTo>
                    <a:pt x="79495" y="1435240"/>
                  </a:lnTo>
                  <a:lnTo>
                    <a:pt x="80163" y="1435240"/>
                  </a:lnTo>
                  <a:lnTo>
                    <a:pt x="80831" y="1435240"/>
                  </a:lnTo>
                  <a:lnTo>
                    <a:pt x="81499" y="1435240"/>
                  </a:lnTo>
                  <a:lnTo>
                    <a:pt x="82167" y="1435240"/>
                  </a:lnTo>
                  <a:lnTo>
                    <a:pt x="82835" y="1435240"/>
                  </a:lnTo>
                  <a:lnTo>
                    <a:pt x="83503" y="1435240"/>
                  </a:lnTo>
                  <a:lnTo>
                    <a:pt x="84171" y="1435240"/>
                  </a:lnTo>
                  <a:lnTo>
                    <a:pt x="84839" y="1435240"/>
                  </a:lnTo>
                  <a:lnTo>
                    <a:pt x="85507" y="1435240"/>
                  </a:lnTo>
                  <a:lnTo>
                    <a:pt x="86175" y="1435240"/>
                  </a:lnTo>
                  <a:lnTo>
                    <a:pt x="86843" y="1435240"/>
                  </a:lnTo>
                  <a:lnTo>
                    <a:pt x="87511" y="1435240"/>
                  </a:lnTo>
                  <a:lnTo>
                    <a:pt x="88179" y="1435240"/>
                  </a:lnTo>
                  <a:lnTo>
                    <a:pt x="88847" y="1435240"/>
                  </a:lnTo>
                  <a:lnTo>
                    <a:pt x="89515" y="1435289"/>
                  </a:lnTo>
                  <a:lnTo>
                    <a:pt x="90183" y="1435289"/>
                  </a:lnTo>
                  <a:lnTo>
                    <a:pt x="90851" y="1435289"/>
                  </a:lnTo>
                  <a:lnTo>
                    <a:pt x="91519" y="1435289"/>
                  </a:lnTo>
                  <a:lnTo>
                    <a:pt x="92187" y="1435289"/>
                  </a:lnTo>
                  <a:lnTo>
                    <a:pt x="92855" y="1435289"/>
                  </a:lnTo>
                  <a:lnTo>
                    <a:pt x="93523" y="1435289"/>
                  </a:lnTo>
                  <a:lnTo>
                    <a:pt x="94191" y="1435289"/>
                  </a:lnTo>
                  <a:lnTo>
                    <a:pt x="94859" y="1435289"/>
                  </a:lnTo>
                  <a:lnTo>
                    <a:pt x="95527" y="1435289"/>
                  </a:lnTo>
                  <a:lnTo>
                    <a:pt x="96195" y="1435289"/>
                  </a:lnTo>
                  <a:lnTo>
                    <a:pt x="96863" y="1435289"/>
                  </a:lnTo>
                  <a:lnTo>
                    <a:pt x="97531" y="1435289"/>
                  </a:lnTo>
                  <a:lnTo>
                    <a:pt x="98200" y="1435289"/>
                  </a:lnTo>
                  <a:lnTo>
                    <a:pt x="98868" y="1435289"/>
                  </a:lnTo>
                  <a:lnTo>
                    <a:pt x="99536" y="1435289"/>
                  </a:lnTo>
                  <a:lnTo>
                    <a:pt x="100204" y="1435289"/>
                  </a:lnTo>
                  <a:lnTo>
                    <a:pt x="100872" y="1435289"/>
                  </a:lnTo>
                  <a:lnTo>
                    <a:pt x="101540" y="1435289"/>
                  </a:lnTo>
                  <a:lnTo>
                    <a:pt x="102208" y="1410360"/>
                  </a:lnTo>
                  <a:lnTo>
                    <a:pt x="102876" y="1386027"/>
                  </a:lnTo>
                  <a:lnTo>
                    <a:pt x="103544" y="1378485"/>
                  </a:lnTo>
                  <a:lnTo>
                    <a:pt x="104212" y="1375335"/>
                  </a:lnTo>
                  <a:lnTo>
                    <a:pt x="104880" y="1345956"/>
                  </a:lnTo>
                  <a:lnTo>
                    <a:pt x="105548" y="1345956"/>
                  </a:lnTo>
                  <a:lnTo>
                    <a:pt x="106216" y="1362697"/>
                  </a:lnTo>
                  <a:lnTo>
                    <a:pt x="106884" y="1368277"/>
                  </a:lnTo>
                  <a:lnTo>
                    <a:pt x="107552" y="1368277"/>
                  </a:lnTo>
                  <a:lnTo>
                    <a:pt x="108220" y="1368277"/>
                  </a:lnTo>
                  <a:lnTo>
                    <a:pt x="108888" y="1368277"/>
                  </a:lnTo>
                  <a:lnTo>
                    <a:pt x="109556" y="1368277"/>
                  </a:lnTo>
                  <a:lnTo>
                    <a:pt x="110224" y="1378321"/>
                  </a:lnTo>
                  <a:lnTo>
                    <a:pt x="110892" y="1414101"/>
                  </a:lnTo>
                  <a:lnTo>
                    <a:pt x="111560" y="1422342"/>
                  </a:lnTo>
                  <a:lnTo>
                    <a:pt x="112228" y="1435289"/>
                  </a:lnTo>
                  <a:lnTo>
                    <a:pt x="112896" y="1435289"/>
                  </a:lnTo>
                  <a:lnTo>
                    <a:pt x="113564" y="1435289"/>
                  </a:lnTo>
                  <a:lnTo>
                    <a:pt x="114232" y="1435289"/>
                  </a:lnTo>
                  <a:lnTo>
                    <a:pt x="114900" y="1435289"/>
                  </a:lnTo>
                  <a:lnTo>
                    <a:pt x="115568" y="1435289"/>
                  </a:lnTo>
                  <a:lnTo>
                    <a:pt x="116236" y="1435289"/>
                  </a:lnTo>
                  <a:lnTo>
                    <a:pt x="116904" y="1435289"/>
                  </a:lnTo>
                  <a:lnTo>
                    <a:pt x="117572" y="1435289"/>
                  </a:lnTo>
                  <a:lnTo>
                    <a:pt x="118240" y="1435289"/>
                  </a:lnTo>
                  <a:lnTo>
                    <a:pt x="118908" y="1435289"/>
                  </a:lnTo>
                  <a:lnTo>
                    <a:pt x="119576" y="1435289"/>
                  </a:lnTo>
                  <a:lnTo>
                    <a:pt x="120244" y="1435289"/>
                  </a:lnTo>
                  <a:lnTo>
                    <a:pt x="120912" y="1435289"/>
                  </a:lnTo>
                  <a:lnTo>
                    <a:pt x="121580" y="1435289"/>
                  </a:lnTo>
                  <a:lnTo>
                    <a:pt x="122248" y="1425612"/>
                  </a:lnTo>
                  <a:lnTo>
                    <a:pt x="122917" y="1425612"/>
                  </a:lnTo>
                  <a:lnTo>
                    <a:pt x="123585" y="1424529"/>
                  </a:lnTo>
                  <a:lnTo>
                    <a:pt x="124253" y="1421057"/>
                  </a:lnTo>
                  <a:lnTo>
                    <a:pt x="124921" y="1404341"/>
                  </a:lnTo>
                  <a:lnTo>
                    <a:pt x="125589" y="1404341"/>
                  </a:lnTo>
                  <a:lnTo>
                    <a:pt x="126257" y="1404341"/>
                  </a:lnTo>
                  <a:lnTo>
                    <a:pt x="126925" y="1404341"/>
                  </a:lnTo>
                  <a:lnTo>
                    <a:pt x="127593" y="1404341"/>
                  </a:lnTo>
                  <a:lnTo>
                    <a:pt x="128261" y="1404341"/>
                  </a:lnTo>
                  <a:lnTo>
                    <a:pt x="128929" y="1421057"/>
                  </a:lnTo>
                  <a:lnTo>
                    <a:pt x="129597" y="1421057"/>
                  </a:lnTo>
                  <a:lnTo>
                    <a:pt x="130265" y="1434222"/>
                  </a:lnTo>
                  <a:lnTo>
                    <a:pt x="130933" y="1427207"/>
                  </a:lnTo>
                  <a:lnTo>
                    <a:pt x="131601" y="1435289"/>
                  </a:lnTo>
                  <a:lnTo>
                    <a:pt x="132269" y="1435289"/>
                  </a:lnTo>
                  <a:lnTo>
                    <a:pt x="132937" y="1435289"/>
                  </a:lnTo>
                  <a:lnTo>
                    <a:pt x="133605" y="1435289"/>
                  </a:lnTo>
                  <a:lnTo>
                    <a:pt x="134273" y="1435289"/>
                  </a:lnTo>
                  <a:lnTo>
                    <a:pt x="134941" y="1435289"/>
                  </a:lnTo>
                  <a:lnTo>
                    <a:pt x="135609" y="1435289"/>
                  </a:lnTo>
                  <a:lnTo>
                    <a:pt x="136277" y="1435289"/>
                  </a:lnTo>
                  <a:lnTo>
                    <a:pt x="136945" y="1435289"/>
                  </a:lnTo>
                  <a:lnTo>
                    <a:pt x="137613" y="1435289"/>
                  </a:lnTo>
                  <a:lnTo>
                    <a:pt x="138281" y="1435289"/>
                  </a:lnTo>
                  <a:lnTo>
                    <a:pt x="138949" y="1435289"/>
                  </a:lnTo>
                  <a:lnTo>
                    <a:pt x="139617" y="1435289"/>
                  </a:lnTo>
                  <a:lnTo>
                    <a:pt x="140285" y="1435289"/>
                  </a:lnTo>
                  <a:lnTo>
                    <a:pt x="140953" y="1435289"/>
                  </a:lnTo>
                  <a:lnTo>
                    <a:pt x="141621" y="1435289"/>
                  </a:lnTo>
                  <a:lnTo>
                    <a:pt x="142289" y="1435289"/>
                  </a:lnTo>
                  <a:lnTo>
                    <a:pt x="142957" y="1435289"/>
                  </a:lnTo>
                  <a:lnTo>
                    <a:pt x="143625" y="1435289"/>
                  </a:lnTo>
                  <a:lnTo>
                    <a:pt x="144293" y="1435289"/>
                  </a:lnTo>
                  <a:lnTo>
                    <a:pt x="144961" y="1435289"/>
                  </a:lnTo>
                  <a:lnTo>
                    <a:pt x="145629" y="1435289"/>
                  </a:lnTo>
                  <a:lnTo>
                    <a:pt x="146297" y="1435240"/>
                  </a:lnTo>
                  <a:lnTo>
                    <a:pt x="146965" y="1435240"/>
                  </a:lnTo>
                  <a:lnTo>
                    <a:pt x="147634" y="1435240"/>
                  </a:lnTo>
                  <a:lnTo>
                    <a:pt x="148302" y="1435240"/>
                  </a:lnTo>
                  <a:lnTo>
                    <a:pt x="148970" y="1435240"/>
                  </a:lnTo>
                  <a:lnTo>
                    <a:pt x="149638" y="1435240"/>
                  </a:lnTo>
                  <a:lnTo>
                    <a:pt x="150306" y="1435240"/>
                  </a:lnTo>
                  <a:lnTo>
                    <a:pt x="150974" y="1435240"/>
                  </a:lnTo>
                  <a:lnTo>
                    <a:pt x="151642" y="1435240"/>
                  </a:lnTo>
                  <a:lnTo>
                    <a:pt x="152310" y="1435240"/>
                  </a:lnTo>
                  <a:lnTo>
                    <a:pt x="152978" y="1435240"/>
                  </a:lnTo>
                  <a:lnTo>
                    <a:pt x="153646" y="1435240"/>
                  </a:lnTo>
                  <a:lnTo>
                    <a:pt x="154314" y="1435240"/>
                  </a:lnTo>
                  <a:lnTo>
                    <a:pt x="154982" y="1435240"/>
                  </a:lnTo>
                  <a:lnTo>
                    <a:pt x="155650" y="1419615"/>
                  </a:lnTo>
                  <a:lnTo>
                    <a:pt x="156318" y="1412919"/>
                  </a:lnTo>
                  <a:lnTo>
                    <a:pt x="156986" y="1412919"/>
                  </a:lnTo>
                  <a:lnTo>
                    <a:pt x="157654" y="1392830"/>
                  </a:lnTo>
                  <a:lnTo>
                    <a:pt x="158322" y="1390598"/>
                  </a:lnTo>
                  <a:lnTo>
                    <a:pt x="158990" y="1390598"/>
                  </a:lnTo>
                  <a:lnTo>
                    <a:pt x="159658" y="1390598"/>
                  </a:lnTo>
                  <a:lnTo>
                    <a:pt x="160326" y="1390598"/>
                  </a:lnTo>
                  <a:lnTo>
                    <a:pt x="160994" y="1390598"/>
                  </a:lnTo>
                  <a:lnTo>
                    <a:pt x="161662" y="1390598"/>
                  </a:lnTo>
                  <a:lnTo>
                    <a:pt x="162330" y="1390598"/>
                  </a:lnTo>
                  <a:lnTo>
                    <a:pt x="162998" y="1390598"/>
                  </a:lnTo>
                  <a:lnTo>
                    <a:pt x="163666" y="1390598"/>
                  </a:lnTo>
                  <a:lnTo>
                    <a:pt x="164334" y="1390598"/>
                  </a:lnTo>
                  <a:lnTo>
                    <a:pt x="165002" y="1390598"/>
                  </a:lnTo>
                  <a:lnTo>
                    <a:pt x="165670" y="1406223"/>
                  </a:lnTo>
                  <a:lnTo>
                    <a:pt x="166338" y="1412919"/>
                  </a:lnTo>
                  <a:lnTo>
                    <a:pt x="167006" y="1412919"/>
                  </a:lnTo>
                  <a:lnTo>
                    <a:pt x="167674" y="1433008"/>
                  </a:lnTo>
                  <a:lnTo>
                    <a:pt x="168342" y="1417383"/>
                  </a:lnTo>
                  <a:lnTo>
                    <a:pt x="169010" y="1396178"/>
                  </a:lnTo>
                  <a:lnTo>
                    <a:pt x="169678" y="1368277"/>
                  </a:lnTo>
                  <a:lnTo>
                    <a:pt x="170346" y="1375335"/>
                  </a:lnTo>
                  <a:lnTo>
                    <a:pt x="171014" y="1378485"/>
                  </a:lnTo>
                  <a:lnTo>
                    <a:pt x="171682" y="1384076"/>
                  </a:lnTo>
                  <a:lnTo>
                    <a:pt x="172351" y="1386027"/>
                  </a:lnTo>
                  <a:lnTo>
                    <a:pt x="173019" y="1386027"/>
                  </a:lnTo>
                  <a:lnTo>
                    <a:pt x="173687" y="1386027"/>
                  </a:lnTo>
                  <a:lnTo>
                    <a:pt x="174355" y="1386027"/>
                  </a:lnTo>
                  <a:lnTo>
                    <a:pt x="175023" y="1386027"/>
                  </a:lnTo>
                  <a:lnTo>
                    <a:pt x="175691" y="1386027"/>
                  </a:lnTo>
                  <a:lnTo>
                    <a:pt x="176359" y="1386027"/>
                  </a:lnTo>
                  <a:lnTo>
                    <a:pt x="177027" y="1386027"/>
                  </a:lnTo>
                  <a:lnTo>
                    <a:pt x="177695" y="1386027"/>
                  </a:lnTo>
                  <a:lnTo>
                    <a:pt x="178363" y="1400678"/>
                  </a:lnTo>
                  <a:lnTo>
                    <a:pt x="179031" y="1418076"/>
                  </a:lnTo>
                  <a:lnTo>
                    <a:pt x="179699" y="1435289"/>
                  </a:lnTo>
                  <a:lnTo>
                    <a:pt x="180367" y="1435289"/>
                  </a:lnTo>
                  <a:lnTo>
                    <a:pt x="181035" y="1435289"/>
                  </a:lnTo>
                  <a:lnTo>
                    <a:pt x="181703" y="1435289"/>
                  </a:lnTo>
                  <a:lnTo>
                    <a:pt x="182371" y="1435240"/>
                  </a:lnTo>
                  <a:lnTo>
                    <a:pt x="183039" y="1435240"/>
                  </a:lnTo>
                  <a:lnTo>
                    <a:pt x="183707" y="1435240"/>
                  </a:lnTo>
                  <a:lnTo>
                    <a:pt x="184375" y="1435240"/>
                  </a:lnTo>
                  <a:lnTo>
                    <a:pt x="185043" y="1435240"/>
                  </a:lnTo>
                  <a:lnTo>
                    <a:pt x="185711" y="1435240"/>
                  </a:lnTo>
                  <a:lnTo>
                    <a:pt x="186379" y="1435240"/>
                  </a:lnTo>
                  <a:lnTo>
                    <a:pt x="187047" y="1435240"/>
                  </a:lnTo>
                  <a:lnTo>
                    <a:pt x="187715" y="1435240"/>
                  </a:lnTo>
                  <a:lnTo>
                    <a:pt x="188383" y="1435240"/>
                  </a:lnTo>
                  <a:lnTo>
                    <a:pt x="189051" y="1435240"/>
                  </a:lnTo>
                  <a:lnTo>
                    <a:pt x="189719" y="1435240"/>
                  </a:lnTo>
                  <a:lnTo>
                    <a:pt x="190387" y="1435240"/>
                  </a:lnTo>
                  <a:lnTo>
                    <a:pt x="191055" y="1435240"/>
                  </a:lnTo>
                  <a:lnTo>
                    <a:pt x="191723" y="1435240"/>
                  </a:lnTo>
                  <a:lnTo>
                    <a:pt x="192391" y="1435240"/>
                  </a:lnTo>
                  <a:lnTo>
                    <a:pt x="193059" y="1435240"/>
                  </a:lnTo>
                  <a:lnTo>
                    <a:pt x="193727" y="1435240"/>
                  </a:lnTo>
                  <a:lnTo>
                    <a:pt x="194395" y="1435240"/>
                  </a:lnTo>
                  <a:lnTo>
                    <a:pt x="195063" y="1435240"/>
                  </a:lnTo>
                  <a:lnTo>
                    <a:pt x="195731" y="1435240"/>
                  </a:lnTo>
                  <a:lnTo>
                    <a:pt x="196400" y="1435240"/>
                  </a:lnTo>
                  <a:lnTo>
                    <a:pt x="197068" y="1435240"/>
                  </a:lnTo>
                  <a:lnTo>
                    <a:pt x="197736" y="1435240"/>
                  </a:lnTo>
                  <a:lnTo>
                    <a:pt x="198404" y="1435240"/>
                  </a:lnTo>
                  <a:lnTo>
                    <a:pt x="199072" y="1435240"/>
                  </a:lnTo>
                  <a:lnTo>
                    <a:pt x="199740" y="1435240"/>
                  </a:lnTo>
                  <a:lnTo>
                    <a:pt x="200408" y="1435240"/>
                  </a:lnTo>
                  <a:lnTo>
                    <a:pt x="201076" y="1435240"/>
                  </a:lnTo>
                  <a:lnTo>
                    <a:pt x="201744" y="1435240"/>
                  </a:lnTo>
                  <a:lnTo>
                    <a:pt x="202412" y="1435240"/>
                  </a:lnTo>
                  <a:lnTo>
                    <a:pt x="203080" y="1435240"/>
                  </a:lnTo>
                  <a:lnTo>
                    <a:pt x="203748" y="1435240"/>
                  </a:lnTo>
                  <a:lnTo>
                    <a:pt x="204416" y="1435240"/>
                  </a:lnTo>
                  <a:lnTo>
                    <a:pt x="205084" y="1435240"/>
                  </a:lnTo>
                  <a:lnTo>
                    <a:pt x="205752" y="1435240"/>
                  </a:lnTo>
                  <a:lnTo>
                    <a:pt x="206420" y="1435240"/>
                  </a:lnTo>
                  <a:lnTo>
                    <a:pt x="207088" y="1435240"/>
                  </a:lnTo>
                  <a:lnTo>
                    <a:pt x="207756" y="1429660"/>
                  </a:lnTo>
                  <a:lnTo>
                    <a:pt x="208424" y="1412919"/>
                  </a:lnTo>
                  <a:lnTo>
                    <a:pt x="209092" y="1412919"/>
                  </a:lnTo>
                  <a:lnTo>
                    <a:pt x="209760" y="1412919"/>
                  </a:lnTo>
                  <a:lnTo>
                    <a:pt x="210428" y="1412919"/>
                  </a:lnTo>
                  <a:lnTo>
                    <a:pt x="211096" y="1412919"/>
                  </a:lnTo>
                  <a:lnTo>
                    <a:pt x="211764" y="1403991"/>
                  </a:lnTo>
                  <a:lnTo>
                    <a:pt x="212432" y="1390598"/>
                  </a:lnTo>
                  <a:lnTo>
                    <a:pt x="213100" y="1390598"/>
                  </a:lnTo>
                  <a:lnTo>
                    <a:pt x="213768" y="1390598"/>
                  </a:lnTo>
                  <a:lnTo>
                    <a:pt x="214436" y="1390598"/>
                  </a:lnTo>
                  <a:lnTo>
                    <a:pt x="215104" y="1390598"/>
                  </a:lnTo>
                  <a:lnTo>
                    <a:pt x="215772" y="1390598"/>
                  </a:lnTo>
                  <a:lnTo>
                    <a:pt x="216440" y="1390598"/>
                  </a:lnTo>
                  <a:lnTo>
                    <a:pt x="217108" y="1390598"/>
                  </a:lnTo>
                  <a:lnTo>
                    <a:pt x="217776" y="1396178"/>
                  </a:lnTo>
                  <a:lnTo>
                    <a:pt x="218444" y="1412919"/>
                  </a:lnTo>
                  <a:lnTo>
                    <a:pt x="219112" y="1412919"/>
                  </a:lnTo>
                  <a:lnTo>
                    <a:pt x="219780" y="1412919"/>
                  </a:lnTo>
                  <a:lnTo>
                    <a:pt x="220448" y="1412919"/>
                  </a:lnTo>
                  <a:lnTo>
                    <a:pt x="221117" y="1412919"/>
                  </a:lnTo>
                  <a:lnTo>
                    <a:pt x="221785" y="1421847"/>
                  </a:lnTo>
                  <a:lnTo>
                    <a:pt x="222453" y="1435240"/>
                  </a:lnTo>
                  <a:lnTo>
                    <a:pt x="223121" y="1435240"/>
                  </a:lnTo>
                  <a:lnTo>
                    <a:pt x="223789" y="1435240"/>
                  </a:lnTo>
                  <a:lnTo>
                    <a:pt x="224457" y="1435240"/>
                  </a:lnTo>
                  <a:lnTo>
                    <a:pt x="225125" y="1417383"/>
                  </a:lnTo>
                  <a:lnTo>
                    <a:pt x="225793" y="1412919"/>
                  </a:lnTo>
                  <a:lnTo>
                    <a:pt x="226461" y="1412919"/>
                  </a:lnTo>
                  <a:lnTo>
                    <a:pt x="227129" y="1412919"/>
                  </a:lnTo>
                  <a:lnTo>
                    <a:pt x="227797" y="1412919"/>
                  </a:lnTo>
                  <a:lnTo>
                    <a:pt x="228465" y="1412919"/>
                  </a:lnTo>
                  <a:lnTo>
                    <a:pt x="229133" y="1412919"/>
                  </a:lnTo>
                  <a:lnTo>
                    <a:pt x="229801" y="1402875"/>
                  </a:lnTo>
                  <a:lnTo>
                    <a:pt x="230469" y="1390598"/>
                  </a:lnTo>
                  <a:lnTo>
                    <a:pt x="231137" y="1390598"/>
                  </a:lnTo>
                  <a:lnTo>
                    <a:pt x="231805" y="1390598"/>
                  </a:lnTo>
                  <a:lnTo>
                    <a:pt x="232473" y="1390598"/>
                  </a:lnTo>
                  <a:lnTo>
                    <a:pt x="233141" y="1390598"/>
                  </a:lnTo>
                  <a:lnTo>
                    <a:pt x="233809" y="1390598"/>
                  </a:lnTo>
                  <a:lnTo>
                    <a:pt x="234477" y="1390598"/>
                  </a:lnTo>
                  <a:lnTo>
                    <a:pt x="235145" y="1428773"/>
                  </a:lnTo>
                  <a:lnTo>
                    <a:pt x="235813" y="1435289"/>
                  </a:lnTo>
                  <a:lnTo>
                    <a:pt x="236481" y="1435289"/>
                  </a:lnTo>
                  <a:lnTo>
                    <a:pt x="237149" y="1435289"/>
                  </a:lnTo>
                  <a:lnTo>
                    <a:pt x="237817" y="1435289"/>
                  </a:lnTo>
                  <a:lnTo>
                    <a:pt x="238485" y="1435289"/>
                  </a:lnTo>
                  <a:lnTo>
                    <a:pt x="239153" y="1435289"/>
                  </a:lnTo>
                  <a:lnTo>
                    <a:pt x="239821" y="1435289"/>
                  </a:lnTo>
                  <a:lnTo>
                    <a:pt x="240489" y="1435289"/>
                  </a:lnTo>
                  <a:lnTo>
                    <a:pt x="241157" y="1435289"/>
                  </a:lnTo>
                  <a:lnTo>
                    <a:pt x="241825" y="1435289"/>
                  </a:lnTo>
                  <a:lnTo>
                    <a:pt x="242493" y="1435289"/>
                  </a:lnTo>
                  <a:lnTo>
                    <a:pt x="243161" y="1435289"/>
                  </a:lnTo>
                  <a:lnTo>
                    <a:pt x="243829" y="1435289"/>
                  </a:lnTo>
                  <a:lnTo>
                    <a:pt x="244497" y="1435289"/>
                  </a:lnTo>
                  <a:lnTo>
                    <a:pt x="245165" y="1435289"/>
                  </a:lnTo>
                  <a:lnTo>
                    <a:pt x="245834" y="1435289"/>
                  </a:lnTo>
                  <a:lnTo>
                    <a:pt x="246502" y="1435289"/>
                  </a:lnTo>
                  <a:lnTo>
                    <a:pt x="247170" y="1435289"/>
                  </a:lnTo>
                  <a:lnTo>
                    <a:pt x="247838" y="1435289"/>
                  </a:lnTo>
                  <a:lnTo>
                    <a:pt x="248506" y="1435289"/>
                  </a:lnTo>
                  <a:lnTo>
                    <a:pt x="249174" y="1435289"/>
                  </a:lnTo>
                  <a:lnTo>
                    <a:pt x="249842" y="1435289"/>
                  </a:lnTo>
                  <a:lnTo>
                    <a:pt x="250510" y="1435289"/>
                  </a:lnTo>
                  <a:lnTo>
                    <a:pt x="251178" y="1435289"/>
                  </a:lnTo>
                  <a:lnTo>
                    <a:pt x="251846" y="1435289"/>
                  </a:lnTo>
                  <a:lnTo>
                    <a:pt x="252514" y="1435289"/>
                  </a:lnTo>
                  <a:lnTo>
                    <a:pt x="253182" y="1435289"/>
                  </a:lnTo>
                  <a:lnTo>
                    <a:pt x="253850" y="1412919"/>
                  </a:lnTo>
                  <a:lnTo>
                    <a:pt x="254518" y="1412919"/>
                  </a:lnTo>
                  <a:lnTo>
                    <a:pt x="255186" y="1435289"/>
                  </a:lnTo>
                  <a:lnTo>
                    <a:pt x="255854" y="1435289"/>
                  </a:lnTo>
                  <a:lnTo>
                    <a:pt x="256522" y="1435289"/>
                  </a:lnTo>
                  <a:lnTo>
                    <a:pt x="257190" y="1435289"/>
                  </a:lnTo>
                  <a:lnTo>
                    <a:pt x="257858" y="1435289"/>
                  </a:lnTo>
                  <a:lnTo>
                    <a:pt x="258526" y="1435289"/>
                  </a:lnTo>
                  <a:lnTo>
                    <a:pt x="259194" y="1435289"/>
                  </a:lnTo>
                  <a:lnTo>
                    <a:pt x="259862" y="1435289"/>
                  </a:lnTo>
                  <a:lnTo>
                    <a:pt x="260530" y="1435289"/>
                  </a:lnTo>
                  <a:lnTo>
                    <a:pt x="261198" y="1435289"/>
                  </a:lnTo>
                  <a:lnTo>
                    <a:pt x="261866" y="1435289"/>
                  </a:lnTo>
                  <a:lnTo>
                    <a:pt x="262534" y="1435289"/>
                  </a:lnTo>
                  <a:lnTo>
                    <a:pt x="263202" y="1435289"/>
                  </a:lnTo>
                  <a:lnTo>
                    <a:pt x="263870" y="1435289"/>
                  </a:lnTo>
                  <a:lnTo>
                    <a:pt x="264538" y="1435289"/>
                  </a:lnTo>
                  <a:lnTo>
                    <a:pt x="265206" y="1435289"/>
                  </a:lnTo>
                  <a:lnTo>
                    <a:pt x="265874" y="1435289"/>
                  </a:lnTo>
                  <a:lnTo>
                    <a:pt x="266542" y="1435289"/>
                  </a:lnTo>
                  <a:lnTo>
                    <a:pt x="267210" y="1435289"/>
                  </a:lnTo>
                  <a:lnTo>
                    <a:pt x="267878" y="1435289"/>
                  </a:lnTo>
                  <a:lnTo>
                    <a:pt x="268546" y="1414917"/>
                  </a:lnTo>
                  <a:lnTo>
                    <a:pt x="269214" y="1390598"/>
                  </a:lnTo>
                  <a:lnTo>
                    <a:pt x="269882" y="1390598"/>
                  </a:lnTo>
                  <a:lnTo>
                    <a:pt x="270551" y="1390598"/>
                  </a:lnTo>
                  <a:lnTo>
                    <a:pt x="271219" y="1390598"/>
                  </a:lnTo>
                  <a:lnTo>
                    <a:pt x="271887" y="1390598"/>
                  </a:lnTo>
                  <a:lnTo>
                    <a:pt x="272555" y="1390598"/>
                  </a:lnTo>
                  <a:lnTo>
                    <a:pt x="273223" y="1390598"/>
                  </a:lnTo>
                  <a:lnTo>
                    <a:pt x="273891" y="1390598"/>
                  </a:lnTo>
                  <a:lnTo>
                    <a:pt x="274559" y="1398410"/>
                  </a:lnTo>
                  <a:lnTo>
                    <a:pt x="275227" y="1390598"/>
                  </a:lnTo>
                  <a:lnTo>
                    <a:pt x="275895" y="1393946"/>
                  </a:lnTo>
                  <a:lnTo>
                    <a:pt x="276563" y="1412919"/>
                  </a:lnTo>
                  <a:lnTo>
                    <a:pt x="277231" y="1412919"/>
                  </a:lnTo>
                  <a:lnTo>
                    <a:pt x="277899" y="1412919"/>
                  </a:lnTo>
                  <a:lnTo>
                    <a:pt x="278567" y="1434198"/>
                  </a:lnTo>
                  <a:lnTo>
                    <a:pt x="279235" y="1431876"/>
                  </a:lnTo>
                  <a:lnTo>
                    <a:pt x="279903" y="1421094"/>
                  </a:lnTo>
                  <a:lnTo>
                    <a:pt x="280571" y="1422655"/>
                  </a:lnTo>
                  <a:lnTo>
                    <a:pt x="281239" y="1422655"/>
                  </a:lnTo>
                  <a:lnTo>
                    <a:pt x="281907" y="1422655"/>
                  </a:lnTo>
                  <a:lnTo>
                    <a:pt x="282575" y="1422655"/>
                  </a:lnTo>
                  <a:lnTo>
                    <a:pt x="283243" y="1422655"/>
                  </a:lnTo>
                  <a:lnTo>
                    <a:pt x="283911" y="1422655"/>
                  </a:lnTo>
                  <a:lnTo>
                    <a:pt x="284579" y="1423570"/>
                  </a:lnTo>
                  <a:lnTo>
                    <a:pt x="285247" y="1435289"/>
                  </a:lnTo>
                  <a:lnTo>
                    <a:pt x="285915" y="1435289"/>
                  </a:lnTo>
                  <a:lnTo>
                    <a:pt x="286583" y="1435289"/>
                  </a:lnTo>
                  <a:lnTo>
                    <a:pt x="287251" y="1435289"/>
                  </a:lnTo>
                  <a:lnTo>
                    <a:pt x="287919" y="1435289"/>
                  </a:lnTo>
                  <a:lnTo>
                    <a:pt x="288587" y="1416621"/>
                  </a:lnTo>
                  <a:lnTo>
                    <a:pt x="289255" y="1420435"/>
                  </a:lnTo>
                  <a:lnTo>
                    <a:pt x="289923" y="1432673"/>
                  </a:lnTo>
                  <a:lnTo>
                    <a:pt x="290591" y="1412919"/>
                  </a:lnTo>
                  <a:lnTo>
                    <a:pt x="291259" y="1412919"/>
                  </a:lnTo>
                  <a:lnTo>
                    <a:pt x="291927" y="1412919"/>
                  </a:lnTo>
                  <a:lnTo>
                    <a:pt x="292595" y="1412919"/>
                  </a:lnTo>
                  <a:lnTo>
                    <a:pt x="293263" y="1412919"/>
                  </a:lnTo>
                  <a:lnTo>
                    <a:pt x="293931" y="1401759"/>
                  </a:lnTo>
                  <a:lnTo>
                    <a:pt x="294600" y="1390598"/>
                  </a:lnTo>
                  <a:lnTo>
                    <a:pt x="295268" y="1390598"/>
                  </a:lnTo>
                  <a:lnTo>
                    <a:pt x="295936" y="1414917"/>
                  </a:lnTo>
                  <a:lnTo>
                    <a:pt x="296604" y="1421094"/>
                  </a:lnTo>
                  <a:lnTo>
                    <a:pt x="297272" y="1422655"/>
                  </a:lnTo>
                  <a:lnTo>
                    <a:pt x="297940" y="1427233"/>
                  </a:lnTo>
                  <a:lnTo>
                    <a:pt x="298608" y="1435289"/>
                  </a:lnTo>
                  <a:lnTo>
                    <a:pt x="299276" y="1435289"/>
                  </a:lnTo>
                  <a:lnTo>
                    <a:pt x="299944" y="1435289"/>
                  </a:lnTo>
                  <a:lnTo>
                    <a:pt x="300612" y="1435289"/>
                  </a:lnTo>
                  <a:lnTo>
                    <a:pt x="301280" y="1435289"/>
                  </a:lnTo>
                  <a:lnTo>
                    <a:pt x="301948" y="1435289"/>
                  </a:lnTo>
                  <a:lnTo>
                    <a:pt x="302616" y="1435289"/>
                  </a:lnTo>
                  <a:lnTo>
                    <a:pt x="303284" y="1435289"/>
                  </a:lnTo>
                  <a:lnTo>
                    <a:pt x="303952" y="1435289"/>
                  </a:lnTo>
                  <a:lnTo>
                    <a:pt x="304620" y="1435289"/>
                  </a:lnTo>
                  <a:lnTo>
                    <a:pt x="305288" y="1435289"/>
                  </a:lnTo>
                  <a:lnTo>
                    <a:pt x="305956" y="1435289"/>
                  </a:lnTo>
                  <a:lnTo>
                    <a:pt x="306624" y="1435289"/>
                  </a:lnTo>
                  <a:lnTo>
                    <a:pt x="307292" y="1435289"/>
                  </a:lnTo>
                  <a:lnTo>
                    <a:pt x="307960" y="1435289"/>
                  </a:lnTo>
                  <a:lnTo>
                    <a:pt x="308628" y="1435289"/>
                  </a:lnTo>
                  <a:lnTo>
                    <a:pt x="309296" y="1435289"/>
                  </a:lnTo>
                  <a:lnTo>
                    <a:pt x="309964" y="1435289"/>
                  </a:lnTo>
                  <a:lnTo>
                    <a:pt x="310632" y="1435289"/>
                  </a:lnTo>
                  <a:lnTo>
                    <a:pt x="311300" y="1435289"/>
                  </a:lnTo>
                  <a:lnTo>
                    <a:pt x="311968" y="1435289"/>
                  </a:lnTo>
                  <a:lnTo>
                    <a:pt x="312636" y="1435289"/>
                  </a:lnTo>
                  <a:lnTo>
                    <a:pt x="313304" y="1435289"/>
                  </a:lnTo>
                  <a:lnTo>
                    <a:pt x="313972" y="1435289"/>
                  </a:lnTo>
                  <a:lnTo>
                    <a:pt x="314640" y="1435289"/>
                  </a:lnTo>
                  <a:lnTo>
                    <a:pt x="315308" y="1435289"/>
                  </a:lnTo>
                  <a:lnTo>
                    <a:pt x="315976" y="1435289"/>
                  </a:lnTo>
                  <a:lnTo>
                    <a:pt x="316644" y="1435289"/>
                  </a:lnTo>
                  <a:lnTo>
                    <a:pt x="317312" y="1435289"/>
                  </a:lnTo>
                  <a:lnTo>
                    <a:pt x="317980" y="1435289"/>
                  </a:lnTo>
                  <a:lnTo>
                    <a:pt x="318648" y="1435289"/>
                  </a:lnTo>
                  <a:lnTo>
                    <a:pt x="319317" y="1435289"/>
                  </a:lnTo>
                  <a:lnTo>
                    <a:pt x="319985" y="1435289"/>
                  </a:lnTo>
                  <a:lnTo>
                    <a:pt x="320653" y="1435289"/>
                  </a:lnTo>
                  <a:lnTo>
                    <a:pt x="321321" y="1435289"/>
                  </a:lnTo>
                  <a:lnTo>
                    <a:pt x="321989" y="1435289"/>
                  </a:lnTo>
                  <a:lnTo>
                    <a:pt x="322657" y="1435289"/>
                  </a:lnTo>
                  <a:lnTo>
                    <a:pt x="323325" y="1435289"/>
                  </a:lnTo>
                  <a:lnTo>
                    <a:pt x="323993" y="1435289"/>
                  </a:lnTo>
                  <a:lnTo>
                    <a:pt x="324661" y="1435289"/>
                  </a:lnTo>
                  <a:lnTo>
                    <a:pt x="325329" y="1435289"/>
                  </a:lnTo>
                  <a:lnTo>
                    <a:pt x="325997" y="1435289"/>
                  </a:lnTo>
                  <a:lnTo>
                    <a:pt x="326665" y="1435240"/>
                  </a:lnTo>
                  <a:lnTo>
                    <a:pt x="327333" y="1435240"/>
                  </a:lnTo>
                  <a:lnTo>
                    <a:pt x="328001" y="1435240"/>
                  </a:lnTo>
                  <a:lnTo>
                    <a:pt x="328669" y="1435240"/>
                  </a:lnTo>
                  <a:lnTo>
                    <a:pt x="329337" y="1435240"/>
                  </a:lnTo>
                  <a:lnTo>
                    <a:pt x="330005" y="1435240"/>
                  </a:lnTo>
                  <a:lnTo>
                    <a:pt x="330673" y="1435240"/>
                  </a:lnTo>
                  <a:lnTo>
                    <a:pt x="331341" y="1435240"/>
                  </a:lnTo>
                  <a:lnTo>
                    <a:pt x="332009" y="1435240"/>
                  </a:lnTo>
                  <a:lnTo>
                    <a:pt x="332677" y="1435240"/>
                  </a:lnTo>
                  <a:lnTo>
                    <a:pt x="333345" y="1435240"/>
                  </a:lnTo>
                  <a:lnTo>
                    <a:pt x="334013" y="1435240"/>
                  </a:lnTo>
                  <a:lnTo>
                    <a:pt x="334681" y="1435240"/>
                  </a:lnTo>
                  <a:lnTo>
                    <a:pt x="335349" y="1435240"/>
                  </a:lnTo>
                  <a:lnTo>
                    <a:pt x="336017" y="1435240"/>
                  </a:lnTo>
                  <a:lnTo>
                    <a:pt x="336685" y="1435289"/>
                  </a:lnTo>
                  <a:lnTo>
                    <a:pt x="337353" y="1435289"/>
                  </a:lnTo>
                  <a:lnTo>
                    <a:pt x="338021" y="1435289"/>
                  </a:lnTo>
                  <a:lnTo>
                    <a:pt x="338689" y="1435289"/>
                  </a:lnTo>
                  <a:lnTo>
                    <a:pt x="339357" y="1435289"/>
                  </a:lnTo>
                  <a:lnTo>
                    <a:pt x="340025" y="1425202"/>
                  </a:lnTo>
                  <a:lnTo>
                    <a:pt x="340693" y="1406134"/>
                  </a:lnTo>
                  <a:lnTo>
                    <a:pt x="341361" y="1397553"/>
                  </a:lnTo>
                  <a:lnTo>
                    <a:pt x="342029" y="1397553"/>
                  </a:lnTo>
                  <a:lnTo>
                    <a:pt x="342697" y="1389926"/>
                  </a:lnTo>
                  <a:lnTo>
                    <a:pt x="343365" y="1378485"/>
                  </a:lnTo>
                  <a:lnTo>
                    <a:pt x="344034" y="1378485"/>
                  </a:lnTo>
                  <a:lnTo>
                    <a:pt x="344702" y="1378485"/>
                  </a:lnTo>
                  <a:lnTo>
                    <a:pt x="345370" y="1378485"/>
                  </a:lnTo>
                  <a:lnTo>
                    <a:pt x="346038" y="1369905"/>
                  </a:lnTo>
                  <a:lnTo>
                    <a:pt x="346706" y="1357073"/>
                  </a:lnTo>
                  <a:lnTo>
                    <a:pt x="347374" y="1346069"/>
                  </a:lnTo>
                  <a:lnTo>
                    <a:pt x="348042" y="1356557"/>
                  </a:lnTo>
                  <a:lnTo>
                    <a:pt x="348710" y="1359417"/>
                  </a:lnTo>
                  <a:lnTo>
                    <a:pt x="349378" y="1359417"/>
                  </a:lnTo>
                  <a:lnTo>
                    <a:pt x="350046" y="1369905"/>
                  </a:lnTo>
                  <a:lnTo>
                    <a:pt x="350714" y="1388973"/>
                  </a:lnTo>
                  <a:lnTo>
                    <a:pt x="351382" y="1397553"/>
                  </a:lnTo>
                  <a:lnTo>
                    <a:pt x="352050" y="1397553"/>
                  </a:lnTo>
                  <a:lnTo>
                    <a:pt x="352718" y="1405180"/>
                  </a:lnTo>
                  <a:lnTo>
                    <a:pt x="353386" y="1416621"/>
                  </a:lnTo>
                  <a:lnTo>
                    <a:pt x="354054" y="1416621"/>
                  </a:lnTo>
                  <a:lnTo>
                    <a:pt x="354722" y="1416621"/>
                  </a:lnTo>
                  <a:lnTo>
                    <a:pt x="355390" y="1416621"/>
                  </a:lnTo>
                  <a:lnTo>
                    <a:pt x="356058" y="1425202"/>
                  </a:lnTo>
                  <a:lnTo>
                    <a:pt x="356726" y="1412919"/>
                  </a:lnTo>
                  <a:lnTo>
                    <a:pt x="357394" y="1428544"/>
                  </a:lnTo>
                  <a:lnTo>
                    <a:pt x="358062" y="1435240"/>
                  </a:lnTo>
                  <a:lnTo>
                    <a:pt x="358730" y="1435240"/>
                  </a:lnTo>
                  <a:lnTo>
                    <a:pt x="359398" y="1435240"/>
                  </a:lnTo>
                  <a:lnTo>
                    <a:pt x="360066" y="1435240"/>
                  </a:lnTo>
                  <a:lnTo>
                    <a:pt x="360734" y="1435240"/>
                  </a:lnTo>
                  <a:lnTo>
                    <a:pt x="361402" y="1435240"/>
                  </a:lnTo>
                  <a:lnTo>
                    <a:pt x="362070" y="1435240"/>
                  </a:lnTo>
                  <a:lnTo>
                    <a:pt x="362738" y="1435240"/>
                  </a:lnTo>
                  <a:lnTo>
                    <a:pt x="363406" y="1435240"/>
                  </a:lnTo>
                  <a:lnTo>
                    <a:pt x="364074" y="1435240"/>
                  </a:lnTo>
                  <a:lnTo>
                    <a:pt x="364742" y="1435240"/>
                  </a:lnTo>
                  <a:lnTo>
                    <a:pt x="365410" y="1435240"/>
                  </a:lnTo>
                  <a:lnTo>
                    <a:pt x="366078" y="1435240"/>
                  </a:lnTo>
                  <a:lnTo>
                    <a:pt x="366746" y="1435240"/>
                  </a:lnTo>
                  <a:lnTo>
                    <a:pt x="367414" y="1435240"/>
                  </a:lnTo>
                  <a:lnTo>
                    <a:pt x="368082" y="1435240"/>
                  </a:lnTo>
                  <a:lnTo>
                    <a:pt x="368751" y="1429660"/>
                  </a:lnTo>
                  <a:lnTo>
                    <a:pt x="369419" y="1412919"/>
                  </a:lnTo>
                  <a:lnTo>
                    <a:pt x="370087" y="1412919"/>
                  </a:lnTo>
                  <a:lnTo>
                    <a:pt x="370755" y="1412919"/>
                  </a:lnTo>
                  <a:lnTo>
                    <a:pt x="371423" y="1412919"/>
                  </a:lnTo>
                  <a:lnTo>
                    <a:pt x="372091" y="1412919"/>
                  </a:lnTo>
                  <a:lnTo>
                    <a:pt x="372759" y="1412919"/>
                  </a:lnTo>
                  <a:lnTo>
                    <a:pt x="373427" y="1401759"/>
                  </a:lnTo>
                  <a:lnTo>
                    <a:pt x="374095" y="1369393"/>
                  </a:lnTo>
                  <a:lnTo>
                    <a:pt x="374763" y="1364929"/>
                  </a:lnTo>
                  <a:lnTo>
                    <a:pt x="375431" y="1345956"/>
                  </a:lnTo>
                  <a:lnTo>
                    <a:pt x="376099" y="1345956"/>
                  </a:lnTo>
                  <a:lnTo>
                    <a:pt x="376767" y="1345956"/>
                  </a:lnTo>
                  <a:lnTo>
                    <a:pt x="377435" y="1345956"/>
                  </a:lnTo>
                  <a:lnTo>
                    <a:pt x="378103" y="1345956"/>
                  </a:lnTo>
                  <a:lnTo>
                    <a:pt x="378771" y="1351536"/>
                  </a:lnTo>
                  <a:lnTo>
                    <a:pt x="379439" y="1368277"/>
                  </a:lnTo>
                  <a:lnTo>
                    <a:pt x="380107" y="1368277"/>
                  </a:lnTo>
                  <a:lnTo>
                    <a:pt x="380775" y="1368277"/>
                  </a:lnTo>
                  <a:lnTo>
                    <a:pt x="381443" y="1368277"/>
                  </a:lnTo>
                  <a:lnTo>
                    <a:pt x="382111" y="1368277"/>
                  </a:lnTo>
                  <a:lnTo>
                    <a:pt x="382779" y="1368277"/>
                  </a:lnTo>
                  <a:lnTo>
                    <a:pt x="383447" y="1379437"/>
                  </a:lnTo>
                  <a:lnTo>
                    <a:pt x="384115" y="1411803"/>
                  </a:lnTo>
                  <a:lnTo>
                    <a:pt x="384783" y="1416267"/>
                  </a:lnTo>
                  <a:lnTo>
                    <a:pt x="385451" y="1435240"/>
                  </a:lnTo>
                  <a:lnTo>
                    <a:pt x="386119" y="1435240"/>
                  </a:lnTo>
                  <a:lnTo>
                    <a:pt x="386787" y="1435240"/>
                  </a:lnTo>
                  <a:lnTo>
                    <a:pt x="387455" y="1435240"/>
                  </a:lnTo>
                  <a:lnTo>
                    <a:pt x="388123" y="1435240"/>
                  </a:lnTo>
                  <a:lnTo>
                    <a:pt x="388791" y="1435240"/>
                  </a:lnTo>
                  <a:lnTo>
                    <a:pt x="389459" y="1435240"/>
                  </a:lnTo>
                  <a:lnTo>
                    <a:pt x="390127" y="1435240"/>
                  </a:lnTo>
                  <a:lnTo>
                    <a:pt x="390795" y="1435240"/>
                  </a:lnTo>
                  <a:lnTo>
                    <a:pt x="391463" y="1435240"/>
                  </a:lnTo>
                  <a:lnTo>
                    <a:pt x="392131" y="1435240"/>
                  </a:lnTo>
                  <a:lnTo>
                    <a:pt x="392800" y="1435240"/>
                  </a:lnTo>
                  <a:lnTo>
                    <a:pt x="393468" y="1435240"/>
                  </a:lnTo>
                  <a:lnTo>
                    <a:pt x="394136" y="1435240"/>
                  </a:lnTo>
                  <a:lnTo>
                    <a:pt x="394804" y="1435240"/>
                  </a:lnTo>
                  <a:lnTo>
                    <a:pt x="395472" y="1435240"/>
                  </a:lnTo>
                  <a:lnTo>
                    <a:pt x="396140" y="1435240"/>
                  </a:lnTo>
                  <a:lnTo>
                    <a:pt x="396808" y="1435240"/>
                  </a:lnTo>
                  <a:lnTo>
                    <a:pt x="397476" y="1435289"/>
                  </a:lnTo>
                  <a:lnTo>
                    <a:pt x="398144" y="1435289"/>
                  </a:lnTo>
                  <a:lnTo>
                    <a:pt x="398812" y="1435289"/>
                  </a:lnTo>
                  <a:lnTo>
                    <a:pt x="399480" y="1435289"/>
                  </a:lnTo>
                  <a:lnTo>
                    <a:pt x="400148" y="1435289"/>
                  </a:lnTo>
                  <a:lnTo>
                    <a:pt x="400816" y="1435289"/>
                  </a:lnTo>
                  <a:lnTo>
                    <a:pt x="401484" y="1435289"/>
                  </a:lnTo>
                  <a:lnTo>
                    <a:pt x="402152" y="1435289"/>
                  </a:lnTo>
                  <a:lnTo>
                    <a:pt x="402820" y="1435289"/>
                  </a:lnTo>
                  <a:lnTo>
                    <a:pt x="403488" y="1435289"/>
                  </a:lnTo>
                  <a:lnTo>
                    <a:pt x="404156" y="1435289"/>
                  </a:lnTo>
                  <a:lnTo>
                    <a:pt x="404824" y="1435289"/>
                  </a:lnTo>
                  <a:lnTo>
                    <a:pt x="405492" y="1435289"/>
                  </a:lnTo>
                  <a:lnTo>
                    <a:pt x="406160" y="1435289"/>
                  </a:lnTo>
                  <a:lnTo>
                    <a:pt x="406828" y="1435289"/>
                  </a:lnTo>
                  <a:lnTo>
                    <a:pt x="407496" y="1435289"/>
                  </a:lnTo>
                  <a:lnTo>
                    <a:pt x="408164" y="1435289"/>
                  </a:lnTo>
                  <a:lnTo>
                    <a:pt x="408832" y="1435289"/>
                  </a:lnTo>
                  <a:lnTo>
                    <a:pt x="409500" y="1435289"/>
                  </a:lnTo>
                  <a:lnTo>
                    <a:pt x="410168" y="1435289"/>
                  </a:lnTo>
                  <a:lnTo>
                    <a:pt x="410836" y="1415104"/>
                  </a:lnTo>
                  <a:lnTo>
                    <a:pt x="411504" y="1391906"/>
                  </a:lnTo>
                  <a:lnTo>
                    <a:pt x="412172" y="1402254"/>
                  </a:lnTo>
                  <a:lnTo>
                    <a:pt x="412840" y="1390361"/>
                  </a:lnTo>
                  <a:lnTo>
                    <a:pt x="413508" y="1389834"/>
                  </a:lnTo>
                  <a:lnTo>
                    <a:pt x="414176" y="1389834"/>
                  </a:lnTo>
                  <a:lnTo>
                    <a:pt x="414844" y="1386142"/>
                  </a:lnTo>
                  <a:lnTo>
                    <a:pt x="415512" y="1374538"/>
                  </a:lnTo>
                  <a:lnTo>
                    <a:pt x="416180" y="1368736"/>
                  </a:lnTo>
                  <a:lnTo>
                    <a:pt x="416848" y="1361879"/>
                  </a:lnTo>
                  <a:lnTo>
                    <a:pt x="417517" y="1358187"/>
                  </a:lnTo>
                  <a:lnTo>
                    <a:pt x="418185" y="1358187"/>
                  </a:lnTo>
                  <a:lnTo>
                    <a:pt x="418853" y="1346617"/>
                  </a:lnTo>
                  <a:lnTo>
                    <a:pt x="419521" y="1349673"/>
                  </a:lnTo>
                  <a:lnTo>
                    <a:pt x="420189" y="1344520"/>
                  </a:lnTo>
                  <a:lnTo>
                    <a:pt x="420857" y="1381947"/>
                  </a:lnTo>
                  <a:lnTo>
                    <a:pt x="421525" y="1409922"/>
                  </a:lnTo>
                  <a:lnTo>
                    <a:pt x="422193" y="1392388"/>
                  </a:lnTo>
                  <a:lnTo>
                    <a:pt x="422861" y="1367161"/>
                  </a:lnTo>
                  <a:lnTo>
                    <a:pt x="423529" y="1368277"/>
                  </a:lnTo>
                  <a:lnTo>
                    <a:pt x="424197" y="1368277"/>
                  </a:lnTo>
                  <a:lnTo>
                    <a:pt x="424865" y="1376089"/>
                  </a:lnTo>
                  <a:lnTo>
                    <a:pt x="425533" y="1400642"/>
                  </a:lnTo>
                  <a:lnTo>
                    <a:pt x="426201" y="1412919"/>
                  </a:lnTo>
                  <a:lnTo>
                    <a:pt x="426869" y="1427428"/>
                  </a:lnTo>
                  <a:lnTo>
                    <a:pt x="427537" y="1435240"/>
                  </a:lnTo>
                  <a:lnTo>
                    <a:pt x="428205" y="1435240"/>
                  </a:lnTo>
                  <a:lnTo>
                    <a:pt x="428873" y="1435240"/>
                  </a:lnTo>
                  <a:lnTo>
                    <a:pt x="429541" y="1435240"/>
                  </a:lnTo>
                  <a:lnTo>
                    <a:pt x="430209" y="1435240"/>
                  </a:lnTo>
                  <a:lnTo>
                    <a:pt x="430877" y="1435240"/>
                  </a:lnTo>
                  <a:lnTo>
                    <a:pt x="431545" y="1435240"/>
                  </a:lnTo>
                  <a:lnTo>
                    <a:pt x="432213" y="1435240"/>
                  </a:lnTo>
                  <a:lnTo>
                    <a:pt x="432881" y="1435240"/>
                  </a:lnTo>
                  <a:lnTo>
                    <a:pt x="433549" y="1435240"/>
                  </a:lnTo>
                  <a:lnTo>
                    <a:pt x="434217" y="1435240"/>
                  </a:lnTo>
                  <a:lnTo>
                    <a:pt x="434885" y="1435240"/>
                  </a:lnTo>
                  <a:lnTo>
                    <a:pt x="435553" y="1435240"/>
                  </a:lnTo>
                  <a:lnTo>
                    <a:pt x="436221" y="1435240"/>
                  </a:lnTo>
                  <a:lnTo>
                    <a:pt x="436889" y="1435240"/>
                  </a:lnTo>
                  <a:lnTo>
                    <a:pt x="437557" y="1435240"/>
                  </a:lnTo>
                  <a:lnTo>
                    <a:pt x="438225" y="1424080"/>
                  </a:lnTo>
                  <a:lnTo>
                    <a:pt x="438893" y="1412919"/>
                  </a:lnTo>
                  <a:lnTo>
                    <a:pt x="439561" y="1412919"/>
                  </a:lnTo>
                  <a:lnTo>
                    <a:pt x="440229" y="1412919"/>
                  </a:lnTo>
                  <a:lnTo>
                    <a:pt x="440897" y="1405107"/>
                  </a:lnTo>
                  <a:lnTo>
                    <a:pt x="441565" y="1390598"/>
                  </a:lnTo>
                  <a:lnTo>
                    <a:pt x="442234" y="1390598"/>
                  </a:lnTo>
                  <a:lnTo>
                    <a:pt x="442902" y="1390598"/>
                  </a:lnTo>
                  <a:lnTo>
                    <a:pt x="443570" y="1390598"/>
                  </a:lnTo>
                  <a:lnTo>
                    <a:pt x="444238" y="1390598"/>
                  </a:lnTo>
                  <a:lnTo>
                    <a:pt x="444906" y="1390598"/>
                  </a:lnTo>
                  <a:lnTo>
                    <a:pt x="445574" y="1390598"/>
                  </a:lnTo>
                  <a:lnTo>
                    <a:pt x="446242" y="1390598"/>
                  </a:lnTo>
                  <a:lnTo>
                    <a:pt x="446910" y="1390598"/>
                  </a:lnTo>
                  <a:lnTo>
                    <a:pt x="447578" y="1390598"/>
                  </a:lnTo>
                  <a:lnTo>
                    <a:pt x="448246" y="1401759"/>
                  </a:lnTo>
                  <a:lnTo>
                    <a:pt x="448914" y="1412919"/>
                  </a:lnTo>
                  <a:lnTo>
                    <a:pt x="449582" y="1412919"/>
                  </a:lnTo>
                  <a:lnTo>
                    <a:pt x="450250" y="1412919"/>
                  </a:lnTo>
                  <a:lnTo>
                    <a:pt x="450918" y="1420731"/>
                  </a:lnTo>
                  <a:lnTo>
                    <a:pt x="451586" y="1435240"/>
                  </a:lnTo>
                  <a:lnTo>
                    <a:pt x="452254" y="1435240"/>
                  </a:lnTo>
                  <a:lnTo>
                    <a:pt x="452922" y="1435240"/>
                  </a:lnTo>
                  <a:lnTo>
                    <a:pt x="453590" y="1435240"/>
                  </a:lnTo>
                  <a:lnTo>
                    <a:pt x="454258" y="1435240"/>
                  </a:lnTo>
                  <a:lnTo>
                    <a:pt x="454926" y="1435240"/>
                  </a:lnTo>
                  <a:lnTo>
                    <a:pt x="455594" y="1435240"/>
                  </a:lnTo>
                  <a:lnTo>
                    <a:pt x="456262" y="1435240"/>
                  </a:lnTo>
                  <a:lnTo>
                    <a:pt x="456930" y="1435240"/>
                  </a:lnTo>
                  <a:lnTo>
                    <a:pt x="457598" y="1435240"/>
                  </a:lnTo>
                  <a:lnTo>
                    <a:pt x="458266" y="1435240"/>
                  </a:lnTo>
                  <a:lnTo>
                    <a:pt x="458934" y="1435240"/>
                  </a:lnTo>
                  <a:lnTo>
                    <a:pt x="459602" y="1435240"/>
                  </a:lnTo>
                  <a:lnTo>
                    <a:pt x="460270" y="1421847"/>
                  </a:lnTo>
                  <a:lnTo>
                    <a:pt x="460938" y="1412919"/>
                  </a:lnTo>
                  <a:lnTo>
                    <a:pt x="461606" y="1412919"/>
                  </a:lnTo>
                  <a:lnTo>
                    <a:pt x="462274" y="1412919"/>
                  </a:lnTo>
                  <a:lnTo>
                    <a:pt x="462942" y="1412919"/>
                  </a:lnTo>
                  <a:lnTo>
                    <a:pt x="463610" y="1412919"/>
                  </a:lnTo>
                  <a:lnTo>
                    <a:pt x="464278" y="1412919"/>
                  </a:lnTo>
                  <a:lnTo>
                    <a:pt x="464946" y="1412919"/>
                  </a:lnTo>
                  <a:lnTo>
                    <a:pt x="465614" y="1412919"/>
                  </a:lnTo>
                  <a:lnTo>
                    <a:pt x="466282" y="1412919"/>
                  </a:lnTo>
                  <a:lnTo>
                    <a:pt x="466951" y="1412919"/>
                  </a:lnTo>
                  <a:lnTo>
                    <a:pt x="467619" y="1396178"/>
                  </a:lnTo>
                  <a:lnTo>
                    <a:pt x="468287" y="1390598"/>
                  </a:lnTo>
                  <a:lnTo>
                    <a:pt x="468955" y="1390598"/>
                  </a:lnTo>
                  <a:lnTo>
                    <a:pt x="469623" y="1390598"/>
                  </a:lnTo>
                  <a:lnTo>
                    <a:pt x="470291" y="1403991"/>
                  </a:lnTo>
                  <a:lnTo>
                    <a:pt x="470959" y="1412919"/>
                  </a:lnTo>
                  <a:lnTo>
                    <a:pt x="471627" y="1412919"/>
                  </a:lnTo>
                  <a:lnTo>
                    <a:pt x="472295" y="1412919"/>
                  </a:lnTo>
                  <a:lnTo>
                    <a:pt x="472963" y="1412919"/>
                  </a:lnTo>
                  <a:lnTo>
                    <a:pt x="473631" y="1412919"/>
                  </a:lnTo>
                  <a:lnTo>
                    <a:pt x="474299" y="1412919"/>
                  </a:lnTo>
                  <a:lnTo>
                    <a:pt x="474967" y="1412919"/>
                  </a:lnTo>
                  <a:lnTo>
                    <a:pt x="475635" y="1412919"/>
                  </a:lnTo>
                  <a:lnTo>
                    <a:pt x="476303" y="1412919"/>
                  </a:lnTo>
                  <a:lnTo>
                    <a:pt x="476971" y="1412919"/>
                  </a:lnTo>
                  <a:lnTo>
                    <a:pt x="477639" y="1429660"/>
                  </a:lnTo>
                  <a:lnTo>
                    <a:pt x="478307" y="1435240"/>
                  </a:lnTo>
                  <a:lnTo>
                    <a:pt x="478975" y="1435240"/>
                  </a:lnTo>
                  <a:lnTo>
                    <a:pt x="479643" y="1435240"/>
                  </a:lnTo>
                  <a:lnTo>
                    <a:pt x="480311" y="1435240"/>
                  </a:lnTo>
                  <a:lnTo>
                    <a:pt x="480979" y="1435240"/>
                  </a:lnTo>
                  <a:lnTo>
                    <a:pt x="481647" y="1435240"/>
                  </a:lnTo>
                  <a:lnTo>
                    <a:pt x="482315" y="1435240"/>
                  </a:lnTo>
                  <a:lnTo>
                    <a:pt x="482983" y="1435240"/>
                  </a:lnTo>
                  <a:lnTo>
                    <a:pt x="483651" y="1435240"/>
                  </a:lnTo>
                  <a:lnTo>
                    <a:pt x="484319" y="1435240"/>
                  </a:lnTo>
                  <a:lnTo>
                    <a:pt x="484987" y="1435240"/>
                  </a:lnTo>
                  <a:lnTo>
                    <a:pt x="485655" y="1435240"/>
                  </a:lnTo>
                  <a:lnTo>
                    <a:pt x="486323" y="1435240"/>
                  </a:lnTo>
                  <a:lnTo>
                    <a:pt x="486991" y="1435240"/>
                  </a:lnTo>
                  <a:lnTo>
                    <a:pt x="487659" y="1435240"/>
                  </a:lnTo>
                  <a:lnTo>
                    <a:pt x="488327" y="1435240"/>
                  </a:lnTo>
                  <a:lnTo>
                    <a:pt x="488995" y="1435240"/>
                  </a:lnTo>
                  <a:lnTo>
                    <a:pt x="489663" y="1435240"/>
                  </a:lnTo>
                  <a:lnTo>
                    <a:pt x="490331" y="1435240"/>
                  </a:lnTo>
                  <a:lnTo>
                    <a:pt x="491000" y="1435240"/>
                  </a:lnTo>
                  <a:lnTo>
                    <a:pt x="491668" y="1435240"/>
                  </a:lnTo>
                  <a:lnTo>
                    <a:pt x="492336" y="1435240"/>
                  </a:lnTo>
                  <a:lnTo>
                    <a:pt x="493004" y="1435240"/>
                  </a:lnTo>
                  <a:lnTo>
                    <a:pt x="493672" y="1435240"/>
                  </a:lnTo>
                  <a:lnTo>
                    <a:pt x="494340" y="1435240"/>
                  </a:lnTo>
                  <a:lnTo>
                    <a:pt x="495008" y="1435240"/>
                  </a:lnTo>
                  <a:lnTo>
                    <a:pt x="495676" y="1435240"/>
                  </a:lnTo>
                  <a:lnTo>
                    <a:pt x="496344" y="1435240"/>
                  </a:lnTo>
                  <a:lnTo>
                    <a:pt x="497012" y="1435240"/>
                  </a:lnTo>
                  <a:lnTo>
                    <a:pt x="497680" y="1435240"/>
                  </a:lnTo>
                  <a:lnTo>
                    <a:pt x="498348" y="1435240"/>
                  </a:lnTo>
                  <a:lnTo>
                    <a:pt x="499016" y="1435240"/>
                  </a:lnTo>
                  <a:lnTo>
                    <a:pt x="499684" y="1435240"/>
                  </a:lnTo>
                  <a:lnTo>
                    <a:pt x="500352" y="1435240"/>
                  </a:lnTo>
                  <a:lnTo>
                    <a:pt x="501020" y="1435240"/>
                  </a:lnTo>
                  <a:lnTo>
                    <a:pt x="501688" y="1435240"/>
                  </a:lnTo>
                  <a:lnTo>
                    <a:pt x="502356" y="1435240"/>
                  </a:lnTo>
                  <a:lnTo>
                    <a:pt x="503024" y="1435240"/>
                  </a:lnTo>
                  <a:lnTo>
                    <a:pt x="503692" y="1435240"/>
                  </a:lnTo>
                  <a:lnTo>
                    <a:pt x="504360" y="1435240"/>
                  </a:lnTo>
                  <a:lnTo>
                    <a:pt x="505028" y="1435240"/>
                  </a:lnTo>
                  <a:lnTo>
                    <a:pt x="505696" y="1435240"/>
                  </a:lnTo>
                  <a:lnTo>
                    <a:pt x="506364" y="1435240"/>
                  </a:lnTo>
                  <a:lnTo>
                    <a:pt x="507032" y="1435240"/>
                  </a:lnTo>
                  <a:lnTo>
                    <a:pt x="507700" y="1435240"/>
                  </a:lnTo>
                  <a:lnTo>
                    <a:pt x="508368" y="1435240"/>
                  </a:lnTo>
                  <a:lnTo>
                    <a:pt x="509036" y="1435240"/>
                  </a:lnTo>
                  <a:lnTo>
                    <a:pt x="509704" y="1435240"/>
                  </a:lnTo>
                  <a:lnTo>
                    <a:pt x="510372" y="1435240"/>
                  </a:lnTo>
                  <a:lnTo>
                    <a:pt x="511040" y="1435240"/>
                  </a:lnTo>
                  <a:lnTo>
                    <a:pt x="511708" y="1435240"/>
                  </a:lnTo>
                  <a:lnTo>
                    <a:pt x="512376" y="1435240"/>
                  </a:lnTo>
                  <a:lnTo>
                    <a:pt x="513044" y="1435240"/>
                  </a:lnTo>
                  <a:lnTo>
                    <a:pt x="513712" y="1435240"/>
                  </a:lnTo>
                  <a:lnTo>
                    <a:pt x="514380" y="1435240"/>
                  </a:lnTo>
                  <a:lnTo>
                    <a:pt x="515048" y="1435240"/>
                  </a:lnTo>
                  <a:lnTo>
                    <a:pt x="515717" y="1435240"/>
                  </a:lnTo>
                  <a:lnTo>
                    <a:pt x="516385" y="1435240"/>
                  </a:lnTo>
                  <a:lnTo>
                    <a:pt x="517053" y="1435240"/>
                  </a:lnTo>
                  <a:lnTo>
                    <a:pt x="517721" y="1435240"/>
                  </a:lnTo>
                  <a:lnTo>
                    <a:pt x="518389" y="1435240"/>
                  </a:lnTo>
                  <a:lnTo>
                    <a:pt x="519057" y="1435240"/>
                  </a:lnTo>
                  <a:lnTo>
                    <a:pt x="519725" y="1435240"/>
                  </a:lnTo>
                  <a:lnTo>
                    <a:pt x="520393" y="1435240"/>
                  </a:lnTo>
                  <a:lnTo>
                    <a:pt x="521061" y="1435289"/>
                  </a:lnTo>
                  <a:lnTo>
                    <a:pt x="521729" y="1435289"/>
                  </a:lnTo>
                  <a:lnTo>
                    <a:pt x="522397" y="1435289"/>
                  </a:lnTo>
                  <a:lnTo>
                    <a:pt x="523065" y="1435289"/>
                  </a:lnTo>
                  <a:lnTo>
                    <a:pt x="523733" y="1435289"/>
                  </a:lnTo>
                  <a:lnTo>
                    <a:pt x="524401" y="1435289"/>
                  </a:lnTo>
                  <a:lnTo>
                    <a:pt x="525069" y="1435289"/>
                  </a:lnTo>
                  <a:lnTo>
                    <a:pt x="525737" y="1435289"/>
                  </a:lnTo>
                  <a:lnTo>
                    <a:pt x="526405" y="1435289"/>
                  </a:lnTo>
                  <a:lnTo>
                    <a:pt x="527073" y="1435289"/>
                  </a:lnTo>
                  <a:lnTo>
                    <a:pt x="527741" y="1435289"/>
                  </a:lnTo>
                  <a:lnTo>
                    <a:pt x="528409" y="1417154"/>
                  </a:lnTo>
                  <a:lnTo>
                    <a:pt x="529077" y="1404998"/>
                  </a:lnTo>
                  <a:lnTo>
                    <a:pt x="529745" y="1398918"/>
                  </a:lnTo>
                  <a:lnTo>
                    <a:pt x="530413" y="1398918"/>
                  </a:lnTo>
                  <a:lnTo>
                    <a:pt x="531081" y="1382484"/>
                  </a:lnTo>
                  <a:lnTo>
                    <a:pt x="531749" y="1390485"/>
                  </a:lnTo>
                  <a:lnTo>
                    <a:pt x="532417" y="1391374"/>
                  </a:lnTo>
                  <a:lnTo>
                    <a:pt x="533085" y="1383942"/>
                  </a:lnTo>
                  <a:lnTo>
                    <a:pt x="533753" y="1385871"/>
                  </a:lnTo>
                  <a:lnTo>
                    <a:pt x="534421" y="1374011"/>
                  </a:lnTo>
                  <a:lnTo>
                    <a:pt x="535089" y="1379443"/>
                  </a:lnTo>
                  <a:lnTo>
                    <a:pt x="535757" y="1366923"/>
                  </a:lnTo>
                  <a:lnTo>
                    <a:pt x="536425" y="1359961"/>
                  </a:lnTo>
                  <a:lnTo>
                    <a:pt x="537093" y="1363297"/>
                  </a:lnTo>
                  <a:lnTo>
                    <a:pt x="537761" y="1366674"/>
                  </a:lnTo>
                  <a:lnTo>
                    <a:pt x="538429" y="1378283"/>
                  </a:lnTo>
                  <a:lnTo>
                    <a:pt x="539097" y="1418499"/>
                  </a:lnTo>
                  <a:lnTo>
                    <a:pt x="539765" y="1435240"/>
                  </a:lnTo>
                  <a:lnTo>
                    <a:pt x="540434" y="1435240"/>
                  </a:lnTo>
                  <a:lnTo>
                    <a:pt x="541102" y="1435240"/>
                  </a:lnTo>
                  <a:lnTo>
                    <a:pt x="541770" y="1435240"/>
                  </a:lnTo>
                  <a:lnTo>
                    <a:pt x="542438" y="1435240"/>
                  </a:lnTo>
                  <a:lnTo>
                    <a:pt x="543106" y="1435240"/>
                  </a:lnTo>
                  <a:lnTo>
                    <a:pt x="543774" y="1435240"/>
                  </a:lnTo>
                  <a:lnTo>
                    <a:pt x="544442" y="1435240"/>
                  </a:lnTo>
                  <a:lnTo>
                    <a:pt x="545110" y="1435240"/>
                  </a:lnTo>
                  <a:lnTo>
                    <a:pt x="545778" y="1435240"/>
                  </a:lnTo>
                  <a:lnTo>
                    <a:pt x="546446" y="1414035"/>
                  </a:lnTo>
                  <a:lnTo>
                    <a:pt x="547114" y="1412919"/>
                  </a:lnTo>
                  <a:lnTo>
                    <a:pt x="547782" y="1412919"/>
                  </a:lnTo>
                  <a:lnTo>
                    <a:pt x="548450" y="1434198"/>
                  </a:lnTo>
                  <a:lnTo>
                    <a:pt x="549118" y="1435289"/>
                  </a:lnTo>
                  <a:lnTo>
                    <a:pt x="549786" y="1435289"/>
                  </a:lnTo>
                  <a:lnTo>
                    <a:pt x="550454" y="1435289"/>
                  </a:lnTo>
                  <a:lnTo>
                    <a:pt x="551122" y="1435289"/>
                  </a:lnTo>
                  <a:lnTo>
                    <a:pt x="551790" y="1422655"/>
                  </a:lnTo>
                  <a:lnTo>
                    <a:pt x="552458" y="1422655"/>
                  </a:lnTo>
                  <a:lnTo>
                    <a:pt x="553126" y="1431696"/>
                  </a:lnTo>
                  <a:lnTo>
                    <a:pt x="553794" y="1403571"/>
                  </a:lnTo>
                  <a:lnTo>
                    <a:pt x="554462" y="1389527"/>
                  </a:lnTo>
                  <a:lnTo>
                    <a:pt x="555130" y="1367681"/>
                  </a:lnTo>
                  <a:lnTo>
                    <a:pt x="555798" y="1343424"/>
                  </a:lnTo>
                  <a:lnTo>
                    <a:pt x="556466" y="1327989"/>
                  </a:lnTo>
                  <a:lnTo>
                    <a:pt x="557134" y="1346926"/>
                  </a:lnTo>
                  <a:lnTo>
                    <a:pt x="557802" y="1346926"/>
                  </a:lnTo>
                  <a:lnTo>
                    <a:pt x="558470" y="1327024"/>
                  </a:lnTo>
                  <a:lnTo>
                    <a:pt x="559138" y="1318342"/>
                  </a:lnTo>
                  <a:lnTo>
                    <a:pt x="559806" y="1318342"/>
                  </a:lnTo>
                  <a:lnTo>
                    <a:pt x="560474" y="1314483"/>
                  </a:lnTo>
                  <a:lnTo>
                    <a:pt x="561142" y="1310142"/>
                  </a:lnTo>
                  <a:lnTo>
                    <a:pt x="561810" y="1318342"/>
                  </a:lnTo>
                  <a:lnTo>
                    <a:pt x="562478" y="1318342"/>
                  </a:lnTo>
                  <a:lnTo>
                    <a:pt x="563146" y="1304889"/>
                  </a:lnTo>
                  <a:lnTo>
                    <a:pt x="563814" y="1320526"/>
                  </a:lnTo>
                  <a:lnTo>
                    <a:pt x="564482" y="1344319"/>
                  </a:lnTo>
                  <a:lnTo>
                    <a:pt x="565151" y="1355406"/>
                  </a:lnTo>
                  <a:lnTo>
                    <a:pt x="565819" y="1394726"/>
                  </a:lnTo>
                  <a:lnTo>
                    <a:pt x="566487" y="1420168"/>
                  </a:lnTo>
                  <a:lnTo>
                    <a:pt x="567155" y="1390598"/>
                  </a:lnTo>
                  <a:lnTo>
                    <a:pt x="567823" y="1390598"/>
                  </a:lnTo>
                  <a:lnTo>
                    <a:pt x="568491" y="1392830"/>
                  </a:lnTo>
                  <a:lnTo>
                    <a:pt x="569159" y="1412919"/>
                  </a:lnTo>
                  <a:lnTo>
                    <a:pt x="569827" y="1412919"/>
                  </a:lnTo>
                  <a:lnTo>
                    <a:pt x="570495" y="1421847"/>
                  </a:lnTo>
                  <a:lnTo>
                    <a:pt x="571163" y="1435240"/>
                  </a:lnTo>
                  <a:lnTo>
                    <a:pt x="571831" y="1435240"/>
                  </a:lnTo>
                  <a:lnTo>
                    <a:pt x="572499" y="1435240"/>
                  </a:lnTo>
                  <a:lnTo>
                    <a:pt x="573167" y="1435240"/>
                  </a:lnTo>
                  <a:lnTo>
                    <a:pt x="573835" y="1435240"/>
                  </a:lnTo>
                  <a:lnTo>
                    <a:pt x="574503" y="1435240"/>
                  </a:lnTo>
                  <a:lnTo>
                    <a:pt x="575171" y="1435240"/>
                  </a:lnTo>
                  <a:lnTo>
                    <a:pt x="575839" y="1435240"/>
                  </a:lnTo>
                  <a:lnTo>
                    <a:pt x="576507" y="1435240"/>
                  </a:lnTo>
                  <a:lnTo>
                    <a:pt x="577175" y="1435240"/>
                  </a:lnTo>
                  <a:lnTo>
                    <a:pt x="577843" y="1435240"/>
                  </a:lnTo>
                  <a:lnTo>
                    <a:pt x="578511" y="1435240"/>
                  </a:lnTo>
                  <a:lnTo>
                    <a:pt x="579179" y="1435240"/>
                  </a:lnTo>
                  <a:lnTo>
                    <a:pt x="579847" y="1435240"/>
                  </a:lnTo>
                  <a:lnTo>
                    <a:pt x="580515" y="1435240"/>
                  </a:lnTo>
                  <a:lnTo>
                    <a:pt x="581183" y="1435240"/>
                  </a:lnTo>
                  <a:lnTo>
                    <a:pt x="581851" y="1435240"/>
                  </a:lnTo>
                  <a:lnTo>
                    <a:pt x="582519" y="1435240"/>
                  </a:lnTo>
                  <a:lnTo>
                    <a:pt x="583187" y="1435240"/>
                  </a:lnTo>
                  <a:lnTo>
                    <a:pt x="583855" y="1435240"/>
                  </a:lnTo>
                  <a:lnTo>
                    <a:pt x="584523" y="1435240"/>
                  </a:lnTo>
                  <a:lnTo>
                    <a:pt x="585191" y="1435240"/>
                  </a:lnTo>
                  <a:lnTo>
                    <a:pt x="585859" y="1435240"/>
                  </a:lnTo>
                  <a:lnTo>
                    <a:pt x="586527" y="1435240"/>
                  </a:lnTo>
                  <a:lnTo>
                    <a:pt x="587195" y="1435240"/>
                  </a:lnTo>
                  <a:lnTo>
                    <a:pt x="587863" y="1435240"/>
                  </a:lnTo>
                  <a:lnTo>
                    <a:pt x="588531" y="1435240"/>
                  </a:lnTo>
                  <a:lnTo>
                    <a:pt x="589200" y="1435240"/>
                  </a:lnTo>
                  <a:lnTo>
                    <a:pt x="589868" y="1435240"/>
                  </a:lnTo>
                  <a:lnTo>
                    <a:pt x="590536" y="1435240"/>
                  </a:lnTo>
                  <a:lnTo>
                    <a:pt x="591204" y="1435240"/>
                  </a:lnTo>
                  <a:lnTo>
                    <a:pt x="591872" y="1435240"/>
                  </a:lnTo>
                  <a:lnTo>
                    <a:pt x="592540" y="1435240"/>
                  </a:lnTo>
                  <a:lnTo>
                    <a:pt x="593208" y="1435240"/>
                  </a:lnTo>
                  <a:lnTo>
                    <a:pt x="593876" y="1435240"/>
                  </a:lnTo>
                  <a:lnTo>
                    <a:pt x="594544" y="1435240"/>
                  </a:lnTo>
                  <a:lnTo>
                    <a:pt x="595212" y="1435240"/>
                  </a:lnTo>
                  <a:lnTo>
                    <a:pt x="595880" y="1435240"/>
                  </a:lnTo>
                  <a:lnTo>
                    <a:pt x="596548" y="1435240"/>
                  </a:lnTo>
                  <a:lnTo>
                    <a:pt x="597216" y="1435240"/>
                  </a:lnTo>
                  <a:lnTo>
                    <a:pt x="597884" y="1435240"/>
                  </a:lnTo>
                  <a:lnTo>
                    <a:pt x="598552" y="1435240"/>
                  </a:lnTo>
                  <a:lnTo>
                    <a:pt x="599220" y="1435240"/>
                  </a:lnTo>
                  <a:lnTo>
                    <a:pt x="599888" y="1435240"/>
                  </a:lnTo>
                  <a:lnTo>
                    <a:pt x="600556" y="1435240"/>
                  </a:lnTo>
                  <a:lnTo>
                    <a:pt x="601224" y="1435240"/>
                  </a:lnTo>
                  <a:lnTo>
                    <a:pt x="601892" y="1427428"/>
                  </a:lnTo>
                  <a:lnTo>
                    <a:pt x="602560" y="1412919"/>
                  </a:lnTo>
                  <a:lnTo>
                    <a:pt x="603228" y="1412919"/>
                  </a:lnTo>
                  <a:lnTo>
                    <a:pt x="603896" y="1412919"/>
                  </a:lnTo>
                  <a:lnTo>
                    <a:pt x="604564" y="1412919"/>
                  </a:lnTo>
                  <a:lnTo>
                    <a:pt x="605232" y="1412919"/>
                  </a:lnTo>
                  <a:lnTo>
                    <a:pt x="605900" y="1412919"/>
                  </a:lnTo>
                  <a:lnTo>
                    <a:pt x="606568" y="1412919"/>
                  </a:lnTo>
                  <a:lnTo>
                    <a:pt x="607236" y="1412919"/>
                  </a:lnTo>
                  <a:lnTo>
                    <a:pt x="607904" y="1393946"/>
                  </a:lnTo>
                  <a:lnTo>
                    <a:pt x="608572" y="1390598"/>
                  </a:lnTo>
                  <a:lnTo>
                    <a:pt x="609240" y="1390598"/>
                  </a:lnTo>
                  <a:lnTo>
                    <a:pt x="609908" y="1390598"/>
                  </a:lnTo>
                  <a:lnTo>
                    <a:pt x="610576" y="1390598"/>
                  </a:lnTo>
                  <a:lnTo>
                    <a:pt x="611244" y="1390598"/>
                  </a:lnTo>
                  <a:lnTo>
                    <a:pt x="611912" y="1398410"/>
                  </a:lnTo>
                  <a:lnTo>
                    <a:pt x="612580" y="1412919"/>
                  </a:lnTo>
                  <a:lnTo>
                    <a:pt x="613248" y="1412919"/>
                  </a:lnTo>
                  <a:lnTo>
                    <a:pt x="613917" y="1412919"/>
                  </a:lnTo>
                  <a:lnTo>
                    <a:pt x="614585" y="1412919"/>
                  </a:lnTo>
                  <a:lnTo>
                    <a:pt x="615253" y="1412919"/>
                  </a:lnTo>
                  <a:lnTo>
                    <a:pt x="615921" y="1409571"/>
                  </a:lnTo>
                  <a:lnTo>
                    <a:pt x="616589" y="1390598"/>
                  </a:lnTo>
                  <a:lnTo>
                    <a:pt x="617257" y="1390598"/>
                  </a:lnTo>
                  <a:lnTo>
                    <a:pt x="617925" y="1409571"/>
                  </a:lnTo>
                  <a:lnTo>
                    <a:pt x="618593" y="1395062"/>
                  </a:lnTo>
                  <a:lnTo>
                    <a:pt x="619261" y="1390598"/>
                  </a:lnTo>
                  <a:lnTo>
                    <a:pt x="619929" y="1390598"/>
                  </a:lnTo>
                  <a:lnTo>
                    <a:pt x="620597" y="1390598"/>
                  </a:lnTo>
                  <a:lnTo>
                    <a:pt x="621265" y="1390598"/>
                  </a:lnTo>
                  <a:lnTo>
                    <a:pt x="621933" y="1390598"/>
                  </a:lnTo>
                  <a:lnTo>
                    <a:pt x="622601" y="1390598"/>
                  </a:lnTo>
                  <a:lnTo>
                    <a:pt x="623269" y="1390598"/>
                  </a:lnTo>
                  <a:lnTo>
                    <a:pt x="623937" y="1378321"/>
                  </a:lnTo>
                  <a:lnTo>
                    <a:pt x="624605" y="1368277"/>
                  </a:lnTo>
                  <a:lnTo>
                    <a:pt x="625273" y="1368277"/>
                  </a:lnTo>
                  <a:lnTo>
                    <a:pt x="625941" y="1371625"/>
                  </a:lnTo>
                  <a:lnTo>
                    <a:pt x="626609" y="1390598"/>
                  </a:lnTo>
                  <a:lnTo>
                    <a:pt x="627277" y="1390598"/>
                  </a:lnTo>
                  <a:lnTo>
                    <a:pt x="627945" y="1390598"/>
                  </a:lnTo>
                  <a:lnTo>
                    <a:pt x="628613" y="1408455"/>
                  </a:lnTo>
                  <a:lnTo>
                    <a:pt x="629281" y="1405107"/>
                  </a:lnTo>
                  <a:lnTo>
                    <a:pt x="629949" y="1390598"/>
                  </a:lnTo>
                  <a:lnTo>
                    <a:pt x="630617" y="1390598"/>
                  </a:lnTo>
                  <a:lnTo>
                    <a:pt x="631285" y="1390598"/>
                  </a:lnTo>
                  <a:lnTo>
                    <a:pt x="631953" y="1390598"/>
                  </a:lnTo>
                  <a:lnTo>
                    <a:pt x="632621" y="1372741"/>
                  </a:lnTo>
                  <a:lnTo>
                    <a:pt x="633289" y="1353768"/>
                  </a:lnTo>
                  <a:lnTo>
                    <a:pt x="633957" y="1358233"/>
                  </a:lnTo>
                  <a:lnTo>
                    <a:pt x="634625" y="1368277"/>
                  </a:lnTo>
                  <a:lnTo>
                    <a:pt x="635293" y="1368277"/>
                  </a:lnTo>
                  <a:lnTo>
                    <a:pt x="635961" y="1367161"/>
                  </a:lnTo>
                  <a:lnTo>
                    <a:pt x="636629" y="1345956"/>
                  </a:lnTo>
                  <a:lnTo>
                    <a:pt x="637297" y="1345956"/>
                  </a:lnTo>
                  <a:lnTo>
                    <a:pt x="637965" y="1345956"/>
                  </a:lnTo>
                  <a:lnTo>
                    <a:pt x="638634" y="1345956"/>
                  </a:lnTo>
                  <a:lnTo>
                    <a:pt x="639302" y="1385159"/>
                  </a:lnTo>
                  <a:lnTo>
                    <a:pt x="639970" y="1388774"/>
                  </a:lnTo>
                  <a:lnTo>
                    <a:pt x="640638" y="1372291"/>
                  </a:lnTo>
                  <a:lnTo>
                    <a:pt x="641306" y="1363134"/>
                  </a:lnTo>
                  <a:lnTo>
                    <a:pt x="641974" y="1349399"/>
                  </a:lnTo>
                  <a:lnTo>
                    <a:pt x="642642" y="1389174"/>
                  </a:lnTo>
                  <a:lnTo>
                    <a:pt x="643310" y="1420318"/>
                  </a:lnTo>
                  <a:lnTo>
                    <a:pt x="643978" y="1425351"/>
                  </a:lnTo>
                  <a:lnTo>
                    <a:pt x="644646" y="1425351"/>
                  </a:lnTo>
                  <a:lnTo>
                    <a:pt x="645314" y="1425703"/>
                  </a:lnTo>
                  <a:lnTo>
                    <a:pt x="645982" y="1426420"/>
                  </a:lnTo>
                  <a:lnTo>
                    <a:pt x="646650" y="1435289"/>
                  </a:lnTo>
                  <a:lnTo>
                    <a:pt x="647318" y="1435289"/>
                  </a:lnTo>
                  <a:lnTo>
                    <a:pt x="647986" y="1435289"/>
                  </a:lnTo>
                  <a:lnTo>
                    <a:pt x="648654" y="1435289"/>
                  </a:lnTo>
                  <a:lnTo>
                    <a:pt x="649322" y="1435289"/>
                  </a:lnTo>
                  <a:lnTo>
                    <a:pt x="649990" y="1435289"/>
                  </a:lnTo>
                  <a:lnTo>
                    <a:pt x="650658" y="1435289"/>
                  </a:lnTo>
                  <a:lnTo>
                    <a:pt x="651326" y="1435289"/>
                  </a:lnTo>
                  <a:lnTo>
                    <a:pt x="651994" y="1435289"/>
                  </a:lnTo>
                  <a:lnTo>
                    <a:pt x="652662" y="1435289"/>
                  </a:lnTo>
                  <a:lnTo>
                    <a:pt x="653330" y="1435289"/>
                  </a:lnTo>
                  <a:lnTo>
                    <a:pt x="653998" y="1435289"/>
                  </a:lnTo>
                  <a:lnTo>
                    <a:pt x="654666" y="1415124"/>
                  </a:lnTo>
                  <a:lnTo>
                    <a:pt x="655334" y="1390598"/>
                  </a:lnTo>
                  <a:lnTo>
                    <a:pt x="656002" y="1390598"/>
                  </a:lnTo>
                  <a:lnTo>
                    <a:pt x="656670" y="1390598"/>
                  </a:lnTo>
                  <a:lnTo>
                    <a:pt x="657338" y="1390598"/>
                  </a:lnTo>
                  <a:lnTo>
                    <a:pt x="658006" y="1390598"/>
                  </a:lnTo>
                  <a:lnTo>
                    <a:pt x="658674" y="1390598"/>
                  </a:lnTo>
                  <a:lnTo>
                    <a:pt x="659342" y="1390598"/>
                  </a:lnTo>
                  <a:lnTo>
                    <a:pt x="660010" y="1390598"/>
                  </a:lnTo>
                  <a:lnTo>
                    <a:pt x="660678" y="1390598"/>
                  </a:lnTo>
                  <a:lnTo>
                    <a:pt x="661346" y="1390598"/>
                  </a:lnTo>
                  <a:lnTo>
                    <a:pt x="662014" y="1390598"/>
                  </a:lnTo>
                  <a:lnTo>
                    <a:pt x="662683" y="1405107"/>
                  </a:lnTo>
                  <a:lnTo>
                    <a:pt x="663351" y="1412919"/>
                  </a:lnTo>
                  <a:lnTo>
                    <a:pt x="664019" y="1412919"/>
                  </a:lnTo>
                  <a:lnTo>
                    <a:pt x="664687" y="1433008"/>
                  </a:lnTo>
                  <a:lnTo>
                    <a:pt x="665355" y="1435240"/>
                  </a:lnTo>
                  <a:lnTo>
                    <a:pt x="666023" y="1435240"/>
                  </a:lnTo>
                  <a:lnTo>
                    <a:pt x="666691" y="1435240"/>
                  </a:lnTo>
                  <a:lnTo>
                    <a:pt x="667359" y="1435240"/>
                  </a:lnTo>
                  <a:lnTo>
                    <a:pt x="668027" y="1435240"/>
                  </a:lnTo>
                  <a:lnTo>
                    <a:pt x="668695" y="1435240"/>
                  </a:lnTo>
                  <a:lnTo>
                    <a:pt x="669363" y="1435240"/>
                  </a:lnTo>
                  <a:lnTo>
                    <a:pt x="670031" y="1435240"/>
                  </a:lnTo>
                  <a:lnTo>
                    <a:pt x="670699" y="1435240"/>
                  </a:lnTo>
                  <a:lnTo>
                    <a:pt x="671367" y="1435240"/>
                  </a:lnTo>
                  <a:lnTo>
                    <a:pt x="672035" y="1435240"/>
                  </a:lnTo>
                  <a:lnTo>
                    <a:pt x="672703" y="1435240"/>
                  </a:lnTo>
                  <a:lnTo>
                    <a:pt x="673371" y="1435240"/>
                  </a:lnTo>
                  <a:lnTo>
                    <a:pt x="674039" y="1435240"/>
                  </a:lnTo>
                  <a:lnTo>
                    <a:pt x="674707" y="1435240"/>
                  </a:lnTo>
                  <a:lnTo>
                    <a:pt x="675375" y="1435240"/>
                  </a:lnTo>
                  <a:lnTo>
                    <a:pt x="676043" y="1435240"/>
                  </a:lnTo>
                  <a:lnTo>
                    <a:pt x="676711" y="1435240"/>
                  </a:lnTo>
                  <a:lnTo>
                    <a:pt x="677379" y="1435240"/>
                  </a:lnTo>
                  <a:lnTo>
                    <a:pt x="678047" y="1435240"/>
                  </a:lnTo>
                  <a:lnTo>
                    <a:pt x="678715" y="1435240"/>
                  </a:lnTo>
                  <a:lnTo>
                    <a:pt x="679383" y="1435240"/>
                  </a:lnTo>
                  <a:lnTo>
                    <a:pt x="680051" y="1435240"/>
                  </a:lnTo>
                  <a:lnTo>
                    <a:pt x="680719" y="1435240"/>
                  </a:lnTo>
                  <a:lnTo>
                    <a:pt x="681387" y="1435240"/>
                  </a:lnTo>
                  <a:lnTo>
                    <a:pt x="682055" y="1435240"/>
                  </a:lnTo>
                  <a:lnTo>
                    <a:pt x="682723" y="1435240"/>
                  </a:lnTo>
                  <a:lnTo>
                    <a:pt x="683391" y="1435240"/>
                  </a:lnTo>
                  <a:lnTo>
                    <a:pt x="684059" y="1435240"/>
                  </a:lnTo>
                  <a:lnTo>
                    <a:pt x="684727" y="1435240"/>
                  </a:lnTo>
                  <a:lnTo>
                    <a:pt x="685395" y="1435240"/>
                  </a:lnTo>
                  <a:lnTo>
                    <a:pt x="686063" y="1435240"/>
                  </a:lnTo>
                  <a:lnTo>
                    <a:pt x="686731" y="1435240"/>
                  </a:lnTo>
                  <a:lnTo>
                    <a:pt x="687400" y="1435240"/>
                  </a:lnTo>
                  <a:lnTo>
                    <a:pt x="688068" y="1435240"/>
                  </a:lnTo>
                  <a:lnTo>
                    <a:pt x="688736" y="1435240"/>
                  </a:lnTo>
                  <a:lnTo>
                    <a:pt x="689404" y="1435240"/>
                  </a:lnTo>
                  <a:lnTo>
                    <a:pt x="690072" y="1435240"/>
                  </a:lnTo>
                  <a:lnTo>
                    <a:pt x="690740" y="1435240"/>
                  </a:lnTo>
                  <a:lnTo>
                    <a:pt x="691408" y="1435240"/>
                  </a:lnTo>
                  <a:lnTo>
                    <a:pt x="692076" y="1435240"/>
                  </a:lnTo>
                  <a:lnTo>
                    <a:pt x="692744" y="1435240"/>
                  </a:lnTo>
                  <a:lnTo>
                    <a:pt x="693412" y="1435240"/>
                  </a:lnTo>
                  <a:lnTo>
                    <a:pt x="694080" y="1435240"/>
                  </a:lnTo>
                  <a:lnTo>
                    <a:pt x="694748" y="1435240"/>
                  </a:lnTo>
                  <a:lnTo>
                    <a:pt x="695416" y="1435240"/>
                  </a:lnTo>
                  <a:lnTo>
                    <a:pt x="696084" y="1435240"/>
                  </a:lnTo>
                  <a:lnTo>
                    <a:pt x="696752" y="1435240"/>
                  </a:lnTo>
                  <a:lnTo>
                    <a:pt x="697420" y="1435240"/>
                  </a:lnTo>
                  <a:lnTo>
                    <a:pt x="698088" y="1435240"/>
                  </a:lnTo>
                  <a:lnTo>
                    <a:pt x="698756" y="1435240"/>
                  </a:lnTo>
                  <a:lnTo>
                    <a:pt x="699424" y="1435240"/>
                  </a:lnTo>
                  <a:lnTo>
                    <a:pt x="700092" y="1435240"/>
                  </a:lnTo>
                  <a:lnTo>
                    <a:pt x="700760" y="1435240"/>
                  </a:lnTo>
                  <a:lnTo>
                    <a:pt x="701428" y="1435240"/>
                  </a:lnTo>
                  <a:lnTo>
                    <a:pt x="702096" y="1435240"/>
                  </a:lnTo>
                  <a:lnTo>
                    <a:pt x="702764" y="1435240"/>
                  </a:lnTo>
                  <a:lnTo>
                    <a:pt x="703432" y="1435240"/>
                  </a:lnTo>
                  <a:lnTo>
                    <a:pt x="704100" y="1435240"/>
                  </a:lnTo>
                  <a:lnTo>
                    <a:pt x="704768" y="1427428"/>
                  </a:lnTo>
                  <a:lnTo>
                    <a:pt x="705436" y="1412919"/>
                  </a:lnTo>
                  <a:lnTo>
                    <a:pt x="706104" y="1410687"/>
                  </a:lnTo>
                  <a:lnTo>
                    <a:pt x="706772" y="1390598"/>
                  </a:lnTo>
                  <a:lnTo>
                    <a:pt x="707440" y="1390598"/>
                  </a:lnTo>
                  <a:lnTo>
                    <a:pt x="708108" y="1390598"/>
                  </a:lnTo>
                  <a:lnTo>
                    <a:pt x="708776" y="1390598"/>
                  </a:lnTo>
                  <a:lnTo>
                    <a:pt x="709444" y="1390598"/>
                  </a:lnTo>
                  <a:lnTo>
                    <a:pt x="710112" y="1390598"/>
                  </a:lnTo>
                  <a:lnTo>
                    <a:pt x="710780" y="1390598"/>
                  </a:lnTo>
                  <a:lnTo>
                    <a:pt x="711448" y="1390598"/>
                  </a:lnTo>
                  <a:lnTo>
                    <a:pt x="712117" y="1390598"/>
                  </a:lnTo>
                  <a:lnTo>
                    <a:pt x="712785" y="1390598"/>
                  </a:lnTo>
                  <a:lnTo>
                    <a:pt x="713453" y="1390598"/>
                  </a:lnTo>
                  <a:lnTo>
                    <a:pt x="714121" y="1390598"/>
                  </a:lnTo>
                  <a:lnTo>
                    <a:pt x="714789" y="1398410"/>
                  </a:lnTo>
                  <a:lnTo>
                    <a:pt x="715457" y="1412919"/>
                  </a:lnTo>
                  <a:lnTo>
                    <a:pt x="716125" y="1415151"/>
                  </a:lnTo>
                  <a:lnTo>
                    <a:pt x="716793" y="1435240"/>
                  </a:lnTo>
                  <a:lnTo>
                    <a:pt x="717461" y="1435240"/>
                  </a:lnTo>
                  <a:lnTo>
                    <a:pt x="718129" y="1435240"/>
                  </a:lnTo>
                  <a:lnTo>
                    <a:pt x="718797" y="1435240"/>
                  </a:lnTo>
                  <a:lnTo>
                    <a:pt x="719465" y="1435240"/>
                  </a:lnTo>
                  <a:lnTo>
                    <a:pt x="720133" y="1435240"/>
                  </a:lnTo>
                  <a:lnTo>
                    <a:pt x="720801" y="1435240"/>
                  </a:lnTo>
                  <a:lnTo>
                    <a:pt x="721469" y="1435240"/>
                  </a:lnTo>
                  <a:lnTo>
                    <a:pt x="722137" y="1435240"/>
                  </a:lnTo>
                  <a:lnTo>
                    <a:pt x="722805" y="1435240"/>
                  </a:lnTo>
                  <a:lnTo>
                    <a:pt x="723473" y="1435240"/>
                  </a:lnTo>
                  <a:lnTo>
                    <a:pt x="724141" y="1435240"/>
                  </a:lnTo>
                  <a:lnTo>
                    <a:pt x="724809" y="1435240"/>
                  </a:lnTo>
                  <a:lnTo>
                    <a:pt x="725477" y="1435240"/>
                  </a:lnTo>
                  <a:lnTo>
                    <a:pt x="726145" y="1435240"/>
                  </a:lnTo>
                  <a:lnTo>
                    <a:pt x="726813" y="1435240"/>
                  </a:lnTo>
                  <a:lnTo>
                    <a:pt x="727481" y="1435240"/>
                  </a:lnTo>
                  <a:lnTo>
                    <a:pt x="728149" y="1435240"/>
                  </a:lnTo>
                  <a:lnTo>
                    <a:pt x="728817" y="1435240"/>
                  </a:lnTo>
                  <a:lnTo>
                    <a:pt x="729485" y="1435240"/>
                  </a:lnTo>
                  <a:lnTo>
                    <a:pt x="730153" y="1435240"/>
                  </a:lnTo>
                  <a:lnTo>
                    <a:pt x="730821" y="1435240"/>
                  </a:lnTo>
                  <a:lnTo>
                    <a:pt x="731489" y="1435240"/>
                  </a:lnTo>
                  <a:lnTo>
                    <a:pt x="732157" y="1435240"/>
                  </a:lnTo>
                  <a:lnTo>
                    <a:pt x="732825" y="1435240"/>
                  </a:lnTo>
                  <a:lnTo>
                    <a:pt x="733493" y="1435240"/>
                  </a:lnTo>
                  <a:lnTo>
                    <a:pt x="734161" y="1435240"/>
                  </a:lnTo>
                  <a:lnTo>
                    <a:pt x="734829" y="1435240"/>
                  </a:lnTo>
                  <a:lnTo>
                    <a:pt x="735497" y="1435240"/>
                  </a:lnTo>
                  <a:lnTo>
                    <a:pt x="736165" y="1435240"/>
                  </a:lnTo>
                  <a:lnTo>
                    <a:pt x="736834" y="1435240"/>
                  </a:lnTo>
                  <a:lnTo>
                    <a:pt x="737502" y="1435240"/>
                  </a:lnTo>
                  <a:lnTo>
                    <a:pt x="738170" y="1435240"/>
                  </a:lnTo>
                  <a:lnTo>
                    <a:pt x="738838" y="1435240"/>
                  </a:lnTo>
                  <a:lnTo>
                    <a:pt x="739506" y="1435240"/>
                  </a:lnTo>
                  <a:lnTo>
                    <a:pt x="740174" y="1435240"/>
                  </a:lnTo>
                  <a:lnTo>
                    <a:pt x="740842" y="1435240"/>
                  </a:lnTo>
                  <a:lnTo>
                    <a:pt x="741510" y="1435240"/>
                  </a:lnTo>
                  <a:lnTo>
                    <a:pt x="742178" y="1435240"/>
                  </a:lnTo>
                  <a:lnTo>
                    <a:pt x="742846" y="1435240"/>
                  </a:lnTo>
                  <a:lnTo>
                    <a:pt x="743514" y="1435240"/>
                  </a:lnTo>
                  <a:lnTo>
                    <a:pt x="744182" y="1435240"/>
                  </a:lnTo>
                  <a:lnTo>
                    <a:pt x="744850" y="1435240"/>
                  </a:lnTo>
                  <a:lnTo>
                    <a:pt x="745518" y="1435240"/>
                  </a:lnTo>
                  <a:lnTo>
                    <a:pt x="746186" y="1435240"/>
                  </a:lnTo>
                  <a:lnTo>
                    <a:pt x="746854" y="1435240"/>
                  </a:lnTo>
                  <a:lnTo>
                    <a:pt x="747522" y="1435240"/>
                  </a:lnTo>
                  <a:lnTo>
                    <a:pt x="748190" y="1435240"/>
                  </a:lnTo>
                  <a:lnTo>
                    <a:pt x="748858" y="1435240"/>
                  </a:lnTo>
                  <a:lnTo>
                    <a:pt x="749526" y="1435240"/>
                  </a:lnTo>
                  <a:lnTo>
                    <a:pt x="750194" y="1435240"/>
                  </a:lnTo>
                  <a:lnTo>
                    <a:pt x="750862" y="1435240"/>
                  </a:lnTo>
                  <a:lnTo>
                    <a:pt x="751530" y="1435289"/>
                  </a:lnTo>
                  <a:lnTo>
                    <a:pt x="752198" y="1435289"/>
                  </a:lnTo>
                  <a:lnTo>
                    <a:pt x="752866" y="1435289"/>
                  </a:lnTo>
                  <a:lnTo>
                    <a:pt x="753534" y="1435289"/>
                  </a:lnTo>
                  <a:lnTo>
                    <a:pt x="754202" y="1427233"/>
                  </a:lnTo>
                  <a:lnTo>
                    <a:pt x="754870" y="1422655"/>
                  </a:lnTo>
                  <a:lnTo>
                    <a:pt x="755538" y="1408004"/>
                  </a:lnTo>
                  <a:lnTo>
                    <a:pt x="756206" y="1404341"/>
                  </a:lnTo>
                  <a:lnTo>
                    <a:pt x="756874" y="1404341"/>
                  </a:lnTo>
                  <a:lnTo>
                    <a:pt x="757542" y="1404341"/>
                  </a:lnTo>
                  <a:lnTo>
                    <a:pt x="758210" y="1404341"/>
                  </a:lnTo>
                  <a:lnTo>
                    <a:pt x="758878" y="1404341"/>
                  </a:lnTo>
                  <a:lnTo>
                    <a:pt x="759546" y="1404341"/>
                  </a:lnTo>
                  <a:lnTo>
                    <a:pt x="760214" y="1394268"/>
                  </a:lnTo>
                  <a:lnTo>
                    <a:pt x="760883" y="1386027"/>
                  </a:lnTo>
                  <a:lnTo>
                    <a:pt x="761551" y="1378485"/>
                  </a:lnTo>
                  <a:lnTo>
                    <a:pt x="762219" y="1384206"/>
                  </a:lnTo>
                  <a:lnTo>
                    <a:pt x="762887" y="1394718"/>
                  </a:lnTo>
                  <a:lnTo>
                    <a:pt x="763555" y="1368277"/>
                  </a:lnTo>
                  <a:lnTo>
                    <a:pt x="764223" y="1385018"/>
                  </a:lnTo>
                  <a:lnTo>
                    <a:pt x="764891" y="1390598"/>
                  </a:lnTo>
                  <a:lnTo>
                    <a:pt x="765559" y="1408455"/>
                  </a:lnTo>
                  <a:lnTo>
                    <a:pt x="766227" y="1412919"/>
                  </a:lnTo>
                  <a:lnTo>
                    <a:pt x="766895" y="1412919"/>
                  </a:lnTo>
                  <a:lnTo>
                    <a:pt x="767563" y="1412919"/>
                  </a:lnTo>
                  <a:lnTo>
                    <a:pt x="768231" y="1412919"/>
                  </a:lnTo>
                  <a:lnTo>
                    <a:pt x="768899" y="1412919"/>
                  </a:lnTo>
                  <a:lnTo>
                    <a:pt x="769567" y="1412919"/>
                  </a:lnTo>
                  <a:lnTo>
                    <a:pt x="770235" y="1425196"/>
                  </a:lnTo>
                  <a:lnTo>
                    <a:pt x="770903" y="1435240"/>
                  </a:lnTo>
                  <a:lnTo>
                    <a:pt x="771571" y="1435240"/>
                  </a:lnTo>
                  <a:lnTo>
                    <a:pt x="772239" y="1435240"/>
                  </a:lnTo>
                  <a:lnTo>
                    <a:pt x="772907" y="1435240"/>
                  </a:lnTo>
                  <a:lnTo>
                    <a:pt x="773575" y="1435240"/>
                  </a:lnTo>
                  <a:lnTo>
                    <a:pt x="774243" y="1435240"/>
                  </a:lnTo>
                  <a:lnTo>
                    <a:pt x="774911" y="1435240"/>
                  </a:lnTo>
                  <a:lnTo>
                    <a:pt x="775579" y="1418499"/>
                  </a:lnTo>
                  <a:lnTo>
                    <a:pt x="776247" y="1399526"/>
                  </a:lnTo>
                  <a:lnTo>
                    <a:pt x="776915" y="1390598"/>
                  </a:lnTo>
                  <a:lnTo>
                    <a:pt x="777583" y="1390598"/>
                  </a:lnTo>
                  <a:lnTo>
                    <a:pt x="778251" y="1390598"/>
                  </a:lnTo>
                  <a:lnTo>
                    <a:pt x="778919" y="1390598"/>
                  </a:lnTo>
                  <a:lnTo>
                    <a:pt x="779587" y="1390598"/>
                  </a:lnTo>
                  <a:lnTo>
                    <a:pt x="780255" y="1390598"/>
                  </a:lnTo>
                  <a:lnTo>
                    <a:pt x="780923" y="1390598"/>
                  </a:lnTo>
                  <a:lnTo>
                    <a:pt x="781591" y="1390598"/>
                  </a:lnTo>
                  <a:lnTo>
                    <a:pt x="782259" y="1390598"/>
                  </a:lnTo>
                  <a:lnTo>
                    <a:pt x="782927" y="1390598"/>
                  </a:lnTo>
                  <a:lnTo>
                    <a:pt x="783595" y="1390598"/>
                  </a:lnTo>
                  <a:lnTo>
                    <a:pt x="784263" y="1390598"/>
                  </a:lnTo>
                  <a:lnTo>
                    <a:pt x="784931" y="1390598"/>
                  </a:lnTo>
                  <a:lnTo>
                    <a:pt x="785600" y="1407339"/>
                  </a:lnTo>
                  <a:lnTo>
                    <a:pt x="786268" y="1426312"/>
                  </a:lnTo>
                  <a:lnTo>
                    <a:pt x="786936" y="1435240"/>
                  </a:lnTo>
                  <a:lnTo>
                    <a:pt x="787604" y="1435240"/>
                  </a:lnTo>
                  <a:lnTo>
                    <a:pt x="788272" y="1435240"/>
                  </a:lnTo>
                  <a:lnTo>
                    <a:pt x="788940" y="1435240"/>
                  </a:lnTo>
                  <a:lnTo>
                    <a:pt x="789608" y="1435240"/>
                  </a:lnTo>
                  <a:lnTo>
                    <a:pt x="790276" y="1435240"/>
                  </a:lnTo>
                  <a:lnTo>
                    <a:pt x="790944" y="1435240"/>
                  </a:lnTo>
                  <a:lnTo>
                    <a:pt x="791612" y="1435240"/>
                  </a:lnTo>
                  <a:lnTo>
                    <a:pt x="792280" y="1435240"/>
                  </a:lnTo>
                  <a:lnTo>
                    <a:pt x="792948" y="1435240"/>
                  </a:lnTo>
                  <a:lnTo>
                    <a:pt x="793616" y="1435240"/>
                  </a:lnTo>
                  <a:lnTo>
                    <a:pt x="794284" y="1421847"/>
                  </a:lnTo>
                  <a:lnTo>
                    <a:pt x="794952" y="1405107"/>
                  </a:lnTo>
                  <a:lnTo>
                    <a:pt x="795620" y="1390598"/>
                  </a:lnTo>
                  <a:lnTo>
                    <a:pt x="796288" y="1390598"/>
                  </a:lnTo>
                  <a:lnTo>
                    <a:pt x="796956" y="1390598"/>
                  </a:lnTo>
                  <a:lnTo>
                    <a:pt x="797624" y="1390598"/>
                  </a:lnTo>
                  <a:lnTo>
                    <a:pt x="798292" y="1390598"/>
                  </a:lnTo>
                  <a:lnTo>
                    <a:pt x="798960" y="1390598"/>
                  </a:lnTo>
                  <a:lnTo>
                    <a:pt x="799628" y="1390598"/>
                  </a:lnTo>
                  <a:lnTo>
                    <a:pt x="800296" y="1390598"/>
                  </a:lnTo>
                  <a:lnTo>
                    <a:pt x="800964" y="1390598"/>
                  </a:lnTo>
                  <a:lnTo>
                    <a:pt x="801632" y="1390598"/>
                  </a:lnTo>
                  <a:lnTo>
                    <a:pt x="802300" y="1390598"/>
                  </a:lnTo>
                  <a:lnTo>
                    <a:pt x="802968" y="1390598"/>
                  </a:lnTo>
                  <a:lnTo>
                    <a:pt x="803636" y="1390598"/>
                  </a:lnTo>
                  <a:lnTo>
                    <a:pt x="804304" y="1403991"/>
                  </a:lnTo>
                  <a:lnTo>
                    <a:pt x="804972" y="1420731"/>
                  </a:lnTo>
                  <a:lnTo>
                    <a:pt x="805640" y="1435240"/>
                  </a:lnTo>
                  <a:lnTo>
                    <a:pt x="806308" y="1435240"/>
                  </a:lnTo>
                  <a:lnTo>
                    <a:pt x="806976" y="1435240"/>
                  </a:lnTo>
                  <a:lnTo>
                    <a:pt x="807644" y="1435240"/>
                  </a:lnTo>
                  <a:lnTo>
                    <a:pt x="808312" y="1435240"/>
                  </a:lnTo>
                  <a:lnTo>
                    <a:pt x="808980" y="1435289"/>
                  </a:lnTo>
                  <a:lnTo>
                    <a:pt x="809648" y="1435289"/>
                  </a:lnTo>
                  <a:lnTo>
                    <a:pt x="810317" y="1435289"/>
                  </a:lnTo>
                  <a:lnTo>
                    <a:pt x="810985" y="1435289"/>
                  </a:lnTo>
                  <a:lnTo>
                    <a:pt x="811653" y="1435289"/>
                  </a:lnTo>
                  <a:lnTo>
                    <a:pt x="812321" y="1435289"/>
                  </a:lnTo>
                  <a:lnTo>
                    <a:pt x="812989" y="1435289"/>
                  </a:lnTo>
                  <a:lnTo>
                    <a:pt x="813657" y="1435289"/>
                  </a:lnTo>
                  <a:lnTo>
                    <a:pt x="814325" y="1435289"/>
                  </a:lnTo>
                  <a:lnTo>
                    <a:pt x="814993" y="1435289"/>
                  </a:lnTo>
                  <a:lnTo>
                    <a:pt x="815661" y="1435289"/>
                  </a:lnTo>
                  <a:lnTo>
                    <a:pt x="816329" y="1435289"/>
                  </a:lnTo>
                  <a:lnTo>
                    <a:pt x="816997" y="1435289"/>
                  </a:lnTo>
                  <a:lnTo>
                    <a:pt x="817665" y="1435289"/>
                  </a:lnTo>
                  <a:lnTo>
                    <a:pt x="818333" y="1435289"/>
                  </a:lnTo>
                  <a:lnTo>
                    <a:pt x="819001" y="1435289"/>
                  </a:lnTo>
                  <a:lnTo>
                    <a:pt x="819669" y="1435289"/>
                  </a:lnTo>
                  <a:lnTo>
                    <a:pt x="820337" y="1435289"/>
                  </a:lnTo>
                  <a:lnTo>
                    <a:pt x="821005" y="1435289"/>
                  </a:lnTo>
                  <a:lnTo>
                    <a:pt x="821673" y="1435289"/>
                  </a:lnTo>
                  <a:lnTo>
                    <a:pt x="822341" y="1435289"/>
                  </a:lnTo>
                  <a:lnTo>
                    <a:pt x="823009" y="1435289"/>
                  </a:lnTo>
                  <a:lnTo>
                    <a:pt x="823677" y="1435289"/>
                  </a:lnTo>
                  <a:lnTo>
                    <a:pt x="824345" y="1435289"/>
                  </a:lnTo>
                  <a:lnTo>
                    <a:pt x="825013" y="1435289"/>
                  </a:lnTo>
                  <a:lnTo>
                    <a:pt x="825681" y="1435289"/>
                  </a:lnTo>
                  <a:lnTo>
                    <a:pt x="826349" y="1435289"/>
                  </a:lnTo>
                  <a:lnTo>
                    <a:pt x="827017" y="1435289"/>
                  </a:lnTo>
                  <a:lnTo>
                    <a:pt x="827685" y="1435289"/>
                  </a:lnTo>
                  <a:lnTo>
                    <a:pt x="828353" y="1435289"/>
                  </a:lnTo>
                  <a:lnTo>
                    <a:pt x="829021" y="1435289"/>
                  </a:lnTo>
                  <a:lnTo>
                    <a:pt x="829689" y="1435289"/>
                  </a:lnTo>
                  <a:lnTo>
                    <a:pt x="830357" y="1435289"/>
                  </a:lnTo>
                  <a:lnTo>
                    <a:pt x="831025" y="1397294"/>
                  </a:lnTo>
                  <a:lnTo>
                    <a:pt x="831693" y="1387250"/>
                  </a:lnTo>
                  <a:lnTo>
                    <a:pt x="832361" y="1368277"/>
                  </a:lnTo>
                  <a:lnTo>
                    <a:pt x="833029" y="1363813"/>
                  </a:lnTo>
                  <a:lnTo>
                    <a:pt x="833697" y="1345956"/>
                  </a:lnTo>
                  <a:lnTo>
                    <a:pt x="834365" y="1345956"/>
                  </a:lnTo>
                  <a:lnTo>
                    <a:pt x="835034" y="1345956"/>
                  </a:lnTo>
                  <a:lnTo>
                    <a:pt x="835702" y="1345956"/>
                  </a:lnTo>
                  <a:lnTo>
                    <a:pt x="836370" y="1345956"/>
                  </a:lnTo>
                  <a:lnTo>
                    <a:pt x="837038" y="1345956"/>
                  </a:lnTo>
                  <a:lnTo>
                    <a:pt x="837706" y="1376355"/>
                  </a:lnTo>
                  <a:lnTo>
                    <a:pt x="838374" y="1384076"/>
                  </a:lnTo>
                  <a:lnTo>
                    <a:pt x="839042" y="1386027"/>
                  </a:lnTo>
                  <a:lnTo>
                    <a:pt x="839710" y="1386027"/>
                  </a:lnTo>
                  <a:lnTo>
                    <a:pt x="840378" y="1392437"/>
                  </a:lnTo>
                  <a:lnTo>
                    <a:pt x="841046" y="1417161"/>
                  </a:lnTo>
                  <a:lnTo>
                    <a:pt x="841714" y="1425402"/>
                  </a:lnTo>
                  <a:lnTo>
                    <a:pt x="842382" y="1435289"/>
                  </a:lnTo>
                  <a:lnTo>
                    <a:pt x="843050" y="1435289"/>
                  </a:lnTo>
                  <a:lnTo>
                    <a:pt x="843718" y="1435289"/>
                  </a:lnTo>
                  <a:lnTo>
                    <a:pt x="844386" y="1435289"/>
                  </a:lnTo>
                  <a:lnTo>
                    <a:pt x="845054" y="1435289"/>
                  </a:lnTo>
                  <a:lnTo>
                    <a:pt x="845722" y="1435289"/>
                  </a:lnTo>
                  <a:lnTo>
                    <a:pt x="846390" y="1416042"/>
                  </a:lnTo>
                  <a:lnTo>
                    <a:pt x="847058" y="1408812"/>
                  </a:lnTo>
                  <a:lnTo>
                    <a:pt x="847726" y="1411788"/>
                  </a:lnTo>
                  <a:lnTo>
                    <a:pt x="848394" y="1424509"/>
                  </a:lnTo>
                  <a:lnTo>
                    <a:pt x="849062" y="1432030"/>
                  </a:lnTo>
                  <a:lnTo>
                    <a:pt x="849730" y="1435289"/>
                  </a:lnTo>
                  <a:lnTo>
                    <a:pt x="850398" y="1435289"/>
                  </a:lnTo>
                  <a:lnTo>
                    <a:pt x="851066" y="1435289"/>
                  </a:lnTo>
                  <a:lnTo>
                    <a:pt x="851734" y="1435289"/>
                  </a:lnTo>
                  <a:lnTo>
                    <a:pt x="852402" y="1435289"/>
                  </a:lnTo>
                  <a:lnTo>
                    <a:pt x="853070" y="1435289"/>
                  </a:lnTo>
                  <a:lnTo>
                    <a:pt x="853738" y="1435289"/>
                  </a:lnTo>
                  <a:lnTo>
                    <a:pt x="854406" y="1435289"/>
                  </a:lnTo>
                  <a:lnTo>
                    <a:pt x="855074" y="1435289"/>
                  </a:lnTo>
                  <a:lnTo>
                    <a:pt x="855742" y="1435289"/>
                  </a:lnTo>
                  <a:lnTo>
                    <a:pt x="856410" y="1435289"/>
                  </a:lnTo>
                  <a:lnTo>
                    <a:pt x="857078" y="1435289"/>
                  </a:lnTo>
                  <a:lnTo>
                    <a:pt x="857746" y="1435289"/>
                  </a:lnTo>
                  <a:lnTo>
                    <a:pt x="858414" y="1435289"/>
                  </a:lnTo>
                  <a:lnTo>
                    <a:pt x="859083" y="1435289"/>
                  </a:lnTo>
                  <a:lnTo>
                    <a:pt x="859751" y="1435289"/>
                  </a:lnTo>
                  <a:lnTo>
                    <a:pt x="860419" y="1435289"/>
                  </a:lnTo>
                  <a:lnTo>
                    <a:pt x="861087" y="1435289"/>
                  </a:lnTo>
                  <a:lnTo>
                    <a:pt x="861755" y="1435289"/>
                  </a:lnTo>
                  <a:lnTo>
                    <a:pt x="862423" y="1435289"/>
                  </a:lnTo>
                  <a:lnTo>
                    <a:pt x="863091" y="1435289"/>
                  </a:lnTo>
                  <a:lnTo>
                    <a:pt x="863759" y="1435289"/>
                  </a:lnTo>
                  <a:lnTo>
                    <a:pt x="864427" y="1435240"/>
                  </a:lnTo>
                  <a:lnTo>
                    <a:pt x="865095" y="1435240"/>
                  </a:lnTo>
                  <a:lnTo>
                    <a:pt x="865763" y="1435240"/>
                  </a:lnTo>
                  <a:lnTo>
                    <a:pt x="866431" y="1435289"/>
                  </a:lnTo>
                  <a:lnTo>
                    <a:pt x="867099" y="1435289"/>
                  </a:lnTo>
                  <a:lnTo>
                    <a:pt x="867767" y="1435289"/>
                  </a:lnTo>
                  <a:lnTo>
                    <a:pt x="868435" y="1435289"/>
                  </a:lnTo>
                  <a:lnTo>
                    <a:pt x="869103" y="1435289"/>
                  </a:lnTo>
                  <a:lnTo>
                    <a:pt x="869771" y="1435289"/>
                  </a:lnTo>
                  <a:lnTo>
                    <a:pt x="870439" y="1435289"/>
                  </a:lnTo>
                  <a:lnTo>
                    <a:pt x="871107" y="1435289"/>
                  </a:lnTo>
                  <a:lnTo>
                    <a:pt x="871775" y="1435289"/>
                  </a:lnTo>
                  <a:lnTo>
                    <a:pt x="872443" y="1435289"/>
                  </a:lnTo>
                  <a:lnTo>
                    <a:pt x="873111" y="1435289"/>
                  </a:lnTo>
                  <a:lnTo>
                    <a:pt x="873779" y="1435289"/>
                  </a:lnTo>
                  <a:lnTo>
                    <a:pt x="874447" y="1435289"/>
                  </a:lnTo>
                  <a:lnTo>
                    <a:pt x="875115" y="1435289"/>
                  </a:lnTo>
                  <a:lnTo>
                    <a:pt x="875783" y="1435289"/>
                  </a:lnTo>
                  <a:lnTo>
                    <a:pt x="876451" y="1435289"/>
                  </a:lnTo>
                  <a:lnTo>
                    <a:pt x="877119" y="1435289"/>
                  </a:lnTo>
                  <a:lnTo>
                    <a:pt x="877787" y="1435240"/>
                  </a:lnTo>
                  <a:lnTo>
                    <a:pt x="878455" y="1435240"/>
                  </a:lnTo>
                  <a:lnTo>
                    <a:pt x="879123" y="1435240"/>
                  </a:lnTo>
                  <a:lnTo>
                    <a:pt x="879791" y="1435240"/>
                  </a:lnTo>
                  <a:lnTo>
                    <a:pt x="880459" y="1420731"/>
                  </a:lnTo>
                  <a:lnTo>
                    <a:pt x="881127" y="1410687"/>
                  </a:lnTo>
                  <a:lnTo>
                    <a:pt x="881795" y="1390598"/>
                  </a:lnTo>
                  <a:lnTo>
                    <a:pt x="882463" y="1390598"/>
                  </a:lnTo>
                  <a:lnTo>
                    <a:pt x="883131" y="1390598"/>
                  </a:lnTo>
                  <a:lnTo>
                    <a:pt x="883800" y="1390598"/>
                  </a:lnTo>
                  <a:lnTo>
                    <a:pt x="884468" y="1390598"/>
                  </a:lnTo>
                  <a:lnTo>
                    <a:pt x="885136" y="1390598"/>
                  </a:lnTo>
                  <a:lnTo>
                    <a:pt x="885804" y="1390598"/>
                  </a:lnTo>
                  <a:lnTo>
                    <a:pt x="886472" y="1390598"/>
                  </a:lnTo>
                  <a:lnTo>
                    <a:pt x="887140" y="1390598"/>
                  </a:lnTo>
                  <a:lnTo>
                    <a:pt x="887808" y="1390598"/>
                  </a:lnTo>
                  <a:lnTo>
                    <a:pt x="888476" y="1390598"/>
                  </a:lnTo>
                  <a:lnTo>
                    <a:pt x="889144" y="1390598"/>
                  </a:lnTo>
                  <a:lnTo>
                    <a:pt x="889812" y="1414101"/>
                  </a:lnTo>
                  <a:lnTo>
                    <a:pt x="890480" y="1429016"/>
                  </a:lnTo>
                  <a:lnTo>
                    <a:pt x="891148" y="1435289"/>
                  </a:lnTo>
                  <a:lnTo>
                    <a:pt x="891816" y="1435289"/>
                  </a:lnTo>
                  <a:lnTo>
                    <a:pt x="892484" y="1435289"/>
                  </a:lnTo>
                  <a:lnTo>
                    <a:pt x="893152" y="1435289"/>
                  </a:lnTo>
                  <a:lnTo>
                    <a:pt x="893820" y="1435289"/>
                  </a:lnTo>
                  <a:lnTo>
                    <a:pt x="894488" y="1435289"/>
                  </a:lnTo>
                  <a:lnTo>
                    <a:pt x="895156" y="1435289"/>
                  </a:lnTo>
                  <a:lnTo>
                    <a:pt x="895824" y="1435289"/>
                  </a:lnTo>
                  <a:lnTo>
                    <a:pt x="896492" y="1435289"/>
                  </a:lnTo>
                  <a:lnTo>
                    <a:pt x="897160" y="1435289"/>
                  </a:lnTo>
                  <a:lnTo>
                    <a:pt x="897828" y="1435289"/>
                  </a:lnTo>
                  <a:lnTo>
                    <a:pt x="898496" y="1435289"/>
                  </a:lnTo>
                  <a:lnTo>
                    <a:pt x="899164" y="1435289"/>
                  </a:lnTo>
                  <a:lnTo>
                    <a:pt x="899832" y="1435289"/>
                  </a:lnTo>
                  <a:lnTo>
                    <a:pt x="900500" y="1435289"/>
                  </a:lnTo>
                  <a:lnTo>
                    <a:pt x="901168" y="1435289"/>
                  </a:lnTo>
                  <a:lnTo>
                    <a:pt x="901836" y="1435289"/>
                  </a:lnTo>
                  <a:lnTo>
                    <a:pt x="902504" y="1435240"/>
                  </a:lnTo>
                  <a:lnTo>
                    <a:pt x="903172" y="1435240"/>
                  </a:lnTo>
                  <a:lnTo>
                    <a:pt x="903840" y="1435240"/>
                  </a:lnTo>
                  <a:lnTo>
                    <a:pt x="904508" y="1435240"/>
                  </a:lnTo>
                  <a:lnTo>
                    <a:pt x="905176" y="1435240"/>
                  </a:lnTo>
                  <a:lnTo>
                    <a:pt x="905844" y="1435240"/>
                  </a:lnTo>
                  <a:lnTo>
                    <a:pt x="906512" y="1435240"/>
                  </a:lnTo>
                  <a:lnTo>
                    <a:pt x="907180" y="1435240"/>
                  </a:lnTo>
                  <a:lnTo>
                    <a:pt x="907848" y="1435240"/>
                  </a:lnTo>
                  <a:lnTo>
                    <a:pt x="908517" y="1435240"/>
                  </a:lnTo>
                  <a:lnTo>
                    <a:pt x="909185" y="1435240"/>
                  </a:lnTo>
                  <a:lnTo>
                    <a:pt x="909853" y="1435240"/>
                  </a:lnTo>
                  <a:lnTo>
                    <a:pt x="910521" y="1435240"/>
                  </a:lnTo>
                  <a:lnTo>
                    <a:pt x="911189" y="1435240"/>
                  </a:lnTo>
                  <a:lnTo>
                    <a:pt x="911857" y="1435240"/>
                  </a:lnTo>
                  <a:lnTo>
                    <a:pt x="912525" y="1435240"/>
                  </a:lnTo>
                  <a:lnTo>
                    <a:pt x="913193" y="1435240"/>
                  </a:lnTo>
                  <a:lnTo>
                    <a:pt x="913861" y="1435240"/>
                  </a:lnTo>
                  <a:lnTo>
                    <a:pt x="914529" y="1435240"/>
                  </a:lnTo>
                  <a:lnTo>
                    <a:pt x="915197" y="1435240"/>
                  </a:lnTo>
                  <a:lnTo>
                    <a:pt x="915865" y="1435240"/>
                  </a:lnTo>
                  <a:lnTo>
                    <a:pt x="916533" y="1435240"/>
                  </a:lnTo>
                  <a:lnTo>
                    <a:pt x="917201" y="1435240"/>
                  </a:lnTo>
                  <a:lnTo>
                    <a:pt x="917869" y="1435240"/>
                  </a:lnTo>
                  <a:lnTo>
                    <a:pt x="918537" y="1435240"/>
                  </a:lnTo>
                  <a:lnTo>
                    <a:pt x="919205" y="1435240"/>
                  </a:lnTo>
                  <a:lnTo>
                    <a:pt x="919873" y="1435240"/>
                  </a:lnTo>
                  <a:lnTo>
                    <a:pt x="920541" y="1435240"/>
                  </a:lnTo>
                  <a:lnTo>
                    <a:pt x="921209" y="1435240"/>
                  </a:lnTo>
                  <a:lnTo>
                    <a:pt x="921877" y="1435240"/>
                  </a:lnTo>
                  <a:lnTo>
                    <a:pt x="922545" y="1435240"/>
                  </a:lnTo>
                  <a:lnTo>
                    <a:pt x="923213" y="1435240"/>
                  </a:lnTo>
                  <a:lnTo>
                    <a:pt x="923881" y="1435240"/>
                  </a:lnTo>
                  <a:lnTo>
                    <a:pt x="924549" y="1435240"/>
                  </a:lnTo>
                  <a:lnTo>
                    <a:pt x="925217" y="1435240"/>
                  </a:lnTo>
                  <a:lnTo>
                    <a:pt x="925885" y="1435240"/>
                  </a:lnTo>
                  <a:lnTo>
                    <a:pt x="926553" y="1435240"/>
                  </a:lnTo>
                  <a:lnTo>
                    <a:pt x="927221" y="1435240"/>
                  </a:lnTo>
                  <a:lnTo>
                    <a:pt x="927889" y="1435240"/>
                  </a:lnTo>
                  <a:lnTo>
                    <a:pt x="928557" y="1435240"/>
                  </a:lnTo>
                  <a:lnTo>
                    <a:pt x="929225" y="1435240"/>
                  </a:lnTo>
                  <a:lnTo>
                    <a:pt x="929893" y="1435240"/>
                  </a:lnTo>
                  <a:lnTo>
                    <a:pt x="930561" y="1435240"/>
                  </a:lnTo>
                  <a:lnTo>
                    <a:pt x="931229" y="1435240"/>
                  </a:lnTo>
                  <a:lnTo>
                    <a:pt x="931897" y="1435240"/>
                  </a:lnTo>
                  <a:lnTo>
                    <a:pt x="932565" y="1435240"/>
                  </a:lnTo>
                  <a:lnTo>
                    <a:pt x="933234" y="1435240"/>
                  </a:lnTo>
                  <a:lnTo>
                    <a:pt x="933902" y="1435240"/>
                  </a:lnTo>
                  <a:lnTo>
                    <a:pt x="934570" y="1435240"/>
                  </a:lnTo>
                  <a:lnTo>
                    <a:pt x="935238" y="1435240"/>
                  </a:lnTo>
                  <a:lnTo>
                    <a:pt x="935906" y="1435240"/>
                  </a:lnTo>
                  <a:lnTo>
                    <a:pt x="936574" y="1435240"/>
                  </a:lnTo>
                  <a:lnTo>
                    <a:pt x="937242" y="1435240"/>
                  </a:lnTo>
                  <a:lnTo>
                    <a:pt x="937910" y="1435240"/>
                  </a:lnTo>
                  <a:lnTo>
                    <a:pt x="938578" y="1435240"/>
                  </a:lnTo>
                  <a:lnTo>
                    <a:pt x="939246" y="1435240"/>
                  </a:lnTo>
                  <a:lnTo>
                    <a:pt x="939914" y="1435240"/>
                  </a:lnTo>
                  <a:lnTo>
                    <a:pt x="940582" y="1435240"/>
                  </a:lnTo>
                  <a:lnTo>
                    <a:pt x="941250" y="1435240"/>
                  </a:lnTo>
                  <a:lnTo>
                    <a:pt x="941918" y="1435240"/>
                  </a:lnTo>
                  <a:lnTo>
                    <a:pt x="942586" y="1435240"/>
                  </a:lnTo>
                  <a:lnTo>
                    <a:pt x="943254" y="1435240"/>
                  </a:lnTo>
                  <a:lnTo>
                    <a:pt x="943922" y="1435240"/>
                  </a:lnTo>
                  <a:lnTo>
                    <a:pt x="944590" y="1435240"/>
                  </a:lnTo>
                  <a:lnTo>
                    <a:pt x="945258" y="1435240"/>
                  </a:lnTo>
                  <a:lnTo>
                    <a:pt x="945926" y="1435240"/>
                  </a:lnTo>
                  <a:lnTo>
                    <a:pt x="946594" y="1435240"/>
                  </a:lnTo>
                  <a:lnTo>
                    <a:pt x="947262" y="1435240"/>
                  </a:lnTo>
                  <a:lnTo>
                    <a:pt x="947930" y="1435240"/>
                  </a:lnTo>
                  <a:lnTo>
                    <a:pt x="948598" y="1435240"/>
                  </a:lnTo>
                  <a:lnTo>
                    <a:pt x="949266" y="1435240"/>
                  </a:lnTo>
                  <a:lnTo>
                    <a:pt x="949934" y="1435240"/>
                  </a:lnTo>
                  <a:lnTo>
                    <a:pt x="950602" y="1435240"/>
                  </a:lnTo>
                  <a:lnTo>
                    <a:pt x="951270" y="1435240"/>
                  </a:lnTo>
                  <a:lnTo>
                    <a:pt x="951938" y="1435240"/>
                  </a:lnTo>
                  <a:lnTo>
                    <a:pt x="952606" y="1435240"/>
                  </a:lnTo>
                  <a:lnTo>
                    <a:pt x="953274" y="1435240"/>
                  </a:lnTo>
                  <a:lnTo>
                    <a:pt x="953942" y="1435240"/>
                  </a:lnTo>
                  <a:lnTo>
                    <a:pt x="954610" y="1414035"/>
                  </a:lnTo>
                  <a:lnTo>
                    <a:pt x="955278" y="1412919"/>
                  </a:lnTo>
                  <a:lnTo>
                    <a:pt x="955946" y="1412919"/>
                  </a:lnTo>
                  <a:lnTo>
                    <a:pt x="956614" y="1412919"/>
                  </a:lnTo>
                  <a:lnTo>
                    <a:pt x="957283" y="1412919"/>
                  </a:lnTo>
                  <a:lnTo>
                    <a:pt x="957951" y="1406223"/>
                  </a:lnTo>
                  <a:lnTo>
                    <a:pt x="958619" y="1390598"/>
                  </a:lnTo>
                  <a:lnTo>
                    <a:pt x="959287" y="1374973"/>
                  </a:lnTo>
                  <a:lnTo>
                    <a:pt x="959955" y="1358233"/>
                  </a:lnTo>
                  <a:lnTo>
                    <a:pt x="960623" y="1345956"/>
                  </a:lnTo>
                  <a:lnTo>
                    <a:pt x="961291" y="1345956"/>
                  </a:lnTo>
                  <a:lnTo>
                    <a:pt x="961959" y="1345956"/>
                  </a:lnTo>
                  <a:lnTo>
                    <a:pt x="962627" y="1345956"/>
                  </a:lnTo>
                  <a:lnTo>
                    <a:pt x="963295" y="1345956"/>
                  </a:lnTo>
                  <a:lnTo>
                    <a:pt x="963963" y="1345956"/>
                  </a:lnTo>
                  <a:lnTo>
                    <a:pt x="964631" y="1367161"/>
                  </a:lnTo>
                  <a:lnTo>
                    <a:pt x="965299" y="1368277"/>
                  </a:lnTo>
                  <a:lnTo>
                    <a:pt x="965967" y="1368277"/>
                  </a:lnTo>
                  <a:lnTo>
                    <a:pt x="966635" y="1368277"/>
                  </a:lnTo>
                  <a:lnTo>
                    <a:pt x="967303" y="1368277"/>
                  </a:lnTo>
                  <a:lnTo>
                    <a:pt x="967971" y="1374973"/>
                  </a:lnTo>
                  <a:lnTo>
                    <a:pt x="968639" y="1390598"/>
                  </a:lnTo>
                  <a:lnTo>
                    <a:pt x="969307" y="1406223"/>
                  </a:lnTo>
                  <a:lnTo>
                    <a:pt x="969975" y="1422963"/>
                  </a:lnTo>
                  <a:lnTo>
                    <a:pt x="970643" y="1435240"/>
                  </a:lnTo>
                  <a:lnTo>
                    <a:pt x="971311" y="1435240"/>
                  </a:lnTo>
                  <a:lnTo>
                    <a:pt x="971979" y="1435240"/>
                  </a:lnTo>
                  <a:lnTo>
                    <a:pt x="972647" y="1435240"/>
                  </a:lnTo>
                  <a:lnTo>
                    <a:pt x="973315" y="1435240"/>
                  </a:lnTo>
                  <a:lnTo>
                    <a:pt x="973983" y="1435240"/>
                  </a:lnTo>
                  <a:lnTo>
                    <a:pt x="974651" y="1435240"/>
                  </a:lnTo>
                  <a:lnTo>
                    <a:pt x="975319" y="1435240"/>
                  </a:lnTo>
                  <a:lnTo>
                    <a:pt x="975987" y="1435240"/>
                  </a:lnTo>
                  <a:lnTo>
                    <a:pt x="976655" y="1435240"/>
                  </a:lnTo>
                  <a:lnTo>
                    <a:pt x="977323" y="1435240"/>
                  </a:lnTo>
                  <a:lnTo>
                    <a:pt x="977991" y="1435240"/>
                  </a:lnTo>
                  <a:lnTo>
                    <a:pt x="978659" y="1435240"/>
                  </a:lnTo>
                  <a:lnTo>
                    <a:pt x="979327" y="1435240"/>
                  </a:lnTo>
                  <a:lnTo>
                    <a:pt x="979995" y="1435289"/>
                  </a:lnTo>
                  <a:lnTo>
                    <a:pt x="980663" y="1435289"/>
                  </a:lnTo>
                  <a:lnTo>
                    <a:pt x="981331" y="1435289"/>
                  </a:lnTo>
                  <a:lnTo>
                    <a:pt x="982000" y="1435289"/>
                  </a:lnTo>
                  <a:lnTo>
                    <a:pt x="982668" y="1435289"/>
                  </a:lnTo>
                  <a:lnTo>
                    <a:pt x="983336" y="1435289"/>
                  </a:lnTo>
                  <a:lnTo>
                    <a:pt x="984004" y="1435289"/>
                  </a:lnTo>
                  <a:lnTo>
                    <a:pt x="984672" y="1435289"/>
                  </a:lnTo>
                  <a:lnTo>
                    <a:pt x="985340" y="1435289"/>
                  </a:lnTo>
                  <a:lnTo>
                    <a:pt x="986008" y="1435289"/>
                  </a:lnTo>
                  <a:lnTo>
                    <a:pt x="986676" y="1435289"/>
                  </a:lnTo>
                  <a:lnTo>
                    <a:pt x="987344" y="1435289"/>
                  </a:lnTo>
                  <a:lnTo>
                    <a:pt x="988012" y="1435289"/>
                  </a:lnTo>
                  <a:lnTo>
                    <a:pt x="988680" y="1435289"/>
                  </a:lnTo>
                  <a:lnTo>
                    <a:pt x="989348" y="1435289"/>
                  </a:lnTo>
                  <a:lnTo>
                    <a:pt x="990016" y="1435289"/>
                  </a:lnTo>
                  <a:lnTo>
                    <a:pt x="990684" y="1435289"/>
                  </a:lnTo>
                  <a:lnTo>
                    <a:pt x="991352" y="1435289"/>
                  </a:lnTo>
                  <a:lnTo>
                    <a:pt x="992020" y="1435240"/>
                  </a:lnTo>
                  <a:lnTo>
                    <a:pt x="992688" y="1435240"/>
                  </a:lnTo>
                  <a:lnTo>
                    <a:pt x="993356" y="1435240"/>
                  </a:lnTo>
                  <a:lnTo>
                    <a:pt x="994024" y="1435240"/>
                  </a:lnTo>
                  <a:lnTo>
                    <a:pt x="994692" y="1435240"/>
                  </a:lnTo>
                  <a:lnTo>
                    <a:pt x="995360" y="1435240"/>
                  </a:lnTo>
                  <a:lnTo>
                    <a:pt x="996028" y="1435240"/>
                  </a:lnTo>
                  <a:lnTo>
                    <a:pt x="996696" y="1435240"/>
                  </a:lnTo>
                  <a:lnTo>
                    <a:pt x="997364" y="1435240"/>
                  </a:lnTo>
                  <a:lnTo>
                    <a:pt x="998032" y="1435240"/>
                  </a:lnTo>
                  <a:lnTo>
                    <a:pt x="998700" y="1429660"/>
                  </a:lnTo>
                  <a:lnTo>
                    <a:pt x="999368" y="1412919"/>
                  </a:lnTo>
                  <a:lnTo>
                    <a:pt x="1000036" y="1412919"/>
                  </a:lnTo>
                  <a:lnTo>
                    <a:pt x="1000704" y="1412919"/>
                  </a:lnTo>
                  <a:lnTo>
                    <a:pt x="1001372" y="1434198"/>
                  </a:lnTo>
                  <a:lnTo>
                    <a:pt x="1002040" y="1435289"/>
                  </a:lnTo>
                  <a:lnTo>
                    <a:pt x="1002708" y="1435289"/>
                  </a:lnTo>
                  <a:lnTo>
                    <a:pt x="1003376" y="1435289"/>
                  </a:lnTo>
                  <a:lnTo>
                    <a:pt x="1004044" y="1435289"/>
                  </a:lnTo>
                  <a:lnTo>
                    <a:pt x="1004712" y="1435289"/>
                  </a:lnTo>
                  <a:lnTo>
                    <a:pt x="1005380" y="1435289"/>
                  </a:lnTo>
                  <a:lnTo>
                    <a:pt x="1006048" y="1428498"/>
                  </a:lnTo>
                  <a:lnTo>
                    <a:pt x="1006717" y="1422655"/>
                  </a:lnTo>
                  <a:lnTo>
                    <a:pt x="1007385" y="1435289"/>
                  </a:lnTo>
                  <a:lnTo>
                    <a:pt x="1008053" y="1435289"/>
                  </a:lnTo>
                  <a:lnTo>
                    <a:pt x="1008721" y="1435289"/>
                  </a:lnTo>
                  <a:lnTo>
                    <a:pt x="1009389" y="1435289"/>
                  </a:lnTo>
                  <a:lnTo>
                    <a:pt x="1010057" y="1435289"/>
                  </a:lnTo>
                  <a:lnTo>
                    <a:pt x="1010725" y="1435289"/>
                  </a:lnTo>
                  <a:lnTo>
                    <a:pt x="1011393" y="1435289"/>
                  </a:lnTo>
                  <a:lnTo>
                    <a:pt x="1012061" y="1435289"/>
                  </a:lnTo>
                  <a:lnTo>
                    <a:pt x="1012729" y="1435289"/>
                  </a:lnTo>
                  <a:lnTo>
                    <a:pt x="1013397" y="1435289"/>
                  </a:lnTo>
                  <a:lnTo>
                    <a:pt x="1014065" y="1435289"/>
                  </a:lnTo>
                  <a:lnTo>
                    <a:pt x="1014733" y="1435289"/>
                  </a:lnTo>
                  <a:lnTo>
                    <a:pt x="1015401" y="1435289"/>
                  </a:lnTo>
                  <a:lnTo>
                    <a:pt x="1016069" y="1435289"/>
                  </a:lnTo>
                  <a:lnTo>
                    <a:pt x="1016737" y="1435289"/>
                  </a:lnTo>
                  <a:lnTo>
                    <a:pt x="1017405" y="1435289"/>
                  </a:lnTo>
                  <a:lnTo>
                    <a:pt x="1018073" y="1435289"/>
                  </a:lnTo>
                  <a:lnTo>
                    <a:pt x="1018741" y="1435289"/>
                  </a:lnTo>
                  <a:lnTo>
                    <a:pt x="1019409" y="1435289"/>
                  </a:lnTo>
                  <a:lnTo>
                    <a:pt x="1020077" y="1435289"/>
                  </a:lnTo>
                  <a:lnTo>
                    <a:pt x="1020745" y="1435289"/>
                  </a:lnTo>
                  <a:lnTo>
                    <a:pt x="1021413" y="1435289"/>
                  </a:lnTo>
                  <a:lnTo>
                    <a:pt x="1022081" y="1435289"/>
                  </a:lnTo>
                  <a:lnTo>
                    <a:pt x="1022749" y="1435289"/>
                  </a:lnTo>
                  <a:lnTo>
                    <a:pt x="1023417" y="1435289"/>
                  </a:lnTo>
                  <a:lnTo>
                    <a:pt x="1024085" y="1435289"/>
                  </a:lnTo>
                  <a:lnTo>
                    <a:pt x="1024753" y="1435289"/>
                  </a:lnTo>
                  <a:lnTo>
                    <a:pt x="1025421" y="1435289"/>
                  </a:lnTo>
                  <a:lnTo>
                    <a:pt x="1026089" y="1435289"/>
                  </a:lnTo>
                  <a:lnTo>
                    <a:pt x="1026757" y="1435289"/>
                  </a:lnTo>
                  <a:lnTo>
                    <a:pt x="1027425" y="1435289"/>
                  </a:lnTo>
                  <a:lnTo>
                    <a:pt x="1028093" y="1435289"/>
                  </a:lnTo>
                  <a:lnTo>
                    <a:pt x="1028761" y="1435289"/>
                  </a:lnTo>
                  <a:lnTo>
                    <a:pt x="1029429" y="1428062"/>
                  </a:lnTo>
                  <a:lnTo>
                    <a:pt x="1030097" y="1390750"/>
                  </a:lnTo>
                  <a:lnTo>
                    <a:pt x="1030765" y="1345956"/>
                  </a:lnTo>
                  <a:lnTo>
                    <a:pt x="1031434" y="1345956"/>
                  </a:lnTo>
                  <a:lnTo>
                    <a:pt x="1032102" y="1345956"/>
                  </a:lnTo>
                  <a:lnTo>
                    <a:pt x="1032770" y="1345956"/>
                  </a:lnTo>
                  <a:lnTo>
                    <a:pt x="1033438" y="1345956"/>
                  </a:lnTo>
                  <a:lnTo>
                    <a:pt x="1034106" y="1369520"/>
                  </a:lnTo>
                  <a:lnTo>
                    <a:pt x="1034774" y="1359417"/>
                  </a:lnTo>
                  <a:lnTo>
                    <a:pt x="1035442" y="1356557"/>
                  </a:lnTo>
                  <a:lnTo>
                    <a:pt x="1036110" y="1349399"/>
                  </a:lnTo>
                  <a:lnTo>
                    <a:pt x="1036778" y="1349399"/>
                  </a:lnTo>
                  <a:lnTo>
                    <a:pt x="1037446" y="1349399"/>
                  </a:lnTo>
                  <a:lnTo>
                    <a:pt x="1038114" y="1349399"/>
                  </a:lnTo>
                  <a:lnTo>
                    <a:pt x="1038782" y="1358556"/>
                  </a:lnTo>
                  <a:lnTo>
                    <a:pt x="1039450" y="1375039"/>
                  </a:lnTo>
                  <a:lnTo>
                    <a:pt x="1040118" y="1407088"/>
                  </a:lnTo>
                  <a:lnTo>
                    <a:pt x="1040786" y="1422655"/>
                  </a:lnTo>
                  <a:lnTo>
                    <a:pt x="1041454" y="1406172"/>
                  </a:lnTo>
                  <a:lnTo>
                    <a:pt x="1042122" y="1404341"/>
                  </a:lnTo>
                  <a:lnTo>
                    <a:pt x="1042790" y="1404341"/>
                  </a:lnTo>
                  <a:lnTo>
                    <a:pt x="1043458" y="1404341"/>
                  </a:lnTo>
                  <a:lnTo>
                    <a:pt x="1044126" y="1408138"/>
                  </a:lnTo>
                  <a:lnTo>
                    <a:pt x="1044794" y="1416621"/>
                  </a:lnTo>
                  <a:lnTo>
                    <a:pt x="1045462" y="1417809"/>
                  </a:lnTo>
                  <a:lnTo>
                    <a:pt x="1046130" y="1412919"/>
                  </a:lnTo>
                  <a:lnTo>
                    <a:pt x="1046798" y="1428639"/>
                  </a:lnTo>
                  <a:lnTo>
                    <a:pt x="1047466" y="1416621"/>
                  </a:lnTo>
                  <a:lnTo>
                    <a:pt x="1048134" y="1416621"/>
                  </a:lnTo>
                  <a:lnTo>
                    <a:pt x="1048802" y="1422655"/>
                  </a:lnTo>
                  <a:lnTo>
                    <a:pt x="1049470" y="1422655"/>
                  </a:lnTo>
                  <a:lnTo>
                    <a:pt x="1050138" y="1422655"/>
                  </a:lnTo>
                  <a:lnTo>
                    <a:pt x="1050806" y="1422655"/>
                  </a:lnTo>
                  <a:lnTo>
                    <a:pt x="1051474" y="1435289"/>
                  </a:lnTo>
                  <a:lnTo>
                    <a:pt x="1052142" y="1435289"/>
                  </a:lnTo>
                  <a:lnTo>
                    <a:pt x="1052810" y="1435289"/>
                  </a:lnTo>
                  <a:lnTo>
                    <a:pt x="1053478" y="1435289"/>
                  </a:lnTo>
                  <a:lnTo>
                    <a:pt x="1054146" y="1435289"/>
                  </a:lnTo>
                  <a:lnTo>
                    <a:pt x="1054814" y="1435289"/>
                  </a:lnTo>
                  <a:lnTo>
                    <a:pt x="1055483" y="1435289"/>
                  </a:lnTo>
                  <a:lnTo>
                    <a:pt x="1056151" y="1435289"/>
                  </a:lnTo>
                  <a:lnTo>
                    <a:pt x="1056819" y="1435289"/>
                  </a:lnTo>
                  <a:lnTo>
                    <a:pt x="1057487" y="1435289"/>
                  </a:lnTo>
                  <a:lnTo>
                    <a:pt x="1058155" y="1435289"/>
                  </a:lnTo>
                  <a:lnTo>
                    <a:pt x="1058823" y="1435240"/>
                  </a:lnTo>
                  <a:lnTo>
                    <a:pt x="1059491" y="1435240"/>
                  </a:lnTo>
                  <a:lnTo>
                    <a:pt x="1060159" y="1435240"/>
                  </a:lnTo>
                  <a:lnTo>
                    <a:pt x="1060827" y="1435240"/>
                  </a:lnTo>
                  <a:lnTo>
                    <a:pt x="1061495" y="1435240"/>
                  </a:lnTo>
                  <a:lnTo>
                    <a:pt x="1062163" y="1435240"/>
                  </a:lnTo>
                  <a:lnTo>
                    <a:pt x="1062831" y="1435240"/>
                  </a:lnTo>
                  <a:lnTo>
                    <a:pt x="1063499" y="1435240"/>
                  </a:lnTo>
                  <a:lnTo>
                    <a:pt x="1064167" y="1435240"/>
                  </a:lnTo>
                  <a:lnTo>
                    <a:pt x="1064835" y="1435240"/>
                  </a:lnTo>
                  <a:lnTo>
                    <a:pt x="1065503" y="1435240"/>
                  </a:lnTo>
                  <a:lnTo>
                    <a:pt x="1066171" y="1435240"/>
                  </a:lnTo>
                  <a:lnTo>
                    <a:pt x="1066839" y="1435240"/>
                  </a:lnTo>
                  <a:lnTo>
                    <a:pt x="1067507" y="1435240"/>
                  </a:lnTo>
                  <a:lnTo>
                    <a:pt x="1068175" y="1435240"/>
                  </a:lnTo>
                  <a:lnTo>
                    <a:pt x="1068843" y="1435240"/>
                  </a:lnTo>
                  <a:lnTo>
                    <a:pt x="1069511" y="1435240"/>
                  </a:lnTo>
                  <a:lnTo>
                    <a:pt x="1070179" y="1435240"/>
                  </a:lnTo>
                  <a:lnTo>
                    <a:pt x="1070847" y="1435240"/>
                  </a:lnTo>
                  <a:lnTo>
                    <a:pt x="1071515" y="1435240"/>
                  </a:lnTo>
                  <a:lnTo>
                    <a:pt x="1072183" y="1435240"/>
                  </a:lnTo>
                  <a:lnTo>
                    <a:pt x="1072851" y="1435240"/>
                  </a:lnTo>
                  <a:lnTo>
                    <a:pt x="1073519" y="1435240"/>
                  </a:lnTo>
                  <a:lnTo>
                    <a:pt x="1074187" y="1435289"/>
                  </a:lnTo>
                  <a:lnTo>
                    <a:pt x="1074855" y="1435289"/>
                  </a:lnTo>
                  <a:lnTo>
                    <a:pt x="1075523" y="1435289"/>
                  </a:lnTo>
                  <a:lnTo>
                    <a:pt x="1076191" y="1435289"/>
                  </a:lnTo>
                  <a:lnTo>
                    <a:pt x="1076859" y="1435289"/>
                  </a:lnTo>
                  <a:lnTo>
                    <a:pt x="1077527" y="1435289"/>
                  </a:lnTo>
                  <a:lnTo>
                    <a:pt x="1078195" y="1435289"/>
                  </a:lnTo>
                  <a:lnTo>
                    <a:pt x="1078863" y="1435289"/>
                  </a:lnTo>
                  <a:lnTo>
                    <a:pt x="1079531" y="1435289"/>
                  </a:lnTo>
                  <a:lnTo>
                    <a:pt x="1080200" y="1435289"/>
                  </a:lnTo>
                  <a:lnTo>
                    <a:pt x="1080868" y="1435289"/>
                  </a:lnTo>
                  <a:lnTo>
                    <a:pt x="1081536" y="1435289"/>
                  </a:lnTo>
                  <a:lnTo>
                    <a:pt x="1082204" y="1435289"/>
                  </a:lnTo>
                  <a:lnTo>
                    <a:pt x="1082872" y="1435289"/>
                  </a:lnTo>
                  <a:lnTo>
                    <a:pt x="1083540" y="1435289"/>
                  </a:lnTo>
                  <a:lnTo>
                    <a:pt x="1084208" y="1435289"/>
                  </a:lnTo>
                  <a:lnTo>
                    <a:pt x="1084876" y="1435289"/>
                  </a:lnTo>
                  <a:lnTo>
                    <a:pt x="1085544" y="1435289"/>
                  </a:lnTo>
                  <a:lnTo>
                    <a:pt x="1086212" y="1435289"/>
                  </a:lnTo>
                  <a:lnTo>
                    <a:pt x="1086880" y="1428960"/>
                  </a:lnTo>
                  <a:lnTo>
                    <a:pt x="1087548" y="1418945"/>
                  </a:lnTo>
                  <a:lnTo>
                    <a:pt x="1088216" y="1421171"/>
                  </a:lnTo>
                  <a:lnTo>
                    <a:pt x="1088884" y="1420458"/>
                  </a:lnTo>
                  <a:lnTo>
                    <a:pt x="1089552" y="1426406"/>
                  </a:lnTo>
                  <a:lnTo>
                    <a:pt x="1090220" y="1426406"/>
                  </a:lnTo>
                  <a:lnTo>
                    <a:pt x="1090888" y="1409892"/>
                  </a:lnTo>
                  <a:lnTo>
                    <a:pt x="1091556" y="1416212"/>
                  </a:lnTo>
                  <a:lnTo>
                    <a:pt x="1092224" y="1397010"/>
                  </a:lnTo>
                  <a:lnTo>
                    <a:pt x="1092892" y="1378559"/>
                  </a:lnTo>
                  <a:lnTo>
                    <a:pt x="1093560" y="1388144"/>
                  </a:lnTo>
                  <a:lnTo>
                    <a:pt x="1094228" y="1367713"/>
                  </a:lnTo>
                  <a:lnTo>
                    <a:pt x="1094896" y="1367713"/>
                  </a:lnTo>
                  <a:lnTo>
                    <a:pt x="1095564" y="1359417"/>
                  </a:lnTo>
                  <a:lnTo>
                    <a:pt x="1096232" y="1358860"/>
                  </a:lnTo>
                  <a:lnTo>
                    <a:pt x="1096900" y="1359349"/>
                  </a:lnTo>
                  <a:lnTo>
                    <a:pt x="1097568" y="1379437"/>
                  </a:lnTo>
                  <a:lnTo>
                    <a:pt x="1098236" y="1390598"/>
                  </a:lnTo>
                  <a:lnTo>
                    <a:pt x="1098904" y="1390598"/>
                  </a:lnTo>
                  <a:lnTo>
                    <a:pt x="1099572" y="1390598"/>
                  </a:lnTo>
                  <a:lnTo>
                    <a:pt x="1100240" y="1390598"/>
                  </a:lnTo>
                  <a:lnTo>
                    <a:pt x="1100908" y="1403991"/>
                  </a:lnTo>
                  <a:lnTo>
                    <a:pt x="1101576" y="1412919"/>
                  </a:lnTo>
                  <a:lnTo>
                    <a:pt x="1102244" y="1412919"/>
                  </a:lnTo>
                  <a:lnTo>
                    <a:pt x="1102912" y="1434124"/>
                  </a:lnTo>
                  <a:lnTo>
                    <a:pt x="1103580" y="1435240"/>
                  </a:lnTo>
                  <a:lnTo>
                    <a:pt x="1104248" y="1435289"/>
                  </a:lnTo>
                  <a:lnTo>
                    <a:pt x="1104917" y="1435289"/>
                  </a:lnTo>
                  <a:lnTo>
                    <a:pt x="1105585" y="1435289"/>
                  </a:lnTo>
                  <a:lnTo>
                    <a:pt x="1106253" y="1435289"/>
                  </a:lnTo>
                  <a:lnTo>
                    <a:pt x="1106921" y="1435289"/>
                  </a:lnTo>
                  <a:lnTo>
                    <a:pt x="1107589" y="1435289"/>
                  </a:lnTo>
                  <a:lnTo>
                    <a:pt x="1108257" y="1435289"/>
                  </a:lnTo>
                  <a:lnTo>
                    <a:pt x="1108925" y="1435289"/>
                  </a:lnTo>
                  <a:lnTo>
                    <a:pt x="1109593" y="1435289"/>
                  </a:lnTo>
                  <a:lnTo>
                    <a:pt x="1110261" y="1435289"/>
                  </a:lnTo>
                  <a:lnTo>
                    <a:pt x="1110929" y="1435289"/>
                  </a:lnTo>
                  <a:lnTo>
                    <a:pt x="1111597" y="1435289"/>
                  </a:lnTo>
                  <a:lnTo>
                    <a:pt x="1112265" y="1435289"/>
                  </a:lnTo>
                  <a:lnTo>
                    <a:pt x="1112933" y="1435289"/>
                  </a:lnTo>
                  <a:lnTo>
                    <a:pt x="1113601" y="1435289"/>
                  </a:lnTo>
                  <a:lnTo>
                    <a:pt x="1114269" y="1435289"/>
                  </a:lnTo>
                  <a:lnTo>
                    <a:pt x="1114937" y="1435289"/>
                  </a:lnTo>
                  <a:lnTo>
                    <a:pt x="1115605" y="1435240"/>
                  </a:lnTo>
                  <a:lnTo>
                    <a:pt x="1116273" y="1435240"/>
                  </a:lnTo>
                  <a:lnTo>
                    <a:pt x="1116941" y="1435240"/>
                  </a:lnTo>
                  <a:lnTo>
                    <a:pt x="1117609" y="1435240"/>
                  </a:lnTo>
                  <a:lnTo>
                    <a:pt x="1118277" y="1435240"/>
                  </a:lnTo>
                  <a:lnTo>
                    <a:pt x="1118945" y="1435240"/>
                  </a:lnTo>
                  <a:lnTo>
                    <a:pt x="1119613" y="1435240"/>
                  </a:lnTo>
                  <a:lnTo>
                    <a:pt x="1120281" y="1435289"/>
                  </a:lnTo>
                  <a:lnTo>
                    <a:pt x="1120949" y="1435289"/>
                  </a:lnTo>
                  <a:lnTo>
                    <a:pt x="1121617" y="1435289"/>
                  </a:lnTo>
                  <a:lnTo>
                    <a:pt x="1122285" y="1435289"/>
                  </a:lnTo>
                  <a:lnTo>
                    <a:pt x="1122953" y="1435289"/>
                  </a:lnTo>
                  <a:lnTo>
                    <a:pt x="1123621" y="1435289"/>
                  </a:lnTo>
                  <a:lnTo>
                    <a:pt x="1124289" y="1435289"/>
                  </a:lnTo>
                  <a:lnTo>
                    <a:pt x="1124957" y="1435289"/>
                  </a:lnTo>
                  <a:lnTo>
                    <a:pt x="1125625" y="1435289"/>
                  </a:lnTo>
                  <a:lnTo>
                    <a:pt x="1126293" y="1435289"/>
                  </a:lnTo>
                  <a:lnTo>
                    <a:pt x="1126961" y="1435289"/>
                  </a:lnTo>
                  <a:lnTo>
                    <a:pt x="1127629" y="1435289"/>
                  </a:lnTo>
                  <a:lnTo>
                    <a:pt x="1128297" y="1435289"/>
                  </a:lnTo>
                  <a:lnTo>
                    <a:pt x="1128965" y="1435289"/>
                  </a:lnTo>
                  <a:lnTo>
                    <a:pt x="1129634" y="1435289"/>
                  </a:lnTo>
                  <a:lnTo>
                    <a:pt x="1130302" y="1435289"/>
                  </a:lnTo>
                  <a:lnTo>
                    <a:pt x="1130970" y="1435289"/>
                  </a:lnTo>
                  <a:lnTo>
                    <a:pt x="1131638" y="1435289"/>
                  </a:lnTo>
                  <a:lnTo>
                    <a:pt x="1132306" y="1435240"/>
                  </a:lnTo>
                  <a:lnTo>
                    <a:pt x="1132974" y="1435240"/>
                  </a:lnTo>
                  <a:lnTo>
                    <a:pt x="1133642" y="1435240"/>
                  </a:lnTo>
                  <a:lnTo>
                    <a:pt x="1134310" y="1430776"/>
                  </a:lnTo>
                  <a:lnTo>
                    <a:pt x="1134978" y="1412919"/>
                  </a:lnTo>
                  <a:lnTo>
                    <a:pt x="1135646" y="1424557"/>
                  </a:lnTo>
                  <a:lnTo>
                    <a:pt x="1136314" y="1422655"/>
                  </a:lnTo>
                  <a:lnTo>
                    <a:pt x="1136982" y="1435289"/>
                  </a:lnTo>
                  <a:lnTo>
                    <a:pt x="1137650" y="1435289"/>
                  </a:lnTo>
                  <a:lnTo>
                    <a:pt x="1138318" y="1435289"/>
                  </a:lnTo>
                  <a:lnTo>
                    <a:pt x="1138986" y="1435289"/>
                  </a:lnTo>
                  <a:lnTo>
                    <a:pt x="1139654" y="1435289"/>
                  </a:lnTo>
                  <a:lnTo>
                    <a:pt x="1140322" y="1435289"/>
                  </a:lnTo>
                  <a:lnTo>
                    <a:pt x="1140990" y="1435289"/>
                  </a:lnTo>
                  <a:lnTo>
                    <a:pt x="1141658" y="1435289"/>
                  </a:lnTo>
                  <a:lnTo>
                    <a:pt x="1142326" y="1435289"/>
                  </a:lnTo>
                  <a:lnTo>
                    <a:pt x="1142994" y="1435289"/>
                  </a:lnTo>
                  <a:lnTo>
                    <a:pt x="1143662" y="1435289"/>
                  </a:lnTo>
                  <a:lnTo>
                    <a:pt x="1144330" y="1435289"/>
                  </a:lnTo>
                  <a:lnTo>
                    <a:pt x="1144998" y="1435289"/>
                  </a:lnTo>
                  <a:lnTo>
                    <a:pt x="1145666" y="1435289"/>
                  </a:lnTo>
                  <a:lnTo>
                    <a:pt x="1146334" y="1435289"/>
                  </a:lnTo>
                  <a:lnTo>
                    <a:pt x="1147002" y="1435289"/>
                  </a:lnTo>
                  <a:lnTo>
                    <a:pt x="1147670" y="1435289"/>
                  </a:lnTo>
                  <a:lnTo>
                    <a:pt x="1148338" y="1435289"/>
                  </a:lnTo>
                  <a:lnTo>
                    <a:pt x="1149006" y="1435289"/>
                  </a:lnTo>
                  <a:lnTo>
                    <a:pt x="1149674" y="1435289"/>
                  </a:lnTo>
                  <a:lnTo>
                    <a:pt x="1150342" y="1435289"/>
                  </a:lnTo>
                  <a:lnTo>
                    <a:pt x="1151010" y="1435289"/>
                  </a:lnTo>
                  <a:lnTo>
                    <a:pt x="1151678" y="1435289"/>
                  </a:lnTo>
                  <a:lnTo>
                    <a:pt x="1152346" y="1435289"/>
                  </a:lnTo>
                  <a:lnTo>
                    <a:pt x="1153014" y="1435289"/>
                  </a:lnTo>
                  <a:lnTo>
                    <a:pt x="1153683" y="1435289"/>
                  </a:lnTo>
                  <a:lnTo>
                    <a:pt x="1154351" y="1435289"/>
                  </a:lnTo>
                  <a:lnTo>
                    <a:pt x="1155019" y="1435289"/>
                  </a:lnTo>
                  <a:lnTo>
                    <a:pt x="1155687" y="1435289"/>
                  </a:lnTo>
                  <a:lnTo>
                    <a:pt x="1156355" y="1435289"/>
                  </a:lnTo>
                  <a:lnTo>
                    <a:pt x="1157023" y="1435289"/>
                  </a:lnTo>
                  <a:lnTo>
                    <a:pt x="1157691" y="1435289"/>
                  </a:lnTo>
                  <a:lnTo>
                    <a:pt x="1158359" y="1435289"/>
                  </a:lnTo>
                  <a:lnTo>
                    <a:pt x="1159027" y="1435289"/>
                  </a:lnTo>
                  <a:lnTo>
                    <a:pt x="1159695" y="1435289"/>
                  </a:lnTo>
                  <a:lnTo>
                    <a:pt x="1160363" y="1435289"/>
                  </a:lnTo>
                  <a:lnTo>
                    <a:pt x="1161031" y="1435289"/>
                  </a:lnTo>
                  <a:lnTo>
                    <a:pt x="1161699" y="1435289"/>
                  </a:lnTo>
                  <a:lnTo>
                    <a:pt x="1162367" y="1435289"/>
                  </a:lnTo>
                  <a:lnTo>
                    <a:pt x="1163035" y="1435289"/>
                  </a:lnTo>
                  <a:lnTo>
                    <a:pt x="1163703" y="1435289"/>
                  </a:lnTo>
                  <a:lnTo>
                    <a:pt x="1164371" y="1435289"/>
                  </a:lnTo>
                  <a:lnTo>
                    <a:pt x="1165039" y="1435289"/>
                  </a:lnTo>
                  <a:lnTo>
                    <a:pt x="1165707" y="1435289"/>
                  </a:lnTo>
                  <a:lnTo>
                    <a:pt x="1166375" y="1435289"/>
                  </a:lnTo>
                  <a:lnTo>
                    <a:pt x="1167043" y="1435289"/>
                  </a:lnTo>
                  <a:lnTo>
                    <a:pt x="1167711" y="1435289"/>
                  </a:lnTo>
                  <a:lnTo>
                    <a:pt x="1168379" y="1432876"/>
                  </a:lnTo>
                  <a:lnTo>
                    <a:pt x="1169047" y="1425612"/>
                  </a:lnTo>
                  <a:lnTo>
                    <a:pt x="1169715" y="1425994"/>
                  </a:lnTo>
                  <a:lnTo>
                    <a:pt x="1170383" y="1414101"/>
                  </a:lnTo>
                  <a:lnTo>
                    <a:pt x="1171051" y="1390598"/>
                  </a:lnTo>
                  <a:lnTo>
                    <a:pt x="1171719" y="1390598"/>
                  </a:lnTo>
                  <a:lnTo>
                    <a:pt x="1172387" y="1390598"/>
                  </a:lnTo>
                  <a:lnTo>
                    <a:pt x="1173055" y="1390598"/>
                  </a:lnTo>
                  <a:lnTo>
                    <a:pt x="1173723" y="1390598"/>
                  </a:lnTo>
                  <a:lnTo>
                    <a:pt x="1174391" y="1390598"/>
                  </a:lnTo>
                  <a:lnTo>
                    <a:pt x="1175059" y="1395062"/>
                  </a:lnTo>
                  <a:lnTo>
                    <a:pt x="1175727" y="1412919"/>
                  </a:lnTo>
                  <a:lnTo>
                    <a:pt x="1176395" y="1412919"/>
                  </a:lnTo>
                  <a:lnTo>
                    <a:pt x="1177063" y="1435289"/>
                  </a:lnTo>
                  <a:lnTo>
                    <a:pt x="1177731" y="1435289"/>
                  </a:lnTo>
                  <a:lnTo>
                    <a:pt x="1178400" y="1435289"/>
                  </a:lnTo>
                  <a:lnTo>
                    <a:pt x="1179068" y="1435289"/>
                  </a:lnTo>
                  <a:lnTo>
                    <a:pt x="1179736" y="1435289"/>
                  </a:lnTo>
                  <a:lnTo>
                    <a:pt x="1180404" y="1435289"/>
                  </a:lnTo>
                  <a:lnTo>
                    <a:pt x="1181072" y="1435289"/>
                  </a:lnTo>
                  <a:lnTo>
                    <a:pt x="1181740" y="1435289"/>
                  </a:lnTo>
                  <a:lnTo>
                    <a:pt x="1182408" y="1435289"/>
                  </a:lnTo>
                  <a:lnTo>
                    <a:pt x="1183076" y="1435289"/>
                  </a:lnTo>
                  <a:lnTo>
                    <a:pt x="1183744" y="1435289"/>
                  </a:lnTo>
                  <a:lnTo>
                    <a:pt x="1184412" y="1435289"/>
                  </a:lnTo>
                  <a:lnTo>
                    <a:pt x="1185080" y="1435289"/>
                  </a:lnTo>
                  <a:lnTo>
                    <a:pt x="1185748" y="1435289"/>
                  </a:lnTo>
                  <a:lnTo>
                    <a:pt x="1186416" y="1435289"/>
                  </a:lnTo>
                  <a:lnTo>
                    <a:pt x="1187084" y="1435289"/>
                  </a:lnTo>
                  <a:lnTo>
                    <a:pt x="1187752" y="1435289"/>
                  </a:lnTo>
                  <a:lnTo>
                    <a:pt x="1188420" y="1435289"/>
                  </a:lnTo>
                  <a:lnTo>
                    <a:pt x="1189088" y="1435289"/>
                  </a:lnTo>
                  <a:lnTo>
                    <a:pt x="1189756" y="1435289"/>
                  </a:lnTo>
                  <a:lnTo>
                    <a:pt x="1190424" y="1435289"/>
                  </a:lnTo>
                  <a:lnTo>
                    <a:pt x="1191092" y="1435289"/>
                  </a:lnTo>
                  <a:lnTo>
                    <a:pt x="1191760" y="1435289"/>
                  </a:lnTo>
                  <a:lnTo>
                    <a:pt x="1192428" y="1435289"/>
                  </a:lnTo>
                  <a:lnTo>
                    <a:pt x="1193096" y="1435289"/>
                  </a:lnTo>
                  <a:lnTo>
                    <a:pt x="1193764" y="1435289"/>
                  </a:lnTo>
                  <a:lnTo>
                    <a:pt x="1194432" y="1435289"/>
                  </a:lnTo>
                  <a:lnTo>
                    <a:pt x="1195100" y="1435289"/>
                  </a:lnTo>
                  <a:lnTo>
                    <a:pt x="1195768" y="1435289"/>
                  </a:lnTo>
                  <a:lnTo>
                    <a:pt x="1196436" y="1435289"/>
                  </a:lnTo>
                  <a:lnTo>
                    <a:pt x="1197104" y="1435289"/>
                  </a:lnTo>
                  <a:lnTo>
                    <a:pt x="1197772" y="1435289"/>
                  </a:lnTo>
                  <a:lnTo>
                    <a:pt x="1198440" y="1435289"/>
                  </a:lnTo>
                  <a:lnTo>
                    <a:pt x="1199108" y="1435289"/>
                  </a:lnTo>
                  <a:lnTo>
                    <a:pt x="1199776" y="1435289"/>
                  </a:lnTo>
                  <a:lnTo>
                    <a:pt x="1200444" y="1435289"/>
                  </a:lnTo>
                  <a:lnTo>
                    <a:pt x="1201112" y="1435289"/>
                  </a:lnTo>
                  <a:lnTo>
                    <a:pt x="1201780" y="1435289"/>
                  </a:lnTo>
                  <a:lnTo>
                    <a:pt x="1202448" y="1435289"/>
                  </a:lnTo>
                  <a:lnTo>
                    <a:pt x="1203117" y="1435289"/>
                  </a:lnTo>
                  <a:lnTo>
                    <a:pt x="1203785" y="1435240"/>
                  </a:lnTo>
                  <a:lnTo>
                    <a:pt x="1204453" y="1435240"/>
                  </a:lnTo>
                  <a:lnTo>
                    <a:pt x="1205121" y="1435240"/>
                  </a:lnTo>
                  <a:lnTo>
                    <a:pt x="1205789" y="1435240"/>
                  </a:lnTo>
                  <a:lnTo>
                    <a:pt x="1206457" y="1435240"/>
                  </a:lnTo>
                  <a:lnTo>
                    <a:pt x="1207125" y="1435289"/>
                  </a:lnTo>
                  <a:lnTo>
                    <a:pt x="1207793" y="1435289"/>
                  </a:lnTo>
                  <a:lnTo>
                    <a:pt x="1208461" y="1435289"/>
                  </a:lnTo>
                  <a:lnTo>
                    <a:pt x="1209129" y="1435289"/>
                  </a:lnTo>
                  <a:lnTo>
                    <a:pt x="1209797" y="1435289"/>
                  </a:lnTo>
                  <a:lnTo>
                    <a:pt x="1210465" y="1435289"/>
                  </a:lnTo>
                  <a:lnTo>
                    <a:pt x="1211133" y="1435289"/>
                  </a:lnTo>
                  <a:lnTo>
                    <a:pt x="1211801" y="1435289"/>
                  </a:lnTo>
                  <a:lnTo>
                    <a:pt x="1212469" y="1435289"/>
                  </a:lnTo>
                  <a:lnTo>
                    <a:pt x="1213137" y="1435289"/>
                  </a:lnTo>
                  <a:lnTo>
                    <a:pt x="1213805" y="1435289"/>
                  </a:lnTo>
                  <a:lnTo>
                    <a:pt x="1214473" y="1435289"/>
                  </a:lnTo>
                  <a:lnTo>
                    <a:pt x="1215141" y="1435289"/>
                  </a:lnTo>
                  <a:lnTo>
                    <a:pt x="1215809" y="1435289"/>
                  </a:lnTo>
                  <a:lnTo>
                    <a:pt x="1216477" y="1435289"/>
                  </a:lnTo>
                  <a:lnTo>
                    <a:pt x="1217145" y="1435289"/>
                  </a:lnTo>
                  <a:lnTo>
                    <a:pt x="1217813" y="1435289"/>
                  </a:lnTo>
                  <a:lnTo>
                    <a:pt x="1218481" y="1435289"/>
                  </a:lnTo>
                  <a:lnTo>
                    <a:pt x="1219149" y="1435240"/>
                  </a:lnTo>
                  <a:lnTo>
                    <a:pt x="1219817" y="1435240"/>
                  </a:lnTo>
                  <a:lnTo>
                    <a:pt x="1220485" y="1435240"/>
                  </a:lnTo>
                  <a:lnTo>
                    <a:pt x="1221153" y="1435240"/>
                  </a:lnTo>
                  <a:lnTo>
                    <a:pt x="1221821" y="1435240"/>
                  </a:lnTo>
                  <a:lnTo>
                    <a:pt x="1222489" y="1435240"/>
                  </a:lnTo>
                  <a:lnTo>
                    <a:pt x="1223157" y="1414035"/>
                  </a:lnTo>
                  <a:lnTo>
                    <a:pt x="1223825" y="1412919"/>
                  </a:lnTo>
                  <a:lnTo>
                    <a:pt x="1224493" y="1412919"/>
                  </a:lnTo>
                  <a:lnTo>
                    <a:pt x="1225161" y="1390598"/>
                  </a:lnTo>
                  <a:lnTo>
                    <a:pt x="1225829" y="1390598"/>
                  </a:lnTo>
                  <a:lnTo>
                    <a:pt x="1226497" y="1390598"/>
                  </a:lnTo>
                  <a:lnTo>
                    <a:pt x="1227165" y="1390598"/>
                  </a:lnTo>
                  <a:lnTo>
                    <a:pt x="1227834" y="1390598"/>
                  </a:lnTo>
                  <a:lnTo>
                    <a:pt x="1228502" y="1390598"/>
                  </a:lnTo>
                  <a:lnTo>
                    <a:pt x="1229170" y="1390598"/>
                  </a:lnTo>
                  <a:lnTo>
                    <a:pt x="1229838" y="1390598"/>
                  </a:lnTo>
                  <a:lnTo>
                    <a:pt x="1230506" y="1390598"/>
                  </a:lnTo>
                  <a:lnTo>
                    <a:pt x="1231174" y="1390598"/>
                  </a:lnTo>
                  <a:lnTo>
                    <a:pt x="1231842" y="1390598"/>
                  </a:lnTo>
                  <a:lnTo>
                    <a:pt x="1232510" y="1390598"/>
                  </a:lnTo>
                  <a:lnTo>
                    <a:pt x="1233178" y="1411803"/>
                  </a:lnTo>
                  <a:lnTo>
                    <a:pt x="1233846" y="1412919"/>
                  </a:lnTo>
                  <a:lnTo>
                    <a:pt x="1234514" y="1412919"/>
                  </a:lnTo>
                  <a:lnTo>
                    <a:pt x="1235182" y="1435240"/>
                  </a:lnTo>
                  <a:lnTo>
                    <a:pt x="1235850" y="1435240"/>
                  </a:lnTo>
                  <a:lnTo>
                    <a:pt x="1236518" y="1435240"/>
                  </a:lnTo>
                  <a:lnTo>
                    <a:pt x="1237186" y="1435240"/>
                  </a:lnTo>
                  <a:lnTo>
                    <a:pt x="1237854" y="1435240"/>
                  </a:lnTo>
                  <a:lnTo>
                    <a:pt x="1238522" y="1435240"/>
                  </a:lnTo>
                  <a:lnTo>
                    <a:pt x="1239190" y="1435240"/>
                  </a:lnTo>
                  <a:lnTo>
                    <a:pt x="1239858" y="1435240"/>
                  </a:lnTo>
                  <a:lnTo>
                    <a:pt x="1240526" y="1435240"/>
                  </a:lnTo>
                  <a:lnTo>
                    <a:pt x="1241194" y="1435240"/>
                  </a:lnTo>
                  <a:lnTo>
                    <a:pt x="1241862" y="1435240"/>
                  </a:lnTo>
                  <a:lnTo>
                    <a:pt x="1242530" y="1435240"/>
                  </a:lnTo>
                  <a:lnTo>
                    <a:pt x="1243198" y="1435240"/>
                  </a:lnTo>
                  <a:lnTo>
                    <a:pt x="1243866" y="1435240"/>
                  </a:lnTo>
                  <a:lnTo>
                    <a:pt x="1244534" y="1435289"/>
                  </a:lnTo>
                  <a:lnTo>
                    <a:pt x="1245202" y="1435289"/>
                  </a:lnTo>
                  <a:lnTo>
                    <a:pt x="1245870" y="1435289"/>
                  </a:lnTo>
                  <a:lnTo>
                    <a:pt x="1246538" y="1435289"/>
                  </a:lnTo>
                  <a:lnTo>
                    <a:pt x="1247206" y="1435289"/>
                  </a:lnTo>
                  <a:lnTo>
                    <a:pt x="1247874" y="1435289"/>
                  </a:lnTo>
                  <a:lnTo>
                    <a:pt x="1248542" y="1435289"/>
                  </a:lnTo>
                  <a:lnTo>
                    <a:pt x="1249210" y="1435289"/>
                  </a:lnTo>
                  <a:lnTo>
                    <a:pt x="1249878" y="1435289"/>
                  </a:lnTo>
                  <a:lnTo>
                    <a:pt x="1250546" y="1435289"/>
                  </a:lnTo>
                  <a:lnTo>
                    <a:pt x="1251214" y="1435289"/>
                  </a:lnTo>
                  <a:lnTo>
                    <a:pt x="1251883" y="1435289"/>
                  </a:lnTo>
                  <a:lnTo>
                    <a:pt x="1252551" y="1435289"/>
                  </a:lnTo>
                  <a:lnTo>
                    <a:pt x="1253219" y="1435289"/>
                  </a:lnTo>
                  <a:lnTo>
                    <a:pt x="1253887" y="1435289"/>
                  </a:lnTo>
                  <a:lnTo>
                    <a:pt x="1254555" y="1435289"/>
                  </a:lnTo>
                  <a:lnTo>
                    <a:pt x="1255223" y="1435289"/>
                  </a:lnTo>
                  <a:lnTo>
                    <a:pt x="1255891" y="1435289"/>
                  </a:lnTo>
                  <a:lnTo>
                    <a:pt x="1256559" y="1435289"/>
                  </a:lnTo>
                  <a:lnTo>
                    <a:pt x="1257227" y="1435289"/>
                  </a:lnTo>
                  <a:lnTo>
                    <a:pt x="1257895" y="1435289"/>
                  </a:lnTo>
                  <a:lnTo>
                    <a:pt x="1258563" y="1435289"/>
                  </a:lnTo>
                  <a:lnTo>
                    <a:pt x="1259231" y="1435289"/>
                  </a:lnTo>
                  <a:lnTo>
                    <a:pt x="1259899" y="1435289"/>
                  </a:lnTo>
                  <a:lnTo>
                    <a:pt x="1260567" y="1435289"/>
                  </a:lnTo>
                  <a:lnTo>
                    <a:pt x="1261235" y="1435289"/>
                  </a:lnTo>
                  <a:lnTo>
                    <a:pt x="1261903" y="1435289"/>
                  </a:lnTo>
                  <a:lnTo>
                    <a:pt x="1262571" y="1435289"/>
                  </a:lnTo>
                  <a:lnTo>
                    <a:pt x="1263239" y="1435289"/>
                  </a:lnTo>
                  <a:lnTo>
                    <a:pt x="1263907" y="1435289"/>
                  </a:lnTo>
                  <a:lnTo>
                    <a:pt x="1264575" y="1435289"/>
                  </a:lnTo>
                  <a:lnTo>
                    <a:pt x="1265243" y="1435289"/>
                  </a:lnTo>
                  <a:lnTo>
                    <a:pt x="1265911" y="1435289"/>
                  </a:lnTo>
                  <a:lnTo>
                    <a:pt x="1266579" y="1435289"/>
                  </a:lnTo>
                  <a:lnTo>
                    <a:pt x="1267247" y="1435289"/>
                  </a:lnTo>
                  <a:lnTo>
                    <a:pt x="1267915" y="1435289"/>
                  </a:lnTo>
                  <a:lnTo>
                    <a:pt x="1268583" y="1435289"/>
                  </a:lnTo>
                  <a:lnTo>
                    <a:pt x="1269251" y="1435289"/>
                  </a:lnTo>
                  <a:lnTo>
                    <a:pt x="1269919" y="1435240"/>
                  </a:lnTo>
                  <a:lnTo>
                    <a:pt x="1270587" y="1435240"/>
                  </a:lnTo>
                  <a:lnTo>
                    <a:pt x="1271255" y="1435240"/>
                  </a:lnTo>
                  <a:lnTo>
                    <a:pt x="1271923" y="1435240"/>
                  </a:lnTo>
                  <a:lnTo>
                    <a:pt x="1272591" y="1435240"/>
                  </a:lnTo>
                  <a:lnTo>
                    <a:pt x="1273259" y="1435240"/>
                  </a:lnTo>
                  <a:lnTo>
                    <a:pt x="1273927" y="1435240"/>
                  </a:lnTo>
                  <a:lnTo>
                    <a:pt x="1274595" y="1435240"/>
                  </a:lnTo>
                  <a:lnTo>
                    <a:pt x="1275263" y="1435240"/>
                  </a:lnTo>
                  <a:lnTo>
                    <a:pt x="1275931" y="1435240"/>
                  </a:lnTo>
                  <a:lnTo>
                    <a:pt x="1276600" y="1435240"/>
                  </a:lnTo>
                  <a:lnTo>
                    <a:pt x="1277268" y="1435240"/>
                  </a:lnTo>
                  <a:lnTo>
                    <a:pt x="1277936" y="1435240"/>
                  </a:lnTo>
                  <a:lnTo>
                    <a:pt x="1278604" y="1435240"/>
                  </a:lnTo>
                  <a:lnTo>
                    <a:pt x="1279272" y="1435240"/>
                  </a:lnTo>
                  <a:lnTo>
                    <a:pt x="1279940" y="1435240"/>
                  </a:lnTo>
                  <a:lnTo>
                    <a:pt x="1280608" y="1435240"/>
                  </a:lnTo>
                  <a:lnTo>
                    <a:pt x="1281276" y="1435240"/>
                  </a:lnTo>
                  <a:lnTo>
                    <a:pt x="1281944" y="1435240"/>
                  </a:lnTo>
                  <a:lnTo>
                    <a:pt x="1282612" y="1435240"/>
                  </a:lnTo>
                  <a:lnTo>
                    <a:pt x="1283280" y="1435240"/>
                  </a:lnTo>
                  <a:lnTo>
                    <a:pt x="1283948" y="1435240"/>
                  </a:lnTo>
                  <a:lnTo>
                    <a:pt x="1284616" y="1435240"/>
                  </a:lnTo>
                  <a:lnTo>
                    <a:pt x="1285284" y="1435240"/>
                  </a:lnTo>
                  <a:lnTo>
                    <a:pt x="1285952" y="1435240"/>
                  </a:lnTo>
                  <a:lnTo>
                    <a:pt x="1286620" y="1435240"/>
                  </a:lnTo>
                  <a:lnTo>
                    <a:pt x="1287288" y="1435240"/>
                  </a:lnTo>
                  <a:lnTo>
                    <a:pt x="1287956" y="1435240"/>
                  </a:lnTo>
                  <a:lnTo>
                    <a:pt x="1288624" y="1435240"/>
                  </a:lnTo>
                  <a:lnTo>
                    <a:pt x="1289292" y="1435240"/>
                  </a:lnTo>
                  <a:lnTo>
                    <a:pt x="1289960" y="1435240"/>
                  </a:lnTo>
                  <a:lnTo>
                    <a:pt x="1290628" y="1435240"/>
                  </a:lnTo>
                  <a:lnTo>
                    <a:pt x="1291296" y="1435240"/>
                  </a:lnTo>
                  <a:lnTo>
                    <a:pt x="1291964" y="1435240"/>
                  </a:lnTo>
                  <a:lnTo>
                    <a:pt x="1292632" y="1435240"/>
                  </a:lnTo>
                  <a:lnTo>
                    <a:pt x="1293300" y="1435240"/>
                  </a:lnTo>
                  <a:lnTo>
                    <a:pt x="1293968" y="1435240"/>
                  </a:lnTo>
                  <a:lnTo>
                    <a:pt x="1294636" y="1435240"/>
                  </a:lnTo>
                  <a:lnTo>
                    <a:pt x="1295304" y="1435240"/>
                  </a:lnTo>
                  <a:lnTo>
                    <a:pt x="1295972" y="1435240"/>
                  </a:lnTo>
                  <a:lnTo>
                    <a:pt x="1296640" y="1435240"/>
                  </a:lnTo>
                  <a:lnTo>
                    <a:pt x="1297308" y="1435240"/>
                  </a:lnTo>
                  <a:lnTo>
                    <a:pt x="1297976" y="1435240"/>
                  </a:lnTo>
                  <a:lnTo>
                    <a:pt x="1298644" y="1435240"/>
                  </a:lnTo>
                  <a:lnTo>
                    <a:pt x="1299312" y="1427428"/>
                  </a:lnTo>
                  <a:lnTo>
                    <a:pt x="1299980" y="1412919"/>
                  </a:lnTo>
                  <a:lnTo>
                    <a:pt x="1300648" y="1412919"/>
                  </a:lnTo>
                  <a:lnTo>
                    <a:pt x="1301317" y="1410687"/>
                  </a:lnTo>
                  <a:lnTo>
                    <a:pt x="1301985" y="1390598"/>
                  </a:lnTo>
                  <a:lnTo>
                    <a:pt x="1302653" y="1390598"/>
                  </a:lnTo>
                  <a:lnTo>
                    <a:pt x="1303321" y="1390598"/>
                  </a:lnTo>
                  <a:lnTo>
                    <a:pt x="1303989" y="1390598"/>
                  </a:lnTo>
                  <a:lnTo>
                    <a:pt x="1304657" y="1390598"/>
                  </a:lnTo>
                  <a:lnTo>
                    <a:pt x="1305325" y="1390598"/>
                  </a:lnTo>
                  <a:lnTo>
                    <a:pt x="1305993" y="1390598"/>
                  </a:lnTo>
                  <a:lnTo>
                    <a:pt x="1306661" y="1390598"/>
                  </a:lnTo>
                  <a:lnTo>
                    <a:pt x="1307329" y="1390598"/>
                  </a:lnTo>
                  <a:lnTo>
                    <a:pt x="1307997" y="1390598"/>
                  </a:lnTo>
                  <a:lnTo>
                    <a:pt x="1308665" y="1414917"/>
                  </a:lnTo>
                  <a:lnTo>
                    <a:pt x="1309333" y="1427572"/>
                  </a:lnTo>
                  <a:lnTo>
                    <a:pt x="1310001" y="1435289"/>
                  </a:lnTo>
                  <a:lnTo>
                    <a:pt x="1310669" y="1435289"/>
                  </a:lnTo>
                  <a:lnTo>
                    <a:pt x="1311337" y="1435289"/>
                  </a:lnTo>
                  <a:lnTo>
                    <a:pt x="1312005" y="1435289"/>
                  </a:lnTo>
                  <a:lnTo>
                    <a:pt x="1312673" y="1435289"/>
                  </a:lnTo>
                  <a:lnTo>
                    <a:pt x="1313341" y="1435289"/>
                  </a:lnTo>
                  <a:lnTo>
                    <a:pt x="1314009" y="1435289"/>
                  </a:lnTo>
                  <a:lnTo>
                    <a:pt x="1314677" y="1435289"/>
                  </a:lnTo>
                  <a:lnTo>
                    <a:pt x="1315345" y="1435289"/>
                  </a:lnTo>
                  <a:lnTo>
                    <a:pt x="1316013" y="1435289"/>
                  </a:lnTo>
                  <a:lnTo>
                    <a:pt x="1316681" y="1435289"/>
                  </a:lnTo>
                  <a:lnTo>
                    <a:pt x="1317349" y="1435289"/>
                  </a:lnTo>
                  <a:lnTo>
                    <a:pt x="1318017" y="1435289"/>
                  </a:lnTo>
                  <a:lnTo>
                    <a:pt x="1318685" y="1435289"/>
                  </a:lnTo>
                  <a:lnTo>
                    <a:pt x="1319353" y="1435289"/>
                  </a:lnTo>
                  <a:lnTo>
                    <a:pt x="1320021" y="1435289"/>
                  </a:lnTo>
                  <a:lnTo>
                    <a:pt x="1320689" y="1435289"/>
                  </a:lnTo>
                  <a:lnTo>
                    <a:pt x="1321357" y="1435240"/>
                  </a:lnTo>
                  <a:lnTo>
                    <a:pt x="1322025" y="1435240"/>
                  </a:lnTo>
                  <a:lnTo>
                    <a:pt x="1322693" y="1435240"/>
                  </a:lnTo>
                  <a:lnTo>
                    <a:pt x="1323361" y="1435240"/>
                  </a:lnTo>
                  <a:lnTo>
                    <a:pt x="1324029" y="1435240"/>
                  </a:lnTo>
                  <a:lnTo>
                    <a:pt x="1324697" y="1435240"/>
                  </a:lnTo>
                  <a:lnTo>
                    <a:pt x="1325366" y="1435240"/>
                  </a:lnTo>
                  <a:lnTo>
                    <a:pt x="1326034" y="1435240"/>
                  </a:lnTo>
                  <a:lnTo>
                    <a:pt x="1326702" y="1435240"/>
                  </a:lnTo>
                  <a:lnTo>
                    <a:pt x="1327370" y="1435240"/>
                  </a:lnTo>
                  <a:lnTo>
                    <a:pt x="1328038" y="1435240"/>
                  </a:lnTo>
                  <a:lnTo>
                    <a:pt x="1328706" y="1435240"/>
                  </a:lnTo>
                  <a:lnTo>
                    <a:pt x="1329374" y="1435240"/>
                  </a:lnTo>
                  <a:lnTo>
                    <a:pt x="1330042" y="1435240"/>
                  </a:lnTo>
                  <a:lnTo>
                    <a:pt x="1330710" y="1435240"/>
                  </a:lnTo>
                  <a:lnTo>
                    <a:pt x="1331378" y="1435240"/>
                  </a:lnTo>
                  <a:lnTo>
                    <a:pt x="1332046" y="1435240"/>
                  </a:lnTo>
                  <a:lnTo>
                    <a:pt x="1332714" y="1435240"/>
                  </a:lnTo>
                  <a:lnTo>
                    <a:pt x="1333382" y="1435240"/>
                  </a:lnTo>
                  <a:lnTo>
                    <a:pt x="1334050" y="1435240"/>
                  </a:lnTo>
                  <a:lnTo>
                    <a:pt x="1334718" y="1435240"/>
                  </a:lnTo>
                  <a:lnTo>
                    <a:pt x="1335386" y="1435240"/>
                  </a:lnTo>
                  <a:lnTo>
                    <a:pt x="1336054" y="1435240"/>
                  </a:lnTo>
                  <a:lnTo>
                    <a:pt x="1336722" y="1435240"/>
                  </a:lnTo>
                  <a:lnTo>
                    <a:pt x="1337390" y="1435240"/>
                  </a:lnTo>
                  <a:lnTo>
                    <a:pt x="1338058" y="1435240"/>
                  </a:lnTo>
                  <a:lnTo>
                    <a:pt x="1338726" y="1435240"/>
                  </a:lnTo>
                  <a:lnTo>
                    <a:pt x="1339394" y="1435240"/>
                  </a:lnTo>
                  <a:lnTo>
                    <a:pt x="1340062" y="1435240"/>
                  </a:lnTo>
                  <a:lnTo>
                    <a:pt x="1340730" y="1435240"/>
                  </a:lnTo>
                  <a:lnTo>
                    <a:pt x="1341398" y="1435240"/>
                  </a:lnTo>
                  <a:lnTo>
                    <a:pt x="1342066" y="1435240"/>
                  </a:lnTo>
                  <a:lnTo>
                    <a:pt x="1342734" y="1435240"/>
                  </a:lnTo>
                  <a:lnTo>
                    <a:pt x="1343402" y="1435240"/>
                  </a:lnTo>
                  <a:lnTo>
                    <a:pt x="1344070" y="1435240"/>
                  </a:lnTo>
                  <a:lnTo>
                    <a:pt x="1344738" y="1435240"/>
                  </a:lnTo>
                  <a:lnTo>
                    <a:pt x="1345406" y="1435240"/>
                  </a:lnTo>
                  <a:lnTo>
                    <a:pt x="1346074" y="1435240"/>
                  </a:lnTo>
                  <a:lnTo>
                    <a:pt x="1346742" y="1435240"/>
                  </a:lnTo>
                  <a:lnTo>
                    <a:pt x="1347410" y="1428544"/>
                  </a:lnTo>
                  <a:lnTo>
                    <a:pt x="1348078" y="1412919"/>
                  </a:lnTo>
                  <a:lnTo>
                    <a:pt x="1348746" y="1412919"/>
                  </a:lnTo>
                  <a:lnTo>
                    <a:pt x="1349414" y="1412919"/>
                  </a:lnTo>
                  <a:lnTo>
                    <a:pt x="1350083" y="1400643"/>
                  </a:lnTo>
                  <a:lnTo>
                    <a:pt x="1350751" y="1368277"/>
                  </a:lnTo>
                  <a:lnTo>
                    <a:pt x="1351419" y="1350420"/>
                  </a:lnTo>
                  <a:lnTo>
                    <a:pt x="1352087" y="1345956"/>
                  </a:lnTo>
                  <a:lnTo>
                    <a:pt x="1352755" y="1345956"/>
                  </a:lnTo>
                  <a:lnTo>
                    <a:pt x="1353423" y="1345956"/>
                  </a:lnTo>
                  <a:lnTo>
                    <a:pt x="1354091" y="1345956"/>
                  </a:lnTo>
                  <a:lnTo>
                    <a:pt x="1354759" y="1345956"/>
                  </a:lnTo>
                  <a:lnTo>
                    <a:pt x="1355427" y="1345956"/>
                  </a:lnTo>
                  <a:lnTo>
                    <a:pt x="1356095" y="1345956"/>
                  </a:lnTo>
                  <a:lnTo>
                    <a:pt x="1356763" y="1345956"/>
                  </a:lnTo>
                  <a:lnTo>
                    <a:pt x="1357431" y="1352652"/>
                  </a:lnTo>
                  <a:lnTo>
                    <a:pt x="1358099" y="1368277"/>
                  </a:lnTo>
                  <a:lnTo>
                    <a:pt x="1358767" y="1368277"/>
                  </a:lnTo>
                  <a:lnTo>
                    <a:pt x="1359435" y="1368277"/>
                  </a:lnTo>
                  <a:lnTo>
                    <a:pt x="1360103" y="1380554"/>
                  </a:lnTo>
                  <a:lnTo>
                    <a:pt x="1360771" y="1412919"/>
                  </a:lnTo>
                  <a:lnTo>
                    <a:pt x="1361439" y="1430776"/>
                  </a:lnTo>
                  <a:lnTo>
                    <a:pt x="1362107" y="1435240"/>
                  </a:lnTo>
                  <a:lnTo>
                    <a:pt x="1362775" y="1435289"/>
                  </a:lnTo>
                  <a:lnTo>
                    <a:pt x="1363443" y="1435289"/>
                  </a:lnTo>
                  <a:lnTo>
                    <a:pt x="1364111" y="1435289"/>
                  </a:lnTo>
                  <a:lnTo>
                    <a:pt x="1364779" y="1435289"/>
                  </a:lnTo>
                  <a:lnTo>
                    <a:pt x="1365447" y="1435289"/>
                  </a:lnTo>
                  <a:lnTo>
                    <a:pt x="1366115" y="1435289"/>
                  </a:lnTo>
                  <a:lnTo>
                    <a:pt x="1366783" y="1435289"/>
                  </a:lnTo>
                  <a:lnTo>
                    <a:pt x="1367451" y="1435289"/>
                  </a:lnTo>
                  <a:lnTo>
                    <a:pt x="1368119" y="1435289"/>
                  </a:lnTo>
                  <a:lnTo>
                    <a:pt x="1368787" y="1435289"/>
                  </a:lnTo>
                  <a:lnTo>
                    <a:pt x="1369455" y="1435289"/>
                  </a:lnTo>
                  <a:lnTo>
                    <a:pt x="1370123" y="1435289"/>
                  </a:lnTo>
                  <a:lnTo>
                    <a:pt x="1370791" y="1435289"/>
                  </a:lnTo>
                  <a:lnTo>
                    <a:pt x="1371459" y="1435289"/>
                  </a:lnTo>
                  <a:lnTo>
                    <a:pt x="1372127" y="1435289"/>
                  </a:lnTo>
                  <a:lnTo>
                    <a:pt x="1372795" y="1435289"/>
                  </a:lnTo>
                  <a:lnTo>
                    <a:pt x="1373463" y="1435289"/>
                  </a:lnTo>
                  <a:lnTo>
                    <a:pt x="1374131" y="1435289"/>
                  </a:lnTo>
                  <a:lnTo>
                    <a:pt x="1374800" y="1425171"/>
                  </a:lnTo>
                  <a:lnTo>
                    <a:pt x="1375468" y="1404341"/>
                  </a:lnTo>
                  <a:lnTo>
                    <a:pt x="1376136" y="1404341"/>
                  </a:lnTo>
                  <a:lnTo>
                    <a:pt x="1376804" y="1404341"/>
                  </a:lnTo>
                  <a:lnTo>
                    <a:pt x="1377472" y="1404341"/>
                  </a:lnTo>
                  <a:lnTo>
                    <a:pt x="1378140" y="1404341"/>
                  </a:lnTo>
                  <a:lnTo>
                    <a:pt x="1378808" y="1410751"/>
                  </a:lnTo>
                  <a:lnTo>
                    <a:pt x="1379476" y="1424529"/>
                  </a:lnTo>
                  <a:lnTo>
                    <a:pt x="1380144" y="1424529"/>
                  </a:lnTo>
                  <a:lnTo>
                    <a:pt x="1380812" y="1425612"/>
                  </a:lnTo>
                  <a:lnTo>
                    <a:pt x="1381480" y="1425612"/>
                  </a:lnTo>
                  <a:lnTo>
                    <a:pt x="1382148" y="1425612"/>
                  </a:lnTo>
                  <a:lnTo>
                    <a:pt x="1382816" y="1424529"/>
                  </a:lnTo>
                  <a:lnTo>
                    <a:pt x="1383484" y="1429285"/>
                  </a:lnTo>
                  <a:lnTo>
                    <a:pt x="1384152" y="1422655"/>
                  </a:lnTo>
                  <a:lnTo>
                    <a:pt x="1384820" y="1435289"/>
                  </a:lnTo>
                  <a:lnTo>
                    <a:pt x="1385488" y="1435289"/>
                  </a:lnTo>
                  <a:lnTo>
                    <a:pt x="1386156" y="1435289"/>
                  </a:lnTo>
                  <a:lnTo>
                    <a:pt x="1386824" y="1435289"/>
                  </a:lnTo>
                  <a:lnTo>
                    <a:pt x="1387492" y="1435289"/>
                  </a:lnTo>
                  <a:lnTo>
                    <a:pt x="1388160" y="1435289"/>
                  </a:lnTo>
                  <a:lnTo>
                    <a:pt x="1388828" y="1435289"/>
                  </a:lnTo>
                  <a:lnTo>
                    <a:pt x="1389496" y="1435289"/>
                  </a:lnTo>
                  <a:lnTo>
                    <a:pt x="1390164" y="1435289"/>
                  </a:lnTo>
                  <a:lnTo>
                    <a:pt x="1390832" y="1435240"/>
                  </a:lnTo>
                  <a:lnTo>
                    <a:pt x="1391500" y="1435240"/>
                  </a:lnTo>
                  <a:lnTo>
                    <a:pt x="1392168" y="1435240"/>
                  </a:lnTo>
                  <a:lnTo>
                    <a:pt x="1392836" y="1427428"/>
                  </a:lnTo>
                  <a:lnTo>
                    <a:pt x="1393504" y="1412919"/>
                  </a:lnTo>
                  <a:lnTo>
                    <a:pt x="1394172" y="1412919"/>
                  </a:lnTo>
                  <a:lnTo>
                    <a:pt x="1394840" y="1412919"/>
                  </a:lnTo>
                  <a:lnTo>
                    <a:pt x="1395508" y="1412919"/>
                  </a:lnTo>
                  <a:lnTo>
                    <a:pt x="1396176" y="1435289"/>
                  </a:lnTo>
                  <a:lnTo>
                    <a:pt x="1396844" y="1435289"/>
                  </a:lnTo>
                  <a:lnTo>
                    <a:pt x="1397512" y="1435289"/>
                  </a:lnTo>
                  <a:lnTo>
                    <a:pt x="1398180" y="1435289"/>
                  </a:lnTo>
                  <a:lnTo>
                    <a:pt x="1398848" y="1435289"/>
                  </a:lnTo>
                  <a:lnTo>
                    <a:pt x="1399517" y="1435289"/>
                  </a:lnTo>
                  <a:lnTo>
                    <a:pt x="1400185" y="1435289"/>
                  </a:lnTo>
                  <a:lnTo>
                    <a:pt x="1400853" y="1435289"/>
                  </a:lnTo>
                  <a:lnTo>
                    <a:pt x="1401521" y="1435289"/>
                  </a:lnTo>
                  <a:lnTo>
                    <a:pt x="1402189" y="1435289"/>
                  </a:lnTo>
                  <a:lnTo>
                    <a:pt x="1402857" y="1435289"/>
                  </a:lnTo>
                  <a:lnTo>
                    <a:pt x="1403525" y="1435289"/>
                  </a:lnTo>
                  <a:lnTo>
                    <a:pt x="1404193" y="1435289"/>
                  </a:lnTo>
                  <a:lnTo>
                    <a:pt x="1404861" y="1435289"/>
                  </a:lnTo>
                  <a:lnTo>
                    <a:pt x="1405529" y="1435289"/>
                  </a:lnTo>
                  <a:lnTo>
                    <a:pt x="1406197" y="1435289"/>
                  </a:lnTo>
                  <a:lnTo>
                    <a:pt x="1406865" y="1435289"/>
                  </a:lnTo>
                  <a:lnTo>
                    <a:pt x="1407533" y="1435289"/>
                  </a:lnTo>
                  <a:lnTo>
                    <a:pt x="1408201" y="1435289"/>
                  </a:lnTo>
                  <a:lnTo>
                    <a:pt x="1408869" y="1435289"/>
                  </a:lnTo>
                  <a:lnTo>
                    <a:pt x="1409537" y="1435289"/>
                  </a:lnTo>
                  <a:lnTo>
                    <a:pt x="1410205" y="1419737"/>
                  </a:lnTo>
                  <a:lnTo>
                    <a:pt x="1410873" y="1412919"/>
                  </a:lnTo>
                  <a:lnTo>
                    <a:pt x="1411541" y="1412919"/>
                  </a:lnTo>
                  <a:lnTo>
                    <a:pt x="1412209" y="1401759"/>
                  </a:lnTo>
                  <a:lnTo>
                    <a:pt x="1412877" y="1390598"/>
                  </a:lnTo>
                  <a:lnTo>
                    <a:pt x="1413545" y="1387250"/>
                  </a:lnTo>
                  <a:lnTo>
                    <a:pt x="1414213" y="1349304"/>
                  </a:lnTo>
                  <a:lnTo>
                    <a:pt x="1414881" y="1345956"/>
                  </a:lnTo>
                  <a:lnTo>
                    <a:pt x="1415549" y="1345956"/>
                  </a:lnTo>
                  <a:lnTo>
                    <a:pt x="1416217" y="1345956"/>
                  </a:lnTo>
                  <a:lnTo>
                    <a:pt x="1416885" y="1335912"/>
                  </a:lnTo>
                  <a:lnTo>
                    <a:pt x="1417553" y="1323635"/>
                  </a:lnTo>
                  <a:lnTo>
                    <a:pt x="1418221" y="1300198"/>
                  </a:lnTo>
                  <a:lnTo>
                    <a:pt x="1418889" y="1278993"/>
                  </a:lnTo>
                  <a:lnTo>
                    <a:pt x="1419557" y="1278993"/>
                  </a:lnTo>
                  <a:lnTo>
                    <a:pt x="1420225" y="1291270"/>
                  </a:lnTo>
                  <a:lnTo>
                    <a:pt x="1420893" y="1278993"/>
                  </a:lnTo>
                  <a:lnTo>
                    <a:pt x="1421561" y="1278993"/>
                  </a:lnTo>
                  <a:lnTo>
                    <a:pt x="1422229" y="1290153"/>
                  </a:lnTo>
                  <a:lnTo>
                    <a:pt x="1422897" y="1301314"/>
                  </a:lnTo>
                  <a:lnTo>
                    <a:pt x="1423566" y="1340684"/>
                  </a:lnTo>
                  <a:lnTo>
                    <a:pt x="1424234" y="1375625"/>
                  </a:lnTo>
                  <a:lnTo>
                    <a:pt x="1424902" y="1386027"/>
                  </a:lnTo>
                  <a:lnTo>
                    <a:pt x="1425570" y="1386027"/>
                  </a:lnTo>
                  <a:lnTo>
                    <a:pt x="1426238" y="1386027"/>
                  </a:lnTo>
                  <a:lnTo>
                    <a:pt x="1426906" y="1394268"/>
                  </a:lnTo>
                  <a:lnTo>
                    <a:pt x="1427574" y="1404341"/>
                  </a:lnTo>
                  <a:lnTo>
                    <a:pt x="1428242" y="1423570"/>
                  </a:lnTo>
                  <a:lnTo>
                    <a:pt x="1428910" y="1435289"/>
                  </a:lnTo>
                  <a:lnTo>
                    <a:pt x="1429578" y="1426318"/>
                  </a:lnTo>
                  <a:lnTo>
                    <a:pt x="1430246" y="1430896"/>
                  </a:lnTo>
                  <a:lnTo>
                    <a:pt x="1430914" y="1435289"/>
                  </a:lnTo>
                  <a:lnTo>
                    <a:pt x="1431582" y="1435289"/>
                  </a:lnTo>
                  <a:lnTo>
                    <a:pt x="1432250" y="1435289"/>
                  </a:lnTo>
                  <a:lnTo>
                    <a:pt x="1432918" y="1435289"/>
                  </a:lnTo>
                  <a:lnTo>
                    <a:pt x="1433586" y="1435289"/>
                  </a:lnTo>
                  <a:lnTo>
                    <a:pt x="1434254" y="1434198"/>
                  </a:lnTo>
                  <a:lnTo>
                    <a:pt x="1434922" y="1377205"/>
                  </a:lnTo>
                  <a:lnTo>
                    <a:pt x="1435590" y="1341492"/>
                  </a:lnTo>
                  <a:lnTo>
                    <a:pt x="1436258" y="1323635"/>
                  </a:lnTo>
                  <a:lnTo>
                    <a:pt x="1436926" y="1323635"/>
                  </a:lnTo>
                  <a:lnTo>
                    <a:pt x="1437594" y="1323635"/>
                  </a:lnTo>
                  <a:lnTo>
                    <a:pt x="1438262" y="1323635"/>
                  </a:lnTo>
                  <a:lnTo>
                    <a:pt x="1438930" y="1323635"/>
                  </a:lnTo>
                  <a:lnTo>
                    <a:pt x="1439598" y="1341492"/>
                  </a:lnTo>
                  <a:lnTo>
                    <a:pt x="1440266" y="1345956"/>
                  </a:lnTo>
                  <a:lnTo>
                    <a:pt x="1440934" y="1345956"/>
                  </a:lnTo>
                  <a:lnTo>
                    <a:pt x="1441602" y="1345956"/>
                  </a:lnTo>
                  <a:lnTo>
                    <a:pt x="1442270" y="1345956"/>
                  </a:lnTo>
                  <a:lnTo>
                    <a:pt x="1442938" y="1345956"/>
                  </a:lnTo>
                  <a:lnTo>
                    <a:pt x="1443606" y="1338144"/>
                  </a:lnTo>
                  <a:lnTo>
                    <a:pt x="1444274" y="1323635"/>
                  </a:lnTo>
                  <a:lnTo>
                    <a:pt x="1444942" y="1335912"/>
                  </a:lnTo>
                  <a:lnTo>
                    <a:pt x="1445610" y="1350420"/>
                  </a:lnTo>
                  <a:lnTo>
                    <a:pt x="1446278" y="1397553"/>
                  </a:lnTo>
                  <a:lnTo>
                    <a:pt x="1446946" y="1421057"/>
                  </a:lnTo>
                  <a:lnTo>
                    <a:pt x="1447614" y="1424529"/>
                  </a:lnTo>
                  <a:lnTo>
                    <a:pt x="1448283" y="1435289"/>
                  </a:lnTo>
                  <a:lnTo>
                    <a:pt x="1448951" y="1435289"/>
                  </a:lnTo>
                  <a:lnTo>
                    <a:pt x="1449619" y="1435289"/>
                  </a:lnTo>
                  <a:lnTo>
                    <a:pt x="1450287" y="1435289"/>
                  </a:lnTo>
                  <a:lnTo>
                    <a:pt x="1450955" y="1435289"/>
                  </a:lnTo>
                  <a:lnTo>
                    <a:pt x="1451623" y="1435289"/>
                  </a:lnTo>
                  <a:lnTo>
                    <a:pt x="1452291" y="1435289"/>
                  </a:lnTo>
                  <a:lnTo>
                    <a:pt x="1452959" y="1435289"/>
                  </a:lnTo>
                  <a:lnTo>
                    <a:pt x="1453627" y="1435289"/>
                  </a:lnTo>
                  <a:lnTo>
                    <a:pt x="1454295" y="1435289"/>
                  </a:lnTo>
                  <a:lnTo>
                    <a:pt x="1454963" y="1435289"/>
                  </a:lnTo>
                  <a:lnTo>
                    <a:pt x="1455631" y="1435289"/>
                  </a:lnTo>
                  <a:lnTo>
                    <a:pt x="1456299" y="1435289"/>
                  </a:lnTo>
                  <a:lnTo>
                    <a:pt x="1456967" y="1435289"/>
                  </a:lnTo>
                  <a:lnTo>
                    <a:pt x="1457635" y="1435289"/>
                  </a:lnTo>
                  <a:lnTo>
                    <a:pt x="1458303" y="1435289"/>
                  </a:lnTo>
                  <a:lnTo>
                    <a:pt x="1458971" y="1435289"/>
                  </a:lnTo>
                  <a:lnTo>
                    <a:pt x="1459639" y="1435289"/>
                  </a:lnTo>
                  <a:lnTo>
                    <a:pt x="1460307" y="1435289"/>
                  </a:lnTo>
                  <a:lnTo>
                    <a:pt x="1460975" y="1435289"/>
                  </a:lnTo>
                  <a:lnTo>
                    <a:pt x="1461643" y="1435289"/>
                  </a:lnTo>
                  <a:lnTo>
                    <a:pt x="1462311" y="1435289"/>
                  </a:lnTo>
                  <a:lnTo>
                    <a:pt x="1462979" y="1435289"/>
                  </a:lnTo>
                  <a:lnTo>
                    <a:pt x="1463647" y="1435289"/>
                  </a:lnTo>
                  <a:lnTo>
                    <a:pt x="1464315" y="1435289"/>
                  </a:lnTo>
                  <a:lnTo>
                    <a:pt x="1464983" y="1435289"/>
                  </a:lnTo>
                  <a:lnTo>
                    <a:pt x="1465651" y="1435289"/>
                  </a:lnTo>
                  <a:lnTo>
                    <a:pt x="1466319" y="1435289"/>
                  </a:lnTo>
                  <a:lnTo>
                    <a:pt x="1466987" y="1435289"/>
                  </a:lnTo>
                  <a:lnTo>
                    <a:pt x="1467655" y="1435289"/>
                  </a:lnTo>
                  <a:lnTo>
                    <a:pt x="1468323" y="1435289"/>
                  </a:lnTo>
                  <a:lnTo>
                    <a:pt x="1468991" y="1435289"/>
                  </a:lnTo>
                  <a:lnTo>
                    <a:pt x="1469659" y="1435289"/>
                  </a:lnTo>
                  <a:lnTo>
                    <a:pt x="1470327" y="1435289"/>
                  </a:lnTo>
                  <a:lnTo>
                    <a:pt x="1470995" y="1435289"/>
                  </a:lnTo>
                  <a:lnTo>
                    <a:pt x="1471663" y="1435289"/>
                  </a:lnTo>
                  <a:lnTo>
                    <a:pt x="1472331" y="1435289"/>
                  </a:lnTo>
                  <a:lnTo>
                    <a:pt x="1473000" y="1435289"/>
                  </a:lnTo>
                  <a:lnTo>
                    <a:pt x="1473668" y="1435289"/>
                  </a:lnTo>
                  <a:lnTo>
                    <a:pt x="1474336" y="1435289"/>
                  </a:lnTo>
                  <a:lnTo>
                    <a:pt x="1475004" y="1435289"/>
                  </a:lnTo>
                  <a:lnTo>
                    <a:pt x="1475672" y="1418947"/>
                  </a:lnTo>
                  <a:lnTo>
                    <a:pt x="1476340" y="1412919"/>
                  </a:lnTo>
                  <a:lnTo>
                    <a:pt x="1477008" y="1412919"/>
                  </a:lnTo>
                  <a:lnTo>
                    <a:pt x="1477676" y="1435289"/>
                  </a:lnTo>
                  <a:lnTo>
                    <a:pt x="1478344" y="1433783"/>
                  </a:lnTo>
                  <a:lnTo>
                    <a:pt x="1479012" y="1435045"/>
                  </a:lnTo>
                  <a:lnTo>
                    <a:pt x="1479680" y="1424529"/>
                  </a:lnTo>
                  <a:lnTo>
                    <a:pt x="1480348" y="1424529"/>
                  </a:lnTo>
                  <a:lnTo>
                    <a:pt x="1481016" y="1425612"/>
                  </a:lnTo>
                  <a:lnTo>
                    <a:pt x="1481684" y="1425612"/>
                  </a:lnTo>
                  <a:lnTo>
                    <a:pt x="1482352" y="1425612"/>
                  </a:lnTo>
                  <a:lnTo>
                    <a:pt x="1483020" y="1425612"/>
                  </a:lnTo>
                  <a:lnTo>
                    <a:pt x="1483688" y="1425612"/>
                  </a:lnTo>
                  <a:lnTo>
                    <a:pt x="1484356" y="1425612"/>
                  </a:lnTo>
                  <a:lnTo>
                    <a:pt x="1485024" y="1435289"/>
                  </a:lnTo>
                  <a:lnTo>
                    <a:pt x="1485692" y="1435289"/>
                  </a:lnTo>
                  <a:lnTo>
                    <a:pt x="1486360" y="1435289"/>
                  </a:lnTo>
                  <a:lnTo>
                    <a:pt x="1487028" y="1435289"/>
                  </a:lnTo>
                  <a:lnTo>
                    <a:pt x="1487696" y="1435289"/>
                  </a:lnTo>
                  <a:lnTo>
                    <a:pt x="1488364" y="1435289"/>
                  </a:lnTo>
                  <a:lnTo>
                    <a:pt x="1489032" y="1435289"/>
                  </a:lnTo>
                  <a:lnTo>
                    <a:pt x="1489700" y="1435289"/>
                  </a:lnTo>
                  <a:lnTo>
                    <a:pt x="1490368" y="1435289"/>
                  </a:lnTo>
                  <a:lnTo>
                    <a:pt x="1491036" y="1409835"/>
                  </a:lnTo>
                  <a:lnTo>
                    <a:pt x="1491704" y="1404341"/>
                  </a:lnTo>
                  <a:lnTo>
                    <a:pt x="1492372" y="1386027"/>
                  </a:lnTo>
                  <a:lnTo>
                    <a:pt x="1493040" y="1368629"/>
                  </a:lnTo>
                  <a:lnTo>
                    <a:pt x="1493708" y="1367713"/>
                  </a:lnTo>
                  <a:lnTo>
                    <a:pt x="1494376" y="1367713"/>
                  </a:lnTo>
                  <a:lnTo>
                    <a:pt x="1495044" y="1367713"/>
                  </a:lnTo>
                  <a:lnTo>
                    <a:pt x="1495712" y="1324847"/>
                  </a:lnTo>
                  <a:lnTo>
                    <a:pt x="1496380" y="1302213"/>
                  </a:lnTo>
                  <a:lnTo>
                    <a:pt x="1497048" y="1291725"/>
                  </a:lnTo>
                  <a:lnTo>
                    <a:pt x="1497717" y="1207566"/>
                  </a:lnTo>
                  <a:lnTo>
                    <a:pt x="1498385" y="1189709"/>
                  </a:lnTo>
                  <a:lnTo>
                    <a:pt x="1499053" y="1189709"/>
                  </a:lnTo>
                  <a:lnTo>
                    <a:pt x="1499721" y="1189709"/>
                  </a:lnTo>
                  <a:lnTo>
                    <a:pt x="1500389" y="1215378"/>
                  </a:lnTo>
                  <a:lnTo>
                    <a:pt x="1501057" y="1249976"/>
                  </a:lnTo>
                  <a:lnTo>
                    <a:pt x="1501725" y="1256672"/>
                  </a:lnTo>
                  <a:lnTo>
                    <a:pt x="1502393" y="1278993"/>
                  </a:lnTo>
                  <a:lnTo>
                    <a:pt x="1503061" y="1300198"/>
                  </a:lnTo>
                  <a:lnTo>
                    <a:pt x="1503729" y="1301314"/>
                  </a:lnTo>
                  <a:lnTo>
                    <a:pt x="1504397" y="1301314"/>
                  </a:lnTo>
                  <a:lnTo>
                    <a:pt x="1505065" y="1301314"/>
                  </a:lnTo>
                  <a:lnTo>
                    <a:pt x="1505733" y="1350420"/>
                  </a:lnTo>
                  <a:lnTo>
                    <a:pt x="1506401" y="1368277"/>
                  </a:lnTo>
                  <a:lnTo>
                    <a:pt x="1507069" y="1380554"/>
                  </a:lnTo>
                  <a:lnTo>
                    <a:pt x="1507737" y="1417383"/>
                  </a:lnTo>
                  <a:lnTo>
                    <a:pt x="1508405" y="1435240"/>
                  </a:lnTo>
                  <a:lnTo>
                    <a:pt x="1509073" y="1435240"/>
                  </a:lnTo>
                  <a:lnTo>
                    <a:pt x="1509741" y="1435240"/>
                  </a:lnTo>
                  <a:lnTo>
                    <a:pt x="1510409" y="1435240"/>
                  </a:lnTo>
                  <a:lnTo>
                    <a:pt x="1511077" y="1435240"/>
                  </a:lnTo>
                  <a:lnTo>
                    <a:pt x="1511745" y="1435240"/>
                  </a:lnTo>
                  <a:lnTo>
                    <a:pt x="1512413" y="1435240"/>
                  </a:lnTo>
                  <a:lnTo>
                    <a:pt x="1513081" y="1435240"/>
                  </a:lnTo>
                  <a:lnTo>
                    <a:pt x="1513749" y="1435240"/>
                  </a:lnTo>
                  <a:lnTo>
                    <a:pt x="1514417" y="1435240"/>
                  </a:lnTo>
                  <a:lnTo>
                    <a:pt x="1515085" y="1435240"/>
                  </a:lnTo>
                  <a:lnTo>
                    <a:pt x="1515753" y="1435240"/>
                  </a:lnTo>
                  <a:lnTo>
                    <a:pt x="1516421" y="1435240"/>
                  </a:lnTo>
                  <a:lnTo>
                    <a:pt x="1517089" y="1435240"/>
                  </a:lnTo>
                  <a:lnTo>
                    <a:pt x="1517757" y="1430776"/>
                  </a:lnTo>
                  <a:lnTo>
                    <a:pt x="1518425" y="1412919"/>
                  </a:lnTo>
                  <a:lnTo>
                    <a:pt x="1519093" y="1401759"/>
                  </a:lnTo>
                  <a:lnTo>
                    <a:pt x="1519761" y="1390598"/>
                  </a:lnTo>
                  <a:lnTo>
                    <a:pt x="1520429" y="1390598"/>
                  </a:lnTo>
                  <a:lnTo>
                    <a:pt x="1521097" y="1390598"/>
                  </a:lnTo>
                  <a:lnTo>
                    <a:pt x="1521766" y="1390598"/>
                  </a:lnTo>
                  <a:lnTo>
                    <a:pt x="1522434" y="1390598"/>
                  </a:lnTo>
                  <a:lnTo>
                    <a:pt x="1523102" y="1390598"/>
                  </a:lnTo>
                  <a:lnTo>
                    <a:pt x="1523770" y="1390598"/>
                  </a:lnTo>
                  <a:lnTo>
                    <a:pt x="1524438" y="1390598"/>
                  </a:lnTo>
                  <a:lnTo>
                    <a:pt x="1525106" y="1390598"/>
                  </a:lnTo>
                  <a:lnTo>
                    <a:pt x="1525774" y="1390598"/>
                  </a:lnTo>
                  <a:lnTo>
                    <a:pt x="1526442" y="1390598"/>
                  </a:lnTo>
                  <a:lnTo>
                    <a:pt x="1527110" y="1390598"/>
                  </a:lnTo>
                  <a:lnTo>
                    <a:pt x="1527778" y="1395062"/>
                  </a:lnTo>
                  <a:lnTo>
                    <a:pt x="1528446" y="1412919"/>
                  </a:lnTo>
                  <a:lnTo>
                    <a:pt x="1529114" y="1424080"/>
                  </a:lnTo>
                  <a:lnTo>
                    <a:pt x="1529782" y="1435240"/>
                  </a:lnTo>
                  <a:lnTo>
                    <a:pt x="1530450" y="1435240"/>
                  </a:lnTo>
                  <a:lnTo>
                    <a:pt x="1531118" y="1435240"/>
                  </a:lnTo>
                  <a:lnTo>
                    <a:pt x="1531786" y="1435240"/>
                  </a:lnTo>
                  <a:lnTo>
                    <a:pt x="1532454" y="1435240"/>
                  </a:lnTo>
                  <a:lnTo>
                    <a:pt x="1533122" y="1435240"/>
                  </a:lnTo>
                  <a:lnTo>
                    <a:pt x="1533790" y="1435240"/>
                  </a:lnTo>
                  <a:lnTo>
                    <a:pt x="1534458" y="1435240"/>
                  </a:lnTo>
                  <a:lnTo>
                    <a:pt x="1535126" y="1435289"/>
                  </a:lnTo>
                  <a:lnTo>
                    <a:pt x="1535794" y="1435289"/>
                  </a:lnTo>
                  <a:lnTo>
                    <a:pt x="1536462" y="1435289"/>
                  </a:lnTo>
                  <a:lnTo>
                    <a:pt x="1537130" y="1435289"/>
                  </a:lnTo>
                  <a:lnTo>
                    <a:pt x="1537798" y="1435289"/>
                  </a:lnTo>
                  <a:lnTo>
                    <a:pt x="1538466" y="1435289"/>
                  </a:lnTo>
                  <a:lnTo>
                    <a:pt x="1539134" y="1435289"/>
                  </a:lnTo>
                  <a:lnTo>
                    <a:pt x="1539802" y="1435289"/>
                  </a:lnTo>
                  <a:lnTo>
                    <a:pt x="1540470" y="1435289"/>
                  </a:lnTo>
                  <a:lnTo>
                    <a:pt x="1541138" y="1435289"/>
                  </a:lnTo>
                  <a:lnTo>
                    <a:pt x="1541806" y="1435289"/>
                  </a:lnTo>
                  <a:lnTo>
                    <a:pt x="1542474" y="1435289"/>
                  </a:lnTo>
                  <a:lnTo>
                    <a:pt x="1543142" y="1435289"/>
                  </a:lnTo>
                  <a:lnTo>
                    <a:pt x="1543810" y="1435289"/>
                  </a:lnTo>
                  <a:lnTo>
                    <a:pt x="1544478" y="1435289"/>
                  </a:lnTo>
                  <a:lnTo>
                    <a:pt x="1545146" y="1435289"/>
                  </a:lnTo>
                  <a:lnTo>
                    <a:pt x="1545814" y="1435289"/>
                  </a:lnTo>
                  <a:lnTo>
                    <a:pt x="1546483" y="1428221"/>
                  </a:lnTo>
                  <a:lnTo>
                    <a:pt x="1547151" y="1417476"/>
                  </a:lnTo>
                  <a:lnTo>
                    <a:pt x="1547819" y="1417476"/>
                  </a:lnTo>
                  <a:lnTo>
                    <a:pt x="1548487" y="1417476"/>
                  </a:lnTo>
                  <a:lnTo>
                    <a:pt x="1549155" y="1427596"/>
                  </a:lnTo>
                  <a:lnTo>
                    <a:pt x="1549823" y="1430117"/>
                  </a:lnTo>
                  <a:lnTo>
                    <a:pt x="1550491" y="1435289"/>
                  </a:lnTo>
                  <a:lnTo>
                    <a:pt x="1551159" y="1435289"/>
                  </a:lnTo>
                  <a:lnTo>
                    <a:pt x="1551827" y="1435289"/>
                  </a:lnTo>
                  <a:lnTo>
                    <a:pt x="1552495" y="1435289"/>
                  </a:lnTo>
                  <a:lnTo>
                    <a:pt x="1553163" y="1435289"/>
                  </a:lnTo>
                  <a:lnTo>
                    <a:pt x="1553831" y="1435289"/>
                  </a:lnTo>
                  <a:lnTo>
                    <a:pt x="1554499" y="1435289"/>
                  </a:lnTo>
                  <a:lnTo>
                    <a:pt x="1555167" y="1435289"/>
                  </a:lnTo>
                  <a:lnTo>
                    <a:pt x="1555835" y="1435289"/>
                  </a:lnTo>
                  <a:lnTo>
                    <a:pt x="1556503" y="1435289"/>
                  </a:lnTo>
                  <a:lnTo>
                    <a:pt x="1557171" y="1435289"/>
                  </a:lnTo>
                  <a:lnTo>
                    <a:pt x="1557839" y="1435289"/>
                  </a:lnTo>
                  <a:lnTo>
                    <a:pt x="1558507" y="1435289"/>
                  </a:lnTo>
                  <a:lnTo>
                    <a:pt x="1559175" y="1435289"/>
                  </a:lnTo>
                  <a:lnTo>
                    <a:pt x="1559843" y="1435289"/>
                  </a:lnTo>
                  <a:lnTo>
                    <a:pt x="1560511" y="1435240"/>
                  </a:lnTo>
                  <a:lnTo>
                    <a:pt x="1561179" y="1435240"/>
                  </a:lnTo>
                  <a:lnTo>
                    <a:pt x="1561847" y="1435289"/>
                  </a:lnTo>
                  <a:lnTo>
                    <a:pt x="1562515" y="1435289"/>
                  </a:lnTo>
                  <a:lnTo>
                    <a:pt x="1563183" y="1435289"/>
                  </a:lnTo>
                  <a:lnTo>
                    <a:pt x="1563851" y="1435289"/>
                  </a:lnTo>
                  <a:lnTo>
                    <a:pt x="1564519" y="1435289"/>
                  </a:lnTo>
                  <a:lnTo>
                    <a:pt x="1565187" y="1435289"/>
                  </a:lnTo>
                  <a:lnTo>
                    <a:pt x="1565855" y="1435289"/>
                  </a:lnTo>
                  <a:lnTo>
                    <a:pt x="1566523" y="1435289"/>
                  </a:lnTo>
                  <a:lnTo>
                    <a:pt x="1567191" y="1435289"/>
                  </a:lnTo>
                  <a:lnTo>
                    <a:pt x="1567859" y="1435289"/>
                  </a:lnTo>
                  <a:lnTo>
                    <a:pt x="1568527" y="1435289"/>
                  </a:lnTo>
                  <a:lnTo>
                    <a:pt x="1569195" y="1435289"/>
                  </a:lnTo>
                  <a:lnTo>
                    <a:pt x="1569863" y="1435289"/>
                  </a:lnTo>
                  <a:lnTo>
                    <a:pt x="1570531" y="1435289"/>
                  </a:lnTo>
                  <a:lnTo>
                    <a:pt x="1571200" y="1435289"/>
                  </a:lnTo>
                  <a:lnTo>
                    <a:pt x="1571868" y="1435049"/>
                  </a:lnTo>
                  <a:lnTo>
                    <a:pt x="1572536" y="1435049"/>
                  </a:lnTo>
                  <a:lnTo>
                    <a:pt x="1573204" y="1425351"/>
                  </a:lnTo>
                  <a:lnTo>
                    <a:pt x="1573872" y="1408458"/>
                  </a:lnTo>
                  <a:lnTo>
                    <a:pt x="1574540" y="1397958"/>
                  </a:lnTo>
                  <a:lnTo>
                    <a:pt x="1575208" y="1393740"/>
                  </a:lnTo>
                  <a:lnTo>
                    <a:pt x="1575876" y="1366492"/>
                  </a:lnTo>
                  <a:lnTo>
                    <a:pt x="1576544" y="1367713"/>
                  </a:lnTo>
                  <a:lnTo>
                    <a:pt x="1577212" y="1367713"/>
                  </a:lnTo>
                  <a:lnTo>
                    <a:pt x="1577880" y="1367713"/>
                  </a:lnTo>
                  <a:lnTo>
                    <a:pt x="1578548" y="1367713"/>
                  </a:lnTo>
                  <a:lnTo>
                    <a:pt x="1579216" y="1379617"/>
                  </a:lnTo>
                  <a:lnTo>
                    <a:pt x="1579884" y="1386027"/>
                  </a:lnTo>
                  <a:lnTo>
                    <a:pt x="1580552" y="1404341"/>
                  </a:lnTo>
                  <a:lnTo>
                    <a:pt x="1581220" y="1414413"/>
                  </a:lnTo>
                  <a:lnTo>
                    <a:pt x="1581888" y="1422655"/>
                  </a:lnTo>
                  <a:lnTo>
                    <a:pt x="1582556" y="1422655"/>
                  </a:lnTo>
                  <a:lnTo>
                    <a:pt x="1583224" y="1422655"/>
                  </a:lnTo>
                  <a:lnTo>
                    <a:pt x="1583892" y="1422655"/>
                  </a:lnTo>
                  <a:lnTo>
                    <a:pt x="1584560" y="1422655"/>
                  </a:lnTo>
                  <a:lnTo>
                    <a:pt x="1585228" y="1420435"/>
                  </a:lnTo>
                  <a:lnTo>
                    <a:pt x="1585896" y="1435289"/>
                  </a:lnTo>
                  <a:lnTo>
                    <a:pt x="1586564" y="1435240"/>
                  </a:lnTo>
                  <a:lnTo>
                    <a:pt x="1587232" y="1435240"/>
                  </a:lnTo>
                  <a:lnTo>
                    <a:pt x="1587900" y="1435240"/>
                  </a:lnTo>
                  <a:lnTo>
                    <a:pt x="1588568" y="1435240"/>
                  </a:lnTo>
                  <a:lnTo>
                    <a:pt x="1589236" y="1435240"/>
                  </a:lnTo>
                  <a:lnTo>
                    <a:pt x="1589904" y="1435240"/>
                  </a:lnTo>
                  <a:lnTo>
                    <a:pt x="1590572" y="1435240"/>
                  </a:lnTo>
                  <a:lnTo>
                    <a:pt x="1591240" y="1435240"/>
                  </a:lnTo>
                  <a:lnTo>
                    <a:pt x="1591908" y="1435289"/>
                  </a:lnTo>
                  <a:lnTo>
                    <a:pt x="1592576" y="1435289"/>
                  </a:lnTo>
                  <a:lnTo>
                    <a:pt x="1593244" y="1435289"/>
                  </a:lnTo>
                  <a:lnTo>
                    <a:pt x="1593912" y="1435289"/>
                  </a:lnTo>
                  <a:lnTo>
                    <a:pt x="1594580" y="1435289"/>
                  </a:lnTo>
                  <a:lnTo>
                    <a:pt x="1595248" y="1435289"/>
                  </a:lnTo>
                  <a:lnTo>
                    <a:pt x="1595917" y="1435289"/>
                  </a:lnTo>
                  <a:lnTo>
                    <a:pt x="1596585" y="1435289"/>
                  </a:lnTo>
                  <a:lnTo>
                    <a:pt x="1597253" y="1435289"/>
                  </a:lnTo>
                  <a:lnTo>
                    <a:pt x="1597921" y="1435289"/>
                  </a:lnTo>
                  <a:lnTo>
                    <a:pt x="1598589" y="1435289"/>
                  </a:lnTo>
                  <a:lnTo>
                    <a:pt x="1599257" y="1435289"/>
                  </a:lnTo>
                  <a:lnTo>
                    <a:pt x="1599925" y="1435289"/>
                  </a:lnTo>
                  <a:lnTo>
                    <a:pt x="1600593" y="1435289"/>
                  </a:lnTo>
                  <a:lnTo>
                    <a:pt x="1601261" y="1435289"/>
                  </a:lnTo>
                  <a:lnTo>
                    <a:pt x="1601929" y="1435289"/>
                  </a:lnTo>
                  <a:lnTo>
                    <a:pt x="1602597" y="1435289"/>
                  </a:lnTo>
                  <a:lnTo>
                    <a:pt x="1603265" y="1435289"/>
                  </a:lnTo>
                  <a:lnTo>
                    <a:pt x="1603933" y="1435289"/>
                  </a:lnTo>
                  <a:lnTo>
                    <a:pt x="1604601" y="1435289"/>
                  </a:lnTo>
                  <a:lnTo>
                    <a:pt x="1605269" y="1435289"/>
                  </a:lnTo>
                  <a:lnTo>
                    <a:pt x="1605937" y="1435289"/>
                  </a:lnTo>
                  <a:lnTo>
                    <a:pt x="1606605" y="1435289"/>
                  </a:lnTo>
                  <a:lnTo>
                    <a:pt x="1607273" y="1435289"/>
                  </a:lnTo>
                  <a:lnTo>
                    <a:pt x="1607941" y="1435289"/>
                  </a:lnTo>
                  <a:lnTo>
                    <a:pt x="1608609" y="1435289"/>
                  </a:lnTo>
                  <a:lnTo>
                    <a:pt x="1609277" y="1435289"/>
                  </a:lnTo>
                  <a:lnTo>
                    <a:pt x="1609945" y="1435289"/>
                  </a:lnTo>
                  <a:lnTo>
                    <a:pt x="1610613" y="1435289"/>
                  </a:lnTo>
                  <a:lnTo>
                    <a:pt x="1611281" y="1434198"/>
                  </a:lnTo>
                  <a:lnTo>
                    <a:pt x="1611949" y="1412919"/>
                  </a:lnTo>
                  <a:lnTo>
                    <a:pt x="1612617" y="1432673"/>
                  </a:lnTo>
                  <a:lnTo>
                    <a:pt x="1613285" y="1435289"/>
                  </a:lnTo>
                  <a:lnTo>
                    <a:pt x="1613953" y="1435289"/>
                  </a:lnTo>
                  <a:lnTo>
                    <a:pt x="1614621" y="1435289"/>
                  </a:lnTo>
                  <a:lnTo>
                    <a:pt x="1615289" y="1435289"/>
                  </a:lnTo>
                  <a:lnTo>
                    <a:pt x="1615957" y="1422655"/>
                  </a:lnTo>
                  <a:lnTo>
                    <a:pt x="1616625" y="1435289"/>
                  </a:lnTo>
                  <a:lnTo>
                    <a:pt x="1617293" y="1421315"/>
                  </a:lnTo>
                  <a:lnTo>
                    <a:pt x="1617961" y="1408458"/>
                  </a:lnTo>
                  <a:lnTo>
                    <a:pt x="1618629" y="1408458"/>
                  </a:lnTo>
                  <a:lnTo>
                    <a:pt x="1619297" y="1409662"/>
                  </a:lnTo>
                  <a:lnTo>
                    <a:pt x="1619966" y="1409662"/>
                  </a:lnTo>
                  <a:lnTo>
                    <a:pt x="1620634" y="1412055"/>
                  </a:lnTo>
                  <a:lnTo>
                    <a:pt x="1621302" y="1425612"/>
                  </a:lnTo>
                  <a:lnTo>
                    <a:pt x="1621970" y="1425612"/>
                  </a:lnTo>
                  <a:lnTo>
                    <a:pt x="1622638" y="1425612"/>
                  </a:lnTo>
                  <a:lnTo>
                    <a:pt x="1623306" y="1424529"/>
                  </a:lnTo>
                  <a:lnTo>
                    <a:pt x="1623974" y="1404341"/>
                  </a:lnTo>
                  <a:lnTo>
                    <a:pt x="1624642" y="1404341"/>
                  </a:lnTo>
                  <a:lnTo>
                    <a:pt x="1625310" y="1407088"/>
                  </a:lnTo>
                  <a:lnTo>
                    <a:pt x="1625978" y="1422655"/>
                  </a:lnTo>
                  <a:lnTo>
                    <a:pt x="1626646" y="1416621"/>
                  </a:lnTo>
                  <a:lnTo>
                    <a:pt x="1627314" y="1435289"/>
                  </a:lnTo>
                  <a:lnTo>
                    <a:pt x="1627982" y="1435289"/>
                  </a:lnTo>
                  <a:lnTo>
                    <a:pt x="1628650" y="1435289"/>
                  </a:lnTo>
                  <a:lnTo>
                    <a:pt x="1629318" y="1435240"/>
                  </a:lnTo>
                  <a:lnTo>
                    <a:pt x="1629986" y="1435240"/>
                  </a:lnTo>
                  <a:lnTo>
                    <a:pt x="1630654" y="1435240"/>
                  </a:lnTo>
                  <a:lnTo>
                    <a:pt x="1631322" y="1435240"/>
                  </a:lnTo>
                  <a:lnTo>
                    <a:pt x="1631990" y="1435240"/>
                  </a:lnTo>
                  <a:lnTo>
                    <a:pt x="1632658" y="1435240"/>
                  </a:lnTo>
                  <a:lnTo>
                    <a:pt x="1633326" y="1435240"/>
                  </a:lnTo>
                  <a:lnTo>
                    <a:pt x="1633994" y="1435240"/>
                  </a:lnTo>
                  <a:lnTo>
                    <a:pt x="1634662" y="1435240"/>
                  </a:lnTo>
                  <a:lnTo>
                    <a:pt x="1635330" y="1435240"/>
                  </a:lnTo>
                  <a:lnTo>
                    <a:pt x="1635998" y="1435240"/>
                  </a:lnTo>
                  <a:lnTo>
                    <a:pt x="1636666" y="1435289"/>
                  </a:lnTo>
                  <a:lnTo>
                    <a:pt x="1637334" y="1435289"/>
                  </a:lnTo>
                  <a:lnTo>
                    <a:pt x="1638002" y="1435289"/>
                  </a:lnTo>
                  <a:lnTo>
                    <a:pt x="1638670" y="1435289"/>
                  </a:lnTo>
                  <a:lnTo>
                    <a:pt x="1639338" y="1435289"/>
                  </a:lnTo>
                  <a:lnTo>
                    <a:pt x="1640006" y="1435289"/>
                  </a:lnTo>
                  <a:lnTo>
                    <a:pt x="1640674" y="1435289"/>
                  </a:lnTo>
                  <a:lnTo>
                    <a:pt x="1641342" y="1435289"/>
                  </a:lnTo>
                  <a:lnTo>
                    <a:pt x="1642010" y="1435289"/>
                  </a:lnTo>
                  <a:lnTo>
                    <a:pt x="1642678" y="1435289"/>
                  </a:lnTo>
                  <a:lnTo>
                    <a:pt x="1643346" y="1435289"/>
                  </a:lnTo>
                  <a:lnTo>
                    <a:pt x="1644014" y="1435289"/>
                  </a:lnTo>
                  <a:lnTo>
                    <a:pt x="1644683" y="1435289"/>
                  </a:lnTo>
                  <a:lnTo>
                    <a:pt x="1645351" y="1435289"/>
                  </a:lnTo>
                  <a:lnTo>
                    <a:pt x="1646019" y="1435289"/>
                  </a:lnTo>
                  <a:lnTo>
                    <a:pt x="1646687" y="1435289"/>
                  </a:lnTo>
                  <a:lnTo>
                    <a:pt x="1647355" y="1435289"/>
                  </a:lnTo>
                  <a:lnTo>
                    <a:pt x="1648023" y="1435289"/>
                  </a:lnTo>
                  <a:lnTo>
                    <a:pt x="1648691" y="1435289"/>
                  </a:lnTo>
                  <a:lnTo>
                    <a:pt x="1649359" y="1435289"/>
                  </a:lnTo>
                  <a:lnTo>
                    <a:pt x="1650027" y="1435289"/>
                  </a:lnTo>
                  <a:lnTo>
                    <a:pt x="1650695" y="1435240"/>
                  </a:lnTo>
                  <a:lnTo>
                    <a:pt x="1651363" y="1435240"/>
                  </a:lnTo>
                  <a:lnTo>
                    <a:pt x="1652031" y="1435240"/>
                  </a:lnTo>
                  <a:lnTo>
                    <a:pt x="1652699" y="1435240"/>
                  </a:lnTo>
                  <a:lnTo>
                    <a:pt x="1653367" y="1435240"/>
                  </a:lnTo>
                  <a:lnTo>
                    <a:pt x="1654035" y="1435240"/>
                  </a:lnTo>
                  <a:lnTo>
                    <a:pt x="1654703" y="1435240"/>
                  </a:lnTo>
                  <a:lnTo>
                    <a:pt x="1655371" y="1435240"/>
                  </a:lnTo>
                  <a:lnTo>
                    <a:pt x="1656039" y="1435240"/>
                  </a:lnTo>
                  <a:lnTo>
                    <a:pt x="1656707" y="1435240"/>
                  </a:lnTo>
                  <a:lnTo>
                    <a:pt x="1657375" y="1435240"/>
                  </a:lnTo>
                  <a:lnTo>
                    <a:pt x="1658043" y="1435240"/>
                  </a:lnTo>
                  <a:lnTo>
                    <a:pt x="1658711" y="1435240"/>
                  </a:lnTo>
                  <a:lnTo>
                    <a:pt x="1659379" y="1435240"/>
                  </a:lnTo>
                  <a:lnTo>
                    <a:pt x="1660047" y="1435240"/>
                  </a:lnTo>
                  <a:lnTo>
                    <a:pt x="1660715" y="1430776"/>
                  </a:lnTo>
                  <a:lnTo>
                    <a:pt x="1661383" y="1412919"/>
                  </a:lnTo>
                  <a:lnTo>
                    <a:pt x="1662051" y="1412919"/>
                  </a:lnTo>
                  <a:lnTo>
                    <a:pt x="1662719" y="1412919"/>
                  </a:lnTo>
                  <a:lnTo>
                    <a:pt x="1663387" y="1412919"/>
                  </a:lnTo>
                  <a:lnTo>
                    <a:pt x="1664055" y="1412919"/>
                  </a:lnTo>
                  <a:lnTo>
                    <a:pt x="1664723" y="1412919"/>
                  </a:lnTo>
                  <a:lnTo>
                    <a:pt x="1665391" y="1412919"/>
                  </a:lnTo>
                  <a:lnTo>
                    <a:pt x="1666059" y="1412919"/>
                  </a:lnTo>
                  <a:lnTo>
                    <a:pt x="1666727" y="1395062"/>
                  </a:lnTo>
                  <a:lnTo>
                    <a:pt x="1667395" y="1390598"/>
                  </a:lnTo>
                  <a:lnTo>
                    <a:pt x="1668063" y="1390598"/>
                  </a:lnTo>
                  <a:lnTo>
                    <a:pt x="1668731" y="1414917"/>
                  </a:lnTo>
                  <a:lnTo>
                    <a:pt x="1669400" y="1421094"/>
                  </a:lnTo>
                  <a:lnTo>
                    <a:pt x="1670068" y="1422655"/>
                  </a:lnTo>
                  <a:lnTo>
                    <a:pt x="1670736" y="1426318"/>
                  </a:lnTo>
                  <a:lnTo>
                    <a:pt x="1671404" y="1435289"/>
                  </a:lnTo>
                  <a:lnTo>
                    <a:pt x="1672072" y="1435289"/>
                  </a:lnTo>
                  <a:lnTo>
                    <a:pt x="1672740" y="1435289"/>
                  </a:lnTo>
                  <a:lnTo>
                    <a:pt x="1673408" y="1435289"/>
                  </a:lnTo>
                  <a:lnTo>
                    <a:pt x="1674076" y="1435289"/>
                  </a:lnTo>
                  <a:lnTo>
                    <a:pt x="1674744" y="1435289"/>
                  </a:lnTo>
                  <a:lnTo>
                    <a:pt x="1675412" y="1435289"/>
                  </a:lnTo>
                  <a:lnTo>
                    <a:pt x="1676080" y="1435289"/>
                  </a:lnTo>
                  <a:lnTo>
                    <a:pt x="1676748" y="1435289"/>
                  </a:lnTo>
                  <a:lnTo>
                    <a:pt x="1677416" y="1435289"/>
                  </a:lnTo>
                  <a:lnTo>
                    <a:pt x="1678084" y="1435289"/>
                  </a:lnTo>
                  <a:lnTo>
                    <a:pt x="1678752" y="1435289"/>
                  </a:lnTo>
                  <a:lnTo>
                    <a:pt x="1679420" y="1435289"/>
                  </a:lnTo>
                  <a:lnTo>
                    <a:pt x="1680088" y="1435289"/>
                  </a:lnTo>
                  <a:lnTo>
                    <a:pt x="1680756" y="1435289"/>
                  </a:lnTo>
                  <a:lnTo>
                    <a:pt x="1681424" y="1435289"/>
                  </a:lnTo>
                  <a:lnTo>
                    <a:pt x="1682092" y="1435289"/>
                  </a:lnTo>
                  <a:lnTo>
                    <a:pt x="1682760" y="1435289"/>
                  </a:lnTo>
                  <a:lnTo>
                    <a:pt x="1683428" y="1435289"/>
                  </a:lnTo>
                  <a:lnTo>
                    <a:pt x="1684096" y="1435289"/>
                  </a:lnTo>
                  <a:lnTo>
                    <a:pt x="1684764" y="1435289"/>
                  </a:lnTo>
                  <a:lnTo>
                    <a:pt x="1685432" y="1435289"/>
                  </a:lnTo>
                  <a:lnTo>
                    <a:pt x="1686100" y="1435289"/>
                  </a:lnTo>
                  <a:lnTo>
                    <a:pt x="1686768" y="1435289"/>
                  </a:lnTo>
                  <a:lnTo>
                    <a:pt x="1687436" y="1435289"/>
                  </a:lnTo>
                  <a:lnTo>
                    <a:pt x="1688104" y="1435289"/>
                  </a:lnTo>
                  <a:lnTo>
                    <a:pt x="1688772" y="1435289"/>
                  </a:lnTo>
                  <a:lnTo>
                    <a:pt x="1689440" y="1435289"/>
                  </a:lnTo>
                  <a:lnTo>
                    <a:pt x="1690108" y="1435289"/>
                  </a:lnTo>
                  <a:lnTo>
                    <a:pt x="1690776" y="1435289"/>
                  </a:lnTo>
                  <a:lnTo>
                    <a:pt x="1691444" y="1435289"/>
                  </a:lnTo>
                  <a:lnTo>
                    <a:pt x="1692112" y="1435289"/>
                  </a:lnTo>
                  <a:lnTo>
                    <a:pt x="1692780" y="1435289"/>
                  </a:lnTo>
                  <a:lnTo>
                    <a:pt x="1693448" y="1435289"/>
                  </a:lnTo>
                  <a:lnTo>
                    <a:pt x="1694117" y="1435289"/>
                  </a:lnTo>
                  <a:lnTo>
                    <a:pt x="1694785" y="1435289"/>
                  </a:lnTo>
                  <a:lnTo>
                    <a:pt x="1695453" y="1435240"/>
                  </a:lnTo>
                  <a:lnTo>
                    <a:pt x="1696121" y="1435240"/>
                  </a:lnTo>
                  <a:lnTo>
                    <a:pt x="1696789" y="1435240"/>
                  </a:lnTo>
                  <a:lnTo>
                    <a:pt x="1697457" y="1424080"/>
                  </a:lnTo>
                  <a:lnTo>
                    <a:pt x="1698125" y="1412919"/>
                  </a:lnTo>
                  <a:lnTo>
                    <a:pt x="1698793" y="1412919"/>
                  </a:lnTo>
                  <a:lnTo>
                    <a:pt x="1699461" y="1412919"/>
                  </a:lnTo>
                  <a:lnTo>
                    <a:pt x="1700129" y="1412919"/>
                  </a:lnTo>
                  <a:lnTo>
                    <a:pt x="1700797" y="1412919"/>
                  </a:lnTo>
                  <a:lnTo>
                    <a:pt x="1701465" y="1408455"/>
                  </a:lnTo>
                  <a:lnTo>
                    <a:pt x="1702133" y="1416621"/>
                  </a:lnTo>
                  <a:lnTo>
                    <a:pt x="1702801" y="1416621"/>
                  </a:lnTo>
                  <a:lnTo>
                    <a:pt x="1703469" y="1416621"/>
                  </a:lnTo>
                  <a:lnTo>
                    <a:pt x="1704137" y="1405180"/>
                  </a:lnTo>
                  <a:lnTo>
                    <a:pt x="1704805" y="1404341"/>
                  </a:lnTo>
                  <a:lnTo>
                    <a:pt x="1705473" y="1404341"/>
                  </a:lnTo>
                  <a:lnTo>
                    <a:pt x="1706141" y="1402509"/>
                  </a:lnTo>
                  <a:lnTo>
                    <a:pt x="1706809" y="1386027"/>
                  </a:lnTo>
                  <a:lnTo>
                    <a:pt x="1707477" y="1395184"/>
                  </a:lnTo>
                  <a:lnTo>
                    <a:pt x="1708145" y="1404341"/>
                  </a:lnTo>
                  <a:lnTo>
                    <a:pt x="1708813" y="1404341"/>
                  </a:lnTo>
                  <a:lnTo>
                    <a:pt x="1709481" y="1404341"/>
                  </a:lnTo>
                  <a:lnTo>
                    <a:pt x="1710149" y="1404341"/>
                  </a:lnTo>
                  <a:lnTo>
                    <a:pt x="1710817" y="1404341"/>
                  </a:lnTo>
                  <a:lnTo>
                    <a:pt x="1711485" y="1408004"/>
                  </a:lnTo>
                  <a:lnTo>
                    <a:pt x="1712153" y="1416621"/>
                  </a:lnTo>
                  <a:lnTo>
                    <a:pt x="1712821" y="1416621"/>
                  </a:lnTo>
                  <a:lnTo>
                    <a:pt x="1713489" y="1416621"/>
                  </a:lnTo>
                  <a:lnTo>
                    <a:pt x="1714157" y="1426486"/>
                  </a:lnTo>
                  <a:lnTo>
                    <a:pt x="1714825" y="1412919"/>
                  </a:lnTo>
                  <a:lnTo>
                    <a:pt x="1715493" y="1412919"/>
                  </a:lnTo>
                  <a:lnTo>
                    <a:pt x="1716161" y="1415151"/>
                  </a:lnTo>
                  <a:lnTo>
                    <a:pt x="1716829" y="1435240"/>
                  </a:lnTo>
                  <a:lnTo>
                    <a:pt x="1717497" y="1420731"/>
                  </a:lnTo>
                  <a:lnTo>
                    <a:pt x="1718166" y="1412919"/>
                  </a:lnTo>
                  <a:lnTo>
                    <a:pt x="1718834" y="1412919"/>
                  </a:lnTo>
                  <a:lnTo>
                    <a:pt x="1719502" y="1412919"/>
                  </a:lnTo>
                  <a:lnTo>
                    <a:pt x="1720170" y="1412919"/>
                  </a:lnTo>
                  <a:lnTo>
                    <a:pt x="1720838" y="1412919"/>
                  </a:lnTo>
                  <a:lnTo>
                    <a:pt x="1721506" y="1412919"/>
                  </a:lnTo>
                  <a:lnTo>
                    <a:pt x="1722174" y="1412919"/>
                  </a:lnTo>
                  <a:lnTo>
                    <a:pt x="1722842" y="1412919"/>
                  </a:lnTo>
                  <a:lnTo>
                    <a:pt x="1723510" y="1403991"/>
                  </a:lnTo>
                  <a:lnTo>
                    <a:pt x="1724178" y="1390598"/>
                  </a:lnTo>
                  <a:lnTo>
                    <a:pt x="1724846" y="1414917"/>
                  </a:lnTo>
                  <a:lnTo>
                    <a:pt x="1725514" y="1416621"/>
                  </a:lnTo>
                  <a:lnTo>
                    <a:pt x="1726182" y="1416621"/>
                  </a:lnTo>
                  <a:lnTo>
                    <a:pt x="1726850" y="1416621"/>
                  </a:lnTo>
                  <a:lnTo>
                    <a:pt x="1727518" y="1420435"/>
                  </a:lnTo>
                  <a:lnTo>
                    <a:pt x="1728186" y="1416621"/>
                  </a:lnTo>
                  <a:lnTo>
                    <a:pt x="1728854" y="1413761"/>
                  </a:lnTo>
                  <a:lnTo>
                    <a:pt x="1729522" y="1397553"/>
                  </a:lnTo>
                  <a:lnTo>
                    <a:pt x="1730190" y="1395181"/>
                  </a:lnTo>
                  <a:lnTo>
                    <a:pt x="1730858" y="1404600"/>
                  </a:lnTo>
                  <a:lnTo>
                    <a:pt x="1731526" y="1402030"/>
                  </a:lnTo>
                  <a:lnTo>
                    <a:pt x="1732194" y="1393712"/>
                  </a:lnTo>
                  <a:lnTo>
                    <a:pt x="1732862" y="1393712"/>
                  </a:lnTo>
                  <a:lnTo>
                    <a:pt x="1733530" y="1400092"/>
                  </a:lnTo>
                  <a:lnTo>
                    <a:pt x="1734198" y="1402484"/>
                  </a:lnTo>
                  <a:lnTo>
                    <a:pt x="1734866" y="1392388"/>
                  </a:lnTo>
                  <a:lnTo>
                    <a:pt x="1735534" y="1392388"/>
                  </a:lnTo>
                  <a:lnTo>
                    <a:pt x="1736202" y="1392388"/>
                  </a:lnTo>
                  <a:lnTo>
                    <a:pt x="1736870" y="1392388"/>
                  </a:lnTo>
                  <a:lnTo>
                    <a:pt x="1737538" y="1399620"/>
                  </a:lnTo>
                  <a:lnTo>
                    <a:pt x="1738206" y="1398816"/>
                  </a:lnTo>
                  <a:lnTo>
                    <a:pt x="1738874" y="1396104"/>
                  </a:lnTo>
                  <a:lnTo>
                    <a:pt x="1739542" y="1425351"/>
                  </a:lnTo>
                  <a:lnTo>
                    <a:pt x="1740210" y="1416042"/>
                  </a:lnTo>
                  <a:lnTo>
                    <a:pt x="1740878" y="1424529"/>
                  </a:lnTo>
                  <a:lnTo>
                    <a:pt x="1741546" y="1427639"/>
                  </a:lnTo>
                  <a:lnTo>
                    <a:pt x="1742214" y="1422655"/>
                  </a:lnTo>
                  <a:lnTo>
                    <a:pt x="1742883" y="1422655"/>
                  </a:lnTo>
                  <a:lnTo>
                    <a:pt x="1743551" y="1435289"/>
                  </a:lnTo>
                  <a:lnTo>
                    <a:pt x="1744219" y="1435289"/>
                  </a:lnTo>
                  <a:lnTo>
                    <a:pt x="1744887" y="1435289"/>
                  </a:lnTo>
                  <a:lnTo>
                    <a:pt x="1745555" y="1435289"/>
                  </a:lnTo>
                  <a:lnTo>
                    <a:pt x="1746223" y="1435289"/>
                  </a:lnTo>
                  <a:lnTo>
                    <a:pt x="1746891" y="1435289"/>
                  </a:lnTo>
                  <a:lnTo>
                    <a:pt x="1747559" y="1435289"/>
                  </a:lnTo>
                  <a:lnTo>
                    <a:pt x="1748227" y="1435289"/>
                  </a:lnTo>
                  <a:lnTo>
                    <a:pt x="1748895" y="1435289"/>
                  </a:lnTo>
                  <a:lnTo>
                    <a:pt x="1749563" y="1435289"/>
                  </a:lnTo>
                  <a:lnTo>
                    <a:pt x="1750231" y="1435289"/>
                  </a:lnTo>
                  <a:lnTo>
                    <a:pt x="1750899" y="1435289"/>
                  </a:lnTo>
                  <a:lnTo>
                    <a:pt x="1751567" y="1435289"/>
                  </a:lnTo>
                  <a:lnTo>
                    <a:pt x="1752235" y="1435289"/>
                  </a:lnTo>
                  <a:lnTo>
                    <a:pt x="1752903" y="1435289"/>
                  </a:lnTo>
                  <a:lnTo>
                    <a:pt x="1753571" y="1435289"/>
                  </a:lnTo>
                  <a:lnTo>
                    <a:pt x="1754239" y="1435289"/>
                  </a:lnTo>
                  <a:lnTo>
                    <a:pt x="1754907" y="1435289"/>
                  </a:lnTo>
                  <a:lnTo>
                    <a:pt x="1755575" y="1414447"/>
                  </a:lnTo>
                  <a:lnTo>
                    <a:pt x="1756243" y="1409662"/>
                  </a:lnTo>
                  <a:lnTo>
                    <a:pt x="1756911" y="1409662"/>
                  </a:lnTo>
                  <a:lnTo>
                    <a:pt x="1757579" y="1409662"/>
                  </a:lnTo>
                  <a:lnTo>
                    <a:pt x="1758247" y="1409662"/>
                  </a:lnTo>
                  <a:lnTo>
                    <a:pt x="1758915" y="1409662"/>
                  </a:lnTo>
                  <a:lnTo>
                    <a:pt x="1759583" y="1415245"/>
                  </a:lnTo>
                  <a:lnTo>
                    <a:pt x="1760251" y="1424529"/>
                  </a:lnTo>
                  <a:lnTo>
                    <a:pt x="1760919" y="1421057"/>
                  </a:lnTo>
                  <a:lnTo>
                    <a:pt x="1761587" y="1397553"/>
                  </a:lnTo>
                  <a:lnTo>
                    <a:pt x="1762255" y="1395636"/>
                  </a:lnTo>
                  <a:lnTo>
                    <a:pt x="1762923" y="1368277"/>
                  </a:lnTo>
                  <a:lnTo>
                    <a:pt x="1763591" y="1368277"/>
                  </a:lnTo>
                  <a:lnTo>
                    <a:pt x="1764259" y="1389482"/>
                  </a:lnTo>
                  <a:lnTo>
                    <a:pt x="1764927" y="1398410"/>
                  </a:lnTo>
                  <a:lnTo>
                    <a:pt x="1765595" y="1428544"/>
                  </a:lnTo>
                  <a:lnTo>
                    <a:pt x="1766263" y="1435240"/>
                  </a:lnTo>
                  <a:lnTo>
                    <a:pt x="1766931" y="1435240"/>
                  </a:lnTo>
                  <a:lnTo>
                    <a:pt x="1767600" y="1435240"/>
                  </a:lnTo>
                  <a:lnTo>
                    <a:pt x="1768268" y="1435240"/>
                  </a:lnTo>
                  <a:lnTo>
                    <a:pt x="1768936" y="1435240"/>
                  </a:lnTo>
                  <a:lnTo>
                    <a:pt x="1769604" y="1435240"/>
                  </a:lnTo>
                  <a:lnTo>
                    <a:pt x="1770272" y="1435289"/>
                  </a:lnTo>
                  <a:lnTo>
                    <a:pt x="1770940" y="1435289"/>
                  </a:lnTo>
                  <a:lnTo>
                    <a:pt x="1771608" y="1435289"/>
                  </a:lnTo>
                  <a:lnTo>
                    <a:pt x="1772276" y="1435289"/>
                  </a:lnTo>
                  <a:lnTo>
                    <a:pt x="1772944" y="1435289"/>
                  </a:lnTo>
                  <a:lnTo>
                    <a:pt x="1773612" y="1435289"/>
                  </a:lnTo>
                  <a:lnTo>
                    <a:pt x="1774280" y="1435289"/>
                  </a:lnTo>
                  <a:lnTo>
                    <a:pt x="1774948" y="1435289"/>
                  </a:lnTo>
                  <a:lnTo>
                    <a:pt x="1775616" y="1435289"/>
                  </a:lnTo>
                  <a:lnTo>
                    <a:pt x="1776284" y="1435289"/>
                  </a:lnTo>
                  <a:lnTo>
                    <a:pt x="1776952" y="1435289"/>
                  </a:lnTo>
                  <a:lnTo>
                    <a:pt x="1777620" y="1435289"/>
                  </a:lnTo>
                  <a:lnTo>
                    <a:pt x="1778288" y="1435289"/>
                  </a:lnTo>
                  <a:lnTo>
                    <a:pt x="1778956" y="1435289"/>
                  </a:lnTo>
                  <a:lnTo>
                    <a:pt x="1779624" y="1435289"/>
                  </a:lnTo>
                  <a:lnTo>
                    <a:pt x="1780292" y="1435289"/>
                  </a:lnTo>
                  <a:lnTo>
                    <a:pt x="1780960" y="1435289"/>
                  </a:lnTo>
                  <a:lnTo>
                    <a:pt x="1781628" y="1435289"/>
                  </a:lnTo>
                  <a:lnTo>
                    <a:pt x="1782296" y="1435289"/>
                  </a:lnTo>
                  <a:lnTo>
                    <a:pt x="1782964" y="1435289"/>
                  </a:lnTo>
                  <a:lnTo>
                    <a:pt x="1783632" y="1435289"/>
                  </a:lnTo>
                  <a:lnTo>
                    <a:pt x="1784300" y="1435289"/>
                  </a:lnTo>
                  <a:lnTo>
                    <a:pt x="1784968" y="1435289"/>
                  </a:lnTo>
                  <a:lnTo>
                    <a:pt x="1785636" y="1435289"/>
                  </a:lnTo>
                  <a:lnTo>
                    <a:pt x="1786304" y="1435289"/>
                  </a:lnTo>
                  <a:lnTo>
                    <a:pt x="1786972" y="1435289"/>
                  </a:lnTo>
                  <a:lnTo>
                    <a:pt x="1787640" y="1435289"/>
                  </a:lnTo>
                  <a:lnTo>
                    <a:pt x="1788308" y="1435289"/>
                  </a:lnTo>
                  <a:lnTo>
                    <a:pt x="1788976" y="1435289"/>
                  </a:lnTo>
                  <a:lnTo>
                    <a:pt x="1789644" y="1435240"/>
                  </a:lnTo>
                  <a:lnTo>
                    <a:pt x="1790312" y="1435240"/>
                  </a:lnTo>
                  <a:lnTo>
                    <a:pt x="1790980" y="1435240"/>
                  </a:lnTo>
                  <a:lnTo>
                    <a:pt x="1791648" y="1435240"/>
                  </a:lnTo>
                  <a:lnTo>
                    <a:pt x="1792317" y="1435240"/>
                  </a:lnTo>
                  <a:lnTo>
                    <a:pt x="1792985" y="1435240"/>
                  </a:lnTo>
                  <a:lnTo>
                    <a:pt x="1793653" y="1435240"/>
                  </a:lnTo>
                  <a:lnTo>
                    <a:pt x="1794321" y="1435240"/>
                  </a:lnTo>
                  <a:lnTo>
                    <a:pt x="1794989" y="1435240"/>
                  </a:lnTo>
                  <a:lnTo>
                    <a:pt x="1795657" y="1435240"/>
                  </a:lnTo>
                  <a:lnTo>
                    <a:pt x="1796325" y="1435240"/>
                  </a:lnTo>
                  <a:lnTo>
                    <a:pt x="1796993" y="1435240"/>
                  </a:lnTo>
                  <a:lnTo>
                    <a:pt x="1797661" y="1435240"/>
                  </a:lnTo>
                  <a:lnTo>
                    <a:pt x="1798329" y="1435240"/>
                  </a:lnTo>
                  <a:lnTo>
                    <a:pt x="1798997" y="1435240"/>
                  </a:lnTo>
                  <a:lnTo>
                    <a:pt x="1799665" y="1435240"/>
                  </a:lnTo>
                  <a:lnTo>
                    <a:pt x="1800333" y="1435240"/>
                  </a:lnTo>
                  <a:lnTo>
                    <a:pt x="1801001" y="1435240"/>
                  </a:lnTo>
                  <a:lnTo>
                    <a:pt x="1801669" y="1435240"/>
                  </a:lnTo>
                  <a:lnTo>
                    <a:pt x="1802337" y="1435240"/>
                  </a:lnTo>
                  <a:lnTo>
                    <a:pt x="1803005" y="1435240"/>
                  </a:lnTo>
                  <a:lnTo>
                    <a:pt x="1803673" y="1419615"/>
                  </a:lnTo>
                  <a:lnTo>
                    <a:pt x="1804341" y="1412919"/>
                  </a:lnTo>
                  <a:lnTo>
                    <a:pt x="1805009" y="1412919"/>
                  </a:lnTo>
                  <a:lnTo>
                    <a:pt x="1805677" y="1412919"/>
                  </a:lnTo>
                  <a:lnTo>
                    <a:pt x="1806345" y="1412919"/>
                  </a:lnTo>
                  <a:lnTo>
                    <a:pt x="1807013" y="1432673"/>
                  </a:lnTo>
                  <a:lnTo>
                    <a:pt x="1807681" y="1435289"/>
                  </a:lnTo>
                  <a:lnTo>
                    <a:pt x="1808349" y="1435289"/>
                  </a:lnTo>
                  <a:lnTo>
                    <a:pt x="1809017" y="1429065"/>
                  </a:lnTo>
                  <a:lnTo>
                    <a:pt x="1809685" y="1422655"/>
                  </a:lnTo>
                  <a:lnTo>
                    <a:pt x="1810353" y="1409835"/>
                  </a:lnTo>
                  <a:lnTo>
                    <a:pt x="1811021" y="1404341"/>
                  </a:lnTo>
                  <a:lnTo>
                    <a:pt x="1811689" y="1404341"/>
                  </a:lnTo>
                  <a:lnTo>
                    <a:pt x="1812357" y="1417765"/>
                  </a:lnTo>
                  <a:lnTo>
                    <a:pt x="1813025" y="1373906"/>
                  </a:lnTo>
                  <a:lnTo>
                    <a:pt x="1813693" y="1357026"/>
                  </a:lnTo>
                  <a:lnTo>
                    <a:pt x="1814361" y="1354163"/>
                  </a:lnTo>
                  <a:lnTo>
                    <a:pt x="1815029" y="1322523"/>
                  </a:lnTo>
                  <a:lnTo>
                    <a:pt x="1815697" y="1285850"/>
                  </a:lnTo>
                  <a:lnTo>
                    <a:pt x="1816366" y="1280088"/>
                  </a:lnTo>
                  <a:lnTo>
                    <a:pt x="1817034" y="1256417"/>
                  </a:lnTo>
                  <a:lnTo>
                    <a:pt x="1817702" y="1253547"/>
                  </a:lnTo>
                  <a:lnTo>
                    <a:pt x="1818370" y="1253547"/>
                  </a:lnTo>
                  <a:lnTo>
                    <a:pt x="1819038" y="1262121"/>
                  </a:lnTo>
                  <a:lnTo>
                    <a:pt x="1819706" y="1267155"/>
                  </a:lnTo>
                  <a:lnTo>
                    <a:pt x="1820374" y="1277222"/>
                  </a:lnTo>
                  <a:lnTo>
                    <a:pt x="1821042" y="1281536"/>
                  </a:lnTo>
                  <a:lnTo>
                    <a:pt x="1821710" y="1281536"/>
                  </a:lnTo>
                  <a:lnTo>
                    <a:pt x="1822378" y="1250955"/>
                  </a:lnTo>
                  <a:lnTo>
                    <a:pt x="1823046" y="1284451"/>
                  </a:lnTo>
                  <a:lnTo>
                    <a:pt x="1823714" y="1297632"/>
                  </a:lnTo>
                  <a:lnTo>
                    <a:pt x="1824382" y="1293542"/>
                  </a:lnTo>
                  <a:lnTo>
                    <a:pt x="1825050" y="1333832"/>
                  </a:lnTo>
                  <a:lnTo>
                    <a:pt x="1825718" y="1380533"/>
                  </a:lnTo>
                  <a:lnTo>
                    <a:pt x="1826386" y="1381345"/>
                  </a:lnTo>
                  <a:lnTo>
                    <a:pt x="1827054" y="1412808"/>
                  </a:lnTo>
                  <a:lnTo>
                    <a:pt x="1827722" y="1421094"/>
                  </a:lnTo>
                  <a:lnTo>
                    <a:pt x="1828390" y="1422655"/>
                  </a:lnTo>
                  <a:lnTo>
                    <a:pt x="1829058" y="1435289"/>
                  </a:lnTo>
                  <a:lnTo>
                    <a:pt x="1829726" y="1435289"/>
                  </a:lnTo>
                  <a:lnTo>
                    <a:pt x="1830394" y="1435289"/>
                  </a:lnTo>
                  <a:lnTo>
                    <a:pt x="1831062" y="1435289"/>
                  </a:lnTo>
                  <a:lnTo>
                    <a:pt x="1831730" y="1435289"/>
                  </a:lnTo>
                  <a:lnTo>
                    <a:pt x="1832398" y="1435289"/>
                  </a:lnTo>
                  <a:lnTo>
                    <a:pt x="1833066" y="1435289"/>
                  </a:lnTo>
                  <a:lnTo>
                    <a:pt x="1833734" y="1435289"/>
                  </a:lnTo>
                  <a:lnTo>
                    <a:pt x="1834402" y="1435289"/>
                  </a:lnTo>
                  <a:lnTo>
                    <a:pt x="1835070" y="1435289"/>
                  </a:lnTo>
                  <a:lnTo>
                    <a:pt x="1835738" y="1435289"/>
                  </a:lnTo>
                  <a:lnTo>
                    <a:pt x="1836406" y="1435289"/>
                  </a:lnTo>
                  <a:lnTo>
                    <a:pt x="1837074" y="1435289"/>
                  </a:lnTo>
                  <a:lnTo>
                    <a:pt x="1837742" y="1435289"/>
                  </a:lnTo>
                  <a:lnTo>
                    <a:pt x="1838410" y="1434198"/>
                  </a:lnTo>
                  <a:lnTo>
                    <a:pt x="1839078" y="1406223"/>
                  </a:lnTo>
                  <a:lnTo>
                    <a:pt x="1839746" y="1390598"/>
                  </a:lnTo>
                  <a:lnTo>
                    <a:pt x="1840414" y="1390598"/>
                  </a:lnTo>
                  <a:lnTo>
                    <a:pt x="1841083" y="1390598"/>
                  </a:lnTo>
                  <a:lnTo>
                    <a:pt x="1841751" y="1390598"/>
                  </a:lnTo>
                  <a:lnTo>
                    <a:pt x="1842419" y="1390598"/>
                  </a:lnTo>
                  <a:lnTo>
                    <a:pt x="1843087" y="1390598"/>
                  </a:lnTo>
                  <a:lnTo>
                    <a:pt x="1843755" y="1390598"/>
                  </a:lnTo>
                  <a:lnTo>
                    <a:pt x="1844423" y="1390598"/>
                  </a:lnTo>
                  <a:lnTo>
                    <a:pt x="1845091" y="1390598"/>
                  </a:lnTo>
                  <a:lnTo>
                    <a:pt x="1845759" y="1390598"/>
                  </a:lnTo>
                  <a:lnTo>
                    <a:pt x="1846427" y="1390598"/>
                  </a:lnTo>
                  <a:lnTo>
                    <a:pt x="1847095" y="1390598"/>
                  </a:lnTo>
                  <a:lnTo>
                    <a:pt x="1847763" y="1393946"/>
                  </a:lnTo>
                  <a:lnTo>
                    <a:pt x="1848431" y="1412919"/>
                  </a:lnTo>
                  <a:lnTo>
                    <a:pt x="1849099" y="1419615"/>
                  </a:lnTo>
                  <a:lnTo>
                    <a:pt x="1849767" y="1435240"/>
                  </a:lnTo>
                  <a:lnTo>
                    <a:pt x="1850435" y="1435240"/>
                  </a:lnTo>
                  <a:lnTo>
                    <a:pt x="1851103" y="1435240"/>
                  </a:lnTo>
                  <a:lnTo>
                    <a:pt x="1851771" y="1435240"/>
                  </a:lnTo>
                  <a:lnTo>
                    <a:pt x="1852439" y="1435240"/>
                  </a:lnTo>
                  <a:lnTo>
                    <a:pt x="1853107" y="1435240"/>
                  </a:lnTo>
                  <a:lnTo>
                    <a:pt x="1853775" y="1435240"/>
                  </a:lnTo>
                  <a:lnTo>
                    <a:pt x="1854443" y="1435240"/>
                  </a:lnTo>
                  <a:lnTo>
                    <a:pt x="1855111" y="1435240"/>
                  </a:lnTo>
                  <a:lnTo>
                    <a:pt x="1855779" y="1435240"/>
                  </a:lnTo>
                  <a:lnTo>
                    <a:pt x="1856447" y="1435240"/>
                  </a:lnTo>
                  <a:lnTo>
                    <a:pt x="1857115" y="1435240"/>
                  </a:lnTo>
                  <a:lnTo>
                    <a:pt x="1857783" y="1435240"/>
                  </a:lnTo>
                  <a:lnTo>
                    <a:pt x="1858451" y="1435240"/>
                  </a:lnTo>
                  <a:lnTo>
                    <a:pt x="1859119" y="1435240"/>
                  </a:lnTo>
                  <a:lnTo>
                    <a:pt x="1859787" y="1435240"/>
                  </a:lnTo>
                  <a:lnTo>
                    <a:pt x="1860455" y="1420731"/>
                  </a:lnTo>
                  <a:lnTo>
                    <a:pt x="1861123" y="1419482"/>
                  </a:lnTo>
                  <a:lnTo>
                    <a:pt x="1861791" y="1416621"/>
                  </a:lnTo>
                  <a:lnTo>
                    <a:pt x="1862459" y="1422655"/>
                  </a:lnTo>
                  <a:lnTo>
                    <a:pt x="1863127" y="1411666"/>
                  </a:lnTo>
                  <a:lnTo>
                    <a:pt x="1863795" y="1404341"/>
                  </a:lnTo>
                  <a:lnTo>
                    <a:pt x="1864463" y="1404341"/>
                  </a:lnTo>
                  <a:lnTo>
                    <a:pt x="1865131" y="1404341"/>
                  </a:lnTo>
                  <a:lnTo>
                    <a:pt x="1865800" y="1391521"/>
                  </a:lnTo>
                  <a:lnTo>
                    <a:pt x="1866468" y="1386027"/>
                  </a:lnTo>
                  <a:lnTo>
                    <a:pt x="1867136" y="1373207"/>
                  </a:lnTo>
                  <a:lnTo>
                    <a:pt x="1867804" y="1367713"/>
                  </a:lnTo>
                  <a:lnTo>
                    <a:pt x="1868472" y="1367713"/>
                  </a:lnTo>
                  <a:lnTo>
                    <a:pt x="1869140" y="1367713"/>
                  </a:lnTo>
                  <a:lnTo>
                    <a:pt x="1869808" y="1367713"/>
                  </a:lnTo>
                  <a:lnTo>
                    <a:pt x="1870476" y="1379617"/>
                  </a:lnTo>
                  <a:lnTo>
                    <a:pt x="1871144" y="1394693"/>
                  </a:lnTo>
                  <a:lnTo>
                    <a:pt x="1871812" y="1397553"/>
                  </a:lnTo>
                  <a:lnTo>
                    <a:pt x="1872480" y="1368277"/>
                  </a:lnTo>
                  <a:lnTo>
                    <a:pt x="1873148" y="1381670"/>
                  </a:lnTo>
                  <a:lnTo>
                    <a:pt x="1873816" y="1390598"/>
                  </a:lnTo>
                  <a:lnTo>
                    <a:pt x="1874484" y="1390598"/>
                  </a:lnTo>
                  <a:lnTo>
                    <a:pt x="1875152" y="1390598"/>
                  </a:lnTo>
                  <a:lnTo>
                    <a:pt x="1875820" y="1406223"/>
                  </a:lnTo>
                  <a:lnTo>
                    <a:pt x="1876488" y="1412919"/>
                  </a:lnTo>
                  <a:lnTo>
                    <a:pt x="1877156" y="1428544"/>
                  </a:lnTo>
                  <a:lnTo>
                    <a:pt x="1877824" y="1435240"/>
                  </a:lnTo>
                  <a:lnTo>
                    <a:pt x="1878492" y="1435240"/>
                  </a:lnTo>
                  <a:lnTo>
                    <a:pt x="1879160" y="1435240"/>
                  </a:lnTo>
                  <a:lnTo>
                    <a:pt x="1879828" y="1435240"/>
                  </a:lnTo>
                  <a:lnTo>
                    <a:pt x="1880496" y="1435240"/>
                  </a:lnTo>
                  <a:lnTo>
                    <a:pt x="1881164" y="1428544"/>
                  </a:lnTo>
                  <a:lnTo>
                    <a:pt x="1881832" y="1412919"/>
                  </a:lnTo>
                  <a:lnTo>
                    <a:pt x="1882500" y="1412919"/>
                  </a:lnTo>
                  <a:lnTo>
                    <a:pt x="1883168" y="1412919"/>
                  </a:lnTo>
                  <a:lnTo>
                    <a:pt x="1883836" y="1412919"/>
                  </a:lnTo>
                  <a:lnTo>
                    <a:pt x="1884504" y="1412919"/>
                  </a:lnTo>
                  <a:lnTo>
                    <a:pt x="1885172" y="1412919"/>
                  </a:lnTo>
                  <a:lnTo>
                    <a:pt x="1885840" y="1412919"/>
                  </a:lnTo>
                  <a:lnTo>
                    <a:pt x="1886508" y="1412919"/>
                  </a:lnTo>
                  <a:lnTo>
                    <a:pt x="1887176" y="1400643"/>
                  </a:lnTo>
                  <a:lnTo>
                    <a:pt x="1887844" y="1377205"/>
                  </a:lnTo>
                  <a:lnTo>
                    <a:pt x="1888512" y="1368277"/>
                  </a:lnTo>
                  <a:lnTo>
                    <a:pt x="1889180" y="1368277"/>
                  </a:lnTo>
                  <a:lnTo>
                    <a:pt x="1889848" y="1368277"/>
                  </a:lnTo>
                  <a:lnTo>
                    <a:pt x="1890517" y="1368277"/>
                  </a:lnTo>
                  <a:lnTo>
                    <a:pt x="1891185" y="1374973"/>
                  </a:lnTo>
                  <a:lnTo>
                    <a:pt x="1891853" y="1390598"/>
                  </a:lnTo>
                  <a:lnTo>
                    <a:pt x="1892521" y="1378321"/>
                  </a:lnTo>
                  <a:lnTo>
                    <a:pt x="1893189" y="1393675"/>
                  </a:lnTo>
                  <a:lnTo>
                    <a:pt x="1893857" y="1397553"/>
                  </a:lnTo>
                  <a:lnTo>
                    <a:pt x="1894525" y="1404341"/>
                  </a:lnTo>
                  <a:lnTo>
                    <a:pt x="1895193" y="1390605"/>
                  </a:lnTo>
                  <a:lnTo>
                    <a:pt x="1895861" y="1357640"/>
                  </a:lnTo>
                  <a:lnTo>
                    <a:pt x="1896529" y="1332001"/>
                  </a:lnTo>
                  <a:lnTo>
                    <a:pt x="1897197" y="1341158"/>
                  </a:lnTo>
                  <a:lnTo>
                    <a:pt x="1897865" y="1360387"/>
                  </a:lnTo>
                  <a:lnTo>
                    <a:pt x="1898533" y="1367713"/>
                  </a:lnTo>
                  <a:lnTo>
                    <a:pt x="1899201" y="1367713"/>
                  </a:lnTo>
                  <a:lnTo>
                    <a:pt x="1899869" y="1367713"/>
                  </a:lnTo>
                  <a:lnTo>
                    <a:pt x="1900537" y="1367713"/>
                  </a:lnTo>
                  <a:lnTo>
                    <a:pt x="1901205" y="1367713"/>
                  </a:lnTo>
                  <a:lnTo>
                    <a:pt x="1901873" y="1388144"/>
                  </a:lnTo>
                  <a:lnTo>
                    <a:pt x="1902541" y="1401227"/>
                  </a:lnTo>
                  <a:lnTo>
                    <a:pt x="1903209" y="1404600"/>
                  </a:lnTo>
                  <a:lnTo>
                    <a:pt x="1903877" y="1386027"/>
                  </a:lnTo>
                  <a:lnTo>
                    <a:pt x="1904545" y="1378485"/>
                  </a:lnTo>
                  <a:lnTo>
                    <a:pt x="1905213" y="1392786"/>
                  </a:lnTo>
                  <a:lnTo>
                    <a:pt x="1905881" y="1427109"/>
                  </a:lnTo>
                  <a:lnTo>
                    <a:pt x="1906549" y="1435289"/>
                  </a:lnTo>
                  <a:lnTo>
                    <a:pt x="1907217" y="1435289"/>
                  </a:lnTo>
                  <a:lnTo>
                    <a:pt x="1907885" y="1435289"/>
                  </a:lnTo>
                  <a:lnTo>
                    <a:pt x="1908553" y="1435289"/>
                  </a:lnTo>
                  <a:lnTo>
                    <a:pt x="1909221" y="1435289"/>
                  </a:lnTo>
                  <a:lnTo>
                    <a:pt x="1909889" y="1435289"/>
                  </a:lnTo>
                  <a:lnTo>
                    <a:pt x="1910557" y="1435289"/>
                  </a:lnTo>
                  <a:lnTo>
                    <a:pt x="1911225" y="1435289"/>
                  </a:lnTo>
                  <a:lnTo>
                    <a:pt x="1911893" y="1435289"/>
                  </a:lnTo>
                  <a:lnTo>
                    <a:pt x="1912561" y="1435289"/>
                  </a:lnTo>
                  <a:lnTo>
                    <a:pt x="1913229" y="1435289"/>
                  </a:lnTo>
                  <a:lnTo>
                    <a:pt x="1913897" y="1435289"/>
                  </a:lnTo>
                  <a:lnTo>
                    <a:pt x="1914566" y="1434172"/>
                  </a:lnTo>
                  <a:lnTo>
                    <a:pt x="1915234" y="1424529"/>
                  </a:lnTo>
                  <a:lnTo>
                    <a:pt x="1915902" y="1424529"/>
                  </a:lnTo>
                  <a:lnTo>
                    <a:pt x="1916570" y="1424529"/>
                  </a:lnTo>
                  <a:lnTo>
                    <a:pt x="1917238" y="1424529"/>
                  </a:lnTo>
                  <a:lnTo>
                    <a:pt x="1917906" y="1424529"/>
                  </a:lnTo>
                  <a:lnTo>
                    <a:pt x="1918574" y="1424529"/>
                  </a:lnTo>
                  <a:lnTo>
                    <a:pt x="1919242" y="1424529"/>
                  </a:lnTo>
                  <a:lnTo>
                    <a:pt x="1919910" y="1424529"/>
                  </a:lnTo>
                  <a:lnTo>
                    <a:pt x="1920578" y="1424529"/>
                  </a:lnTo>
                  <a:lnTo>
                    <a:pt x="1921246" y="1424529"/>
                  </a:lnTo>
                  <a:lnTo>
                    <a:pt x="1921914" y="1421057"/>
                  </a:lnTo>
                  <a:lnTo>
                    <a:pt x="1922582" y="1404341"/>
                  </a:lnTo>
                  <a:lnTo>
                    <a:pt x="1923250" y="1406287"/>
                  </a:lnTo>
                  <a:lnTo>
                    <a:pt x="1923918" y="1432673"/>
                  </a:lnTo>
                  <a:lnTo>
                    <a:pt x="1924586" y="1421847"/>
                  </a:lnTo>
                  <a:lnTo>
                    <a:pt x="1925254" y="1435240"/>
                  </a:lnTo>
                  <a:lnTo>
                    <a:pt x="1925922" y="1435240"/>
                  </a:lnTo>
                  <a:lnTo>
                    <a:pt x="1926590" y="1435240"/>
                  </a:lnTo>
                  <a:lnTo>
                    <a:pt x="1927258" y="1435240"/>
                  </a:lnTo>
                  <a:lnTo>
                    <a:pt x="1927926" y="1435240"/>
                  </a:lnTo>
                  <a:lnTo>
                    <a:pt x="1928594" y="1435240"/>
                  </a:lnTo>
                  <a:lnTo>
                    <a:pt x="1929262" y="1435240"/>
                  </a:lnTo>
                  <a:lnTo>
                    <a:pt x="1929930" y="1435240"/>
                  </a:lnTo>
                  <a:lnTo>
                    <a:pt x="1930598" y="1435289"/>
                  </a:lnTo>
                  <a:lnTo>
                    <a:pt x="1931266" y="1422655"/>
                  </a:lnTo>
                  <a:lnTo>
                    <a:pt x="1931934" y="1435289"/>
                  </a:lnTo>
                  <a:lnTo>
                    <a:pt x="1932602" y="1426331"/>
                  </a:lnTo>
                  <a:lnTo>
                    <a:pt x="1933270" y="1417476"/>
                  </a:lnTo>
                  <a:lnTo>
                    <a:pt x="1933938" y="1416294"/>
                  </a:lnTo>
                  <a:lnTo>
                    <a:pt x="1934606" y="1413382"/>
                  </a:lnTo>
                  <a:lnTo>
                    <a:pt x="1935274" y="1413382"/>
                  </a:lnTo>
                  <a:lnTo>
                    <a:pt x="1935942" y="1413382"/>
                  </a:lnTo>
                  <a:lnTo>
                    <a:pt x="1936610" y="1413382"/>
                  </a:lnTo>
                  <a:lnTo>
                    <a:pt x="1937278" y="1413382"/>
                  </a:lnTo>
                  <a:lnTo>
                    <a:pt x="1937946" y="1413382"/>
                  </a:lnTo>
                  <a:lnTo>
                    <a:pt x="1938614" y="1413382"/>
                  </a:lnTo>
                  <a:lnTo>
                    <a:pt x="1939283" y="1413382"/>
                  </a:lnTo>
                  <a:lnTo>
                    <a:pt x="1939951" y="1413382"/>
                  </a:lnTo>
                  <a:lnTo>
                    <a:pt x="1940619" y="1417276"/>
                  </a:lnTo>
                  <a:lnTo>
                    <a:pt x="1941287" y="1426406"/>
                  </a:lnTo>
                  <a:lnTo>
                    <a:pt x="1941955" y="1423165"/>
                  </a:lnTo>
                  <a:lnTo>
                    <a:pt x="1942623" y="1434699"/>
                  </a:lnTo>
                  <a:lnTo>
                    <a:pt x="1943291" y="1435289"/>
                  </a:lnTo>
                  <a:lnTo>
                    <a:pt x="1943959" y="1435289"/>
                  </a:lnTo>
                  <a:lnTo>
                    <a:pt x="1944627" y="1435240"/>
                  </a:lnTo>
                  <a:lnTo>
                    <a:pt x="1945295" y="1435240"/>
                  </a:lnTo>
                  <a:lnTo>
                    <a:pt x="1945963" y="1435240"/>
                  </a:lnTo>
                  <a:lnTo>
                    <a:pt x="1946631" y="1435240"/>
                  </a:lnTo>
                  <a:lnTo>
                    <a:pt x="1947299" y="1435240"/>
                  </a:lnTo>
                  <a:lnTo>
                    <a:pt x="1947967" y="1435240"/>
                  </a:lnTo>
                  <a:lnTo>
                    <a:pt x="1948635" y="1435240"/>
                  </a:lnTo>
                  <a:lnTo>
                    <a:pt x="1949303" y="1435240"/>
                  </a:lnTo>
                  <a:lnTo>
                    <a:pt x="1949971" y="1435240"/>
                  </a:lnTo>
                  <a:lnTo>
                    <a:pt x="1950639" y="1435240"/>
                  </a:lnTo>
                  <a:lnTo>
                    <a:pt x="1951307" y="1435240"/>
                  </a:lnTo>
                  <a:lnTo>
                    <a:pt x="1951975" y="1435240"/>
                  </a:lnTo>
                  <a:lnTo>
                    <a:pt x="1952643" y="1435240"/>
                  </a:lnTo>
                  <a:lnTo>
                    <a:pt x="1953311" y="1435240"/>
                  </a:lnTo>
                  <a:lnTo>
                    <a:pt x="1953979" y="1435240"/>
                  </a:lnTo>
                  <a:lnTo>
                    <a:pt x="1954647" y="1435240"/>
                  </a:lnTo>
                  <a:lnTo>
                    <a:pt x="1955315" y="1435240"/>
                  </a:lnTo>
                  <a:lnTo>
                    <a:pt x="1955983" y="1435289"/>
                  </a:lnTo>
                  <a:lnTo>
                    <a:pt x="1956651" y="1435289"/>
                  </a:lnTo>
                  <a:lnTo>
                    <a:pt x="1957319" y="1435289"/>
                  </a:lnTo>
                  <a:lnTo>
                    <a:pt x="1957987" y="1435289"/>
                  </a:lnTo>
                  <a:lnTo>
                    <a:pt x="1958655" y="1435289"/>
                  </a:lnTo>
                  <a:lnTo>
                    <a:pt x="1959323" y="1435289"/>
                  </a:lnTo>
                  <a:lnTo>
                    <a:pt x="1959991" y="1435289"/>
                  </a:lnTo>
                  <a:lnTo>
                    <a:pt x="1960659" y="1435289"/>
                  </a:lnTo>
                  <a:lnTo>
                    <a:pt x="1961327" y="1435289"/>
                  </a:lnTo>
                  <a:lnTo>
                    <a:pt x="1961995" y="1435289"/>
                  </a:lnTo>
                  <a:lnTo>
                    <a:pt x="1962663" y="1435289"/>
                  </a:lnTo>
                  <a:lnTo>
                    <a:pt x="1963331" y="1435289"/>
                  </a:lnTo>
                  <a:lnTo>
                    <a:pt x="1964000" y="1435289"/>
                  </a:lnTo>
                  <a:lnTo>
                    <a:pt x="1964668" y="1435289"/>
                  </a:lnTo>
                  <a:lnTo>
                    <a:pt x="1965336" y="1435289"/>
                  </a:lnTo>
                  <a:lnTo>
                    <a:pt x="1966004" y="1435289"/>
                  </a:lnTo>
                  <a:lnTo>
                    <a:pt x="1966672" y="1435289"/>
                  </a:lnTo>
                  <a:lnTo>
                    <a:pt x="1967340" y="1435289"/>
                  </a:lnTo>
                  <a:lnTo>
                    <a:pt x="1968008" y="1435289"/>
                  </a:lnTo>
                  <a:lnTo>
                    <a:pt x="1968676" y="1435289"/>
                  </a:lnTo>
                  <a:lnTo>
                    <a:pt x="1969344" y="1435240"/>
                  </a:lnTo>
                  <a:lnTo>
                    <a:pt x="1970012" y="1435240"/>
                  </a:lnTo>
                  <a:lnTo>
                    <a:pt x="1970680" y="1435240"/>
                  </a:lnTo>
                  <a:lnTo>
                    <a:pt x="1971348" y="1435240"/>
                  </a:lnTo>
                  <a:lnTo>
                    <a:pt x="1972016" y="1435240"/>
                  </a:lnTo>
                  <a:lnTo>
                    <a:pt x="1972684" y="1435240"/>
                  </a:lnTo>
                  <a:lnTo>
                    <a:pt x="1973352" y="1435240"/>
                  </a:lnTo>
                  <a:lnTo>
                    <a:pt x="1974020" y="1435240"/>
                  </a:lnTo>
                  <a:lnTo>
                    <a:pt x="1974688" y="1435240"/>
                  </a:lnTo>
                  <a:lnTo>
                    <a:pt x="1975356" y="1435240"/>
                  </a:lnTo>
                  <a:lnTo>
                    <a:pt x="1976024" y="1435240"/>
                  </a:lnTo>
                  <a:lnTo>
                    <a:pt x="1976692" y="1435240"/>
                  </a:lnTo>
                  <a:lnTo>
                    <a:pt x="1977360" y="1435240"/>
                  </a:lnTo>
                  <a:lnTo>
                    <a:pt x="1978028" y="1435240"/>
                  </a:lnTo>
                  <a:lnTo>
                    <a:pt x="1978696" y="1435240"/>
                  </a:lnTo>
                  <a:lnTo>
                    <a:pt x="1979364" y="1435240"/>
                  </a:lnTo>
                  <a:lnTo>
                    <a:pt x="1980032" y="1435240"/>
                  </a:lnTo>
                  <a:lnTo>
                    <a:pt x="1980700" y="1435240"/>
                  </a:lnTo>
                  <a:lnTo>
                    <a:pt x="1981368" y="1435240"/>
                  </a:lnTo>
                  <a:lnTo>
                    <a:pt x="1982036" y="1435240"/>
                  </a:lnTo>
                  <a:lnTo>
                    <a:pt x="1982704" y="1435240"/>
                  </a:lnTo>
                  <a:lnTo>
                    <a:pt x="1983372" y="1435240"/>
                  </a:lnTo>
                  <a:lnTo>
                    <a:pt x="1984040" y="1435240"/>
                  </a:lnTo>
                  <a:lnTo>
                    <a:pt x="1984708" y="1435240"/>
                  </a:lnTo>
                  <a:lnTo>
                    <a:pt x="1985376" y="1435240"/>
                  </a:lnTo>
                  <a:lnTo>
                    <a:pt x="1986044" y="1435289"/>
                  </a:lnTo>
                  <a:lnTo>
                    <a:pt x="1986712" y="1435289"/>
                  </a:lnTo>
                  <a:lnTo>
                    <a:pt x="1987380" y="1435289"/>
                  </a:lnTo>
                  <a:lnTo>
                    <a:pt x="1988049" y="1435289"/>
                  </a:lnTo>
                  <a:lnTo>
                    <a:pt x="1988717" y="1435289"/>
                  </a:lnTo>
                  <a:lnTo>
                    <a:pt x="1989385" y="1435289"/>
                  </a:lnTo>
                  <a:lnTo>
                    <a:pt x="1990053" y="1435289"/>
                  </a:lnTo>
                  <a:lnTo>
                    <a:pt x="1990721" y="1435289"/>
                  </a:lnTo>
                  <a:lnTo>
                    <a:pt x="1991389" y="1435289"/>
                  </a:lnTo>
                  <a:lnTo>
                    <a:pt x="1992057" y="1435289"/>
                  </a:lnTo>
                  <a:lnTo>
                    <a:pt x="1992725" y="1435289"/>
                  </a:lnTo>
                  <a:lnTo>
                    <a:pt x="1993393" y="1435289"/>
                  </a:lnTo>
                  <a:lnTo>
                    <a:pt x="1994061" y="1435289"/>
                  </a:lnTo>
                  <a:lnTo>
                    <a:pt x="1994729" y="1435289"/>
                  </a:lnTo>
                  <a:lnTo>
                    <a:pt x="1995397" y="1435289"/>
                  </a:lnTo>
                  <a:lnTo>
                    <a:pt x="1996065" y="1435289"/>
                  </a:lnTo>
                  <a:lnTo>
                    <a:pt x="1996733" y="1435289"/>
                  </a:lnTo>
                  <a:lnTo>
                    <a:pt x="1997401" y="1435289"/>
                  </a:lnTo>
                  <a:lnTo>
                    <a:pt x="1998069" y="1435289"/>
                  </a:lnTo>
                  <a:lnTo>
                    <a:pt x="1998737" y="1435289"/>
                  </a:lnTo>
                  <a:lnTo>
                    <a:pt x="1999405" y="1435289"/>
                  </a:lnTo>
                  <a:lnTo>
                    <a:pt x="2000073" y="1435240"/>
                  </a:lnTo>
                  <a:lnTo>
                    <a:pt x="2000741" y="1435240"/>
                  </a:lnTo>
                  <a:lnTo>
                    <a:pt x="2001409" y="1435240"/>
                  </a:lnTo>
                  <a:lnTo>
                    <a:pt x="2002077" y="1435240"/>
                  </a:lnTo>
                  <a:lnTo>
                    <a:pt x="2002745" y="1435240"/>
                  </a:lnTo>
                  <a:lnTo>
                    <a:pt x="2003413" y="1435240"/>
                  </a:lnTo>
                  <a:lnTo>
                    <a:pt x="2004081" y="1435240"/>
                  </a:lnTo>
                  <a:lnTo>
                    <a:pt x="2004749" y="1435240"/>
                  </a:lnTo>
                  <a:lnTo>
                    <a:pt x="2005417" y="1435240"/>
                  </a:lnTo>
                  <a:lnTo>
                    <a:pt x="2006085" y="1435240"/>
                  </a:lnTo>
                  <a:lnTo>
                    <a:pt x="2006753" y="1435240"/>
                  </a:lnTo>
                  <a:lnTo>
                    <a:pt x="2007421" y="1435240"/>
                  </a:lnTo>
                  <a:lnTo>
                    <a:pt x="2008089" y="1435240"/>
                  </a:lnTo>
                  <a:lnTo>
                    <a:pt x="2008757" y="1435240"/>
                  </a:lnTo>
                  <a:lnTo>
                    <a:pt x="2009425" y="1435240"/>
                  </a:lnTo>
                  <a:lnTo>
                    <a:pt x="2010093" y="1435240"/>
                  </a:lnTo>
                  <a:lnTo>
                    <a:pt x="2010761" y="1435240"/>
                  </a:lnTo>
                  <a:lnTo>
                    <a:pt x="2011429" y="1435240"/>
                  </a:lnTo>
                  <a:lnTo>
                    <a:pt x="2012097" y="1435240"/>
                  </a:lnTo>
                  <a:lnTo>
                    <a:pt x="2012766" y="1435240"/>
                  </a:lnTo>
                  <a:lnTo>
                    <a:pt x="2013434" y="1435240"/>
                  </a:lnTo>
                  <a:lnTo>
                    <a:pt x="2014102" y="1435240"/>
                  </a:lnTo>
                  <a:lnTo>
                    <a:pt x="2014770" y="1435240"/>
                  </a:lnTo>
                  <a:lnTo>
                    <a:pt x="2015438" y="1435240"/>
                  </a:lnTo>
                  <a:lnTo>
                    <a:pt x="2016106" y="1435240"/>
                  </a:lnTo>
                  <a:lnTo>
                    <a:pt x="2016774" y="1435240"/>
                  </a:lnTo>
                  <a:lnTo>
                    <a:pt x="2017442" y="1435240"/>
                  </a:lnTo>
                  <a:lnTo>
                    <a:pt x="2018110" y="1415151"/>
                  </a:lnTo>
                  <a:lnTo>
                    <a:pt x="2018778" y="1412919"/>
                  </a:lnTo>
                  <a:lnTo>
                    <a:pt x="2019446" y="1398410"/>
                  </a:lnTo>
                  <a:lnTo>
                    <a:pt x="2020114" y="1390598"/>
                  </a:lnTo>
                  <a:lnTo>
                    <a:pt x="2020782" y="1390598"/>
                  </a:lnTo>
                  <a:lnTo>
                    <a:pt x="2021450" y="1390598"/>
                  </a:lnTo>
                  <a:lnTo>
                    <a:pt x="2022118" y="1390598"/>
                  </a:lnTo>
                  <a:lnTo>
                    <a:pt x="2022786" y="1390598"/>
                  </a:lnTo>
                  <a:lnTo>
                    <a:pt x="2023454" y="1390598"/>
                  </a:lnTo>
                  <a:lnTo>
                    <a:pt x="2024122" y="1390598"/>
                  </a:lnTo>
                  <a:lnTo>
                    <a:pt x="2024790" y="1390598"/>
                  </a:lnTo>
                  <a:lnTo>
                    <a:pt x="2025458" y="1390598"/>
                  </a:lnTo>
                  <a:lnTo>
                    <a:pt x="2026126" y="1390598"/>
                  </a:lnTo>
                  <a:lnTo>
                    <a:pt x="2026794" y="1390598"/>
                  </a:lnTo>
                  <a:lnTo>
                    <a:pt x="2027462" y="1390598"/>
                  </a:lnTo>
                  <a:lnTo>
                    <a:pt x="2028130" y="1401759"/>
                  </a:lnTo>
                  <a:lnTo>
                    <a:pt x="2028798" y="1383902"/>
                  </a:lnTo>
                  <a:lnTo>
                    <a:pt x="2029466" y="1382786"/>
                  </a:lnTo>
                  <a:lnTo>
                    <a:pt x="2030134" y="1390598"/>
                  </a:lnTo>
                  <a:lnTo>
                    <a:pt x="2030802" y="1390598"/>
                  </a:lnTo>
                  <a:lnTo>
                    <a:pt x="2031470" y="1390598"/>
                  </a:lnTo>
                  <a:lnTo>
                    <a:pt x="2032138" y="1390598"/>
                  </a:lnTo>
                  <a:lnTo>
                    <a:pt x="2032806" y="1390598"/>
                  </a:lnTo>
                  <a:lnTo>
                    <a:pt x="2033474" y="1390598"/>
                  </a:lnTo>
                  <a:lnTo>
                    <a:pt x="2034142" y="1390598"/>
                  </a:lnTo>
                  <a:lnTo>
                    <a:pt x="2034810" y="1390598"/>
                  </a:lnTo>
                  <a:lnTo>
                    <a:pt x="2035478" y="1390598"/>
                  </a:lnTo>
                  <a:lnTo>
                    <a:pt x="2036146" y="1390598"/>
                  </a:lnTo>
                  <a:lnTo>
                    <a:pt x="2036814" y="1390598"/>
                  </a:lnTo>
                  <a:lnTo>
                    <a:pt x="2037483" y="1390598"/>
                  </a:lnTo>
                  <a:lnTo>
                    <a:pt x="2038151" y="1399526"/>
                  </a:lnTo>
                  <a:lnTo>
                    <a:pt x="2038819" y="1419615"/>
                  </a:lnTo>
                  <a:lnTo>
                    <a:pt x="2039487" y="1435240"/>
                  </a:lnTo>
                  <a:lnTo>
                    <a:pt x="2040155" y="1435240"/>
                  </a:lnTo>
                  <a:lnTo>
                    <a:pt x="2040823" y="1435240"/>
                  </a:lnTo>
                  <a:lnTo>
                    <a:pt x="2041491" y="1435240"/>
                  </a:lnTo>
                  <a:lnTo>
                    <a:pt x="2042159" y="1435240"/>
                  </a:lnTo>
                  <a:lnTo>
                    <a:pt x="2042827" y="1435240"/>
                  </a:lnTo>
                  <a:lnTo>
                    <a:pt x="2043495" y="1435240"/>
                  </a:lnTo>
                  <a:lnTo>
                    <a:pt x="2044163" y="1435240"/>
                  </a:lnTo>
                  <a:lnTo>
                    <a:pt x="2044831" y="1435240"/>
                  </a:lnTo>
                  <a:lnTo>
                    <a:pt x="2045499" y="1435240"/>
                  </a:lnTo>
                  <a:lnTo>
                    <a:pt x="2046167" y="1435240"/>
                  </a:lnTo>
                  <a:lnTo>
                    <a:pt x="2046835" y="1435240"/>
                  </a:lnTo>
                  <a:lnTo>
                    <a:pt x="2047503" y="1435240"/>
                  </a:lnTo>
                  <a:lnTo>
                    <a:pt x="2048171" y="1435240"/>
                  </a:lnTo>
                  <a:lnTo>
                    <a:pt x="2048839" y="1435240"/>
                  </a:lnTo>
                  <a:lnTo>
                    <a:pt x="2049507" y="1435240"/>
                  </a:lnTo>
                  <a:lnTo>
                    <a:pt x="2050175" y="1435240"/>
                  </a:lnTo>
                  <a:lnTo>
                    <a:pt x="2050843" y="1435240"/>
                  </a:lnTo>
                  <a:lnTo>
                    <a:pt x="2051511" y="1435240"/>
                  </a:lnTo>
                  <a:lnTo>
                    <a:pt x="2052179" y="1435240"/>
                  </a:lnTo>
                  <a:lnTo>
                    <a:pt x="2052847" y="1435240"/>
                  </a:lnTo>
                  <a:lnTo>
                    <a:pt x="2053515" y="1435240"/>
                  </a:lnTo>
                  <a:lnTo>
                    <a:pt x="2054183" y="1435240"/>
                  </a:lnTo>
                  <a:lnTo>
                    <a:pt x="2054851" y="1435240"/>
                  </a:lnTo>
                  <a:lnTo>
                    <a:pt x="2055519" y="1435240"/>
                  </a:lnTo>
                  <a:lnTo>
                    <a:pt x="2056187" y="1435240"/>
                  </a:lnTo>
                  <a:lnTo>
                    <a:pt x="2056855" y="1435240"/>
                  </a:lnTo>
                  <a:lnTo>
                    <a:pt x="2057523" y="1435240"/>
                  </a:lnTo>
                  <a:lnTo>
                    <a:pt x="2058191" y="1435240"/>
                  </a:lnTo>
                  <a:lnTo>
                    <a:pt x="2058859" y="1435240"/>
                  </a:lnTo>
                  <a:lnTo>
                    <a:pt x="2059527" y="1435240"/>
                  </a:lnTo>
                  <a:lnTo>
                    <a:pt x="2060195" y="1435240"/>
                  </a:lnTo>
                  <a:lnTo>
                    <a:pt x="2060863" y="1435240"/>
                  </a:lnTo>
                  <a:lnTo>
                    <a:pt x="2061531" y="1435289"/>
                  </a:lnTo>
                  <a:lnTo>
                    <a:pt x="2062200" y="1435289"/>
                  </a:lnTo>
                  <a:lnTo>
                    <a:pt x="2062868" y="1435289"/>
                  </a:lnTo>
                  <a:lnTo>
                    <a:pt x="2063536" y="1435289"/>
                  </a:lnTo>
                  <a:lnTo>
                    <a:pt x="2064204" y="1435289"/>
                  </a:lnTo>
                  <a:lnTo>
                    <a:pt x="2064872" y="1435289"/>
                  </a:lnTo>
                  <a:lnTo>
                    <a:pt x="2065540" y="1435289"/>
                  </a:lnTo>
                  <a:lnTo>
                    <a:pt x="2066208" y="1435289"/>
                  </a:lnTo>
                  <a:lnTo>
                    <a:pt x="2066876" y="1435289"/>
                  </a:lnTo>
                  <a:lnTo>
                    <a:pt x="2067544" y="1435289"/>
                  </a:lnTo>
                  <a:lnTo>
                    <a:pt x="2068212" y="1435289"/>
                  </a:lnTo>
                  <a:lnTo>
                    <a:pt x="2068880" y="1435289"/>
                  </a:lnTo>
                  <a:lnTo>
                    <a:pt x="2069548" y="1435289"/>
                  </a:lnTo>
                  <a:lnTo>
                    <a:pt x="2070216" y="1435289"/>
                  </a:lnTo>
                  <a:lnTo>
                    <a:pt x="2070884" y="1435289"/>
                  </a:lnTo>
                  <a:lnTo>
                    <a:pt x="2071552" y="1435289"/>
                  </a:lnTo>
                  <a:lnTo>
                    <a:pt x="2072220" y="1435289"/>
                  </a:lnTo>
                  <a:lnTo>
                    <a:pt x="2072888" y="1435289"/>
                  </a:lnTo>
                  <a:lnTo>
                    <a:pt x="2073556" y="1435289"/>
                  </a:lnTo>
                  <a:lnTo>
                    <a:pt x="2074224" y="1435289"/>
                  </a:lnTo>
                  <a:lnTo>
                    <a:pt x="2074892" y="1435289"/>
                  </a:lnTo>
                  <a:lnTo>
                    <a:pt x="2075560" y="1435289"/>
                  </a:lnTo>
                  <a:lnTo>
                    <a:pt x="2076228" y="1435289"/>
                  </a:lnTo>
                  <a:lnTo>
                    <a:pt x="2076896" y="1435289"/>
                  </a:lnTo>
                  <a:lnTo>
                    <a:pt x="2077564" y="1435289"/>
                  </a:lnTo>
                  <a:lnTo>
                    <a:pt x="2078232" y="1435289"/>
                  </a:lnTo>
                  <a:lnTo>
                    <a:pt x="2078900" y="1435289"/>
                  </a:lnTo>
                  <a:lnTo>
                    <a:pt x="2079568" y="1435289"/>
                  </a:lnTo>
                  <a:lnTo>
                    <a:pt x="2080236" y="1435289"/>
                  </a:lnTo>
                  <a:lnTo>
                    <a:pt x="2080904" y="1435289"/>
                  </a:lnTo>
                  <a:lnTo>
                    <a:pt x="2081572" y="1435289"/>
                  </a:lnTo>
                  <a:lnTo>
                    <a:pt x="2082240" y="1435289"/>
                  </a:lnTo>
                  <a:lnTo>
                    <a:pt x="2082908" y="1435289"/>
                  </a:lnTo>
                  <a:lnTo>
                    <a:pt x="2083576" y="1435289"/>
                  </a:lnTo>
                  <a:lnTo>
                    <a:pt x="2084244" y="1435289"/>
                  </a:lnTo>
                  <a:lnTo>
                    <a:pt x="2084912" y="1435289"/>
                  </a:lnTo>
                  <a:lnTo>
                    <a:pt x="2085580" y="1435289"/>
                  </a:lnTo>
                  <a:lnTo>
                    <a:pt x="2086249" y="1435289"/>
                  </a:lnTo>
                  <a:lnTo>
                    <a:pt x="2086917" y="1435289"/>
                  </a:lnTo>
                  <a:lnTo>
                    <a:pt x="2087585" y="1435289"/>
                  </a:lnTo>
                  <a:lnTo>
                    <a:pt x="2088253" y="1435289"/>
                  </a:lnTo>
                  <a:lnTo>
                    <a:pt x="2088921" y="1435289"/>
                  </a:lnTo>
                  <a:lnTo>
                    <a:pt x="2089589" y="1435289"/>
                  </a:lnTo>
                  <a:lnTo>
                    <a:pt x="2090257" y="1435289"/>
                  </a:lnTo>
                  <a:lnTo>
                    <a:pt x="2090925" y="1435289"/>
                  </a:lnTo>
                  <a:lnTo>
                    <a:pt x="2091593" y="1435289"/>
                  </a:lnTo>
                  <a:lnTo>
                    <a:pt x="2092261" y="1434198"/>
                  </a:lnTo>
                  <a:lnTo>
                    <a:pt x="2092929" y="1412919"/>
                  </a:lnTo>
                  <a:lnTo>
                    <a:pt x="2093597" y="1411803"/>
                  </a:lnTo>
                  <a:lnTo>
                    <a:pt x="2094265" y="1390598"/>
                  </a:lnTo>
                  <a:lnTo>
                    <a:pt x="2094933" y="1390598"/>
                  </a:lnTo>
                  <a:lnTo>
                    <a:pt x="2095601" y="1414101"/>
                  </a:lnTo>
                  <a:lnTo>
                    <a:pt x="2096269" y="1416621"/>
                  </a:lnTo>
                  <a:lnTo>
                    <a:pt x="2096937" y="1403510"/>
                  </a:lnTo>
                  <a:lnTo>
                    <a:pt x="2097605" y="1386943"/>
                  </a:lnTo>
                  <a:lnTo>
                    <a:pt x="2098273" y="1364050"/>
                  </a:lnTo>
                  <a:lnTo>
                    <a:pt x="2098941" y="1364281"/>
                  </a:lnTo>
                  <a:lnTo>
                    <a:pt x="2099609" y="1374710"/>
                  </a:lnTo>
                  <a:lnTo>
                    <a:pt x="2100277" y="1377761"/>
                  </a:lnTo>
                  <a:lnTo>
                    <a:pt x="2100945" y="1377761"/>
                  </a:lnTo>
                  <a:lnTo>
                    <a:pt x="2101613" y="1377761"/>
                  </a:lnTo>
                  <a:lnTo>
                    <a:pt x="2102281" y="1377761"/>
                  </a:lnTo>
                  <a:lnTo>
                    <a:pt x="2102949" y="1365798"/>
                  </a:lnTo>
                  <a:lnTo>
                    <a:pt x="2103617" y="1362608"/>
                  </a:lnTo>
                  <a:lnTo>
                    <a:pt x="2104285" y="1377761"/>
                  </a:lnTo>
                  <a:lnTo>
                    <a:pt x="2104953" y="1377761"/>
                  </a:lnTo>
                  <a:lnTo>
                    <a:pt x="2105621" y="1376317"/>
                  </a:lnTo>
                  <a:lnTo>
                    <a:pt x="2106289" y="1376317"/>
                  </a:lnTo>
                  <a:lnTo>
                    <a:pt x="2106957" y="1387321"/>
                  </a:lnTo>
                  <a:lnTo>
                    <a:pt x="2107625" y="1384195"/>
                  </a:lnTo>
                  <a:lnTo>
                    <a:pt x="2108293" y="1385111"/>
                  </a:lnTo>
                  <a:lnTo>
                    <a:pt x="2108961" y="1392405"/>
                  </a:lnTo>
                  <a:lnTo>
                    <a:pt x="2109629" y="1402585"/>
                  </a:lnTo>
                  <a:lnTo>
                    <a:pt x="2110297" y="1397553"/>
                  </a:lnTo>
                  <a:lnTo>
                    <a:pt x="2110966" y="1402585"/>
                  </a:lnTo>
                  <a:lnTo>
                    <a:pt x="2111634" y="1404341"/>
                  </a:lnTo>
                  <a:lnTo>
                    <a:pt x="2112302" y="1404341"/>
                  </a:lnTo>
                  <a:lnTo>
                    <a:pt x="2112970" y="1418076"/>
                  </a:lnTo>
                  <a:lnTo>
                    <a:pt x="2113638" y="1422655"/>
                  </a:lnTo>
                  <a:lnTo>
                    <a:pt x="2114306" y="1422655"/>
                  </a:lnTo>
                  <a:lnTo>
                    <a:pt x="2114974" y="1422655"/>
                  </a:lnTo>
                  <a:lnTo>
                    <a:pt x="2115642" y="1422655"/>
                  </a:lnTo>
                  <a:lnTo>
                    <a:pt x="2116310" y="1422655"/>
                  </a:lnTo>
                  <a:lnTo>
                    <a:pt x="2116978" y="1422655"/>
                  </a:lnTo>
                  <a:lnTo>
                    <a:pt x="2117646" y="1423570"/>
                  </a:lnTo>
                  <a:lnTo>
                    <a:pt x="2118314" y="1435289"/>
                  </a:lnTo>
                  <a:lnTo>
                    <a:pt x="2118982" y="1435289"/>
                  </a:lnTo>
                  <a:lnTo>
                    <a:pt x="2119650" y="1435289"/>
                  </a:lnTo>
                  <a:lnTo>
                    <a:pt x="2120318" y="1435289"/>
                  </a:lnTo>
                  <a:lnTo>
                    <a:pt x="2120986" y="1435289"/>
                  </a:lnTo>
                  <a:lnTo>
                    <a:pt x="2121654" y="1435289"/>
                  </a:lnTo>
                  <a:lnTo>
                    <a:pt x="2122322" y="1435289"/>
                  </a:lnTo>
                  <a:lnTo>
                    <a:pt x="2122990" y="1435289"/>
                  </a:lnTo>
                  <a:lnTo>
                    <a:pt x="2123658" y="1435289"/>
                  </a:lnTo>
                  <a:lnTo>
                    <a:pt x="2124326" y="1435289"/>
                  </a:lnTo>
                  <a:lnTo>
                    <a:pt x="2124994" y="1435289"/>
                  </a:lnTo>
                  <a:lnTo>
                    <a:pt x="2125662" y="1435289"/>
                  </a:lnTo>
                  <a:lnTo>
                    <a:pt x="2126330" y="1435289"/>
                  </a:lnTo>
                  <a:lnTo>
                    <a:pt x="2126998" y="1435289"/>
                  </a:lnTo>
                  <a:lnTo>
                    <a:pt x="2127666" y="1435289"/>
                  </a:lnTo>
                  <a:lnTo>
                    <a:pt x="2128334" y="1435289"/>
                  </a:lnTo>
                  <a:lnTo>
                    <a:pt x="2129002" y="1435289"/>
                  </a:lnTo>
                  <a:lnTo>
                    <a:pt x="2129670" y="1435289"/>
                  </a:lnTo>
                  <a:lnTo>
                    <a:pt x="2130338" y="1435289"/>
                  </a:lnTo>
                  <a:lnTo>
                    <a:pt x="2131006" y="1435289"/>
                  </a:lnTo>
                  <a:lnTo>
                    <a:pt x="2131674" y="1435289"/>
                  </a:lnTo>
                  <a:lnTo>
                    <a:pt x="2132342" y="1435289"/>
                  </a:lnTo>
                  <a:lnTo>
                    <a:pt x="2133010" y="1435289"/>
                  </a:lnTo>
                  <a:lnTo>
                    <a:pt x="2133678" y="1435289"/>
                  </a:lnTo>
                  <a:lnTo>
                    <a:pt x="2134346" y="1435289"/>
                  </a:lnTo>
                  <a:lnTo>
                    <a:pt x="2135014" y="1435289"/>
                  </a:lnTo>
                  <a:lnTo>
                    <a:pt x="2135683" y="1435240"/>
                  </a:lnTo>
                  <a:lnTo>
                    <a:pt x="2136351" y="1435240"/>
                  </a:lnTo>
                  <a:lnTo>
                    <a:pt x="2137019" y="1435240"/>
                  </a:lnTo>
                  <a:lnTo>
                    <a:pt x="2137687" y="1435240"/>
                  </a:lnTo>
                  <a:lnTo>
                    <a:pt x="2138355" y="1435240"/>
                  </a:lnTo>
                  <a:lnTo>
                    <a:pt x="2139023" y="1435240"/>
                  </a:lnTo>
                  <a:lnTo>
                    <a:pt x="2139691" y="1435240"/>
                  </a:lnTo>
                  <a:lnTo>
                    <a:pt x="2140359" y="1435240"/>
                  </a:lnTo>
                  <a:lnTo>
                    <a:pt x="2141027" y="1435289"/>
                  </a:lnTo>
                  <a:lnTo>
                    <a:pt x="2141695" y="1435289"/>
                  </a:lnTo>
                  <a:lnTo>
                    <a:pt x="2142363" y="1435289"/>
                  </a:lnTo>
                  <a:lnTo>
                    <a:pt x="2143031" y="1435289"/>
                  </a:lnTo>
                  <a:lnTo>
                    <a:pt x="2143699" y="1435289"/>
                  </a:lnTo>
                  <a:lnTo>
                    <a:pt x="2144367" y="1435289"/>
                  </a:lnTo>
                  <a:lnTo>
                    <a:pt x="2145035" y="1435289"/>
                  </a:lnTo>
                  <a:lnTo>
                    <a:pt x="2145703" y="1435289"/>
                  </a:lnTo>
                  <a:lnTo>
                    <a:pt x="2146371" y="1435289"/>
                  </a:lnTo>
                  <a:lnTo>
                    <a:pt x="2147039" y="1435289"/>
                  </a:lnTo>
                  <a:lnTo>
                    <a:pt x="2147707" y="1435289"/>
                  </a:lnTo>
                  <a:lnTo>
                    <a:pt x="2148375" y="1435289"/>
                  </a:lnTo>
                  <a:lnTo>
                    <a:pt x="2149043" y="1435289"/>
                  </a:lnTo>
                  <a:lnTo>
                    <a:pt x="2149711" y="1435289"/>
                  </a:lnTo>
                  <a:lnTo>
                    <a:pt x="2150379" y="1435289"/>
                  </a:lnTo>
                  <a:lnTo>
                    <a:pt x="2151047" y="1435289"/>
                  </a:lnTo>
                  <a:lnTo>
                    <a:pt x="2151715" y="1435289"/>
                  </a:lnTo>
                  <a:lnTo>
                    <a:pt x="2152383" y="1435240"/>
                  </a:lnTo>
                  <a:lnTo>
                    <a:pt x="2153051" y="1435240"/>
                  </a:lnTo>
                  <a:lnTo>
                    <a:pt x="2153719" y="1435240"/>
                  </a:lnTo>
                  <a:lnTo>
                    <a:pt x="2154387" y="1435240"/>
                  </a:lnTo>
                  <a:lnTo>
                    <a:pt x="2155055" y="1435240"/>
                  </a:lnTo>
                  <a:lnTo>
                    <a:pt x="2155723" y="1435240"/>
                  </a:lnTo>
                  <a:lnTo>
                    <a:pt x="2156391" y="1435240"/>
                  </a:lnTo>
                  <a:lnTo>
                    <a:pt x="2157059" y="1435240"/>
                  </a:lnTo>
                  <a:lnTo>
                    <a:pt x="2157727" y="1435240"/>
                  </a:lnTo>
                  <a:lnTo>
                    <a:pt x="2158395" y="1435240"/>
                  </a:lnTo>
                  <a:lnTo>
                    <a:pt x="2159063" y="1435240"/>
                  </a:lnTo>
                  <a:lnTo>
                    <a:pt x="2159731" y="1435289"/>
                  </a:lnTo>
                  <a:lnTo>
                    <a:pt x="2160400" y="1435289"/>
                  </a:lnTo>
                  <a:lnTo>
                    <a:pt x="2161068" y="1435289"/>
                  </a:lnTo>
                  <a:lnTo>
                    <a:pt x="2161736" y="1435289"/>
                  </a:lnTo>
                  <a:lnTo>
                    <a:pt x="2162404" y="1435289"/>
                  </a:lnTo>
                  <a:lnTo>
                    <a:pt x="2163072" y="1435289"/>
                  </a:lnTo>
                  <a:lnTo>
                    <a:pt x="2163740" y="1435289"/>
                  </a:lnTo>
                  <a:lnTo>
                    <a:pt x="2164408" y="1435289"/>
                  </a:lnTo>
                  <a:lnTo>
                    <a:pt x="2165076" y="1435289"/>
                  </a:lnTo>
                  <a:lnTo>
                    <a:pt x="2165744" y="1435289"/>
                  </a:lnTo>
                  <a:lnTo>
                    <a:pt x="2166412" y="1435289"/>
                  </a:lnTo>
                  <a:lnTo>
                    <a:pt x="2167080" y="1435289"/>
                  </a:lnTo>
                  <a:lnTo>
                    <a:pt x="2167748" y="1435289"/>
                  </a:lnTo>
                  <a:lnTo>
                    <a:pt x="2168416" y="1435289"/>
                  </a:lnTo>
                  <a:lnTo>
                    <a:pt x="2169084" y="1435289"/>
                  </a:lnTo>
                  <a:lnTo>
                    <a:pt x="2169752" y="1435289"/>
                  </a:lnTo>
                  <a:lnTo>
                    <a:pt x="2170420" y="1435289"/>
                  </a:lnTo>
                  <a:lnTo>
                    <a:pt x="2171088" y="1435240"/>
                  </a:lnTo>
                  <a:lnTo>
                    <a:pt x="2171756" y="1435240"/>
                  </a:lnTo>
                  <a:lnTo>
                    <a:pt x="2172424" y="1435240"/>
                  </a:lnTo>
                  <a:lnTo>
                    <a:pt x="2173092" y="1435240"/>
                  </a:lnTo>
                  <a:lnTo>
                    <a:pt x="2173760" y="1435240"/>
                  </a:lnTo>
                  <a:lnTo>
                    <a:pt x="2174428" y="1435240"/>
                  </a:lnTo>
                  <a:lnTo>
                    <a:pt x="2175096" y="1435240"/>
                  </a:lnTo>
                  <a:lnTo>
                    <a:pt x="2175764" y="1435240"/>
                  </a:lnTo>
                  <a:lnTo>
                    <a:pt x="2176432" y="1435240"/>
                  </a:lnTo>
                  <a:lnTo>
                    <a:pt x="2177100" y="1435240"/>
                  </a:lnTo>
                  <a:lnTo>
                    <a:pt x="2177768" y="1435240"/>
                  </a:lnTo>
                  <a:lnTo>
                    <a:pt x="2178436" y="1435240"/>
                  </a:lnTo>
                  <a:lnTo>
                    <a:pt x="2179104" y="1435240"/>
                  </a:lnTo>
                  <a:lnTo>
                    <a:pt x="2179772" y="1435240"/>
                  </a:lnTo>
                  <a:lnTo>
                    <a:pt x="2180440" y="1435240"/>
                  </a:lnTo>
                  <a:lnTo>
                    <a:pt x="2181108" y="1435240"/>
                  </a:lnTo>
                  <a:lnTo>
                    <a:pt x="2181776" y="1435240"/>
                  </a:lnTo>
                  <a:lnTo>
                    <a:pt x="2182444" y="1435240"/>
                  </a:lnTo>
                  <a:lnTo>
                    <a:pt x="2183112" y="1435240"/>
                  </a:lnTo>
                  <a:lnTo>
                    <a:pt x="2183780" y="1435240"/>
                  </a:lnTo>
                  <a:lnTo>
                    <a:pt x="2184449" y="1435240"/>
                  </a:lnTo>
                  <a:lnTo>
                    <a:pt x="2185117" y="1435240"/>
                  </a:lnTo>
                  <a:lnTo>
                    <a:pt x="2185785" y="1435240"/>
                  </a:lnTo>
                  <a:lnTo>
                    <a:pt x="2186453" y="1435240"/>
                  </a:lnTo>
                  <a:lnTo>
                    <a:pt x="2187121" y="1435240"/>
                  </a:lnTo>
                  <a:lnTo>
                    <a:pt x="2187789" y="1435240"/>
                  </a:lnTo>
                  <a:lnTo>
                    <a:pt x="2188457" y="1435240"/>
                  </a:lnTo>
                  <a:lnTo>
                    <a:pt x="2189125" y="1435240"/>
                  </a:lnTo>
                  <a:lnTo>
                    <a:pt x="2189793" y="1435240"/>
                  </a:lnTo>
                  <a:lnTo>
                    <a:pt x="2190461" y="1435240"/>
                  </a:lnTo>
                  <a:lnTo>
                    <a:pt x="2191129" y="1435240"/>
                  </a:lnTo>
                  <a:lnTo>
                    <a:pt x="2191797" y="1435240"/>
                  </a:lnTo>
                  <a:lnTo>
                    <a:pt x="2192465" y="1435240"/>
                  </a:lnTo>
                  <a:lnTo>
                    <a:pt x="2193133" y="1435240"/>
                  </a:lnTo>
                  <a:lnTo>
                    <a:pt x="2193801" y="1435240"/>
                  </a:lnTo>
                  <a:lnTo>
                    <a:pt x="2194469" y="1435240"/>
                  </a:lnTo>
                  <a:lnTo>
                    <a:pt x="2195137" y="1435240"/>
                  </a:lnTo>
                  <a:lnTo>
                    <a:pt x="2195805" y="1435240"/>
                  </a:lnTo>
                  <a:lnTo>
                    <a:pt x="2196473" y="1435240"/>
                  </a:lnTo>
                  <a:lnTo>
                    <a:pt x="2197141" y="1435240"/>
                  </a:lnTo>
                  <a:lnTo>
                    <a:pt x="2197809" y="1435240"/>
                  </a:lnTo>
                  <a:lnTo>
                    <a:pt x="2198477" y="1435240"/>
                  </a:lnTo>
                  <a:lnTo>
                    <a:pt x="2199145" y="1435240"/>
                  </a:lnTo>
                  <a:lnTo>
                    <a:pt x="2199813" y="1435240"/>
                  </a:lnTo>
                  <a:lnTo>
                    <a:pt x="2200481" y="1435240"/>
                  </a:lnTo>
                  <a:lnTo>
                    <a:pt x="2201149" y="1435240"/>
                  </a:lnTo>
                  <a:lnTo>
                    <a:pt x="2201817" y="1435240"/>
                  </a:lnTo>
                  <a:lnTo>
                    <a:pt x="2202485" y="1435240"/>
                  </a:lnTo>
                  <a:lnTo>
                    <a:pt x="2203153" y="1435240"/>
                  </a:lnTo>
                  <a:lnTo>
                    <a:pt x="2203821" y="1435289"/>
                  </a:lnTo>
                  <a:lnTo>
                    <a:pt x="2204489" y="1435289"/>
                  </a:lnTo>
                  <a:lnTo>
                    <a:pt x="2205157" y="1435289"/>
                  </a:lnTo>
                  <a:lnTo>
                    <a:pt x="2205825" y="1435289"/>
                  </a:lnTo>
                  <a:lnTo>
                    <a:pt x="2206493" y="1435289"/>
                  </a:lnTo>
                  <a:lnTo>
                    <a:pt x="2207161" y="1435289"/>
                  </a:lnTo>
                  <a:lnTo>
                    <a:pt x="2207829" y="1435289"/>
                  </a:lnTo>
                  <a:lnTo>
                    <a:pt x="2208497" y="1435289"/>
                  </a:lnTo>
                  <a:lnTo>
                    <a:pt x="2209166" y="1435289"/>
                  </a:lnTo>
                  <a:lnTo>
                    <a:pt x="2209834" y="1435289"/>
                  </a:lnTo>
                  <a:lnTo>
                    <a:pt x="2210502" y="1435289"/>
                  </a:lnTo>
                  <a:lnTo>
                    <a:pt x="2211170" y="1435289"/>
                  </a:lnTo>
                  <a:lnTo>
                    <a:pt x="2211838" y="1435289"/>
                  </a:lnTo>
                  <a:lnTo>
                    <a:pt x="2212506" y="1435289"/>
                  </a:lnTo>
                  <a:lnTo>
                    <a:pt x="2213174" y="1435289"/>
                  </a:lnTo>
                  <a:lnTo>
                    <a:pt x="2213842" y="1435289"/>
                  </a:lnTo>
                  <a:lnTo>
                    <a:pt x="2214510" y="1435289"/>
                  </a:lnTo>
                  <a:lnTo>
                    <a:pt x="2215178" y="1435240"/>
                  </a:lnTo>
                  <a:lnTo>
                    <a:pt x="2215846" y="1435240"/>
                  </a:lnTo>
                  <a:lnTo>
                    <a:pt x="2216514" y="1435240"/>
                  </a:lnTo>
                  <a:lnTo>
                    <a:pt x="2217182" y="1435240"/>
                  </a:lnTo>
                  <a:lnTo>
                    <a:pt x="2217850" y="1435240"/>
                  </a:lnTo>
                  <a:lnTo>
                    <a:pt x="2218518" y="1435240"/>
                  </a:lnTo>
                  <a:lnTo>
                    <a:pt x="2219186" y="1435240"/>
                  </a:lnTo>
                  <a:lnTo>
                    <a:pt x="2219854" y="1435240"/>
                  </a:lnTo>
                  <a:lnTo>
                    <a:pt x="2220522" y="1435240"/>
                  </a:lnTo>
                  <a:lnTo>
                    <a:pt x="2221190" y="1435240"/>
                  </a:lnTo>
                  <a:lnTo>
                    <a:pt x="2221858" y="1435240"/>
                  </a:lnTo>
                  <a:lnTo>
                    <a:pt x="2222526" y="1435240"/>
                  </a:lnTo>
                  <a:lnTo>
                    <a:pt x="2223194" y="1435240"/>
                  </a:lnTo>
                  <a:lnTo>
                    <a:pt x="2223862" y="1435240"/>
                  </a:lnTo>
                  <a:lnTo>
                    <a:pt x="2224530" y="1435240"/>
                  </a:lnTo>
                  <a:lnTo>
                    <a:pt x="2225198" y="1435240"/>
                  </a:lnTo>
                  <a:lnTo>
                    <a:pt x="2225866" y="1435240"/>
                  </a:lnTo>
                  <a:lnTo>
                    <a:pt x="2226534" y="1435240"/>
                  </a:lnTo>
                  <a:lnTo>
                    <a:pt x="2227202" y="1435240"/>
                  </a:lnTo>
                  <a:lnTo>
                    <a:pt x="2227870" y="1435240"/>
                  </a:lnTo>
                  <a:lnTo>
                    <a:pt x="2228538" y="1435240"/>
                  </a:lnTo>
                  <a:lnTo>
                    <a:pt x="2229206" y="1435240"/>
                  </a:lnTo>
                  <a:lnTo>
                    <a:pt x="2229874" y="1435240"/>
                  </a:lnTo>
                  <a:lnTo>
                    <a:pt x="2230542" y="1435240"/>
                  </a:lnTo>
                  <a:lnTo>
                    <a:pt x="2231210" y="1435240"/>
                  </a:lnTo>
                  <a:lnTo>
                    <a:pt x="2231878" y="1435240"/>
                  </a:lnTo>
                  <a:lnTo>
                    <a:pt x="2232546" y="1435240"/>
                  </a:lnTo>
                  <a:lnTo>
                    <a:pt x="2233214" y="1435240"/>
                  </a:lnTo>
                  <a:lnTo>
                    <a:pt x="2233883" y="1435240"/>
                  </a:lnTo>
                  <a:lnTo>
                    <a:pt x="2234551" y="1435240"/>
                  </a:lnTo>
                  <a:lnTo>
                    <a:pt x="2235219" y="1435240"/>
                  </a:lnTo>
                  <a:lnTo>
                    <a:pt x="2235887" y="1435240"/>
                  </a:lnTo>
                  <a:lnTo>
                    <a:pt x="2236555" y="1435240"/>
                  </a:lnTo>
                  <a:lnTo>
                    <a:pt x="2237223" y="1435240"/>
                  </a:lnTo>
                  <a:lnTo>
                    <a:pt x="2237891" y="1435240"/>
                  </a:lnTo>
                  <a:lnTo>
                    <a:pt x="2238559" y="1435240"/>
                  </a:lnTo>
                  <a:lnTo>
                    <a:pt x="2239227" y="1435289"/>
                  </a:lnTo>
                  <a:lnTo>
                    <a:pt x="2239895" y="1435289"/>
                  </a:lnTo>
                  <a:lnTo>
                    <a:pt x="2240563" y="1435289"/>
                  </a:lnTo>
                  <a:lnTo>
                    <a:pt x="2241231" y="1435289"/>
                  </a:lnTo>
                  <a:lnTo>
                    <a:pt x="2241899" y="1435289"/>
                  </a:lnTo>
                  <a:lnTo>
                    <a:pt x="2242567" y="1435289"/>
                  </a:lnTo>
                  <a:lnTo>
                    <a:pt x="2243235" y="1435289"/>
                  </a:lnTo>
                  <a:lnTo>
                    <a:pt x="2243903" y="1435289"/>
                  </a:lnTo>
                  <a:lnTo>
                    <a:pt x="2244571" y="1435289"/>
                  </a:lnTo>
                  <a:lnTo>
                    <a:pt x="2245239" y="1435289"/>
                  </a:lnTo>
                  <a:lnTo>
                    <a:pt x="2245907" y="1435289"/>
                  </a:lnTo>
                  <a:lnTo>
                    <a:pt x="2246575" y="1435289"/>
                  </a:lnTo>
                  <a:lnTo>
                    <a:pt x="2247243" y="1435289"/>
                  </a:lnTo>
                  <a:lnTo>
                    <a:pt x="2247911" y="1435289"/>
                  </a:lnTo>
                  <a:lnTo>
                    <a:pt x="2248579" y="1435289"/>
                  </a:lnTo>
                  <a:lnTo>
                    <a:pt x="2249247" y="1435289"/>
                  </a:lnTo>
                  <a:lnTo>
                    <a:pt x="2249915" y="1435289"/>
                  </a:lnTo>
                  <a:lnTo>
                    <a:pt x="2250583" y="1435240"/>
                  </a:lnTo>
                  <a:lnTo>
                    <a:pt x="2251251" y="1435240"/>
                  </a:lnTo>
                  <a:lnTo>
                    <a:pt x="2251919" y="1435240"/>
                  </a:lnTo>
                  <a:lnTo>
                    <a:pt x="2252587" y="1435240"/>
                  </a:lnTo>
                  <a:lnTo>
                    <a:pt x="2253255" y="1435240"/>
                  </a:lnTo>
                  <a:lnTo>
                    <a:pt x="2253923" y="1435240"/>
                  </a:lnTo>
                  <a:lnTo>
                    <a:pt x="2254591" y="1435240"/>
                  </a:lnTo>
                  <a:lnTo>
                    <a:pt x="2255259" y="1435240"/>
                  </a:lnTo>
                  <a:lnTo>
                    <a:pt x="2255927" y="1435240"/>
                  </a:lnTo>
                  <a:lnTo>
                    <a:pt x="2256595" y="1435240"/>
                  </a:lnTo>
                  <a:lnTo>
                    <a:pt x="2257263" y="1435240"/>
                  </a:lnTo>
                  <a:lnTo>
                    <a:pt x="2257931" y="1435240"/>
                  </a:lnTo>
                  <a:lnTo>
                    <a:pt x="2258600" y="1435240"/>
                  </a:lnTo>
                  <a:lnTo>
                    <a:pt x="2259268" y="1435240"/>
                  </a:lnTo>
                  <a:lnTo>
                    <a:pt x="2259936" y="1435240"/>
                  </a:lnTo>
                  <a:lnTo>
                    <a:pt x="2260604" y="1435240"/>
                  </a:lnTo>
                  <a:lnTo>
                    <a:pt x="2261272" y="1435240"/>
                  </a:lnTo>
                  <a:lnTo>
                    <a:pt x="2261940" y="1435240"/>
                  </a:lnTo>
                  <a:lnTo>
                    <a:pt x="2262608" y="1435240"/>
                  </a:lnTo>
                  <a:lnTo>
                    <a:pt x="2263276" y="1435240"/>
                  </a:lnTo>
                  <a:lnTo>
                    <a:pt x="2263944" y="1435240"/>
                  </a:lnTo>
                  <a:lnTo>
                    <a:pt x="2264612" y="1435240"/>
                  </a:lnTo>
                  <a:lnTo>
                    <a:pt x="2265280" y="1435240"/>
                  </a:lnTo>
                  <a:lnTo>
                    <a:pt x="2265948" y="1435240"/>
                  </a:lnTo>
                  <a:lnTo>
                    <a:pt x="2266616" y="1435240"/>
                  </a:lnTo>
                  <a:lnTo>
                    <a:pt x="2267284" y="1435289"/>
                  </a:lnTo>
                  <a:lnTo>
                    <a:pt x="2267952" y="1435289"/>
                  </a:lnTo>
                  <a:lnTo>
                    <a:pt x="2268620" y="1435289"/>
                  </a:lnTo>
                  <a:lnTo>
                    <a:pt x="2269288" y="1435289"/>
                  </a:lnTo>
                  <a:lnTo>
                    <a:pt x="2269956" y="1435289"/>
                  </a:lnTo>
                  <a:lnTo>
                    <a:pt x="2270624" y="1435289"/>
                  </a:lnTo>
                  <a:lnTo>
                    <a:pt x="2271292" y="1435289"/>
                  </a:lnTo>
                  <a:lnTo>
                    <a:pt x="2271960" y="1435289"/>
                  </a:lnTo>
                  <a:lnTo>
                    <a:pt x="2272628" y="1435289"/>
                  </a:lnTo>
                  <a:lnTo>
                    <a:pt x="2273296" y="1435289"/>
                  </a:lnTo>
                  <a:lnTo>
                    <a:pt x="2273964" y="1435289"/>
                  </a:lnTo>
                  <a:lnTo>
                    <a:pt x="2274632" y="1435289"/>
                  </a:lnTo>
                  <a:lnTo>
                    <a:pt x="2275300" y="1435289"/>
                  </a:lnTo>
                  <a:lnTo>
                    <a:pt x="2275968" y="1435289"/>
                  </a:lnTo>
                  <a:lnTo>
                    <a:pt x="2276636" y="1435289"/>
                  </a:lnTo>
                  <a:lnTo>
                    <a:pt x="2277304" y="1435289"/>
                  </a:lnTo>
                  <a:lnTo>
                    <a:pt x="2277972" y="1435289"/>
                  </a:lnTo>
                  <a:lnTo>
                    <a:pt x="2278640" y="1416621"/>
                  </a:lnTo>
                  <a:lnTo>
                    <a:pt x="2279308" y="1432829"/>
                  </a:lnTo>
                  <a:lnTo>
                    <a:pt x="2279976" y="1428544"/>
                  </a:lnTo>
                  <a:lnTo>
                    <a:pt x="2280644" y="1435240"/>
                  </a:lnTo>
                  <a:lnTo>
                    <a:pt x="2281312" y="1435240"/>
                  </a:lnTo>
                  <a:lnTo>
                    <a:pt x="2281980" y="1435240"/>
                  </a:lnTo>
                  <a:lnTo>
                    <a:pt x="2282649" y="1435240"/>
                  </a:lnTo>
                  <a:lnTo>
                    <a:pt x="2283317" y="1435240"/>
                  </a:lnTo>
                  <a:lnTo>
                    <a:pt x="2283985" y="1435240"/>
                  </a:lnTo>
                  <a:lnTo>
                    <a:pt x="2284653" y="1435240"/>
                  </a:lnTo>
                  <a:lnTo>
                    <a:pt x="2285321" y="1435240"/>
                  </a:lnTo>
                  <a:lnTo>
                    <a:pt x="2285989" y="1435240"/>
                  </a:lnTo>
                  <a:lnTo>
                    <a:pt x="2286657" y="1435240"/>
                  </a:lnTo>
                  <a:lnTo>
                    <a:pt x="2287325" y="1435240"/>
                  </a:lnTo>
                  <a:lnTo>
                    <a:pt x="2287993" y="1435240"/>
                  </a:lnTo>
                  <a:lnTo>
                    <a:pt x="2288661" y="1435240"/>
                  </a:lnTo>
                  <a:lnTo>
                    <a:pt x="2289329" y="1435240"/>
                  </a:lnTo>
                  <a:lnTo>
                    <a:pt x="2289997" y="1435240"/>
                  </a:lnTo>
                  <a:lnTo>
                    <a:pt x="2290665" y="1435240"/>
                  </a:lnTo>
                  <a:lnTo>
                    <a:pt x="2291333" y="1435240"/>
                  </a:lnTo>
                  <a:lnTo>
                    <a:pt x="2292001" y="1435240"/>
                  </a:lnTo>
                  <a:lnTo>
                    <a:pt x="2292669" y="1435240"/>
                  </a:lnTo>
                  <a:lnTo>
                    <a:pt x="2293337" y="1435240"/>
                  </a:lnTo>
                  <a:lnTo>
                    <a:pt x="2294005" y="1435240"/>
                  </a:lnTo>
                  <a:lnTo>
                    <a:pt x="2294673" y="1435240"/>
                  </a:lnTo>
                  <a:lnTo>
                    <a:pt x="2295341" y="1435240"/>
                  </a:lnTo>
                  <a:lnTo>
                    <a:pt x="2296009" y="1435240"/>
                  </a:lnTo>
                  <a:lnTo>
                    <a:pt x="2296677" y="1435289"/>
                  </a:lnTo>
                  <a:lnTo>
                    <a:pt x="2297345" y="1435289"/>
                  </a:lnTo>
                  <a:lnTo>
                    <a:pt x="2298013" y="1435289"/>
                  </a:lnTo>
                  <a:lnTo>
                    <a:pt x="2298681" y="1435289"/>
                  </a:lnTo>
                  <a:lnTo>
                    <a:pt x="2299349" y="1435289"/>
                  </a:lnTo>
                  <a:lnTo>
                    <a:pt x="2300017" y="1435289"/>
                  </a:lnTo>
                  <a:lnTo>
                    <a:pt x="2300685" y="1435289"/>
                  </a:lnTo>
                  <a:lnTo>
                    <a:pt x="2301353" y="1435289"/>
                  </a:lnTo>
                  <a:lnTo>
                    <a:pt x="2302021" y="1435289"/>
                  </a:lnTo>
                  <a:lnTo>
                    <a:pt x="2302689" y="1435289"/>
                  </a:lnTo>
                  <a:lnTo>
                    <a:pt x="2303357" y="1435289"/>
                  </a:lnTo>
                  <a:lnTo>
                    <a:pt x="2304025" y="1435289"/>
                  </a:lnTo>
                  <a:lnTo>
                    <a:pt x="2304693" y="1435289"/>
                  </a:lnTo>
                  <a:lnTo>
                    <a:pt x="2305361" y="1435289"/>
                  </a:lnTo>
                  <a:lnTo>
                    <a:pt x="2306029" y="1435289"/>
                  </a:lnTo>
                  <a:lnTo>
                    <a:pt x="2306697" y="1435289"/>
                  </a:lnTo>
                  <a:lnTo>
                    <a:pt x="2307366" y="1435289"/>
                  </a:lnTo>
                  <a:lnTo>
                    <a:pt x="2308034" y="1435289"/>
                  </a:lnTo>
                  <a:lnTo>
                    <a:pt x="2308702" y="1435289"/>
                  </a:lnTo>
                  <a:lnTo>
                    <a:pt x="2309370" y="1435289"/>
                  </a:lnTo>
                  <a:lnTo>
                    <a:pt x="2310038" y="1435289"/>
                  </a:lnTo>
                  <a:lnTo>
                    <a:pt x="2310706" y="1435289"/>
                  </a:lnTo>
                  <a:lnTo>
                    <a:pt x="2311374" y="1435289"/>
                  </a:lnTo>
                  <a:lnTo>
                    <a:pt x="2312042" y="1435289"/>
                  </a:lnTo>
                  <a:lnTo>
                    <a:pt x="2312710" y="1435289"/>
                  </a:lnTo>
                  <a:lnTo>
                    <a:pt x="2313378" y="1435289"/>
                  </a:lnTo>
                  <a:lnTo>
                    <a:pt x="2314046" y="1435289"/>
                  </a:lnTo>
                  <a:lnTo>
                    <a:pt x="2314714" y="1435289"/>
                  </a:lnTo>
                  <a:lnTo>
                    <a:pt x="2315382" y="1435289"/>
                  </a:lnTo>
                  <a:lnTo>
                    <a:pt x="2316050" y="1435289"/>
                  </a:lnTo>
                  <a:lnTo>
                    <a:pt x="2316718" y="1435289"/>
                  </a:lnTo>
                  <a:lnTo>
                    <a:pt x="2317386" y="1435289"/>
                  </a:lnTo>
                  <a:lnTo>
                    <a:pt x="2318054" y="1435289"/>
                  </a:lnTo>
                  <a:lnTo>
                    <a:pt x="2318722" y="1435240"/>
                  </a:lnTo>
                  <a:lnTo>
                    <a:pt x="2319390" y="1435240"/>
                  </a:lnTo>
                  <a:lnTo>
                    <a:pt x="2320058" y="1435240"/>
                  </a:lnTo>
                  <a:lnTo>
                    <a:pt x="2320726" y="1435240"/>
                  </a:lnTo>
                  <a:lnTo>
                    <a:pt x="2321394" y="1435240"/>
                  </a:lnTo>
                  <a:lnTo>
                    <a:pt x="2322062" y="1435240"/>
                  </a:lnTo>
                  <a:lnTo>
                    <a:pt x="2322730" y="1435240"/>
                  </a:lnTo>
                  <a:lnTo>
                    <a:pt x="2323398" y="1435240"/>
                  </a:lnTo>
                  <a:lnTo>
                    <a:pt x="2324066" y="1435240"/>
                  </a:lnTo>
                  <a:lnTo>
                    <a:pt x="2324734" y="1435240"/>
                  </a:lnTo>
                  <a:lnTo>
                    <a:pt x="2325402" y="1424080"/>
                  </a:lnTo>
                  <a:lnTo>
                    <a:pt x="2326070" y="1412919"/>
                  </a:lnTo>
                  <a:lnTo>
                    <a:pt x="2326738" y="1393946"/>
                  </a:lnTo>
                  <a:lnTo>
                    <a:pt x="2327406" y="1390598"/>
                  </a:lnTo>
                  <a:lnTo>
                    <a:pt x="2328074" y="1390598"/>
                  </a:lnTo>
                  <a:lnTo>
                    <a:pt x="2328742" y="1390598"/>
                  </a:lnTo>
                  <a:lnTo>
                    <a:pt x="2329410" y="1421094"/>
                  </a:lnTo>
                  <a:lnTo>
                    <a:pt x="2330078" y="1422655"/>
                  </a:lnTo>
                  <a:lnTo>
                    <a:pt x="2330746" y="1435289"/>
                  </a:lnTo>
                  <a:lnTo>
                    <a:pt x="2331414" y="1435289"/>
                  </a:lnTo>
                  <a:lnTo>
                    <a:pt x="2332083" y="1435289"/>
                  </a:lnTo>
                  <a:lnTo>
                    <a:pt x="2332751" y="1435289"/>
                  </a:lnTo>
                  <a:lnTo>
                    <a:pt x="2333419" y="1435289"/>
                  </a:lnTo>
                  <a:lnTo>
                    <a:pt x="2334087" y="1435289"/>
                  </a:lnTo>
                  <a:lnTo>
                    <a:pt x="2334755" y="1435289"/>
                  </a:lnTo>
                  <a:lnTo>
                    <a:pt x="2335423" y="1435289"/>
                  </a:lnTo>
                  <a:lnTo>
                    <a:pt x="2336091" y="1435289"/>
                  </a:lnTo>
                  <a:lnTo>
                    <a:pt x="2336759" y="1435289"/>
                  </a:lnTo>
                  <a:lnTo>
                    <a:pt x="2337427" y="1435289"/>
                  </a:lnTo>
                  <a:lnTo>
                    <a:pt x="2338095" y="1435289"/>
                  </a:lnTo>
                  <a:lnTo>
                    <a:pt x="2338763" y="1435289"/>
                  </a:lnTo>
                  <a:lnTo>
                    <a:pt x="2339431" y="1435289"/>
                  </a:lnTo>
                  <a:lnTo>
                    <a:pt x="2340099" y="1435289"/>
                  </a:lnTo>
                  <a:lnTo>
                    <a:pt x="2340767" y="1435289"/>
                  </a:lnTo>
                  <a:lnTo>
                    <a:pt x="2341435" y="1435289"/>
                  </a:lnTo>
                  <a:lnTo>
                    <a:pt x="2342103" y="1435289"/>
                  </a:lnTo>
                  <a:lnTo>
                    <a:pt x="2342771" y="1435289"/>
                  </a:lnTo>
                  <a:lnTo>
                    <a:pt x="2343439" y="1435289"/>
                  </a:lnTo>
                  <a:lnTo>
                    <a:pt x="2344107" y="1435289"/>
                  </a:lnTo>
                  <a:lnTo>
                    <a:pt x="2344775" y="1435289"/>
                  </a:lnTo>
                  <a:lnTo>
                    <a:pt x="2345443" y="1435289"/>
                  </a:lnTo>
                  <a:lnTo>
                    <a:pt x="2346111" y="1435289"/>
                  </a:lnTo>
                  <a:lnTo>
                    <a:pt x="2346779" y="1435289"/>
                  </a:lnTo>
                  <a:lnTo>
                    <a:pt x="2347447" y="1435289"/>
                  </a:lnTo>
                  <a:lnTo>
                    <a:pt x="2348115" y="1435289"/>
                  </a:lnTo>
                  <a:lnTo>
                    <a:pt x="2348783" y="1435289"/>
                  </a:lnTo>
                  <a:lnTo>
                    <a:pt x="2349451" y="1435289"/>
                  </a:lnTo>
                  <a:lnTo>
                    <a:pt x="2350119" y="1435289"/>
                  </a:lnTo>
                  <a:lnTo>
                    <a:pt x="2350787" y="1435289"/>
                  </a:lnTo>
                  <a:lnTo>
                    <a:pt x="2351455" y="1435289"/>
                  </a:lnTo>
                  <a:lnTo>
                    <a:pt x="2352123" y="1435289"/>
                  </a:lnTo>
                  <a:lnTo>
                    <a:pt x="2352791" y="1435289"/>
                  </a:lnTo>
                  <a:lnTo>
                    <a:pt x="2353459" y="1435289"/>
                  </a:lnTo>
                  <a:lnTo>
                    <a:pt x="2354127" y="1435289"/>
                  </a:lnTo>
                  <a:lnTo>
                    <a:pt x="2354795" y="1435289"/>
                  </a:lnTo>
                  <a:lnTo>
                    <a:pt x="2355463" y="1435289"/>
                  </a:lnTo>
                  <a:lnTo>
                    <a:pt x="2356131" y="1435289"/>
                  </a:lnTo>
                  <a:lnTo>
                    <a:pt x="2356800" y="1435240"/>
                  </a:lnTo>
                  <a:lnTo>
                    <a:pt x="2357468" y="1435240"/>
                  </a:lnTo>
                  <a:lnTo>
                    <a:pt x="2358136" y="1435240"/>
                  </a:lnTo>
                  <a:lnTo>
                    <a:pt x="2358804" y="1435240"/>
                  </a:lnTo>
                  <a:lnTo>
                    <a:pt x="2359472" y="1435240"/>
                  </a:lnTo>
                  <a:lnTo>
                    <a:pt x="2360140" y="1435240"/>
                  </a:lnTo>
                  <a:lnTo>
                    <a:pt x="2360808" y="1435240"/>
                  </a:lnTo>
                  <a:lnTo>
                    <a:pt x="2361476" y="1435240"/>
                  </a:lnTo>
                  <a:lnTo>
                    <a:pt x="2362144" y="1435240"/>
                  </a:lnTo>
                  <a:lnTo>
                    <a:pt x="2362812" y="1435240"/>
                  </a:lnTo>
                  <a:lnTo>
                    <a:pt x="2363480" y="1435240"/>
                  </a:lnTo>
                  <a:lnTo>
                    <a:pt x="2364148" y="1435240"/>
                  </a:lnTo>
                  <a:lnTo>
                    <a:pt x="2364816" y="1435240"/>
                  </a:lnTo>
                  <a:lnTo>
                    <a:pt x="2365484" y="1435240"/>
                  </a:lnTo>
                  <a:lnTo>
                    <a:pt x="2366152" y="1435240"/>
                  </a:lnTo>
                  <a:lnTo>
                    <a:pt x="2366820" y="1435240"/>
                  </a:lnTo>
                  <a:lnTo>
                    <a:pt x="2367488" y="1416267"/>
                  </a:lnTo>
                  <a:lnTo>
                    <a:pt x="2368156" y="1412919"/>
                  </a:lnTo>
                  <a:lnTo>
                    <a:pt x="2368824" y="1412919"/>
                  </a:lnTo>
                  <a:lnTo>
                    <a:pt x="2369492" y="1398410"/>
                  </a:lnTo>
                  <a:lnTo>
                    <a:pt x="2370160" y="1390598"/>
                  </a:lnTo>
                  <a:lnTo>
                    <a:pt x="2370828" y="1390598"/>
                  </a:lnTo>
                  <a:lnTo>
                    <a:pt x="2371496" y="1390598"/>
                  </a:lnTo>
                  <a:lnTo>
                    <a:pt x="2372164" y="1390598"/>
                  </a:lnTo>
                  <a:lnTo>
                    <a:pt x="2372832" y="1390598"/>
                  </a:lnTo>
                  <a:lnTo>
                    <a:pt x="2373500" y="1390598"/>
                  </a:lnTo>
                  <a:lnTo>
                    <a:pt x="2374168" y="1390598"/>
                  </a:lnTo>
                  <a:lnTo>
                    <a:pt x="2374836" y="1390598"/>
                  </a:lnTo>
                  <a:lnTo>
                    <a:pt x="2375504" y="1390598"/>
                  </a:lnTo>
                  <a:lnTo>
                    <a:pt x="2376172" y="1390598"/>
                  </a:lnTo>
                  <a:lnTo>
                    <a:pt x="2376840" y="1390598"/>
                  </a:lnTo>
                  <a:lnTo>
                    <a:pt x="2377508" y="1409571"/>
                  </a:lnTo>
                  <a:lnTo>
                    <a:pt x="2378176" y="1412919"/>
                  </a:lnTo>
                  <a:lnTo>
                    <a:pt x="2378844" y="1412919"/>
                  </a:lnTo>
                  <a:lnTo>
                    <a:pt x="2379512" y="1427428"/>
                  </a:lnTo>
                  <a:lnTo>
                    <a:pt x="2380180" y="1435240"/>
                  </a:lnTo>
                  <a:lnTo>
                    <a:pt x="2380849" y="1435240"/>
                  </a:lnTo>
                  <a:lnTo>
                    <a:pt x="2381517" y="1435240"/>
                  </a:lnTo>
                  <a:lnTo>
                    <a:pt x="2382185" y="1435240"/>
                  </a:lnTo>
                  <a:lnTo>
                    <a:pt x="2382853" y="1435240"/>
                  </a:lnTo>
                  <a:lnTo>
                    <a:pt x="2383521" y="1435240"/>
                  </a:lnTo>
                  <a:lnTo>
                    <a:pt x="2384189" y="1435240"/>
                  </a:lnTo>
                  <a:lnTo>
                    <a:pt x="2384857" y="1435240"/>
                  </a:lnTo>
                  <a:lnTo>
                    <a:pt x="2385525" y="1435240"/>
                  </a:lnTo>
                  <a:lnTo>
                    <a:pt x="2386193" y="1435240"/>
                  </a:lnTo>
                  <a:lnTo>
                    <a:pt x="2386861" y="1435240"/>
                  </a:lnTo>
                  <a:lnTo>
                    <a:pt x="2387529" y="1435240"/>
                  </a:lnTo>
                  <a:lnTo>
                    <a:pt x="2388197" y="1435240"/>
                  </a:lnTo>
                  <a:lnTo>
                    <a:pt x="2388865" y="1435240"/>
                  </a:lnTo>
                  <a:lnTo>
                    <a:pt x="2389533" y="1435240"/>
                  </a:lnTo>
                  <a:lnTo>
                    <a:pt x="2390201" y="1435289"/>
                  </a:lnTo>
                  <a:lnTo>
                    <a:pt x="2390869" y="1435289"/>
                  </a:lnTo>
                  <a:lnTo>
                    <a:pt x="2391537" y="1435289"/>
                  </a:lnTo>
                  <a:lnTo>
                    <a:pt x="2392205" y="1435289"/>
                  </a:lnTo>
                  <a:lnTo>
                    <a:pt x="2392873" y="1435289"/>
                  </a:lnTo>
                  <a:lnTo>
                    <a:pt x="2393541" y="1435289"/>
                  </a:lnTo>
                  <a:lnTo>
                    <a:pt x="2394209" y="1435289"/>
                  </a:lnTo>
                  <a:lnTo>
                    <a:pt x="2394877" y="1435289"/>
                  </a:lnTo>
                  <a:lnTo>
                    <a:pt x="2395545" y="1435289"/>
                  </a:lnTo>
                  <a:lnTo>
                    <a:pt x="2396213" y="1435289"/>
                  </a:lnTo>
                  <a:lnTo>
                    <a:pt x="2396881" y="1435289"/>
                  </a:lnTo>
                  <a:lnTo>
                    <a:pt x="2397549" y="1435289"/>
                  </a:lnTo>
                  <a:lnTo>
                    <a:pt x="2398217" y="1435289"/>
                  </a:lnTo>
                  <a:lnTo>
                    <a:pt x="2398885" y="1435289"/>
                  </a:lnTo>
                  <a:lnTo>
                    <a:pt x="2399553" y="1435289"/>
                  </a:lnTo>
                  <a:lnTo>
                    <a:pt x="2400221" y="1435289"/>
                  </a:lnTo>
                  <a:lnTo>
                    <a:pt x="2400889" y="1435289"/>
                  </a:lnTo>
                  <a:lnTo>
                    <a:pt x="2401557" y="1435240"/>
                  </a:lnTo>
                  <a:lnTo>
                    <a:pt x="2402225" y="1435240"/>
                  </a:lnTo>
                  <a:lnTo>
                    <a:pt x="2402893" y="1412919"/>
                  </a:lnTo>
                  <a:lnTo>
                    <a:pt x="2403561" y="1412919"/>
                  </a:lnTo>
                  <a:lnTo>
                    <a:pt x="2404229" y="1382786"/>
                  </a:lnTo>
                  <a:lnTo>
                    <a:pt x="2404897" y="1421315"/>
                  </a:lnTo>
                  <a:lnTo>
                    <a:pt x="2405566" y="1405674"/>
                  </a:lnTo>
                  <a:lnTo>
                    <a:pt x="2406234" y="1410970"/>
                  </a:lnTo>
                  <a:lnTo>
                    <a:pt x="2406902" y="1430117"/>
                  </a:lnTo>
                  <a:lnTo>
                    <a:pt x="2407570" y="1430117"/>
                  </a:lnTo>
                  <a:lnTo>
                    <a:pt x="2408238" y="1430117"/>
                  </a:lnTo>
                  <a:lnTo>
                    <a:pt x="2408906" y="1430117"/>
                  </a:lnTo>
                  <a:lnTo>
                    <a:pt x="2409574" y="1418740"/>
                  </a:lnTo>
                  <a:lnTo>
                    <a:pt x="2410242" y="1417476"/>
                  </a:lnTo>
                  <a:lnTo>
                    <a:pt x="2410910" y="1407996"/>
                  </a:lnTo>
                  <a:lnTo>
                    <a:pt x="2411578" y="1404835"/>
                  </a:lnTo>
                  <a:lnTo>
                    <a:pt x="2412246" y="1404835"/>
                  </a:lnTo>
                  <a:lnTo>
                    <a:pt x="2412914" y="1417476"/>
                  </a:lnTo>
                  <a:lnTo>
                    <a:pt x="2413582" y="1414316"/>
                  </a:lnTo>
                  <a:lnTo>
                    <a:pt x="2414250" y="1421901"/>
                  </a:lnTo>
                  <a:lnTo>
                    <a:pt x="2414918" y="1424320"/>
                  </a:lnTo>
                  <a:lnTo>
                    <a:pt x="2415586" y="1429290"/>
                  </a:lnTo>
                  <a:lnTo>
                    <a:pt x="2416254" y="1435289"/>
                  </a:lnTo>
                  <a:lnTo>
                    <a:pt x="2416922" y="1378485"/>
                  </a:lnTo>
                  <a:lnTo>
                    <a:pt x="2417590" y="1345956"/>
                  </a:lnTo>
                  <a:lnTo>
                    <a:pt x="2418258" y="1345956"/>
                  </a:lnTo>
                  <a:lnTo>
                    <a:pt x="2418926" y="1345956"/>
                  </a:lnTo>
                  <a:lnTo>
                    <a:pt x="2419594" y="1381150"/>
                  </a:lnTo>
                  <a:lnTo>
                    <a:pt x="2420262" y="1378485"/>
                  </a:lnTo>
                  <a:lnTo>
                    <a:pt x="2420930" y="1408714"/>
                  </a:lnTo>
                  <a:lnTo>
                    <a:pt x="2421598" y="1404441"/>
                  </a:lnTo>
                  <a:lnTo>
                    <a:pt x="2422266" y="1393712"/>
                  </a:lnTo>
                  <a:lnTo>
                    <a:pt x="2422934" y="1393712"/>
                  </a:lnTo>
                  <a:lnTo>
                    <a:pt x="2423602" y="1385736"/>
                  </a:lnTo>
                  <a:lnTo>
                    <a:pt x="2424270" y="1393712"/>
                  </a:lnTo>
                  <a:lnTo>
                    <a:pt x="2424938" y="1393712"/>
                  </a:lnTo>
                  <a:lnTo>
                    <a:pt x="2425606" y="1393712"/>
                  </a:lnTo>
                  <a:lnTo>
                    <a:pt x="2426274" y="1397699"/>
                  </a:lnTo>
                  <a:lnTo>
                    <a:pt x="2426942" y="1409662"/>
                  </a:lnTo>
                  <a:lnTo>
                    <a:pt x="2427610" y="1409662"/>
                  </a:lnTo>
                  <a:lnTo>
                    <a:pt x="2428278" y="1409662"/>
                  </a:lnTo>
                  <a:lnTo>
                    <a:pt x="2428946" y="1408864"/>
                  </a:lnTo>
                  <a:lnTo>
                    <a:pt x="2429614" y="1388926"/>
                  </a:lnTo>
                  <a:lnTo>
                    <a:pt x="2430283" y="1393712"/>
                  </a:lnTo>
                  <a:lnTo>
                    <a:pt x="2430951" y="1400423"/>
                  </a:lnTo>
                  <a:lnTo>
                    <a:pt x="2431619" y="1390605"/>
                  </a:lnTo>
                  <a:lnTo>
                    <a:pt x="2432287" y="1404341"/>
                  </a:lnTo>
                  <a:lnTo>
                    <a:pt x="2432955" y="1404341"/>
                  </a:lnTo>
                  <a:lnTo>
                    <a:pt x="2433623" y="1416245"/>
                  </a:lnTo>
                  <a:lnTo>
                    <a:pt x="2434291" y="1411183"/>
                  </a:lnTo>
                  <a:lnTo>
                    <a:pt x="2434959" y="1408458"/>
                  </a:lnTo>
                  <a:lnTo>
                    <a:pt x="2435627" y="1408458"/>
                  </a:lnTo>
                  <a:lnTo>
                    <a:pt x="2436295" y="1409662"/>
                  </a:lnTo>
                  <a:lnTo>
                    <a:pt x="2436963" y="1425351"/>
                  </a:lnTo>
                  <a:lnTo>
                    <a:pt x="2437631" y="1425351"/>
                  </a:lnTo>
                  <a:lnTo>
                    <a:pt x="2438299" y="1425351"/>
                  </a:lnTo>
                  <a:lnTo>
                    <a:pt x="2438967" y="1426070"/>
                  </a:lnTo>
                  <a:lnTo>
                    <a:pt x="2439635" y="1435289"/>
                  </a:lnTo>
                  <a:lnTo>
                    <a:pt x="2440303" y="1435289"/>
                  </a:lnTo>
                  <a:lnTo>
                    <a:pt x="2440971" y="1435289"/>
                  </a:lnTo>
                  <a:lnTo>
                    <a:pt x="2441639" y="1435289"/>
                  </a:lnTo>
                  <a:lnTo>
                    <a:pt x="2442307" y="1435289"/>
                  </a:lnTo>
                  <a:lnTo>
                    <a:pt x="2442975" y="1435289"/>
                  </a:lnTo>
                  <a:lnTo>
                    <a:pt x="2443643" y="1435289"/>
                  </a:lnTo>
                  <a:lnTo>
                    <a:pt x="2444311" y="1435289"/>
                  </a:lnTo>
                  <a:lnTo>
                    <a:pt x="2444979" y="1435289"/>
                  </a:lnTo>
                  <a:lnTo>
                    <a:pt x="2445647" y="1435289"/>
                  </a:lnTo>
                  <a:lnTo>
                    <a:pt x="2446315" y="1435289"/>
                  </a:lnTo>
                  <a:lnTo>
                    <a:pt x="2446983" y="1433783"/>
                  </a:lnTo>
                  <a:lnTo>
                    <a:pt x="2447651" y="1416621"/>
                  </a:lnTo>
                  <a:lnTo>
                    <a:pt x="2448319" y="1416621"/>
                  </a:lnTo>
                  <a:lnTo>
                    <a:pt x="2448987" y="1416621"/>
                  </a:lnTo>
                  <a:lnTo>
                    <a:pt x="2449655" y="1416621"/>
                  </a:lnTo>
                  <a:lnTo>
                    <a:pt x="2450323" y="1416621"/>
                  </a:lnTo>
                  <a:lnTo>
                    <a:pt x="2450991" y="1390598"/>
                  </a:lnTo>
                  <a:lnTo>
                    <a:pt x="2451659" y="1390598"/>
                  </a:lnTo>
                  <a:lnTo>
                    <a:pt x="2452327" y="1390598"/>
                  </a:lnTo>
                  <a:lnTo>
                    <a:pt x="2452995" y="1390598"/>
                  </a:lnTo>
                  <a:lnTo>
                    <a:pt x="2453663" y="1390598"/>
                  </a:lnTo>
                  <a:lnTo>
                    <a:pt x="2454331" y="1390598"/>
                  </a:lnTo>
                  <a:lnTo>
                    <a:pt x="2455000" y="1390598"/>
                  </a:lnTo>
                  <a:lnTo>
                    <a:pt x="2455668" y="1390598"/>
                  </a:lnTo>
                  <a:lnTo>
                    <a:pt x="2456336" y="1409571"/>
                  </a:lnTo>
                  <a:lnTo>
                    <a:pt x="2457004" y="1415151"/>
                  </a:lnTo>
                  <a:lnTo>
                    <a:pt x="2457672" y="1435240"/>
                  </a:lnTo>
                  <a:lnTo>
                    <a:pt x="2458340" y="1435240"/>
                  </a:lnTo>
                  <a:lnTo>
                    <a:pt x="2459008" y="1435240"/>
                  </a:lnTo>
                  <a:lnTo>
                    <a:pt x="2459676" y="1435240"/>
                  </a:lnTo>
                  <a:lnTo>
                    <a:pt x="2460344" y="1435240"/>
                  </a:lnTo>
                  <a:lnTo>
                    <a:pt x="2461012" y="1435240"/>
                  </a:lnTo>
                  <a:lnTo>
                    <a:pt x="2461680" y="1435240"/>
                  </a:lnTo>
                  <a:lnTo>
                    <a:pt x="2462348" y="1435240"/>
                  </a:lnTo>
                  <a:lnTo>
                    <a:pt x="2463016" y="1435240"/>
                  </a:lnTo>
                  <a:lnTo>
                    <a:pt x="2463684" y="1435240"/>
                  </a:lnTo>
                  <a:lnTo>
                    <a:pt x="2464352" y="1435240"/>
                  </a:lnTo>
                  <a:lnTo>
                    <a:pt x="2465020" y="1435240"/>
                  </a:lnTo>
                  <a:lnTo>
                    <a:pt x="2465688" y="1435240"/>
                  </a:lnTo>
                  <a:lnTo>
                    <a:pt x="2466356" y="1435240"/>
                  </a:lnTo>
                  <a:lnTo>
                    <a:pt x="2467024" y="1435240"/>
                  </a:lnTo>
                  <a:lnTo>
                    <a:pt x="2467692" y="1435240"/>
                  </a:lnTo>
                  <a:lnTo>
                    <a:pt x="2468360" y="1435289"/>
                  </a:lnTo>
                  <a:lnTo>
                    <a:pt x="2469028" y="1435289"/>
                  </a:lnTo>
                  <a:lnTo>
                    <a:pt x="2469696" y="1435289"/>
                  </a:lnTo>
                  <a:lnTo>
                    <a:pt x="2470364" y="1435289"/>
                  </a:lnTo>
                  <a:lnTo>
                    <a:pt x="2471032" y="1435289"/>
                  </a:lnTo>
                  <a:lnTo>
                    <a:pt x="2471700" y="1435289"/>
                  </a:lnTo>
                  <a:lnTo>
                    <a:pt x="2472368" y="1435289"/>
                  </a:lnTo>
                  <a:lnTo>
                    <a:pt x="2473036" y="1435289"/>
                  </a:lnTo>
                  <a:lnTo>
                    <a:pt x="2473704" y="1435289"/>
                  </a:lnTo>
                  <a:lnTo>
                    <a:pt x="2474372" y="1435289"/>
                  </a:lnTo>
                  <a:lnTo>
                    <a:pt x="2475040" y="1435289"/>
                  </a:lnTo>
                  <a:lnTo>
                    <a:pt x="2475708" y="1435289"/>
                  </a:lnTo>
                  <a:lnTo>
                    <a:pt x="2476376" y="1435289"/>
                  </a:lnTo>
                  <a:lnTo>
                    <a:pt x="2477044" y="1435289"/>
                  </a:lnTo>
                  <a:lnTo>
                    <a:pt x="2477712" y="1435289"/>
                  </a:lnTo>
                  <a:lnTo>
                    <a:pt x="2478380" y="1435289"/>
                  </a:lnTo>
                  <a:lnTo>
                    <a:pt x="2479049" y="1435289"/>
                  </a:lnTo>
                  <a:lnTo>
                    <a:pt x="2479717" y="1435289"/>
                  </a:lnTo>
                  <a:lnTo>
                    <a:pt x="2480385" y="1435289"/>
                  </a:lnTo>
                  <a:lnTo>
                    <a:pt x="2481053" y="1435289"/>
                  </a:lnTo>
                  <a:lnTo>
                    <a:pt x="2481721" y="1435240"/>
                  </a:lnTo>
                  <a:lnTo>
                    <a:pt x="2482389" y="1435240"/>
                  </a:lnTo>
                  <a:lnTo>
                    <a:pt x="2483057" y="1435240"/>
                  </a:lnTo>
                  <a:lnTo>
                    <a:pt x="2483725" y="1435240"/>
                  </a:lnTo>
                  <a:lnTo>
                    <a:pt x="2484393" y="1435240"/>
                  </a:lnTo>
                  <a:lnTo>
                    <a:pt x="2485061" y="1435240"/>
                  </a:lnTo>
                  <a:lnTo>
                    <a:pt x="2485729" y="1435240"/>
                  </a:lnTo>
                  <a:lnTo>
                    <a:pt x="2486397" y="1435240"/>
                  </a:lnTo>
                  <a:lnTo>
                    <a:pt x="2487065" y="1435240"/>
                  </a:lnTo>
                  <a:lnTo>
                    <a:pt x="2487733" y="1435240"/>
                  </a:lnTo>
                  <a:lnTo>
                    <a:pt x="2488401" y="1435240"/>
                  </a:lnTo>
                  <a:lnTo>
                    <a:pt x="2489069" y="1435240"/>
                  </a:lnTo>
                  <a:lnTo>
                    <a:pt x="2489737" y="1435240"/>
                  </a:lnTo>
                  <a:lnTo>
                    <a:pt x="2490405" y="1435240"/>
                  </a:lnTo>
                  <a:lnTo>
                    <a:pt x="2491073" y="1435289"/>
                  </a:lnTo>
                  <a:lnTo>
                    <a:pt x="2491741" y="1435289"/>
                  </a:lnTo>
                  <a:lnTo>
                    <a:pt x="2492409" y="1435289"/>
                  </a:lnTo>
                  <a:lnTo>
                    <a:pt x="2493077" y="1435289"/>
                  </a:lnTo>
                  <a:lnTo>
                    <a:pt x="2493745" y="1435289"/>
                  </a:lnTo>
                  <a:lnTo>
                    <a:pt x="2494413" y="1435289"/>
                  </a:lnTo>
                  <a:lnTo>
                    <a:pt x="2495081" y="1435289"/>
                  </a:lnTo>
                  <a:lnTo>
                    <a:pt x="2495749" y="1435289"/>
                  </a:lnTo>
                  <a:lnTo>
                    <a:pt x="2496417" y="1435289"/>
                  </a:lnTo>
                  <a:lnTo>
                    <a:pt x="2497085" y="1435289"/>
                  </a:lnTo>
                  <a:lnTo>
                    <a:pt x="2497753" y="1435289"/>
                  </a:lnTo>
                  <a:lnTo>
                    <a:pt x="2498421" y="1435289"/>
                  </a:lnTo>
                  <a:lnTo>
                    <a:pt x="2499089" y="1435289"/>
                  </a:lnTo>
                  <a:lnTo>
                    <a:pt x="2499757" y="1435289"/>
                  </a:lnTo>
                  <a:lnTo>
                    <a:pt x="2500425" y="1435289"/>
                  </a:lnTo>
                  <a:lnTo>
                    <a:pt x="2501093" y="1435289"/>
                  </a:lnTo>
                  <a:lnTo>
                    <a:pt x="2501761" y="1435289"/>
                  </a:lnTo>
                  <a:lnTo>
                    <a:pt x="2502429" y="1435289"/>
                  </a:lnTo>
                  <a:lnTo>
                    <a:pt x="2503097" y="1435289"/>
                  </a:lnTo>
                  <a:lnTo>
                    <a:pt x="2503766" y="1422655"/>
                  </a:lnTo>
                  <a:lnTo>
                    <a:pt x="2504434" y="1416621"/>
                  </a:lnTo>
                  <a:lnTo>
                    <a:pt x="2505102" y="1414917"/>
                  </a:lnTo>
                  <a:lnTo>
                    <a:pt x="2505770" y="1390598"/>
                  </a:lnTo>
                  <a:lnTo>
                    <a:pt x="2506438" y="1390598"/>
                  </a:lnTo>
                  <a:lnTo>
                    <a:pt x="2507106" y="1390598"/>
                  </a:lnTo>
                  <a:lnTo>
                    <a:pt x="2507774" y="1390598"/>
                  </a:lnTo>
                  <a:lnTo>
                    <a:pt x="2508442" y="1391714"/>
                  </a:lnTo>
                  <a:lnTo>
                    <a:pt x="2509110" y="1412919"/>
                  </a:lnTo>
                  <a:lnTo>
                    <a:pt x="2509778" y="1424080"/>
                  </a:lnTo>
                  <a:lnTo>
                    <a:pt x="2510446" y="1435240"/>
                  </a:lnTo>
                  <a:lnTo>
                    <a:pt x="2511114" y="1435240"/>
                  </a:lnTo>
                  <a:lnTo>
                    <a:pt x="2511782" y="1435240"/>
                  </a:lnTo>
                  <a:lnTo>
                    <a:pt x="2512450" y="1435240"/>
                  </a:lnTo>
                  <a:lnTo>
                    <a:pt x="2513118" y="1435240"/>
                  </a:lnTo>
                  <a:lnTo>
                    <a:pt x="2513786" y="1435240"/>
                  </a:lnTo>
                  <a:lnTo>
                    <a:pt x="2514454" y="1435240"/>
                  </a:lnTo>
                  <a:lnTo>
                    <a:pt x="2515122" y="1435240"/>
                  </a:lnTo>
                  <a:lnTo>
                    <a:pt x="2515790" y="1435240"/>
                  </a:lnTo>
                  <a:lnTo>
                    <a:pt x="2516458" y="1435240"/>
                  </a:lnTo>
                  <a:lnTo>
                    <a:pt x="2517126" y="1435240"/>
                  </a:lnTo>
                  <a:lnTo>
                    <a:pt x="2517794" y="1435240"/>
                  </a:lnTo>
                  <a:lnTo>
                    <a:pt x="2518462" y="1435240"/>
                  </a:lnTo>
                  <a:lnTo>
                    <a:pt x="2519130" y="1435240"/>
                  </a:lnTo>
                  <a:lnTo>
                    <a:pt x="2519798" y="1435240"/>
                  </a:lnTo>
                  <a:lnTo>
                    <a:pt x="2520466" y="1435240"/>
                  </a:lnTo>
                  <a:lnTo>
                    <a:pt x="2521134" y="1435240"/>
                  </a:lnTo>
                  <a:lnTo>
                    <a:pt x="2521802" y="1435240"/>
                  </a:lnTo>
                  <a:lnTo>
                    <a:pt x="2522470" y="1435240"/>
                  </a:lnTo>
                  <a:lnTo>
                    <a:pt x="2523138" y="1435240"/>
                  </a:lnTo>
                  <a:lnTo>
                    <a:pt x="2523806" y="1435240"/>
                  </a:lnTo>
                  <a:lnTo>
                    <a:pt x="2524474" y="1435240"/>
                  </a:lnTo>
                  <a:lnTo>
                    <a:pt x="2525142" y="1435240"/>
                  </a:lnTo>
                  <a:lnTo>
                    <a:pt x="2525810" y="1435240"/>
                  </a:lnTo>
                  <a:lnTo>
                    <a:pt x="2526478" y="1435240"/>
                  </a:lnTo>
                  <a:lnTo>
                    <a:pt x="2527146" y="1435240"/>
                  </a:lnTo>
                  <a:lnTo>
                    <a:pt x="2527814" y="1435240"/>
                  </a:lnTo>
                  <a:lnTo>
                    <a:pt x="2528483" y="1435240"/>
                  </a:lnTo>
                  <a:lnTo>
                    <a:pt x="2529151" y="1435240"/>
                  </a:lnTo>
                  <a:lnTo>
                    <a:pt x="2529819" y="1435240"/>
                  </a:lnTo>
                  <a:lnTo>
                    <a:pt x="2530487" y="1435240"/>
                  </a:lnTo>
                  <a:lnTo>
                    <a:pt x="2531155" y="1435240"/>
                  </a:lnTo>
                  <a:lnTo>
                    <a:pt x="2531823" y="1435240"/>
                  </a:lnTo>
                  <a:lnTo>
                    <a:pt x="2532491" y="1435240"/>
                  </a:lnTo>
                  <a:lnTo>
                    <a:pt x="2533159" y="1435240"/>
                  </a:lnTo>
                  <a:lnTo>
                    <a:pt x="2533827" y="1435240"/>
                  </a:lnTo>
                  <a:lnTo>
                    <a:pt x="2534495" y="1435240"/>
                  </a:lnTo>
                  <a:lnTo>
                    <a:pt x="2535163" y="1412919"/>
                  </a:lnTo>
                  <a:lnTo>
                    <a:pt x="2535831" y="1412919"/>
                  </a:lnTo>
                  <a:lnTo>
                    <a:pt x="2536499" y="1412919"/>
                  </a:lnTo>
                  <a:lnTo>
                    <a:pt x="2537167" y="1412919"/>
                  </a:lnTo>
                  <a:lnTo>
                    <a:pt x="2537835" y="1412919"/>
                  </a:lnTo>
                  <a:lnTo>
                    <a:pt x="2538503" y="1412919"/>
                  </a:lnTo>
                  <a:lnTo>
                    <a:pt x="2539171" y="1400643"/>
                  </a:lnTo>
                  <a:lnTo>
                    <a:pt x="2539839" y="1390598"/>
                  </a:lnTo>
                  <a:lnTo>
                    <a:pt x="2540507" y="1390598"/>
                  </a:lnTo>
                  <a:lnTo>
                    <a:pt x="2541175" y="1390598"/>
                  </a:lnTo>
                  <a:lnTo>
                    <a:pt x="2541843" y="1390598"/>
                  </a:lnTo>
                  <a:lnTo>
                    <a:pt x="2542511" y="1390598"/>
                  </a:lnTo>
                  <a:lnTo>
                    <a:pt x="2543179" y="1390598"/>
                  </a:lnTo>
                  <a:lnTo>
                    <a:pt x="2543847" y="1390598"/>
                  </a:lnTo>
                  <a:lnTo>
                    <a:pt x="2544515" y="1390598"/>
                  </a:lnTo>
                  <a:lnTo>
                    <a:pt x="2545183" y="1412919"/>
                  </a:lnTo>
                  <a:lnTo>
                    <a:pt x="2545851" y="1412919"/>
                  </a:lnTo>
                  <a:lnTo>
                    <a:pt x="2546519" y="1412919"/>
                  </a:lnTo>
                  <a:lnTo>
                    <a:pt x="2547187" y="1412919"/>
                  </a:lnTo>
                  <a:lnTo>
                    <a:pt x="2547855" y="1412919"/>
                  </a:lnTo>
                  <a:lnTo>
                    <a:pt x="2548523" y="1412919"/>
                  </a:lnTo>
                  <a:lnTo>
                    <a:pt x="2549191" y="1425196"/>
                  </a:lnTo>
                  <a:lnTo>
                    <a:pt x="2549859" y="1435240"/>
                  </a:lnTo>
                  <a:lnTo>
                    <a:pt x="2550527" y="1435240"/>
                  </a:lnTo>
                  <a:lnTo>
                    <a:pt x="2551195" y="1435240"/>
                  </a:lnTo>
                  <a:lnTo>
                    <a:pt x="2551863" y="1435240"/>
                  </a:lnTo>
                  <a:lnTo>
                    <a:pt x="2552531" y="1435240"/>
                  </a:lnTo>
                  <a:lnTo>
                    <a:pt x="2553200" y="1435240"/>
                  </a:lnTo>
                  <a:lnTo>
                    <a:pt x="2553868" y="1435240"/>
                  </a:lnTo>
                  <a:lnTo>
                    <a:pt x="2554536" y="1435240"/>
                  </a:lnTo>
                  <a:lnTo>
                    <a:pt x="2555204" y="1435240"/>
                  </a:lnTo>
                  <a:lnTo>
                    <a:pt x="2555872" y="1435240"/>
                  </a:lnTo>
                  <a:lnTo>
                    <a:pt x="2556540" y="1435240"/>
                  </a:lnTo>
                  <a:lnTo>
                    <a:pt x="2557208" y="1435240"/>
                  </a:lnTo>
                  <a:lnTo>
                    <a:pt x="2557876" y="1435289"/>
                  </a:lnTo>
                  <a:lnTo>
                    <a:pt x="2558544" y="1435289"/>
                  </a:lnTo>
                  <a:lnTo>
                    <a:pt x="2559212" y="1435289"/>
                  </a:lnTo>
                  <a:lnTo>
                    <a:pt x="2559880" y="1435289"/>
                  </a:lnTo>
                  <a:lnTo>
                    <a:pt x="2560548" y="1435289"/>
                  </a:lnTo>
                  <a:lnTo>
                    <a:pt x="2561216" y="1435289"/>
                  </a:lnTo>
                  <a:lnTo>
                    <a:pt x="2561884" y="1435289"/>
                  </a:lnTo>
                  <a:lnTo>
                    <a:pt x="2562552" y="1435289"/>
                  </a:lnTo>
                  <a:lnTo>
                    <a:pt x="2563220" y="1435289"/>
                  </a:lnTo>
                  <a:lnTo>
                    <a:pt x="2563888" y="1435289"/>
                  </a:lnTo>
                  <a:lnTo>
                    <a:pt x="2564556" y="1435289"/>
                  </a:lnTo>
                  <a:lnTo>
                    <a:pt x="2565224" y="1435289"/>
                  </a:lnTo>
                  <a:lnTo>
                    <a:pt x="2565892" y="1435289"/>
                  </a:lnTo>
                  <a:lnTo>
                    <a:pt x="2566560" y="1435289"/>
                  </a:lnTo>
                  <a:lnTo>
                    <a:pt x="2567228" y="1435289"/>
                  </a:lnTo>
                  <a:lnTo>
                    <a:pt x="2567896" y="1435289"/>
                  </a:lnTo>
                  <a:lnTo>
                    <a:pt x="2568564" y="1435289"/>
                  </a:lnTo>
                  <a:lnTo>
                    <a:pt x="2569232" y="1435289"/>
                  </a:lnTo>
                  <a:lnTo>
                    <a:pt x="2569900" y="1435289"/>
                  </a:lnTo>
                  <a:lnTo>
                    <a:pt x="2570568" y="1435289"/>
                  </a:lnTo>
                  <a:lnTo>
                    <a:pt x="2571236" y="1435289"/>
                  </a:lnTo>
                  <a:lnTo>
                    <a:pt x="2571904" y="1435289"/>
                  </a:lnTo>
                  <a:lnTo>
                    <a:pt x="2572572" y="1435289"/>
                  </a:lnTo>
                  <a:lnTo>
                    <a:pt x="2573240" y="1435289"/>
                  </a:lnTo>
                  <a:lnTo>
                    <a:pt x="2573908" y="1435289"/>
                  </a:lnTo>
                  <a:lnTo>
                    <a:pt x="2574576" y="1435289"/>
                  </a:lnTo>
                  <a:lnTo>
                    <a:pt x="2575244" y="1435289"/>
                  </a:lnTo>
                  <a:lnTo>
                    <a:pt x="2575912" y="1435289"/>
                  </a:lnTo>
                  <a:lnTo>
                    <a:pt x="2576580" y="1435289"/>
                  </a:lnTo>
                  <a:lnTo>
                    <a:pt x="2577249" y="1435240"/>
                  </a:lnTo>
                  <a:lnTo>
                    <a:pt x="2577917" y="1435240"/>
                  </a:lnTo>
                  <a:lnTo>
                    <a:pt x="2578585" y="1435240"/>
                  </a:lnTo>
                  <a:lnTo>
                    <a:pt x="2579253" y="1435240"/>
                  </a:lnTo>
                  <a:lnTo>
                    <a:pt x="2579921" y="1435240"/>
                  </a:lnTo>
                  <a:lnTo>
                    <a:pt x="2580589" y="1435240"/>
                  </a:lnTo>
                  <a:lnTo>
                    <a:pt x="2581257" y="1435240"/>
                  </a:lnTo>
                  <a:lnTo>
                    <a:pt x="2581925" y="1435240"/>
                  </a:lnTo>
                  <a:lnTo>
                    <a:pt x="2582593" y="1435240"/>
                  </a:lnTo>
                  <a:lnTo>
                    <a:pt x="2583261" y="1435240"/>
                  </a:lnTo>
                  <a:lnTo>
                    <a:pt x="2583929" y="1435240"/>
                  </a:lnTo>
                  <a:lnTo>
                    <a:pt x="2584597" y="1435240"/>
                  </a:lnTo>
                  <a:lnTo>
                    <a:pt x="2585265" y="1435240"/>
                  </a:lnTo>
                  <a:lnTo>
                    <a:pt x="2585933" y="1435240"/>
                  </a:lnTo>
                  <a:lnTo>
                    <a:pt x="2586601" y="1435240"/>
                  </a:lnTo>
                  <a:lnTo>
                    <a:pt x="2587269" y="1435240"/>
                  </a:lnTo>
                  <a:lnTo>
                    <a:pt x="2587937" y="1435240"/>
                  </a:lnTo>
                  <a:lnTo>
                    <a:pt x="2588605" y="1435240"/>
                  </a:lnTo>
                  <a:lnTo>
                    <a:pt x="2589273" y="1435240"/>
                  </a:lnTo>
                  <a:lnTo>
                    <a:pt x="2589941" y="1435240"/>
                  </a:lnTo>
                  <a:lnTo>
                    <a:pt x="2590609" y="1435240"/>
                  </a:lnTo>
                  <a:lnTo>
                    <a:pt x="2591277" y="1435240"/>
                  </a:lnTo>
                  <a:lnTo>
                    <a:pt x="2591945" y="1435240"/>
                  </a:lnTo>
                  <a:lnTo>
                    <a:pt x="2592613" y="1435240"/>
                  </a:lnTo>
                  <a:lnTo>
                    <a:pt x="2593281" y="1435240"/>
                  </a:lnTo>
                  <a:lnTo>
                    <a:pt x="2593949" y="1435240"/>
                  </a:lnTo>
                  <a:lnTo>
                    <a:pt x="2594617" y="1435240"/>
                  </a:lnTo>
                  <a:lnTo>
                    <a:pt x="2595285" y="1435240"/>
                  </a:lnTo>
                  <a:lnTo>
                    <a:pt x="2595953" y="1435240"/>
                  </a:lnTo>
                  <a:lnTo>
                    <a:pt x="2596621" y="1435240"/>
                  </a:lnTo>
                  <a:lnTo>
                    <a:pt x="2597289" y="1435240"/>
                  </a:lnTo>
                  <a:lnTo>
                    <a:pt x="2597957" y="1435240"/>
                  </a:lnTo>
                  <a:lnTo>
                    <a:pt x="2598625" y="1435240"/>
                  </a:lnTo>
                  <a:lnTo>
                    <a:pt x="2599293" y="1435240"/>
                  </a:lnTo>
                  <a:lnTo>
                    <a:pt x="2599961" y="1435240"/>
                  </a:lnTo>
                  <a:lnTo>
                    <a:pt x="2600629" y="1435240"/>
                  </a:lnTo>
                  <a:lnTo>
                    <a:pt x="2601297" y="1435240"/>
                  </a:lnTo>
                  <a:lnTo>
                    <a:pt x="2601966" y="1435240"/>
                  </a:lnTo>
                  <a:lnTo>
                    <a:pt x="2602634" y="1435240"/>
                  </a:lnTo>
                  <a:lnTo>
                    <a:pt x="2603302" y="1435240"/>
                  </a:lnTo>
                  <a:lnTo>
                    <a:pt x="2603970" y="1435240"/>
                  </a:lnTo>
                  <a:lnTo>
                    <a:pt x="2604638" y="1435240"/>
                  </a:lnTo>
                  <a:lnTo>
                    <a:pt x="2605306" y="1435240"/>
                  </a:lnTo>
                  <a:lnTo>
                    <a:pt x="2605974" y="1435240"/>
                  </a:lnTo>
                  <a:lnTo>
                    <a:pt x="2606642" y="1435240"/>
                  </a:lnTo>
                  <a:lnTo>
                    <a:pt x="2607310" y="1435240"/>
                  </a:lnTo>
                  <a:lnTo>
                    <a:pt x="2607978" y="1435240"/>
                  </a:lnTo>
                  <a:lnTo>
                    <a:pt x="2608646" y="1435240"/>
                  </a:lnTo>
                  <a:lnTo>
                    <a:pt x="2609314" y="1435240"/>
                  </a:lnTo>
                  <a:lnTo>
                    <a:pt x="2609982" y="1435240"/>
                  </a:lnTo>
                  <a:lnTo>
                    <a:pt x="2610650" y="1435240"/>
                  </a:lnTo>
                  <a:lnTo>
                    <a:pt x="2611318" y="1435240"/>
                  </a:lnTo>
                  <a:lnTo>
                    <a:pt x="2611986" y="1435240"/>
                  </a:lnTo>
                  <a:lnTo>
                    <a:pt x="2612654" y="1435240"/>
                  </a:lnTo>
                  <a:lnTo>
                    <a:pt x="2613322" y="1435240"/>
                  </a:lnTo>
                  <a:lnTo>
                    <a:pt x="2613990" y="1435240"/>
                  </a:lnTo>
                  <a:lnTo>
                    <a:pt x="2614658" y="1435240"/>
                  </a:lnTo>
                  <a:lnTo>
                    <a:pt x="2615326" y="1435240"/>
                  </a:lnTo>
                  <a:lnTo>
                    <a:pt x="2615994" y="1435240"/>
                  </a:lnTo>
                  <a:lnTo>
                    <a:pt x="2616662" y="1435240"/>
                  </a:lnTo>
                  <a:lnTo>
                    <a:pt x="2617330" y="1435240"/>
                  </a:lnTo>
                  <a:lnTo>
                    <a:pt x="2617998" y="1435240"/>
                  </a:lnTo>
                  <a:lnTo>
                    <a:pt x="2618666" y="1435240"/>
                  </a:lnTo>
                  <a:lnTo>
                    <a:pt x="2619334" y="1435240"/>
                  </a:lnTo>
                  <a:lnTo>
                    <a:pt x="2620002" y="1435240"/>
                  </a:lnTo>
                  <a:lnTo>
                    <a:pt x="2620670" y="1435240"/>
                  </a:lnTo>
                  <a:lnTo>
                    <a:pt x="2621338" y="1435240"/>
                  </a:lnTo>
                  <a:lnTo>
                    <a:pt x="2622006" y="1435240"/>
                  </a:lnTo>
                  <a:lnTo>
                    <a:pt x="2622674" y="1435289"/>
                  </a:lnTo>
                  <a:lnTo>
                    <a:pt x="2623342" y="1435289"/>
                  </a:lnTo>
                  <a:lnTo>
                    <a:pt x="2624010" y="1435289"/>
                  </a:lnTo>
                  <a:lnTo>
                    <a:pt x="2624678" y="1435289"/>
                  </a:lnTo>
                  <a:lnTo>
                    <a:pt x="2625346" y="1435289"/>
                  </a:lnTo>
                  <a:lnTo>
                    <a:pt x="2626014" y="1435289"/>
                  </a:lnTo>
                  <a:lnTo>
                    <a:pt x="2626683" y="1435289"/>
                  </a:lnTo>
                  <a:lnTo>
                    <a:pt x="2627351" y="1435289"/>
                  </a:lnTo>
                  <a:lnTo>
                    <a:pt x="2628019" y="1435289"/>
                  </a:lnTo>
                  <a:lnTo>
                    <a:pt x="2628687" y="1435289"/>
                  </a:lnTo>
                  <a:lnTo>
                    <a:pt x="2629355" y="1435289"/>
                  </a:lnTo>
                  <a:lnTo>
                    <a:pt x="2630023" y="1435289"/>
                  </a:lnTo>
                  <a:lnTo>
                    <a:pt x="2630691" y="1435289"/>
                  </a:lnTo>
                  <a:lnTo>
                    <a:pt x="2631359" y="1435289"/>
                  </a:lnTo>
                  <a:lnTo>
                    <a:pt x="2632027" y="1435289"/>
                  </a:lnTo>
                  <a:lnTo>
                    <a:pt x="2632695" y="1435289"/>
                  </a:lnTo>
                  <a:lnTo>
                    <a:pt x="2633363" y="1435289"/>
                  </a:lnTo>
                  <a:lnTo>
                    <a:pt x="2634031" y="1435289"/>
                  </a:lnTo>
                  <a:lnTo>
                    <a:pt x="2634699" y="1435289"/>
                  </a:lnTo>
                  <a:lnTo>
                    <a:pt x="2635367" y="1435289"/>
                  </a:lnTo>
                  <a:lnTo>
                    <a:pt x="2636035" y="1435289"/>
                  </a:lnTo>
                  <a:lnTo>
                    <a:pt x="2636703" y="1435289"/>
                  </a:lnTo>
                  <a:lnTo>
                    <a:pt x="2637371" y="1435240"/>
                  </a:lnTo>
                  <a:lnTo>
                    <a:pt x="2638039" y="1435240"/>
                  </a:lnTo>
                  <a:lnTo>
                    <a:pt x="2638707" y="1435240"/>
                  </a:lnTo>
                  <a:lnTo>
                    <a:pt x="2639375" y="1435240"/>
                  </a:lnTo>
                  <a:lnTo>
                    <a:pt x="2640043" y="1417383"/>
                  </a:lnTo>
                  <a:lnTo>
                    <a:pt x="2640711" y="1412919"/>
                  </a:lnTo>
                  <a:lnTo>
                    <a:pt x="2641379" y="1395062"/>
                  </a:lnTo>
                  <a:lnTo>
                    <a:pt x="2642047" y="1416621"/>
                  </a:lnTo>
                  <a:lnTo>
                    <a:pt x="2642715" y="1416621"/>
                  </a:lnTo>
                  <a:lnTo>
                    <a:pt x="2643383" y="1435289"/>
                  </a:lnTo>
                  <a:lnTo>
                    <a:pt x="2644051" y="1435289"/>
                  </a:lnTo>
                  <a:lnTo>
                    <a:pt x="2644719" y="1435289"/>
                  </a:lnTo>
                  <a:lnTo>
                    <a:pt x="2645387" y="1435289"/>
                  </a:lnTo>
                  <a:lnTo>
                    <a:pt x="2646055" y="1435289"/>
                  </a:lnTo>
                  <a:lnTo>
                    <a:pt x="2646723" y="1435289"/>
                  </a:lnTo>
                  <a:lnTo>
                    <a:pt x="2647391" y="1435289"/>
                  </a:lnTo>
                  <a:lnTo>
                    <a:pt x="2648059" y="1435289"/>
                  </a:lnTo>
                  <a:lnTo>
                    <a:pt x="2648727" y="1435289"/>
                  </a:lnTo>
                  <a:lnTo>
                    <a:pt x="2649395" y="1435289"/>
                  </a:lnTo>
                  <a:lnTo>
                    <a:pt x="2650063" y="1435289"/>
                  </a:lnTo>
                  <a:lnTo>
                    <a:pt x="2650732" y="1435289"/>
                  </a:lnTo>
                  <a:lnTo>
                    <a:pt x="2651400" y="1435289"/>
                  </a:lnTo>
                  <a:lnTo>
                    <a:pt x="2652068" y="1435289"/>
                  </a:lnTo>
                  <a:lnTo>
                    <a:pt x="2652736" y="1435289"/>
                  </a:lnTo>
                  <a:lnTo>
                    <a:pt x="2653404" y="1435289"/>
                  </a:lnTo>
                  <a:lnTo>
                    <a:pt x="2654072" y="1435289"/>
                  </a:lnTo>
                  <a:lnTo>
                    <a:pt x="2654740" y="1435240"/>
                  </a:lnTo>
                  <a:lnTo>
                    <a:pt x="2655408" y="1435240"/>
                  </a:lnTo>
                  <a:lnTo>
                    <a:pt x="2656076" y="1435240"/>
                  </a:lnTo>
                  <a:lnTo>
                    <a:pt x="2656744" y="1435240"/>
                  </a:lnTo>
                  <a:lnTo>
                    <a:pt x="2657412" y="1435240"/>
                  </a:lnTo>
                  <a:lnTo>
                    <a:pt x="2658080" y="1435240"/>
                  </a:lnTo>
                  <a:lnTo>
                    <a:pt x="2658748" y="1435240"/>
                  </a:lnTo>
                  <a:lnTo>
                    <a:pt x="2659416" y="1435240"/>
                  </a:lnTo>
                  <a:lnTo>
                    <a:pt x="2660084" y="1435240"/>
                  </a:lnTo>
                  <a:lnTo>
                    <a:pt x="2660752" y="1435240"/>
                  </a:lnTo>
                  <a:lnTo>
                    <a:pt x="2661420" y="1435240"/>
                  </a:lnTo>
                  <a:lnTo>
                    <a:pt x="2662088" y="1435240"/>
                  </a:lnTo>
                  <a:lnTo>
                    <a:pt x="2662756" y="1418499"/>
                  </a:lnTo>
                  <a:lnTo>
                    <a:pt x="2663424" y="1412919"/>
                  </a:lnTo>
                  <a:lnTo>
                    <a:pt x="2664092" y="1433484"/>
                  </a:lnTo>
                  <a:lnTo>
                    <a:pt x="2664760" y="1435289"/>
                  </a:lnTo>
                  <a:lnTo>
                    <a:pt x="2665428" y="1435289"/>
                  </a:lnTo>
                  <a:lnTo>
                    <a:pt x="2666096" y="1417575"/>
                  </a:lnTo>
                  <a:lnTo>
                    <a:pt x="2666764" y="1422655"/>
                  </a:lnTo>
                  <a:lnTo>
                    <a:pt x="2667432" y="1422655"/>
                  </a:lnTo>
                  <a:lnTo>
                    <a:pt x="2668100" y="1422655"/>
                  </a:lnTo>
                  <a:lnTo>
                    <a:pt x="2668768" y="1422655"/>
                  </a:lnTo>
                  <a:lnTo>
                    <a:pt x="2669436" y="1422655"/>
                  </a:lnTo>
                  <a:lnTo>
                    <a:pt x="2670104" y="1422655"/>
                  </a:lnTo>
                  <a:lnTo>
                    <a:pt x="2670772" y="1422655"/>
                  </a:lnTo>
                  <a:lnTo>
                    <a:pt x="2671440" y="1422655"/>
                  </a:lnTo>
                  <a:lnTo>
                    <a:pt x="2672108" y="1422655"/>
                  </a:lnTo>
                  <a:lnTo>
                    <a:pt x="2672776" y="1435289"/>
                  </a:lnTo>
                  <a:lnTo>
                    <a:pt x="2673444" y="1435289"/>
                  </a:lnTo>
                  <a:lnTo>
                    <a:pt x="2674112" y="1435289"/>
                  </a:lnTo>
                  <a:lnTo>
                    <a:pt x="2674780" y="1435289"/>
                  </a:lnTo>
                  <a:lnTo>
                    <a:pt x="2675449" y="1435289"/>
                  </a:lnTo>
                  <a:lnTo>
                    <a:pt x="2676117" y="1435289"/>
                  </a:lnTo>
                  <a:lnTo>
                    <a:pt x="2676785" y="1435240"/>
                  </a:lnTo>
                  <a:lnTo>
                    <a:pt x="2677453" y="1435240"/>
                  </a:lnTo>
                  <a:lnTo>
                    <a:pt x="2678121" y="1435240"/>
                  </a:lnTo>
                  <a:lnTo>
                    <a:pt x="2678789" y="1435240"/>
                  </a:lnTo>
                  <a:lnTo>
                    <a:pt x="2679457" y="1435240"/>
                  </a:lnTo>
                  <a:lnTo>
                    <a:pt x="2680125" y="1435240"/>
                  </a:lnTo>
                  <a:lnTo>
                    <a:pt x="2680793" y="1435240"/>
                  </a:lnTo>
                  <a:lnTo>
                    <a:pt x="2681461" y="1435240"/>
                  </a:lnTo>
                  <a:lnTo>
                    <a:pt x="2682129" y="1435240"/>
                  </a:lnTo>
                  <a:lnTo>
                    <a:pt x="2682797" y="1435240"/>
                  </a:lnTo>
                  <a:lnTo>
                    <a:pt x="2683465" y="1435240"/>
                  </a:lnTo>
                  <a:lnTo>
                    <a:pt x="2684133" y="1435240"/>
                  </a:lnTo>
                  <a:lnTo>
                    <a:pt x="2684801" y="1435240"/>
                  </a:lnTo>
                  <a:lnTo>
                    <a:pt x="2685469" y="1435240"/>
                  </a:lnTo>
                  <a:lnTo>
                    <a:pt x="2686137" y="1435240"/>
                  </a:lnTo>
                  <a:lnTo>
                    <a:pt x="2686805" y="1435240"/>
                  </a:lnTo>
                  <a:lnTo>
                    <a:pt x="2687473" y="1435240"/>
                  </a:lnTo>
                  <a:lnTo>
                    <a:pt x="2688141" y="1435240"/>
                  </a:lnTo>
                  <a:lnTo>
                    <a:pt x="2688809" y="1435240"/>
                  </a:lnTo>
                  <a:lnTo>
                    <a:pt x="2689477" y="1435240"/>
                  </a:lnTo>
                  <a:lnTo>
                    <a:pt x="2690145" y="1435240"/>
                  </a:lnTo>
                  <a:lnTo>
                    <a:pt x="2690813" y="1435240"/>
                  </a:lnTo>
                  <a:lnTo>
                    <a:pt x="2691481" y="1435240"/>
                  </a:lnTo>
                  <a:lnTo>
                    <a:pt x="2692149" y="1435240"/>
                  </a:lnTo>
                  <a:lnTo>
                    <a:pt x="2692817" y="1435240"/>
                  </a:lnTo>
                  <a:lnTo>
                    <a:pt x="2693485" y="1435240"/>
                  </a:lnTo>
                  <a:lnTo>
                    <a:pt x="2694153" y="1435240"/>
                  </a:lnTo>
                  <a:lnTo>
                    <a:pt x="2694821" y="1435240"/>
                  </a:lnTo>
                  <a:lnTo>
                    <a:pt x="2695489" y="1435240"/>
                  </a:lnTo>
                  <a:lnTo>
                    <a:pt x="2696157" y="1435240"/>
                  </a:lnTo>
                  <a:lnTo>
                    <a:pt x="2696825" y="1435240"/>
                  </a:lnTo>
                  <a:lnTo>
                    <a:pt x="2697493" y="1435240"/>
                  </a:lnTo>
                  <a:lnTo>
                    <a:pt x="2698161" y="1435240"/>
                  </a:lnTo>
                  <a:lnTo>
                    <a:pt x="2698829" y="1435240"/>
                  </a:lnTo>
                  <a:lnTo>
                    <a:pt x="2699497" y="1435240"/>
                  </a:lnTo>
                  <a:lnTo>
                    <a:pt x="2700166" y="1435240"/>
                  </a:lnTo>
                  <a:lnTo>
                    <a:pt x="2700834" y="1435240"/>
                  </a:lnTo>
                  <a:lnTo>
                    <a:pt x="2701502" y="1435240"/>
                  </a:lnTo>
                  <a:lnTo>
                    <a:pt x="2702170" y="1435240"/>
                  </a:lnTo>
                  <a:lnTo>
                    <a:pt x="2702838" y="1435240"/>
                  </a:lnTo>
                  <a:lnTo>
                    <a:pt x="2703506" y="1435240"/>
                  </a:lnTo>
                  <a:lnTo>
                    <a:pt x="2704174" y="1435240"/>
                  </a:lnTo>
                  <a:lnTo>
                    <a:pt x="2704842" y="1435240"/>
                  </a:lnTo>
                  <a:lnTo>
                    <a:pt x="2705510" y="1435240"/>
                  </a:lnTo>
                  <a:lnTo>
                    <a:pt x="2706178" y="1435240"/>
                  </a:lnTo>
                  <a:lnTo>
                    <a:pt x="2706846" y="1435240"/>
                  </a:lnTo>
                  <a:lnTo>
                    <a:pt x="2707514" y="1435240"/>
                  </a:lnTo>
                  <a:lnTo>
                    <a:pt x="2708182" y="1435240"/>
                  </a:lnTo>
                  <a:lnTo>
                    <a:pt x="2708850" y="1435289"/>
                  </a:lnTo>
                  <a:lnTo>
                    <a:pt x="2709518" y="1435289"/>
                  </a:lnTo>
                  <a:lnTo>
                    <a:pt x="2710186" y="1435289"/>
                  </a:lnTo>
                  <a:lnTo>
                    <a:pt x="2710854" y="1435289"/>
                  </a:lnTo>
                  <a:lnTo>
                    <a:pt x="2711522" y="1435289"/>
                  </a:lnTo>
                  <a:lnTo>
                    <a:pt x="2712190" y="1435289"/>
                  </a:lnTo>
                  <a:lnTo>
                    <a:pt x="2712858" y="1435289"/>
                  </a:lnTo>
                  <a:lnTo>
                    <a:pt x="2713526" y="1435289"/>
                  </a:lnTo>
                  <a:lnTo>
                    <a:pt x="2714194" y="1435289"/>
                  </a:lnTo>
                  <a:lnTo>
                    <a:pt x="2714862" y="1435289"/>
                  </a:lnTo>
                  <a:lnTo>
                    <a:pt x="2715530" y="1435289"/>
                  </a:lnTo>
                  <a:lnTo>
                    <a:pt x="2716198" y="1435289"/>
                  </a:lnTo>
                  <a:lnTo>
                    <a:pt x="2716866" y="1435289"/>
                  </a:lnTo>
                  <a:lnTo>
                    <a:pt x="2717534" y="1435289"/>
                  </a:lnTo>
                  <a:lnTo>
                    <a:pt x="2718202" y="1435289"/>
                  </a:lnTo>
                  <a:lnTo>
                    <a:pt x="2718870" y="1435289"/>
                  </a:lnTo>
                  <a:lnTo>
                    <a:pt x="2719538" y="1435289"/>
                  </a:lnTo>
                  <a:lnTo>
                    <a:pt x="2720206" y="1435289"/>
                  </a:lnTo>
                  <a:lnTo>
                    <a:pt x="2720874" y="1410687"/>
                  </a:lnTo>
                  <a:lnTo>
                    <a:pt x="2721542" y="1390598"/>
                  </a:lnTo>
                  <a:lnTo>
                    <a:pt x="2722210" y="1390598"/>
                  </a:lnTo>
                  <a:lnTo>
                    <a:pt x="2722878" y="1390598"/>
                  </a:lnTo>
                  <a:lnTo>
                    <a:pt x="2723546" y="1390598"/>
                  </a:lnTo>
                  <a:lnTo>
                    <a:pt x="2724214" y="1390598"/>
                  </a:lnTo>
                  <a:lnTo>
                    <a:pt x="2724883" y="1377205"/>
                  </a:lnTo>
                  <a:lnTo>
                    <a:pt x="2725551" y="1368277"/>
                  </a:lnTo>
                  <a:lnTo>
                    <a:pt x="2726219" y="1368277"/>
                  </a:lnTo>
                  <a:lnTo>
                    <a:pt x="2726887" y="1368277"/>
                  </a:lnTo>
                  <a:lnTo>
                    <a:pt x="2727555" y="1368277"/>
                  </a:lnTo>
                  <a:lnTo>
                    <a:pt x="2728223" y="1368277"/>
                  </a:lnTo>
                  <a:lnTo>
                    <a:pt x="2728891" y="1394718"/>
                  </a:lnTo>
                  <a:lnTo>
                    <a:pt x="2729559" y="1390879"/>
                  </a:lnTo>
                  <a:lnTo>
                    <a:pt x="2730227" y="1383252"/>
                  </a:lnTo>
                  <a:lnTo>
                    <a:pt x="2730895" y="1406172"/>
                  </a:lnTo>
                  <a:lnTo>
                    <a:pt x="2731563" y="1435289"/>
                  </a:lnTo>
                  <a:lnTo>
                    <a:pt x="2732231" y="1435289"/>
                  </a:lnTo>
                  <a:lnTo>
                    <a:pt x="2732899" y="1435289"/>
                  </a:lnTo>
                  <a:lnTo>
                    <a:pt x="2733567" y="1435289"/>
                  </a:lnTo>
                  <a:lnTo>
                    <a:pt x="2734235" y="1435289"/>
                  </a:lnTo>
                  <a:lnTo>
                    <a:pt x="2734903" y="1435289"/>
                  </a:lnTo>
                  <a:lnTo>
                    <a:pt x="2735571" y="1435289"/>
                  </a:lnTo>
                  <a:lnTo>
                    <a:pt x="2736239" y="1435289"/>
                  </a:lnTo>
                  <a:lnTo>
                    <a:pt x="2736907" y="1435289"/>
                  </a:lnTo>
                  <a:lnTo>
                    <a:pt x="2737575" y="1435289"/>
                  </a:lnTo>
                  <a:lnTo>
                    <a:pt x="2738243" y="1435289"/>
                  </a:lnTo>
                  <a:lnTo>
                    <a:pt x="2738911" y="1435289"/>
                  </a:lnTo>
                  <a:lnTo>
                    <a:pt x="2739579" y="1435289"/>
                  </a:lnTo>
                  <a:lnTo>
                    <a:pt x="2740247" y="1435289"/>
                  </a:lnTo>
                  <a:lnTo>
                    <a:pt x="2740915" y="1435289"/>
                  </a:lnTo>
                  <a:lnTo>
                    <a:pt x="2741583" y="1435289"/>
                  </a:lnTo>
                  <a:lnTo>
                    <a:pt x="2742251" y="1435289"/>
                  </a:lnTo>
                  <a:lnTo>
                    <a:pt x="2742919" y="1435289"/>
                  </a:lnTo>
                  <a:lnTo>
                    <a:pt x="2743587" y="1435240"/>
                  </a:lnTo>
                  <a:lnTo>
                    <a:pt x="2744255" y="1435240"/>
                  </a:lnTo>
                  <a:lnTo>
                    <a:pt x="2744923" y="1435240"/>
                  </a:lnTo>
                  <a:lnTo>
                    <a:pt x="2745591" y="1435240"/>
                  </a:lnTo>
                  <a:lnTo>
                    <a:pt x="2746259" y="1430776"/>
                  </a:lnTo>
                  <a:lnTo>
                    <a:pt x="2746927" y="1412919"/>
                  </a:lnTo>
                  <a:lnTo>
                    <a:pt x="2747595" y="1412919"/>
                  </a:lnTo>
                  <a:lnTo>
                    <a:pt x="2748263" y="1382786"/>
                  </a:lnTo>
                  <a:lnTo>
                    <a:pt x="2748932" y="1362697"/>
                  </a:lnTo>
                  <a:lnTo>
                    <a:pt x="2749600" y="1345956"/>
                  </a:lnTo>
                  <a:lnTo>
                    <a:pt x="2750268" y="1345956"/>
                  </a:lnTo>
                  <a:lnTo>
                    <a:pt x="2750936" y="1345956"/>
                  </a:lnTo>
                  <a:lnTo>
                    <a:pt x="2751604" y="1332563"/>
                  </a:lnTo>
                  <a:lnTo>
                    <a:pt x="2752272" y="1323635"/>
                  </a:lnTo>
                  <a:lnTo>
                    <a:pt x="2752940" y="1323635"/>
                  </a:lnTo>
                  <a:lnTo>
                    <a:pt x="2753608" y="1323635"/>
                  </a:lnTo>
                  <a:lnTo>
                    <a:pt x="2754276" y="1323635"/>
                  </a:lnTo>
                  <a:lnTo>
                    <a:pt x="2754944" y="1323635"/>
                  </a:lnTo>
                  <a:lnTo>
                    <a:pt x="2755612" y="1323635"/>
                  </a:lnTo>
                  <a:lnTo>
                    <a:pt x="2756280" y="1328099"/>
                  </a:lnTo>
                  <a:lnTo>
                    <a:pt x="2756948" y="1337028"/>
                  </a:lnTo>
                  <a:lnTo>
                    <a:pt x="2757616" y="1323635"/>
                  </a:lnTo>
                  <a:lnTo>
                    <a:pt x="2758284" y="1353768"/>
                  </a:lnTo>
                  <a:lnTo>
                    <a:pt x="2758952" y="1373857"/>
                  </a:lnTo>
                  <a:lnTo>
                    <a:pt x="2759620" y="1390598"/>
                  </a:lnTo>
                  <a:lnTo>
                    <a:pt x="2760288" y="1390598"/>
                  </a:lnTo>
                  <a:lnTo>
                    <a:pt x="2760956" y="1390598"/>
                  </a:lnTo>
                  <a:lnTo>
                    <a:pt x="2761624" y="1403991"/>
                  </a:lnTo>
                  <a:lnTo>
                    <a:pt x="2762292" y="1412919"/>
                  </a:lnTo>
                  <a:lnTo>
                    <a:pt x="2762960" y="1412919"/>
                  </a:lnTo>
                  <a:lnTo>
                    <a:pt x="2763628" y="1412919"/>
                  </a:lnTo>
                  <a:lnTo>
                    <a:pt x="2764296" y="1412919"/>
                  </a:lnTo>
                  <a:lnTo>
                    <a:pt x="2764964" y="1412919"/>
                  </a:lnTo>
                  <a:lnTo>
                    <a:pt x="2765632" y="1412919"/>
                  </a:lnTo>
                  <a:lnTo>
                    <a:pt x="2766300" y="1412919"/>
                  </a:lnTo>
                  <a:lnTo>
                    <a:pt x="2766968" y="1421847"/>
                  </a:lnTo>
                  <a:lnTo>
                    <a:pt x="2767636" y="1435240"/>
                  </a:lnTo>
                  <a:lnTo>
                    <a:pt x="2768304" y="1435240"/>
                  </a:lnTo>
                  <a:lnTo>
                    <a:pt x="2768972" y="1435240"/>
                  </a:lnTo>
                  <a:lnTo>
                    <a:pt x="2769640" y="1435240"/>
                  </a:lnTo>
                  <a:lnTo>
                    <a:pt x="2770308" y="1435240"/>
                  </a:lnTo>
                  <a:lnTo>
                    <a:pt x="2770976" y="1435240"/>
                  </a:lnTo>
                  <a:lnTo>
                    <a:pt x="2771644" y="1435240"/>
                  </a:lnTo>
                  <a:lnTo>
                    <a:pt x="2772312" y="1435240"/>
                  </a:lnTo>
                  <a:lnTo>
                    <a:pt x="2772980" y="1435289"/>
                  </a:lnTo>
                  <a:lnTo>
                    <a:pt x="2773649" y="1435289"/>
                  </a:lnTo>
                  <a:lnTo>
                    <a:pt x="2774317" y="1435289"/>
                  </a:lnTo>
                  <a:lnTo>
                    <a:pt x="2774985" y="1435289"/>
                  </a:lnTo>
                  <a:lnTo>
                    <a:pt x="2775653" y="1435289"/>
                  </a:lnTo>
                  <a:lnTo>
                    <a:pt x="2776321" y="1435289"/>
                  </a:lnTo>
                  <a:lnTo>
                    <a:pt x="2776989" y="1435289"/>
                  </a:lnTo>
                  <a:lnTo>
                    <a:pt x="2777657" y="1435289"/>
                  </a:lnTo>
                  <a:lnTo>
                    <a:pt x="2778325" y="1435289"/>
                  </a:lnTo>
                  <a:lnTo>
                    <a:pt x="2778993" y="1435289"/>
                  </a:lnTo>
                  <a:lnTo>
                    <a:pt x="2779661" y="1435289"/>
                  </a:lnTo>
                  <a:lnTo>
                    <a:pt x="2780329" y="1435289"/>
                  </a:lnTo>
                  <a:lnTo>
                    <a:pt x="2780997" y="1435289"/>
                  </a:lnTo>
                  <a:lnTo>
                    <a:pt x="2781665" y="1427673"/>
                  </a:lnTo>
                  <a:lnTo>
                    <a:pt x="2782333" y="1420004"/>
                  </a:lnTo>
                  <a:lnTo>
                    <a:pt x="2783001" y="1417476"/>
                  </a:lnTo>
                  <a:lnTo>
                    <a:pt x="2783669" y="1417476"/>
                  </a:lnTo>
                  <a:lnTo>
                    <a:pt x="2784337" y="1408226"/>
                  </a:lnTo>
                  <a:lnTo>
                    <a:pt x="2785005" y="1408226"/>
                  </a:lnTo>
                  <a:lnTo>
                    <a:pt x="2785673" y="1408226"/>
                  </a:lnTo>
                  <a:lnTo>
                    <a:pt x="2786341" y="1408226"/>
                  </a:lnTo>
                  <a:lnTo>
                    <a:pt x="2787009" y="1408226"/>
                  </a:lnTo>
                  <a:lnTo>
                    <a:pt x="2787677" y="1408226"/>
                  </a:lnTo>
                  <a:lnTo>
                    <a:pt x="2788345" y="1408226"/>
                  </a:lnTo>
                  <a:lnTo>
                    <a:pt x="2789013" y="1397010"/>
                  </a:lnTo>
                  <a:lnTo>
                    <a:pt x="2789681" y="1405936"/>
                  </a:lnTo>
                  <a:lnTo>
                    <a:pt x="2790349" y="1430385"/>
                  </a:lnTo>
                  <a:lnTo>
                    <a:pt x="2791017" y="1435289"/>
                  </a:lnTo>
                  <a:lnTo>
                    <a:pt x="2791685" y="1435289"/>
                  </a:lnTo>
                  <a:lnTo>
                    <a:pt x="2792353" y="1435289"/>
                  </a:lnTo>
                  <a:lnTo>
                    <a:pt x="2793021" y="1435289"/>
                  </a:lnTo>
                  <a:lnTo>
                    <a:pt x="2793689" y="1435289"/>
                  </a:lnTo>
                  <a:lnTo>
                    <a:pt x="2794357" y="1435289"/>
                  </a:lnTo>
                  <a:lnTo>
                    <a:pt x="2795025" y="1435289"/>
                  </a:lnTo>
                  <a:lnTo>
                    <a:pt x="2795693" y="1435289"/>
                  </a:lnTo>
                  <a:lnTo>
                    <a:pt x="2796361" y="1435289"/>
                  </a:lnTo>
                  <a:lnTo>
                    <a:pt x="2797029" y="1435289"/>
                  </a:lnTo>
                  <a:lnTo>
                    <a:pt x="2797697" y="1435289"/>
                  </a:lnTo>
                  <a:lnTo>
                    <a:pt x="2798366" y="1435289"/>
                  </a:lnTo>
                  <a:lnTo>
                    <a:pt x="2799034" y="1435289"/>
                  </a:lnTo>
                  <a:lnTo>
                    <a:pt x="2799702" y="1435289"/>
                  </a:lnTo>
                  <a:lnTo>
                    <a:pt x="2800370" y="1432727"/>
                  </a:lnTo>
                  <a:lnTo>
                    <a:pt x="2801038" y="1422655"/>
                  </a:lnTo>
                  <a:lnTo>
                    <a:pt x="2801706" y="1422655"/>
                  </a:lnTo>
                  <a:lnTo>
                    <a:pt x="2802374" y="1422655"/>
                  </a:lnTo>
                  <a:lnTo>
                    <a:pt x="2803042" y="1422655"/>
                  </a:lnTo>
                  <a:lnTo>
                    <a:pt x="2803710" y="1428149"/>
                  </a:lnTo>
                  <a:lnTo>
                    <a:pt x="2804378" y="1435289"/>
                  </a:lnTo>
                  <a:lnTo>
                    <a:pt x="2805046" y="1435289"/>
                  </a:lnTo>
                  <a:lnTo>
                    <a:pt x="2805714" y="1435289"/>
                  </a:lnTo>
                  <a:lnTo>
                    <a:pt x="2806382" y="1435289"/>
                  </a:lnTo>
                  <a:lnTo>
                    <a:pt x="2807050" y="1435289"/>
                  </a:lnTo>
                  <a:lnTo>
                    <a:pt x="2807718" y="1434198"/>
                  </a:lnTo>
                  <a:lnTo>
                    <a:pt x="2808386" y="1412919"/>
                  </a:lnTo>
                  <a:lnTo>
                    <a:pt x="2809054" y="1412919"/>
                  </a:lnTo>
                  <a:lnTo>
                    <a:pt x="2809722" y="1412919"/>
                  </a:lnTo>
                  <a:lnTo>
                    <a:pt x="2810390" y="1422963"/>
                  </a:lnTo>
                  <a:lnTo>
                    <a:pt x="2811058" y="1435240"/>
                  </a:lnTo>
                  <a:lnTo>
                    <a:pt x="2811726" y="1435240"/>
                  </a:lnTo>
                  <a:lnTo>
                    <a:pt x="2812394" y="1435240"/>
                  </a:lnTo>
                  <a:lnTo>
                    <a:pt x="2813062" y="1435240"/>
                  </a:lnTo>
                  <a:lnTo>
                    <a:pt x="2813730" y="1435240"/>
                  </a:lnTo>
                  <a:lnTo>
                    <a:pt x="2814398" y="1435240"/>
                  </a:lnTo>
                  <a:lnTo>
                    <a:pt x="2815066" y="1435240"/>
                  </a:lnTo>
                  <a:lnTo>
                    <a:pt x="2815734" y="1435240"/>
                  </a:lnTo>
                  <a:lnTo>
                    <a:pt x="2816402" y="1435240"/>
                  </a:lnTo>
                  <a:lnTo>
                    <a:pt x="2817070" y="1435240"/>
                  </a:lnTo>
                  <a:lnTo>
                    <a:pt x="2817738" y="1435240"/>
                  </a:lnTo>
                  <a:lnTo>
                    <a:pt x="2818406" y="1435240"/>
                  </a:lnTo>
                  <a:lnTo>
                    <a:pt x="2819074" y="1435240"/>
                  </a:lnTo>
                  <a:lnTo>
                    <a:pt x="2819742" y="1435240"/>
                  </a:lnTo>
                  <a:lnTo>
                    <a:pt x="2820410" y="1424080"/>
                  </a:lnTo>
                  <a:lnTo>
                    <a:pt x="2821078" y="1412919"/>
                  </a:lnTo>
                  <a:lnTo>
                    <a:pt x="2821746" y="1412919"/>
                  </a:lnTo>
                  <a:lnTo>
                    <a:pt x="2822414" y="1412919"/>
                  </a:lnTo>
                  <a:lnTo>
                    <a:pt x="2823083" y="1412919"/>
                  </a:lnTo>
                  <a:lnTo>
                    <a:pt x="2823751" y="1412919"/>
                  </a:lnTo>
                  <a:lnTo>
                    <a:pt x="2824419" y="1412919"/>
                  </a:lnTo>
                  <a:lnTo>
                    <a:pt x="2825087" y="1412919"/>
                  </a:lnTo>
                  <a:lnTo>
                    <a:pt x="2825755" y="1397294"/>
                  </a:lnTo>
                  <a:lnTo>
                    <a:pt x="2826423" y="1390598"/>
                  </a:lnTo>
                  <a:lnTo>
                    <a:pt x="2827091" y="1390598"/>
                  </a:lnTo>
                  <a:lnTo>
                    <a:pt x="2827759" y="1390598"/>
                  </a:lnTo>
                  <a:lnTo>
                    <a:pt x="2828427" y="1390598"/>
                  </a:lnTo>
                  <a:lnTo>
                    <a:pt x="2829095" y="1390598"/>
                  </a:lnTo>
                  <a:lnTo>
                    <a:pt x="2829763" y="1390598"/>
                  </a:lnTo>
                  <a:lnTo>
                    <a:pt x="2830431" y="1401759"/>
                  </a:lnTo>
                  <a:lnTo>
                    <a:pt x="2831099" y="1412919"/>
                  </a:lnTo>
                  <a:lnTo>
                    <a:pt x="2831767" y="1412919"/>
                  </a:lnTo>
                  <a:lnTo>
                    <a:pt x="2832435" y="1412919"/>
                  </a:lnTo>
                  <a:lnTo>
                    <a:pt x="2833103" y="1412919"/>
                  </a:lnTo>
                  <a:lnTo>
                    <a:pt x="2833771" y="1412919"/>
                  </a:lnTo>
                  <a:lnTo>
                    <a:pt x="2834439" y="1412919"/>
                  </a:lnTo>
                  <a:lnTo>
                    <a:pt x="2835107" y="1412919"/>
                  </a:lnTo>
                  <a:lnTo>
                    <a:pt x="2835775" y="1428544"/>
                  </a:lnTo>
                  <a:lnTo>
                    <a:pt x="2836443" y="1435240"/>
                  </a:lnTo>
                  <a:lnTo>
                    <a:pt x="2837111" y="1435240"/>
                  </a:lnTo>
                  <a:lnTo>
                    <a:pt x="2837779" y="1435240"/>
                  </a:lnTo>
                  <a:lnTo>
                    <a:pt x="2838447" y="1433008"/>
                  </a:lnTo>
                  <a:lnTo>
                    <a:pt x="2839115" y="1412919"/>
                  </a:lnTo>
                  <a:lnTo>
                    <a:pt x="2839783" y="1412919"/>
                  </a:lnTo>
                  <a:lnTo>
                    <a:pt x="2840451" y="1400643"/>
                  </a:lnTo>
                  <a:lnTo>
                    <a:pt x="2841119" y="1390598"/>
                  </a:lnTo>
                  <a:lnTo>
                    <a:pt x="2841787" y="1390598"/>
                  </a:lnTo>
                  <a:lnTo>
                    <a:pt x="2842455" y="1390598"/>
                  </a:lnTo>
                  <a:lnTo>
                    <a:pt x="2843123" y="1390598"/>
                  </a:lnTo>
                  <a:lnTo>
                    <a:pt x="2843791" y="1390598"/>
                  </a:lnTo>
                  <a:lnTo>
                    <a:pt x="2844459" y="1390598"/>
                  </a:lnTo>
                  <a:lnTo>
                    <a:pt x="2845127" y="1390598"/>
                  </a:lnTo>
                  <a:lnTo>
                    <a:pt x="2845795" y="1413174"/>
                  </a:lnTo>
                  <a:lnTo>
                    <a:pt x="2846463" y="1416621"/>
                  </a:lnTo>
                  <a:lnTo>
                    <a:pt x="2847132" y="1421094"/>
                  </a:lnTo>
                  <a:lnTo>
                    <a:pt x="2847800" y="1416245"/>
                  </a:lnTo>
                  <a:lnTo>
                    <a:pt x="2848468" y="1406172"/>
                  </a:lnTo>
                  <a:lnTo>
                    <a:pt x="2849136" y="1422655"/>
                  </a:lnTo>
                  <a:lnTo>
                    <a:pt x="2849804" y="1422655"/>
                  </a:lnTo>
                  <a:lnTo>
                    <a:pt x="2850472" y="1432727"/>
                  </a:lnTo>
                  <a:lnTo>
                    <a:pt x="2851140" y="1435289"/>
                  </a:lnTo>
                  <a:lnTo>
                    <a:pt x="2851808" y="1435289"/>
                  </a:lnTo>
                  <a:lnTo>
                    <a:pt x="2852476" y="1435289"/>
                  </a:lnTo>
                  <a:lnTo>
                    <a:pt x="2853144" y="1422655"/>
                  </a:lnTo>
                  <a:lnTo>
                    <a:pt x="2853812" y="1422655"/>
                  </a:lnTo>
                  <a:lnTo>
                    <a:pt x="2854480" y="1422655"/>
                  </a:lnTo>
                  <a:lnTo>
                    <a:pt x="2855148" y="1435289"/>
                  </a:lnTo>
                  <a:lnTo>
                    <a:pt x="2855816" y="1435289"/>
                  </a:lnTo>
                  <a:lnTo>
                    <a:pt x="2856484" y="1435289"/>
                  </a:lnTo>
                  <a:lnTo>
                    <a:pt x="2857152" y="1435289"/>
                  </a:lnTo>
                  <a:lnTo>
                    <a:pt x="2857820" y="1429065"/>
                  </a:lnTo>
                  <a:lnTo>
                    <a:pt x="2858488" y="1435289"/>
                  </a:lnTo>
                  <a:lnTo>
                    <a:pt x="2859156" y="1435289"/>
                  </a:lnTo>
                  <a:lnTo>
                    <a:pt x="2859824" y="1435289"/>
                  </a:lnTo>
                  <a:lnTo>
                    <a:pt x="2860492" y="1435289"/>
                  </a:lnTo>
                  <a:lnTo>
                    <a:pt x="2861160" y="1435289"/>
                  </a:lnTo>
                  <a:lnTo>
                    <a:pt x="2861828" y="1435289"/>
                  </a:lnTo>
                  <a:lnTo>
                    <a:pt x="2862496" y="1435289"/>
                  </a:lnTo>
                  <a:lnTo>
                    <a:pt x="2863164" y="1435289"/>
                  </a:lnTo>
                  <a:lnTo>
                    <a:pt x="2863832" y="1435289"/>
                  </a:lnTo>
                  <a:lnTo>
                    <a:pt x="2864500" y="1435289"/>
                  </a:lnTo>
                  <a:lnTo>
                    <a:pt x="2865168" y="1435289"/>
                  </a:lnTo>
                  <a:lnTo>
                    <a:pt x="2865836" y="1435289"/>
                  </a:lnTo>
                  <a:lnTo>
                    <a:pt x="2866504" y="1435289"/>
                  </a:lnTo>
                  <a:lnTo>
                    <a:pt x="2867172" y="1435289"/>
                  </a:lnTo>
                  <a:lnTo>
                    <a:pt x="2867840" y="1422655"/>
                  </a:lnTo>
                  <a:lnTo>
                    <a:pt x="2868508" y="1422655"/>
                  </a:lnTo>
                  <a:lnTo>
                    <a:pt x="2869176" y="1435289"/>
                  </a:lnTo>
                  <a:lnTo>
                    <a:pt x="2869844" y="1435289"/>
                  </a:lnTo>
                  <a:lnTo>
                    <a:pt x="2870512" y="1435289"/>
                  </a:lnTo>
                  <a:lnTo>
                    <a:pt x="2871180" y="1435289"/>
                  </a:lnTo>
                  <a:lnTo>
                    <a:pt x="2871849" y="1435289"/>
                  </a:lnTo>
                  <a:lnTo>
                    <a:pt x="2872517" y="1435289"/>
                  </a:lnTo>
                  <a:lnTo>
                    <a:pt x="2873185" y="1435289"/>
                  </a:lnTo>
                  <a:lnTo>
                    <a:pt x="2873853" y="1435289"/>
                  </a:lnTo>
                  <a:lnTo>
                    <a:pt x="2874521" y="1433980"/>
                  </a:lnTo>
                  <a:lnTo>
                    <a:pt x="2875189" y="1425703"/>
                  </a:lnTo>
                  <a:lnTo>
                    <a:pt x="2875857" y="1425703"/>
                  </a:lnTo>
                  <a:lnTo>
                    <a:pt x="2876525" y="1427138"/>
                  </a:lnTo>
                  <a:lnTo>
                    <a:pt x="2877193" y="1435289"/>
                  </a:lnTo>
                  <a:lnTo>
                    <a:pt x="2877861" y="1435289"/>
                  </a:lnTo>
                  <a:lnTo>
                    <a:pt x="2878529" y="1435289"/>
                  </a:lnTo>
                  <a:lnTo>
                    <a:pt x="2879197" y="1435289"/>
                  </a:lnTo>
                  <a:lnTo>
                    <a:pt x="2879865" y="1435289"/>
                  </a:lnTo>
                  <a:lnTo>
                    <a:pt x="2880533" y="1425612"/>
                  </a:lnTo>
                  <a:lnTo>
                    <a:pt x="2881201" y="1424529"/>
                  </a:lnTo>
                  <a:lnTo>
                    <a:pt x="2881869" y="1421057"/>
                  </a:lnTo>
                  <a:lnTo>
                    <a:pt x="2882537" y="1397553"/>
                  </a:lnTo>
                  <a:lnTo>
                    <a:pt x="2883205" y="1400413"/>
                  </a:lnTo>
                  <a:lnTo>
                    <a:pt x="2883873" y="1416621"/>
                  </a:lnTo>
                  <a:lnTo>
                    <a:pt x="2884541" y="1408286"/>
                  </a:lnTo>
                  <a:lnTo>
                    <a:pt x="2885209" y="1390598"/>
                  </a:lnTo>
                  <a:lnTo>
                    <a:pt x="2885877" y="1390598"/>
                  </a:lnTo>
                  <a:lnTo>
                    <a:pt x="2886545" y="1390598"/>
                  </a:lnTo>
                  <a:lnTo>
                    <a:pt x="2887213" y="1390598"/>
                  </a:lnTo>
                  <a:lnTo>
                    <a:pt x="2887881" y="1390598"/>
                  </a:lnTo>
                  <a:lnTo>
                    <a:pt x="2888549" y="1390598"/>
                  </a:lnTo>
                  <a:lnTo>
                    <a:pt x="2889217" y="1402875"/>
                  </a:lnTo>
                  <a:lnTo>
                    <a:pt x="2889885" y="1412919"/>
                  </a:lnTo>
                  <a:lnTo>
                    <a:pt x="2890553" y="1432673"/>
                  </a:lnTo>
                  <a:lnTo>
                    <a:pt x="2891221" y="1435289"/>
                  </a:lnTo>
                  <a:lnTo>
                    <a:pt x="2891889" y="1435289"/>
                  </a:lnTo>
                  <a:lnTo>
                    <a:pt x="2892557" y="1435289"/>
                  </a:lnTo>
                  <a:lnTo>
                    <a:pt x="2893225" y="1435289"/>
                  </a:lnTo>
                  <a:lnTo>
                    <a:pt x="2893893" y="1435289"/>
                  </a:lnTo>
                  <a:lnTo>
                    <a:pt x="2894561" y="1435289"/>
                  </a:lnTo>
                  <a:lnTo>
                    <a:pt x="2895229" y="1435289"/>
                  </a:lnTo>
                  <a:lnTo>
                    <a:pt x="2895897" y="1435289"/>
                  </a:lnTo>
                  <a:lnTo>
                    <a:pt x="2896566" y="1435289"/>
                  </a:lnTo>
                  <a:lnTo>
                    <a:pt x="2897234" y="1435289"/>
                  </a:lnTo>
                  <a:lnTo>
                    <a:pt x="2897902" y="1435289"/>
                  </a:lnTo>
                  <a:lnTo>
                    <a:pt x="2898570" y="1435289"/>
                  </a:lnTo>
                  <a:lnTo>
                    <a:pt x="2899238" y="1435289"/>
                  </a:lnTo>
                  <a:lnTo>
                    <a:pt x="2899906" y="1435289"/>
                  </a:lnTo>
                  <a:lnTo>
                    <a:pt x="2900574" y="1435289"/>
                  </a:lnTo>
                  <a:lnTo>
                    <a:pt x="2901242" y="1435289"/>
                  </a:lnTo>
                  <a:lnTo>
                    <a:pt x="2901910" y="1412919"/>
                  </a:lnTo>
                  <a:lnTo>
                    <a:pt x="2902578" y="1412919"/>
                  </a:lnTo>
                  <a:lnTo>
                    <a:pt x="2903246" y="1412919"/>
                  </a:lnTo>
                  <a:lnTo>
                    <a:pt x="2903914" y="1412919"/>
                  </a:lnTo>
                  <a:lnTo>
                    <a:pt x="2904582" y="1412919"/>
                  </a:lnTo>
                  <a:lnTo>
                    <a:pt x="2905250" y="1412919"/>
                  </a:lnTo>
                  <a:lnTo>
                    <a:pt x="2905918" y="1412919"/>
                  </a:lnTo>
                  <a:lnTo>
                    <a:pt x="2906586" y="1412919"/>
                  </a:lnTo>
                  <a:lnTo>
                    <a:pt x="2907254" y="1403991"/>
                  </a:lnTo>
                  <a:lnTo>
                    <a:pt x="2907922" y="1390598"/>
                  </a:lnTo>
                  <a:lnTo>
                    <a:pt x="2908590" y="1390598"/>
                  </a:lnTo>
                  <a:lnTo>
                    <a:pt x="2909258" y="1390598"/>
                  </a:lnTo>
                  <a:lnTo>
                    <a:pt x="2909926" y="1390598"/>
                  </a:lnTo>
                  <a:lnTo>
                    <a:pt x="2910594" y="1390598"/>
                  </a:lnTo>
                  <a:lnTo>
                    <a:pt x="2911262" y="1391714"/>
                  </a:lnTo>
                  <a:lnTo>
                    <a:pt x="2911930" y="1412919"/>
                  </a:lnTo>
                  <a:lnTo>
                    <a:pt x="2912598" y="1412919"/>
                  </a:lnTo>
                  <a:lnTo>
                    <a:pt x="2913266" y="1412919"/>
                  </a:lnTo>
                  <a:lnTo>
                    <a:pt x="2913934" y="1412919"/>
                  </a:lnTo>
                  <a:lnTo>
                    <a:pt x="2914602" y="1412919"/>
                  </a:lnTo>
                  <a:lnTo>
                    <a:pt x="2915270" y="1412919"/>
                  </a:lnTo>
                  <a:lnTo>
                    <a:pt x="2915938" y="1412919"/>
                  </a:lnTo>
                  <a:lnTo>
                    <a:pt x="2916606" y="1412919"/>
                  </a:lnTo>
                  <a:lnTo>
                    <a:pt x="2917274" y="1421847"/>
                  </a:lnTo>
                  <a:lnTo>
                    <a:pt x="2917942" y="1435240"/>
                  </a:lnTo>
                  <a:lnTo>
                    <a:pt x="2918610" y="1435240"/>
                  </a:lnTo>
                  <a:lnTo>
                    <a:pt x="2919278" y="1435240"/>
                  </a:lnTo>
                  <a:lnTo>
                    <a:pt x="2919946" y="1435240"/>
                  </a:lnTo>
                  <a:lnTo>
                    <a:pt x="2920614" y="1435240"/>
                  </a:lnTo>
                  <a:lnTo>
                    <a:pt x="2921283" y="1435240"/>
                  </a:lnTo>
                  <a:lnTo>
                    <a:pt x="2921951" y="1435240"/>
                  </a:lnTo>
                  <a:lnTo>
                    <a:pt x="2922619" y="1435240"/>
                  </a:lnTo>
                  <a:lnTo>
                    <a:pt x="2923287" y="1435240"/>
                  </a:lnTo>
                  <a:lnTo>
                    <a:pt x="2923955" y="1435240"/>
                  </a:lnTo>
                  <a:lnTo>
                    <a:pt x="2924623" y="1435240"/>
                  </a:lnTo>
                  <a:lnTo>
                    <a:pt x="2925291" y="1435240"/>
                  </a:lnTo>
                  <a:lnTo>
                    <a:pt x="2925959" y="1435240"/>
                  </a:lnTo>
                  <a:lnTo>
                    <a:pt x="2926627" y="1435240"/>
                  </a:lnTo>
                  <a:lnTo>
                    <a:pt x="2927295" y="1435240"/>
                  </a:lnTo>
                  <a:lnTo>
                    <a:pt x="2927963" y="1435289"/>
                  </a:lnTo>
                  <a:lnTo>
                    <a:pt x="2928631" y="1435289"/>
                  </a:lnTo>
                  <a:lnTo>
                    <a:pt x="2929299" y="1435289"/>
                  </a:lnTo>
                  <a:lnTo>
                    <a:pt x="2929967" y="1435289"/>
                  </a:lnTo>
                  <a:lnTo>
                    <a:pt x="2930635" y="1435289"/>
                  </a:lnTo>
                  <a:lnTo>
                    <a:pt x="2931303" y="1435289"/>
                  </a:lnTo>
                  <a:lnTo>
                    <a:pt x="2931971" y="1435289"/>
                  </a:lnTo>
                  <a:lnTo>
                    <a:pt x="2932639" y="1435289"/>
                  </a:lnTo>
                  <a:lnTo>
                    <a:pt x="2933307" y="1435289"/>
                  </a:lnTo>
                  <a:lnTo>
                    <a:pt x="2933975" y="1435289"/>
                  </a:lnTo>
                  <a:lnTo>
                    <a:pt x="2934643" y="1435289"/>
                  </a:lnTo>
                  <a:lnTo>
                    <a:pt x="2935311" y="1435289"/>
                  </a:lnTo>
                  <a:lnTo>
                    <a:pt x="2935979" y="1435289"/>
                  </a:lnTo>
                  <a:lnTo>
                    <a:pt x="2936647" y="1435289"/>
                  </a:lnTo>
                  <a:lnTo>
                    <a:pt x="2937315" y="1435289"/>
                  </a:lnTo>
                  <a:lnTo>
                    <a:pt x="2937983" y="1435289"/>
                  </a:lnTo>
                  <a:lnTo>
                    <a:pt x="2938651" y="1417575"/>
                  </a:lnTo>
                  <a:lnTo>
                    <a:pt x="2939319" y="1416621"/>
                  </a:lnTo>
                  <a:lnTo>
                    <a:pt x="2939987" y="1414917"/>
                  </a:lnTo>
                  <a:lnTo>
                    <a:pt x="2940655" y="1390598"/>
                  </a:lnTo>
                  <a:lnTo>
                    <a:pt x="2941323" y="1390598"/>
                  </a:lnTo>
                  <a:lnTo>
                    <a:pt x="2941991" y="1390598"/>
                  </a:lnTo>
                  <a:lnTo>
                    <a:pt x="2942659" y="1390598"/>
                  </a:lnTo>
                  <a:lnTo>
                    <a:pt x="2943327" y="1390598"/>
                  </a:lnTo>
                  <a:lnTo>
                    <a:pt x="2943995" y="1390598"/>
                  </a:lnTo>
                  <a:lnTo>
                    <a:pt x="2944663" y="1390598"/>
                  </a:lnTo>
                  <a:lnTo>
                    <a:pt x="2945332" y="1390598"/>
                  </a:lnTo>
                  <a:lnTo>
                    <a:pt x="2946000" y="1390598"/>
                  </a:lnTo>
                  <a:lnTo>
                    <a:pt x="2946668" y="1390598"/>
                  </a:lnTo>
                  <a:lnTo>
                    <a:pt x="2947336" y="1387250"/>
                  </a:lnTo>
                  <a:lnTo>
                    <a:pt x="2948004" y="1382786"/>
                  </a:lnTo>
                  <a:lnTo>
                    <a:pt x="2948672" y="1389482"/>
                  </a:lnTo>
                  <a:lnTo>
                    <a:pt x="2949340" y="1390598"/>
                  </a:lnTo>
                  <a:lnTo>
                    <a:pt x="2950008" y="1390598"/>
                  </a:lnTo>
                  <a:lnTo>
                    <a:pt x="2950676" y="1390598"/>
                  </a:lnTo>
                  <a:lnTo>
                    <a:pt x="2951344" y="1390598"/>
                  </a:lnTo>
                  <a:lnTo>
                    <a:pt x="2952012" y="1390598"/>
                  </a:lnTo>
                  <a:lnTo>
                    <a:pt x="2952680" y="1390598"/>
                  </a:lnTo>
                  <a:lnTo>
                    <a:pt x="2953348" y="1390598"/>
                  </a:lnTo>
                  <a:lnTo>
                    <a:pt x="2954016" y="1390598"/>
                  </a:lnTo>
                  <a:lnTo>
                    <a:pt x="2954684" y="1390598"/>
                  </a:lnTo>
                  <a:lnTo>
                    <a:pt x="2955352" y="1390598"/>
                  </a:lnTo>
                  <a:lnTo>
                    <a:pt x="2956020" y="1390598"/>
                  </a:lnTo>
                  <a:lnTo>
                    <a:pt x="2956688" y="1390598"/>
                  </a:lnTo>
                  <a:lnTo>
                    <a:pt x="2957356" y="1398410"/>
                  </a:lnTo>
                  <a:lnTo>
                    <a:pt x="2958024" y="1420731"/>
                  </a:lnTo>
                  <a:lnTo>
                    <a:pt x="2958692" y="1435240"/>
                  </a:lnTo>
                  <a:lnTo>
                    <a:pt x="2959360" y="1435240"/>
                  </a:lnTo>
                  <a:lnTo>
                    <a:pt x="2960028" y="1435240"/>
                  </a:lnTo>
                  <a:lnTo>
                    <a:pt x="2960696" y="1435289"/>
                  </a:lnTo>
                  <a:lnTo>
                    <a:pt x="2961364" y="1435289"/>
                  </a:lnTo>
                  <a:lnTo>
                    <a:pt x="2962032" y="1434976"/>
                  </a:lnTo>
                  <a:lnTo>
                    <a:pt x="2962700" y="1435289"/>
                  </a:lnTo>
                  <a:lnTo>
                    <a:pt x="2963368" y="1435289"/>
                  </a:lnTo>
                  <a:lnTo>
                    <a:pt x="2964036" y="1435289"/>
                  </a:lnTo>
                  <a:lnTo>
                    <a:pt x="2964704" y="1435289"/>
                  </a:lnTo>
                  <a:lnTo>
                    <a:pt x="2965372" y="1435289"/>
                  </a:lnTo>
                  <a:lnTo>
                    <a:pt x="2966040" y="1435289"/>
                  </a:lnTo>
                  <a:lnTo>
                    <a:pt x="2966708" y="1435289"/>
                  </a:lnTo>
                  <a:lnTo>
                    <a:pt x="2967376" y="1435289"/>
                  </a:lnTo>
                  <a:lnTo>
                    <a:pt x="2968044" y="1435289"/>
                  </a:lnTo>
                  <a:lnTo>
                    <a:pt x="2968712" y="1435289"/>
                  </a:lnTo>
                  <a:lnTo>
                    <a:pt x="2969380" y="1435289"/>
                  </a:lnTo>
                  <a:lnTo>
                    <a:pt x="2970049" y="1435289"/>
                  </a:lnTo>
                  <a:lnTo>
                    <a:pt x="2970717" y="1435289"/>
                  </a:lnTo>
                  <a:lnTo>
                    <a:pt x="2971385" y="1435289"/>
                  </a:lnTo>
                  <a:lnTo>
                    <a:pt x="2972053" y="1435289"/>
                  </a:lnTo>
                  <a:lnTo>
                    <a:pt x="2972721" y="1435289"/>
                  </a:lnTo>
                  <a:lnTo>
                    <a:pt x="2973389" y="1435289"/>
                  </a:lnTo>
                  <a:lnTo>
                    <a:pt x="2974057" y="1435240"/>
                  </a:lnTo>
                  <a:lnTo>
                    <a:pt x="2974725" y="1435240"/>
                  </a:lnTo>
                  <a:lnTo>
                    <a:pt x="2975393" y="1435240"/>
                  </a:lnTo>
                  <a:lnTo>
                    <a:pt x="2976061" y="1435240"/>
                  </a:lnTo>
                  <a:lnTo>
                    <a:pt x="2976729" y="1435240"/>
                  </a:lnTo>
                  <a:lnTo>
                    <a:pt x="2977397" y="1435240"/>
                  </a:lnTo>
                  <a:lnTo>
                    <a:pt x="2978065" y="1435240"/>
                  </a:lnTo>
                  <a:lnTo>
                    <a:pt x="2978733" y="1435240"/>
                  </a:lnTo>
                  <a:lnTo>
                    <a:pt x="2979401" y="1435240"/>
                  </a:lnTo>
                  <a:lnTo>
                    <a:pt x="2980069" y="1435240"/>
                  </a:lnTo>
                  <a:lnTo>
                    <a:pt x="2980737" y="1435240"/>
                  </a:lnTo>
                  <a:lnTo>
                    <a:pt x="2981405" y="1435240"/>
                  </a:lnTo>
                  <a:lnTo>
                    <a:pt x="2982073" y="1435240"/>
                  </a:lnTo>
                  <a:lnTo>
                    <a:pt x="2982741" y="1435240"/>
                  </a:lnTo>
                  <a:lnTo>
                    <a:pt x="2983409" y="1435240"/>
                  </a:lnTo>
                  <a:lnTo>
                    <a:pt x="2984077" y="1435240"/>
                  </a:lnTo>
                  <a:lnTo>
                    <a:pt x="2984745" y="1435240"/>
                  </a:lnTo>
                  <a:lnTo>
                    <a:pt x="2985413" y="1435240"/>
                  </a:lnTo>
                  <a:lnTo>
                    <a:pt x="2986081" y="1435240"/>
                  </a:lnTo>
                  <a:lnTo>
                    <a:pt x="2986749" y="1435240"/>
                  </a:lnTo>
                  <a:lnTo>
                    <a:pt x="2987417" y="1435240"/>
                  </a:lnTo>
                  <a:lnTo>
                    <a:pt x="2988085" y="1435240"/>
                  </a:lnTo>
                  <a:lnTo>
                    <a:pt x="2988753" y="1435240"/>
                  </a:lnTo>
                  <a:lnTo>
                    <a:pt x="2989421" y="1435240"/>
                  </a:lnTo>
                  <a:lnTo>
                    <a:pt x="2990089" y="1435240"/>
                  </a:lnTo>
                  <a:lnTo>
                    <a:pt x="2990757" y="1435240"/>
                  </a:lnTo>
                  <a:lnTo>
                    <a:pt x="2991425" y="1435240"/>
                  </a:lnTo>
                  <a:lnTo>
                    <a:pt x="2992093" y="1435240"/>
                  </a:lnTo>
                  <a:lnTo>
                    <a:pt x="2992761" y="1435240"/>
                  </a:lnTo>
                  <a:lnTo>
                    <a:pt x="2993429" y="1435240"/>
                  </a:lnTo>
                  <a:lnTo>
                    <a:pt x="2994097" y="1435240"/>
                  </a:lnTo>
                  <a:lnTo>
                    <a:pt x="2994766" y="1435240"/>
                  </a:lnTo>
                  <a:lnTo>
                    <a:pt x="2995434" y="1435240"/>
                  </a:lnTo>
                  <a:lnTo>
                    <a:pt x="2996102" y="1435240"/>
                  </a:lnTo>
                  <a:lnTo>
                    <a:pt x="2996770" y="1435240"/>
                  </a:lnTo>
                  <a:lnTo>
                    <a:pt x="2997438" y="1435240"/>
                  </a:lnTo>
                  <a:lnTo>
                    <a:pt x="2998106" y="1435240"/>
                  </a:lnTo>
                  <a:lnTo>
                    <a:pt x="2998774" y="1435240"/>
                  </a:lnTo>
                  <a:lnTo>
                    <a:pt x="2999442" y="1435240"/>
                  </a:lnTo>
                  <a:lnTo>
                    <a:pt x="3000110" y="1435240"/>
                  </a:lnTo>
                  <a:lnTo>
                    <a:pt x="3000778" y="1435240"/>
                  </a:lnTo>
                  <a:lnTo>
                    <a:pt x="3001446" y="1435240"/>
                  </a:lnTo>
                  <a:lnTo>
                    <a:pt x="3002114" y="1435240"/>
                  </a:lnTo>
                  <a:lnTo>
                    <a:pt x="3002782" y="1435240"/>
                  </a:lnTo>
                  <a:lnTo>
                    <a:pt x="3003450" y="1435240"/>
                  </a:lnTo>
                  <a:lnTo>
                    <a:pt x="3004118" y="1435240"/>
                  </a:lnTo>
                  <a:lnTo>
                    <a:pt x="3004786" y="1435289"/>
                  </a:lnTo>
                  <a:lnTo>
                    <a:pt x="3005454" y="1435289"/>
                  </a:lnTo>
                  <a:lnTo>
                    <a:pt x="3006122" y="1435289"/>
                  </a:lnTo>
                  <a:lnTo>
                    <a:pt x="3006790" y="1435289"/>
                  </a:lnTo>
                  <a:lnTo>
                    <a:pt x="3007458" y="1435289"/>
                  </a:lnTo>
                  <a:lnTo>
                    <a:pt x="3008126" y="1435289"/>
                  </a:lnTo>
                  <a:lnTo>
                    <a:pt x="3008794" y="1435289"/>
                  </a:lnTo>
                  <a:lnTo>
                    <a:pt x="3009462" y="1435289"/>
                  </a:lnTo>
                  <a:lnTo>
                    <a:pt x="3010130" y="1435289"/>
                  </a:lnTo>
                  <a:lnTo>
                    <a:pt x="3010798" y="1435289"/>
                  </a:lnTo>
                  <a:lnTo>
                    <a:pt x="3011466" y="1435289"/>
                  </a:lnTo>
                  <a:lnTo>
                    <a:pt x="3012134" y="1435289"/>
                  </a:lnTo>
                  <a:lnTo>
                    <a:pt x="3012802" y="1435289"/>
                  </a:lnTo>
                  <a:lnTo>
                    <a:pt x="3013470" y="1435289"/>
                  </a:lnTo>
                  <a:lnTo>
                    <a:pt x="3014138" y="1435289"/>
                  </a:lnTo>
                  <a:lnTo>
                    <a:pt x="3014806" y="1435289"/>
                  </a:lnTo>
                  <a:lnTo>
                    <a:pt x="3015474" y="1435289"/>
                  </a:lnTo>
                  <a:lnTo>
                    <a:pt x="3016142" y="1435289"/>
                  </a:lnTo>
                  <a:lnTo>
                    <a:pt x="3016810" y="1435289"/>
                  </a:lnTo>
                  <a:lnTo>
                    <a:pt x="3017478" y="1435240"/>
                  </a:lnTo>
                  <a:lnTo>
                    <a:pt x="3018146" y="1435240"/>
                  </a:lnTo>
                  <a:lnTo>
                    <a:pt x="3018814" y="1435240"/>
                  </a:lnTo>
                  <a:lnTo>
                    <a:pt x="3019483" y="1435240"/>
                  </a:lnTo>
                  <a:lnTo>
                    <a:pt x="3020151" y="1435240"/>
                  </a:lnTo>
                  <a:lnTo>
                    <a:pt x="3020819" y="1435240"/>
                  </a:lnTo>
                  <a:lnTo>
                    <a:pt x="3021487" y="1435240"/>
                  </a:lnTo>
                  <a:lnTo>
                    <a:pt x="3022155" y="1435240"/>
                  </a:lnTo>
                  <a:lnTo>
                    <a:pt x="3022823" y="1435240"/>
                  </a:lnTo>
                  <a:lnTo>
                    <a:pt x="3023491" y="1435240"/>
                  </a:lnTo>
                  <a:lnTo>
                    <a:pt x="3024159" y="1435240"/>
                  </a:lnTo>
                  <a:lnTo>
                    <a:pt x="3024827" y="1435240"/>
                  </a:lnTo>
                  <a:lnTo>
                    <a:pt x="3025495" y="1435240"/>
                  </a:lnTo>
                  <a:lnTo>
                    <a:pt x="3026163" y="1435240"/>
                  </a:lnTo>
                  <a:lnTo>
                    <a:pt x="3026831" y="1435240"/>
                  </a:lnTo>
                  <a:lnTo>
                    <a:pt x="3027499" y="1435240"/>
                  </a:lnTo>
                  <a:lnTo>
                    <a:pt x="3028167" y="1435240"/>
                  </a:lnTo>
                  <a:lnTo>
                    <a:pt x="3028835" y="1435240"/>
                  </a:lnTo>
                  <a:lnTo>
                    <a:pt x="3029503" y="1435240"/>
                  </a:lnTo>
                  <a:lnTo>
                    <a:pt x="3030171" y="1435240"/>
                  </a:lnTo>
                  <a:lnTo>
                    <a:pt x="3030839" y="1435240"/>
                  </a:lnTo>
                  <a:lnTo>
                    <a:pt x="3031507" y="1435240"/>
                  </a:lnTo>
                  <a:lnTo>
                    <a:pt x="3032175" y="1435240"/>
                  </a:lnTo>
                  <a:lnTo>
                    <a:pt x="3032843" y="1435240"/>
                  </a:lnTo>
                  <a:lnTo>
                    <a:pt x="3033511" y="1435240"/>
                  </a:lnTo>
                  <a:lnTo>
                    <a:pt x="3034179" y="1435240"/>
                  </a:lnTo>
                  <a:lnTo>
                    <a:pt x="3034847" y="1435240"/>
                  </a:lnTo>
                  <a:lnTo>
                    <a:pt x="3035515" y="1435240"/>
                  </a:lnTo>
                  <a:lnTo>
                    <a:pt x="3036183" y="1435240"/>
                  </a:lnTo>
                  <a:lnTo>
                    <a:pt x="3036851" y="1435240"/>
                  </a:lnTo>
                  <a:lnTo>
                    <a:pt x="3037519" y="1435240"/>
                  </a:lnTo>
                  <a:lnTo>
                    <a:pt x="3038187" y="1435240"/>
                  </a:lnTo>
                  <a:lnTo>
                    <a:pt x="3038855" y="1435240"/>
                  </a:lnTo>
                  <a:lnTo>
                    <a:pt x="3039523" y="1435240"/>
                  </a:lnTo>
                  <a:lnTo>
                    <a:pt x="3040191" y="1435240"/>
                  </a:lnTo>
                  <a:lnTo>
                    <a:pt x="3040859" y="1435240"/>
                  </a:lnTo>
                  <a:lnTo>
                    <a:pt x="3041527" y="1435240"/>
                  </a:lnTo>
                  <a:lnTo>
                    <a:pt x="3042195" y="1435240"/>
                  </a:lnTo>
                  <a:lnTo>
                    <a:pt x="3042863" y="1435240"/>
                  </a:lnTo>
                  <a:lnTo>
                    <a:pt x="3043532" y="1435240"/>
                  </a:lnTo>
                  <a:lnTo>
                    <a:pt x="3044200" y="1435240"/>
                  </a:lnTo>
                  <a:lnTo>
                    <a:pt x="3044868" y="1435240"/>
                  </a:lnTo>
                  <a:lnTo>
                    <a:pt x="3045536" y="1435240"/>
                  </a:lnTo>
                  <a:lnTo>
                    <a:pt x="3046204" y="1435240"/>
                  </a:lnTo>
                  <a:lnTo>
                    <a:pt x="3046872" y="1435240"/>
                  </a:lnTo>
                  <a:lnTo>
                    <a:pt x="3047540" y="1435240"/>
                  </a:lnTo>
                  <a:lnTo>
                    <a:pt x="3048208" y="1435240"/>
                  </a:lnTo>
                  <a:lnTo>
                    <a:pt x="3048876" y="1435240"/>
                  </a:lnTo>
                  <a:lnTo>
                    <a:pt x="3049544" y="1435240"/>
                  </a:lnTo>
                  <a:lnTo>
                    <a:pt x="3050212" y="1435240"/>
                  </a:lnTo>
                  <a:lnTo>
                    <a:pt x="3050880" y="1435240"/>
                  </a:lnTo>
                  <a:lnTo>
                    <a:pt x="3051548" y="1435240"/>
                  </a:lnTo>
                  <a:lnTo>
                    <a:pt x="3052216" y="1435240"/>
                  </a:lnTo>
                  <a:lnTo>
                    <a:pt x="3052884" y="1435240"/>
                  </a:lnTo>
                  <a:lnTo>
                    <a:pt x="3053552" y="1435240"/>
                  </a:lnTo>
                  <a:lnTo>
                    <a:pt x="3054220" y="1435240"/>
                  </a:lnTo>
                  <a:lnTo>
                    <a:pt x="3054888" y="1435240"/>
                  </a:lnTo>
                  <a:lnTo>
                    <a:pt x="3055556" y="1435240"/>
                  </a:lnTo>
                  <a:lnTo>
                    <a:pt x="3056224" y="1435240"/>
                  </a:lnTo>
                  <a:lnTo>
                    <a:pt x="3056892" y="1435240"/>
                  </a:lnTo>
                  <a:lnTo>
                    <a:pt x="3057560" y="1435240"/>
                  </a:lnTo>
                  <a:lnTo>
                    <a:pt x="3058228" y="1435240"/>
                  </a:lnTo>
                  <a:lnTo>
                    <a:pt x="3058896" y="1435240"/>
                  </a:lnTo>
                  <a:lnTo>
                    <a:pt x="3059564" y="1435240"/>
                  </a:lnTo>
                  <a:lnTo>
                    <a:pt x="3060232" y="1435240"/>
                  </a:lnTo>
                  <a:lnTo>
                    <a:pt x="3060900" y="1435240"/>
                  </a:lnTo>
                  <a:lnTo>
                    <a:pt x="3061568" y="1435240"/>
                  </a:lnTo>
                  <a:lnTo>
                    <a:pt x="3062236" y="1435240"/>
                  </a:lnTo>
                  <a:lnTo>
                    <a:pt x="3062904" y="1435240"/>
                  </a:lnTo>
                  <a:lnTo>
                    <a:pt x="3063572" y="1435240"/>
                  </a:lnTo>
                  <a:lnTo>
                    <a:pt x="3064240" y="1435240"/>
                  </a:lnTo>
                  <a:lnTo>
                    <a:pt x="3064908" y="1435240"/>
                  </a:lnTo>
                  <a:lnTo>
                    <a:pt x="3065576" y="1435240"/>
                  </a:lnTo>
                  <a:lnTo>
                    <a:pt x="3066244" y="1435289"/>
                  </a:lnTo>
                  <a:lnTo>
                    <a:pt x="3066912" y="1435289"/>
                  </a:lnTo>
                  <a:lnTo>
                    <a:pt x="3067580" y="1435289"/>
                  </a:lnTo>
                  <a:lnTo>
                    <a:pt x="3068249" y="1435289"/>
                  </a:lnTo>
                  <a:lnTo>
                    <a:pt x="3068917" y="1435289"/>
                  </a:lnTo>
                  <a:lnTo>
                    <a:pt x="3069585" y="1435289"/>
                  </a:lnTo>
                  <a:lnTo>
                    <a:pt x="3070253" y="1435289"/>
                  </a:lnTo>
                  <a:lnTo>
                    <a:pt x="3070921" y="1435289"/>
                  </a:lnTo>
                  <a:lnTo>
                    <a:pt x="3071589" y="1433643"/>
                  </a:lnTo>
                  <a:lnTo>
                    <a:pt x="3072257" y="1422655"/>
                  </a:lnTo>
                  <a:lnTo>
                    <a:pt x="3072925" y="1422655"/>
                  </a:lnTo>
                  <a:lnTo>
                    <a:pt x="3073593" y="1414413"/>
                  </a:lnTo>
                  <a:lnTo>
                    <a:pt x="3074261" y="1404341"/>
                  </a:lnTo>
                  <a:lnTo>
                    <a:pt x="3074929" y="1404341"/>
                  </a:lnTo>
                  <a:lnTo>
                    <a:pt x="3075597" y="1372291"/>
                  </a:lnTo>
                  <a:lnTo>
                    <a:pt x="3076265" y="1359417"/>
                  </a:lnTo>
                  <a:lnTo>
                    <a:pt x="3076933" y="1343209"/>
                  </a:lnTo>
                  <a:lnTo>
                    <a:pt x="3077601" y="1301314"/>
                  </a:lnTo>
                  <a:lnTo>
                    <a:pt x="3078269" y="1301314"/>
                  </a:lnTo>
                  <a:lnTo>
                    <a:pt x="3078937" y="1301314"/>
                  </a:lnTo>
                  <a:lnTo>
                    <a:pt x="3079605" y="1301314"/>
                  </a:lnTo>
                  <a:lnTo>
                    <a:pt x="3080273" y="1301314"/>
                  </a:lnTo>
                  <a:lnTo>
                    <a:pt x="3080941" y="1318055"/>
                  </a:lnTo>
                  <a:lnTo>
                    <a:pt x="3081609" y="1332563"/>
                  </a:lnTo>
                  <a:lnTo>
                    <a:pt x="3082277" y="1345956"/>
                  </a:lnTo>
                  <a:lnTo>
                    <a:pt x="3082945" y="1345956"/>
                  </a:lnTo>
                  <a:lnTo>
                    <a:pt x="3083613" y="1356000"/>
                  </a:lnTo>
                  <a:lnTo>
                    <a:pt x="3084281" y="1349304"/>
                  </a:lnTo>
                  <a:lnTo>
                    <a:pt x="3084949" y="1345956"/>
                  </a:lnTo>
                  <a:lnTo>
                    <a:pt x="3085617" y="1385018"/>
                  </a:lnTo>
                  <a:lnTo>
                    <a:pt x="3086285" y="1390598"/>
                  </a:lnTo>
                  <a:lnTo>
                    <a:pt x="3086953" y="1409571"/>
                  </a:lnTo>
                  <a:lnTo>
                    <a:pt x="3087621" y="1412919"/>
                  </a:lnTo>
                  <a:lnTo>
                    <a:pt x="3088289" y="1412919"/>
                  </a:lnTo>
                  <a:lnTo>
                    <a:pt x="3088957" y="1412919"/>
                  </a:lnTo>
                  <a:lnTo>
                    <a:pt x="3089625" y="1412919"/>
                  </a:lnTo>
                  <a:lnTo>
                    <a:pt x="3090293" y="1412919"/>
                  </a:lnTo>
                  <a:lnTo>
                    <a:pt x="3090961" y="1412919"/>
                  </a:lnTo>
                  <a:lnTo>
                    <a:pt x="3091629" y="1412919"/>
                  </a:lnTo>
                  <a:lnTo>
                    <a:pt x="3092297" y="1412919"/>
                  </a:lnTo>
                  <a:lnTo>
                    <a:pt x="3092966" y="1412919"/>
                  </a:lnTo>
                  <a:lnTo>
                    <a:pt x="3093634" y="1412919"/>
                  </a:lnTo>
                  <a:lnTo>
                    <a:pt x="3094302" y="1431892"/>
                  </a:lnTo>
                  <a:lnTo>
                    <a:pt x="3094970" y="1435240"/>
                  </a:lnTo>
                  <a:lnTo>
                    <a:pt x="3095638" y="1435289"/>
                  </a:lnTo>
                  <a:lnTo>
                    <a:pt x="3096306" y="1435289"/>
                  </a:lnTo>
                  <a:lnTo>
                    <a:pt x="3096974" y="1435289"/>
                  </a:lnTo>
                  <a:lnTo>
                    <a:pt x="3097642" y="1435289"/>
                  </a:lnTo>
                  <a:lnTo>
                    <a:pt x="3098310" y="1435289"/>
                  </a:lnTo>
                  <a:lnTo>
                    <a:pt x="3098978" y="1435289"/>
                  </a:lnTo>
                  <a:lnTo>
                    <a:pt x="3099646" y="1435289"/>
                  </a:lnTo>
                  <a:lnTo>
                    <a:pt x="3100314" y="1435289"/>
                  </a:lnTo>
                  <a:lnTo>
                    <a:pt x="3100982" y="1435289"/>
                  </a:lnTo>
                  <a:lnTo>
                    <a:pt x="3101650" y="1435289"/>
                  </a:lnTo>
                  <a:lnTo>
                    <a:pt x="3102318" y="1435289"/>
                  </a:lnTo>
                  <a:lnTo>
                    <a:pt x="3102986" y="1435289"/>
                  </a:lnTo>
                  <a:lnTo>
                    <a:pt x="3103654" y="1435289"/>
                  </a:lnTo>
                  <a:lnTo>
                    <a:pt x="3104322" y="1435289"/>
                  </a:lnTo>
                  <a:lnTo>
                    <a:pt x="3104990" y="1435289"/>
                  </a:lnTo>
                  <a:lnTo>
                    <a:pt x="3105658" y="1435289"/>
                  </a:lnTo>
                  <a:lnTo>
                    <a:pt x="3106326" y="1435289"/>
                  </a:lnTo>
                  <a:lnTo>
                    <a:pt x="3106994" y="1435289"/>
                  </a:lnTo>
                  <a:lnTo>
                    <a:pt x="3107662" y="1435289"/>
                  </a:lnTo>
                  <a:lnTo>
                    <a:pt x="3108330" y="1435289"/>
                  </a:lnTo>
                  <a:lnTo>
                    <a:pt x="3108998" y="1435240"/>
                  </a:lnTo>
                  <a:lnTo>
                    <a:pt x="3109666" y="1435240"/>
                  </a:lnTo>
                  <a:lnTo>
                    <a:pt x="3110334" y="1435240"/>
                  </a:lnTo>
                  <a:lnTo>
                    <a:pt x="3111002" y="1435240"/>
                  </a:lnTo>
                  <a:lnTo>
                    <a:pt x="3111670" y="1435240"/>
                  </a:lnTo>
                  <a:lnTo>
                    <a:pt x="3112338" y="1435240"/>
                  </a:lnTo>
                  <a:lnTo>
                    <a:pt x="3113006" y="1435240"/>
                  </a:lnTo>
                  <a:lnTo>
                    <a:pt x="3113674" y="1435289"/>
                  </a:lnTo>
                  <a:lnTo>
                    <a:pt x="3114342" y="1435289"/>
                  </a:lnTo>
                  <a:lnTo>
                    <a:pt x="3115010" y="1435289"/>
                  </a:lnTo>
                  <a:lnTo>
                    <a:pt x="3115678" y="1435289"/>
                  </a:lnTo>
                  <a:lnTo>
                    <a:pt x="3116346" y="1435289"/>
                  </a:lnTo>
                  <a:lnTo>
                    <a:pt x="3117014" y="1435289"/>
                  </a:lnTo>
                  <a:lnTo>
                    <a:pt x="3117683" y="1435289"/>
                  </a:lnTo>
                  <a:lnTo>
                    <a:pt x="3118351" y="1435289"/>
                  </a:lnTo>
                  <a:lnTo>
                    <a:pt x="3119019" y="1435289"/>
                  </a:lnTo>
                  <a:lnTo>
                    <a:pt x="3119687" y="1435289"/>
                  </a:lnTo>
                  <a:lnTo>
                    <a:pt x="3120355" y="1435289"/>
                  </a:lnTo>
                  <a:lnTo>
                    <a:pt x="3121023" y="1435289"/>
                  </a:lnTo>
                  <a:lnTo>
                    <a:pt x="3121691" y="1435289"/>
                  </a:lnTo>
                  <a:lnTo>
                    <a:pt x="3122359" y="1435289"/>
                  </a:lnTo>
                  <a:lnTo>
                    <a:pt x="3123027" y="1435289"/>
                  </a:lnTo>
                  <a:lnTo>
                    <a:pt x="3123695" y="1435289"/>
                  </a:lnTo>
                  <a:lnTo>
                    <a:pt x="3124363" y="1435289"/>
                  </a:lnTo>
                  <a:lnTo>
                    <a:pt x="3125031" y="1435240"/>
                  </a:lnTo>
                  <a:lnTo>
                    <a:pt x="3125699" y="1435240"/>
                  </a:lnTo>
                  <a:lnTo>
                    <a:pt x="3126367" y="1435240"/>
                  </a:lnTo>
                  <a:lnTo>
                    <a:pt x="3127035" y="1435240"/>
                  </a:lnTo>
                  <a:lnTo>
                    <a:pt x="3127703" y="1435289"/>
                  </a:lnTo>
                  <a:lnTo>
                    <a:pt x="3128371" y="1435289"/>
                  </a:lnTo>
                  <a:lnTo>
                    <a:pt x="3129039" y="1435289"/>
                  </a:lnTo>
                  <a:lnTo>
                    <a:pt x="3129707" y="1435289"/>
                  </a:lnTo>
                  <a:lnTo>
                    <a:pt x="3130375" y="1435289"/>
                  </a:lnTo>
                  <a:lnTo>
                    <a:pt x="3131043" y="1435289"/>
                  </a:lnTo>
                  <a:lnTo>
                    <a:pt x="3131711" y="1435289"/>
                  </a:lnTo>
                  <a:lnTo>
                    <a:pt x="3132379" y="1435289"/>
                  </a:lnTo>
                  <a:lnTo>
                    <a:pt x="3133047" y="1435289"/>
                  </a:lnTo>
                  <a:lnTo>
                    <a:pt x="3133715" y="1435289"/>
                  </a:lnTo>
                  <a:lnTo>
                    <a:pt x="3134383" y="1435289"/>
                  </a:lnTo>
                  <a:lnTo>
                    <a:pt x="3135051" y="1435289"/>
                  </a:lnTo>
                  <a:lnTo>
                    <a:pt x="3135719" y="1435289"/>
                  </a:lnTo>
                  <a:lnTo>
                    <a:pt x="3136387" y="1435289"/>
                  </a:lnTo>
                  <a:lnTo>
                    <a:pt x="3137055" y="1435289"/>
                  </a:lnTo>
                  <a:lnTo>
                    <a:pt x="3137723" y="1435289"/>
                  </a:lnTo>
                  <a:lnTo>
                    <a:pt x="3138391" y="1435289"/>
                  </a:lnTo>
                  <a:lnTo>
                    <a:pt x="3139059" y="1435289"/>
                  </a:lnTo>
                  <a:lnTo>
                    <a:pt x="3139727" y="1435240"/>
                  </a:lnTo>
                  <a:lnTo>
                    <a:pt x="3140395" y="1430776"/>
                  </a:lnTo>
                  <a:lnTo>
                    <a:pt x="3141063" y="1412919"/>
                  </a:lnTo>
                  <a:lnTo>
                    <a:pt x="3141732" y="1435289"/>
                  </a:lnTo>
                  <a:lnTo>
                    <a:pt x="3142400" y="1435289"/>
                  </a:lnTo>
                  <a:lnTo>
                    <a:pt x="3143068" y="1435289"/>
                  </a:lnTo>
                  <a:lnTo>
                    <a:pt x="3143736" y="1435289"/>
                  </a:lnTo>
                  <a:lnTo>
                    <a:pt x="3144404" y="1435289"/>
                  </a:lnTo>
                  <a:lnTo>
                    <a:pt x="3145072" y="1435289"/>
                  </a:lnTo>
                  <a:lnTo>
                    <a:pt x="3145740" y="1435289"/>
                  </a:lnTo>
                  <a:lnTo>
                    <a:pt x="3146408" y="1435289"/>
                  </a:lnTo>
                  <a:lnTo>
                    <a:pt x="3147076" y="1435289"/>
                  </a:lnTo>
                  <a:lnTo>
                    <a:pt x="3147744" y="1435289"/>
                  </a:lnTo>
                  <a:lnTo>
                    <a:pt x="3148412" y="1435289"/>
                  </a:lnTo>
                  <a:lnTo>
                    <a:pt x="3149080" y="1435289"/>
                  </a:lnTo>
                  <a:lnTo>
                    <a:pt x="3149748" y="1435289"/>
                  </a:lnTo>
                  <a:lnTo>
                    <a:pt x="3150416" y="1435289"/>
                  </a:lnTo>
                  <a:lnTo>
                    <a:pt x="3151084" y="1435289"/>
                  </a:lnTo>
                  <a:lnTo>
                    <a:pt x="3151752" y="1435289"/>
                  </a:lnTo>
                  <a:lnTo>
                    <a:pt x="3152420" y="1435289"/>
                  </a:lnTo>
                  <a:lnTo>
                    <a:pt x="3153088" y="1435289"/>
                  </a:lnTo>
                  <a:lnTo>
                    <a:pt x="3153756" y="1435289"/>
                  </a:lnTo>
                  <a:lnTo>
                    <a:pt x="3154424" y="1435289"/>
                  </a:lnTo>
                  <a:lnTo>
                    <a:pt x="3155092" y="1435289"/>
                  </a:lnTo>
                  <a:lnTo>
                    <a:pt x="3155760" y="1435289"/>
                  </a:lnTo>
                  <a:lnTo>
                    <a:pt x="3156428" y="1435289"/>
                  </a:lnTo>
                  <a:lnTo>
                    <a:pt x="3157096" y="1435289"/>
                  </a:lnTo>
                  <a:lnTo>
                    <a:pt x="3157764" y="1435289"/>
                  </a:lnTo>
                  <a:lnTo>
                    <a:pt x="3158432" y="1435289"/>
                  </a:lnTo>
                  <a:lnTo>
                    <a:pt x="3159100" y="1435289"/>
                  </a:lnTo>
                  <a:lnTo>
                    <a:pt x="3159768" y="1435289"/>
                  </a:lnTo>
                  <a:lnTo>
                    <a:pt x="3160436" y="1435289"/>
                  </a:lnTo>
                  <a:lnTo>
                    <a:pt x="3161104" y="1435289"/>
                  </a:lnTo>
                  <a:lnTo>
                    <a:pt x="3161772" y="1435289"/>
                  </a:lnTo>
                  <a:lnTo>
                    <a:pt x="3162440" y="1435289"/>
                  </a:lnTo>
                  <a:lnTo>
                    <a:pt x="3163108" y="1435289"/>
                  </a:lnTo>
                  <a:lnTo>
                    <a:pt x="3163776" y="1435289"/>
                  </a:lnTo>
                  <a:lnTo>
                    <a:pt x="3164444" y="1435289"/>
                  </a:lnTo>
                  <a:lnTo>
                    <a:pt x="3165112" y="1435289"/>
                  </a:lnTo>
                  <a:lnTo>
                    <a:pt x="3165780" y="1435289"/>
                  </a:lnTo>
                  <a:lnTo>
                    <a:pt x="3166449" y="1435289"/>
                  </a:lnTo>
                  <a:lnTo>
                    <a:pt x="3167117" y="1435289"/>
                  </a:lnTo>
                  <a:lnTo>
                    <a:pt x="3167785" y="1435289"/>
                  </a:lnTo>
                  <a:lnTo>
                    <a:pt x="3168453" y="1435289"/>
                  </a:lnTo>
                  <a:lnTo>
                    <a:pt x="3169121" y="1435240"/>
                  </a:lnTo>
                  <a:lnTo>
                    <a:pt x="3169789" y="1435240"/>
                  </a:lnTo>
                  <a:lnTo>
                    <a:pt x="3170457" y="1435240"/>
                  </a:lnTo>
                  <a:lnTo>
                    <a:pt x="3171125" y="1435240"/>
                  </a:lnTo>
                  <a:lnTo>
                    <a:pt x="3171793" y="1435240"/>
                  </a:lnTo>
                  <a:lnTo>
                    <a:pt x="3172461" y="1435240"/>
                  </a:lnTo>
                  <a:lnTo>
                    <a:pt x="3173129" y="1435240"/>
                  </a:lnTo>
                  <a:lnTo>
                    <a:pt x="3173797" y="1435240"/>
                  </a:lnTo>
                  <a:lnTo>
                    <a:pt x="3174465" y="1435240"/>
                  </a:lnTo>
                  <a:lnTo>
                    <a:pt x="3175133" y="1435240"/>
                  </a:lnTo>
                  <a:lnTo>
                    <a:pt x="3175801" y="1435240"/>
                  </a:lnTo>
                  <a:lnTo>
                    <a:pt x="3176469" y="1435240"/>
                  </a:lnTo>
                  <a:lnTo>
                    <a:pt x="3177137" y="1435240"/>
                  </a:lnTo>
                  <a:lnTo>
                    <a:pt x="3177805" y="1435240"/>
                  </a:lnTo>
                  <a:lnTo>
                    <a:pt x="3178473" y="1435240"/>
                  </a:lnTo>
                  <a:lnTo>
                    <a:pt x="3179141" y="1435240"/>
                  </a:lnTo>
                  <a:lnTo>
                    <a:pt x="3179809" y="1420731"/>
                  </a:lnTo>
                  <a:lnTo>
                    <a:pt x="3180477" y="1388366"/>
                  </a:lnTo>
                  <a:lnTo>
                    <a:pt x="3181145" y="1345956"/>
                  </a:lnTo>
                  <a:lnTo>
                    <a:pt x="3181813" y="1345956"/>
                  </a:lnTo>
                  <a:lnTo>
                    <a:pt x="3182481" y="1345956"/>
                  </a:lnTo>
                  <a:lnTo>
                    <a:pt x="3183149" y="1345956"/>
                  </a:lnTo>
                  <a:lnTo>
                    <a:pt x="3183817" y="1345956"/>
                  </a:lnTo>
                  <a:lnTo>
                    <a:pt x="3184485" y="1345956"/>
                  </a:lnTo>
                  <a:lnTo>
                    <a:pt x="3185153" y="1345956"/>
                  </a:lnTo>
                  <a:lnTo>
                    <a:pt x="3185821" y="1345956"/>
                  </a:lnTo>
                  <a:lnTo>
                    <a:pt x="3186489" y="1345956"/>
                  </a:lnTo>
                  <a:lnTo>
                    <a:pt x="3187157" y="1345956"/>
                  </a:lnTo>
                  <a:lnTo>
                    <a:pt x="3187825" y="1345956"/>
                  </a:lnTo>
                  <a:lnTo>
                    <a:pt x="3188493" y="1345956"/>
                  </a:lnTo>
                  <a:lnTo>
                    <a:pt x="3189161" y="1345956"/>
                  </a:lnTo>
                  <a:lnTo>
                    <a:pt x="3189829" y="1360465"/>
                  </a:lnTo>
                  <a:lnTo>
                    <a:pt x="3190497" y="1392830"/>
                  </a:lnTo>
                  <a:lnTo>
                    <a:pt x="3191166" y="1435240"/>
                  </a:lnTo>
                  <a:lnTo>
                    <a:pt x="3191834" y="1435240"/>
                  </a:lnTo>
                  <a:lnTo>
                    <a:pt x="3192502" y="1435240"/>
                  </a:lnTo>
                  <a:lnTo>
                    <a:pt x="3193170" y="1435240"/>
                  </a:lnTo>
                  <a:lnTo>
                    <a:pt x="3193838" y="1435240"/>
                  </a:lnTo>
                  <a:lnTo>
                    <a:pt x="3194506" y="1435240"/>
                  </a:lnTo>
                  <a:lnTo>
                    <a:pt x="3195174" y="1435240"/>
                  </a:lnTo>
                  <a:lnTo>
                    <a:pt x="3195842" y="1435240"/>
                  </a:lnTo>
                  <a:lnTo>
                    <a:pt x="3196510" y="1435240"/>
                  </a:lnTo>
                  <a:lnTo>
                    <a:pt x="3197178" y="1435240"/>
                  </a:lnTo>
                  <a:lnTo>
                    <a:pt x="3197846" y="1435240"/>
                  </a:lnTo>
                  <a:lnTo>
                    <a:pt x="3198514" y="1435240"/>
                  </a:lnTo>
                  <a:lnTo>
                    <a:pt x="3199182" y="1435240"/>
                  </a:lnTo>
                  <a:lnTo>
                    <a:pt x="3199850" y="1435240"/>
                  </a:lnTo>
                  <a:lnTo>
                    <a:pt x="3200518" y="1435240"/>
                  </a:lnTo>
                  <a:lnTo>
                    <a:pt x="3201186" y="1435240"/>
                  </a:lnTo>
                  <a:lnTo>
                    <a:pt x="3201854" y="1435240"/>
                  </a:lnTo>
                  <a:lnTo>
                    <a:pt x="3202522" y="1435240"/>
                  </a:lnTo>
                  <a:lnTo>
                    <a:pt x="3203190" y="1435240"/>
                  </a:lnTo>
                  <a:lnTo>
                    <a:pt x="3203858" y="1435240"/>
                  </a:lnTo>
                  <a:lnTo>
                    <a:pt x="3204526" y="1435240"/>
                  </a:lnTo>
                  <a:lnTo>
                    <a:pt x="3205194" y="1435240"/>
                  </a:lnTo>
                  <a:lnTo>
                    <a:pt x="3205862" y="1435240"/>
                  </a:lnTo>
                  <a:lnTo>
                    <a:pt x="3206530" y="1435240"/>
                  </a:lnTo>
                  <a:lnTo>
                    <a:pt x="3207198" y="1435240"/>
                  </a:lnTo>
                  <a:lnTo>
                    <a:pt x="3207866" y="1435240"/>
                  </a:lnTo>
                  <a:lnTo>
                    <a:pt x="3208534" y="1435240"/>
                  </a:lnTo>
                  <a:lnTo>
                    <a:pt x="3209202" y="1435240"/>
                  </a:lnTo>
                  <a:lnTo>
                    <a:pt x="3209870" y="1435240"/>
                  </a:lnTo>
                  <a:lnTo>
                    <a:pt x="3210538" y="1435240"/>
                  </a:lnTo>
                  <a:lnTo>
                    <a:pt x="3211206" y="1435240"/>
                  </a:lnTo>
                  <a:lnTo>
                    <a:pt x="3211874" y="1435240"/>
                  </a:lnTo>
                  <a:lnTo>
                    <a:pt x="3212542" y="1435240"/>
                  </a:lnTo>
                  <a:lnTo>
                    <a:pt x="3213210" y="1435240"/>
                  </a:lnTo>
                  <a:lnTo>
                    <a:pt x="3213878" y="1435240"/>
                  </a:lnTo>
                  <a:lnTo>
                    <a:pt x="3214546" y="1435240"/>
                  </a:lnTo>
                  <a:lnTo>
                    <a:pt x="3215215" y="1435240"/>
                  </a:lnTo>
                  <a:lnTo>
                    <a:pt x="3215883" y="1435240"/>
                  </a:lnTo>
                  <a:lnTo>
                    <a:pt x="3216551" y="1435240"/>
                  </a:lnTo>
                  <a:lnTo>
                    <a:pt x="3217219" y="1435240"/>
                  </a:lnTo>
                  <a:lnTo>
                    <a:pt x="3217887" y="1435240"/>
                  </a:lnTo>
                  <a:lnTo>
                    <a:pt x="3218555" y="1435240"/>
                  </a:lnTo>
                  <a:lnTo>
                    <a:pt x="3219223" y="1435240"/>
                  </a:lnTo>
                  <a:lnTo>
                    <a:pt x="3219891" y="1435240"/>
                  </a:lnTo>
                  <a:lnTo>
                    <a:pt x="3220559" y="1435240"/>
                  </a:lnTo>
                  <a:lnTo>
                    <a:pt x="3221227" y="1435240"/>
                  </a:lnTo>
                  <a:lnTo>
                    <a:pt x="3221895" y="1435240"/>
                  </a:lnTo>
                  <a:lnTo>
                    <a:pt x="3222563" y="1435240"/>
                  </a:lnTo>
                  <a:lnTo>
                    <a:pt x="3223231" y="1435240"/>
                  </a:lnTo>
                  <a:lnTo>
                    <a:pt x="3223899" y="1435240"/>
                  </a:lnTo>
                  <a:lnTo>
                    <a:pt x="3224567" y="1435240"/>
                  </a:lnTo>
                  <a:lnTo>
                    <a:pt x="3225235" y="1435240"/>
                  </a:lnTo>
                  <a:lnTo>
                    <a:pt x="3225903" y="1435240"/>
                  </a:lnTo>
                  <a:lnTo>
                    <a:pt x="3226571" y="1435240"/>
                  </a:lnTo>
                  <a:lnTo>
                    <a:pt x="3227239" y="1435240"/>
                  </a:lnTo>
                  <a:lnTo>
                    <a:pt x="3227907" y="1435240"/>
                  </a:lnTo>
                  <a:lnTo>
                    <a:pt x="3228575" y="1435240"/>
                  </a:lnTo>
                  <a:lnTo>
                    <a:pt x="3229243" y="1435240"/>
                  </a:lnTo>
                  <a:lnTo>
                    <a:pt x="3229911" y="1435240"/>
                  </a:lnTo>
                  <a:lnTo>
                    <a:pt x="3230579" y="1435240"/>
                  </a:lnTo>
                  <a:lnTo>
                    <a:pt x="3231247" y="1435240"/>
                  </a:lnTo>
                  <a:lnTo>
                    <a:pt x="3231915" y="1435240"/>
                  </a:lnTo>
                  <a:lnTo>
                    <a:pt x="3232583" y="1435240"/>
                  </a:lnTo>
                  <a:lnTo>
                    <a:pt x="3233251" y="1435240"/>
                  </a:lnTo>
                  <a:lnTo>
                    <a:pt x="3233919" y="1435240"/>
                  </a:lnTo>
                  <a:lnTo>
                    <a:pt x="3234587" y="1435240"/>
                  </a:lnTo>
                  <a:lnTo>
                    <a:pt x="3235255" y="1435240"/>
                  </a:lnTo>
                  <a:lnTo>
                    <a:pt x="3235923" y="1435240"/>
                  </a:lnTo>
                  <a:lnTo>
                    <a:pt x="3236591" y="1435240"/>
                  </a:lnTo>
                  <a:lnTo>
                    <a:pt x="3237259" y="1435240"/>
                  </a:lnTo>
                  <a:lnTo>
                    <a:pt x="3237927" y="1435289"/>
                  </a:lnTo>
                  <a:lnTo>
                    <a:pt x="3238595" y="1435289"/>
                  </a:lnTo>
                  <a:lnTo>
                    <a:pt x="3239263" y="1435289"/>
                  </a:lnTo>
                  <a:lnTo>
                    <a:pt x="3239932" y="1435289"/>
                  </a:lnTo>
                  <a:lnTo>
                    <a:pt x="3240600" y="1435289"/>
                  </a:lnTo>
                  <a:lnTo>
                    <a:pt x="3241268" y="1435289"/>
                  </a:lnTo>
                  <a:lnTo>
                    <a:pt x="3241936" y="1435289"/>
                  </a:lnTo>
                  <a:lnTo>
                    <a:pt x="3242604" y="1435289"/>
                  </a:lnTo>
                  <a:lnTo>
                    <a:pt x="3243272" y="1435289"/>
                  </a:lnTo>
                  <a:lnTo>
                    <a:pt x="3243940" y="1435289"/>
                  </a:lnTo>
                  <a:lnTo>
                    <a:pt x="3244608" y="1435289"/>
                  </a:lnTo>
                  <a:lnTo>
                    <a:pt x="3245276" y="1435289"/>
                  </a:lnTo>
                  <a:lnTo>
                    <a:pt x="3245944" y="1435289"/>
                  </a:lnTo>
                  <a:lnTo>
                    <a:pt x="3246612" y="1435289"/>
                  </a:lnTo>
                  <a:lnTo>
                    <a:pt x="3247280" y="1435289"/>
                  </a:lnTo>
                  <a:lnTo>
                    <a:pt x="3247948" y="1435289"/>
                  </a:lnTo>
                  <a:lnTo>
                    <a:pt x="3248616" y="1435289"/>
                  </a:lnTo>
                  <a:lnTo>
                    <a:pt x="3249284" y="1435289"/>
                  </a:lnTo>
                  <a:lnTo>
                    <a:pt x="3249952" y="1435289"/>
                  </a:lnTo>
                  <a:lnTo>
                    <a:pt x="3250620" y="1435289"/>
                  </a:lnTo>
                  <a:lnTo>
                    <a:pt x="3251288" y="1435289"/>
                  </a:lnTo>
                  <a:lnTo>
                    <a:pt x="3251956" y="1435289"/>
                  </a:lnTo>
                  <a:lnTo>
                    <a:pt x="3252624" y="1435289"/>
                  </a:lnTo>
                  <a:lnTo>
                    <a:pt x="3253292" y="1435240"/>
                  </a:lnTo>
                  <a:lnTo>
                    <a:pt x="3253960" y="1435240"/>
                  </a:lnTo>
                  <a:lnTo>
                    <a:pt x="3254628" y="1435240"/>
                  </a:lnTo>
                  <a:lnTo>
                    <a:pt x="3255296" y="1435240"/>
                  </a:lnTo>
                  <a:lnTo>
                    <a:pt x="3255964" y="1435240"/>
                  </a:lnTo>
                  <a:lnTo>
                    <a:pt x="3256632" y="1435289"/>
                  </a:lnTo>
                  <a:lnTo>
                    <a:pt x="3257300" y="1435289"/>
                  </a:lnTo>
                  <a:lnTo>
                    <a:pt x="3257968" y="1435289"/>
                  </a:lnTo>
                  <a:lnTo>
                    <a:pt x="3258636" y="1435289"/>
                  </a:lnTo>
                  <a:lnTo>
                    <a:pt x="3259304" y="1435289"/>
                  </a:lnTo>
                  <a:lnTo>
                    <a:pt x="3259972" y="1435289"/>
                  </a:lnTo>
                  <a:lnTo>
                    <a:pt x="3260640" y="1435289"/>
                  </a:lnTo>
                  <a:lnTo>
                    <a:pt x="3261308" y="1435289"/>
                  </a:lnTo>
                  <a:lnTo>
                    <a:pt x="3261976" y="1435289"/>
                  </a:lnTo>
                  <a:lnTo>
                    <a:pt x="3262644" y="1435289"/>
                  </a:lnTo>
                  <a:lnTo>
                    <a:pt x="3263312" y="1435289"/>
                  </a:lnTo>
                  <a:lnTo>
                    <a:pt x="3263980" y="1435289"/>
                  </a:lnTo>
                  <a:lnTo>
                    <a:pt x="3264649" y="1435289"/>
                  </a:lnTo>
                  <a:lnTo>
                    <a:pt x="3265317" y="1435289"/>
                  </a:lnTo>
                  <a:lnTo>
                    <a:pt x="3265985" y="1435289"/>
                  </a:lnTo>
                  <a:lnTo>
                    <a:pt x="3266653" y="1435289"/>
                  </a:lnTo>
                  <a:lnTo>
                    <a:pt x="3267321" y="1435289"/>
                  </a:lnTo>
                  <a:lnTo>
                    <a:pt x="3267989" y="1435289"/>
                  </a:lnTo>
                  <a:lnTo>
                    <a:pt x="3268657" y="1435289"/>
                  </a:lnTo>
                  <a:lnTo>
                    <a:pt x="3269325" y="1435289"/>
                  </a:lnTo>
                  <a:lnTo>
                    <a:pt x="3269993" y="1435289"/>
                  </a:lnTo>
                  <a:lnTo>
                    <a:pt x="3270661" y="1435289"/>
                  </a:lnTo>
                  <a:lnTo>
                    <a:pt x="3271329" y="1432355"/>
                  </a:lnTo>
                  <a:lnTo>
                    <a:pt x="3271997" y="1435289"/>
                  </a:lnTo>
                  <a:lnTo>
                    <a:pt x="3272665" y="1430117"/>
                  </a:lnTo>
                  <a:lnTo>
                    <a:pt x="3273333" y="1430117"/>
                  </a:lnTo>
                  <a:lnTo>
                    <a:pt x="3274001" y="1430117"/>
                  </a:lnTo>
                  <a:lnTo>
                    <a:pt x="3274669" y="1434541"/>
                  </a:lnTo>
                  <a:lnTo>
                    <a:pt x="3275337" y="1435289"/>
                  </a:lnTo>
                  <a:lnTo>
                    <a:pt x="3276005" y="1435289"/>
                  </a:lnTo>
                  <a:lnTo>
                    <a:pt x="3276673" y="1435289"/>
                  </a:lnTo>
                  <a:lnTo>
                    <a:pt x="3277341" y="1435289"/>
                  </a:lnTo>
                  <a:lnTo>
                    <a:pt x="3278009" y="1435289"/>
                  </a:lnTo>
                  <a:lnTo>
                    <a:pt x="3278677" y="1435289"/>
                  </a:lnTo>
                  <a:lnTo>
                    <a:pt x="3279345" y="1435289"/>
                  </a:lnTo>
                  <a:lnTo>
                    <a:pt x="3280013" y="1435289"/>
                  </a:lnTo>
                  <a:lnTo>
                    <a:pt x="3280681" y="1435289"/>
                  </a:lnTo>
                  <a:lnTo>
                    <a:pt x="3281349" y="1435289"/>
                  </a:lnTo>
                  <a:lnTo>
                    <a:pt x="3282017" y="1435289"/>
                  </a:lnTo>
                  <a:lnTo>
                    <a:pt x="3282685" y="1435289"/>
                  </a:lnTo>
                  <a:lnTo>
                    <a:pt x="3283353" y="1435289"/>
                  </a:lnTo>
                  <a:lnTo>
                    <a:pt x="3284021" y="1435289"/>
                  </a:lnTo>
                  <a:lnTo>
                    <a:pt x="3284689" y="1435289"/>
                  </a:lnTo>
                  <a:lnTo>
                    <a:pt x="3285357" y="1435289"/>
                  </a:lnTo>
                  <a:lnTo>
                    <a:pt x="3286025" y="1435289"/>
                  </a:lnTo>
                  <a:lnTo>
                    <a:pt x="3286693" y="1435289"/>
                  </a:lnTo>
                  <a:lnTo>
                    <a:pt x="3287361" y="1435289"/>
                  </a:lnTo>
                  <a:lnTo>
                    <a:pt x="3288029" y="1435289"/>
                  </a:lnTo>
                  <a:lnTo>
                    <a:pt x="3288697" y="1435289"/>
                  </a:lnTo>
                  <a:lnTo>
                    <a:pt x="3289366" y="1435289"/>
                  </a:lnTo>
                  <a:lnTo>
                    <a:pt x="3290034" y="1435289"/>
                  </a:lnTo>
                  <a:lnTo>
                    <a:pt x="3290702" y="1435289"/>
                  </a:lnTo>
                  <a:lnTo>
                    <a:pt x="3291370" y="1435289"/>
                  </a:lnTo>
                  <a:lnTo>
                    <a:pt x="3292038" y="1435289"/>
                  </a:lnTo>
                  <a:lnTo>
                    <a:pt x="3292706" y="1435289"/>
                  </a:lnTo>
                  <a:lnTo>
                    <a:pt x="3293374" y="1435289"/>
                  </a:lnTo>
                  <a:lnTo>
                    <a:pt x="3294042" y="1425703"/>
                  </a:lnTo>
                  <a:lnTo>
                    <a:pt x="3294710" y="1425703"/>
                  </a:lnTo>
                  <a:lnTo>
                    <a:pt x="3295378" y="1425703"/>
                  </a:lnTo>
                  <a:lnTo>
                    <a:pt x="3296046" y="1425351"/>
                  </a:lnTo>
                  <a:lnTo>
                    <a:pt x="3296714" y="1425351"/>
                  </a:lnTo>
                  <a:lnTo>
                    <a:pt x="3297382" y="1425351"/>
                  </a:lnTo>
                  <a:lnTo>
                    <a:pt x="3298050" y="1408458"/>
                  </a:lnTo>
                  <a:lnTo>
                    <a:pt x="3298718" y="1408458"/>
                  </a:lnTo>
                  <a:lnTo>
                    <a:pt x="3299386" y="1393352"/>
                  </a:lnTo>
                  <a:lnTo>
                    <a:pt x="3300054" y="1400413"/>
                  </a:lnTo>
                  <a:lnTo>
                    <a:pt x="3300722" y="1414101"/>
                  </a:lnTo>
                  <a:lnTo>
                    <a:pt x="3301390" y="1390598"/>
                  </a:lnTo>
                  <a:lnTo>
                    <a:pt x="3302058" y="1396178"/>
                  </a:lnTo>
                  <a:lnTo>
                    <a:pt x="3302726" y="1412919"/>
                  </a:lnTo>
                  <a:lnTo>
                    <a:pt x="3303394" y="1415151"/>
                  </a:lnTo>
                  <a:lnTo>
                    <a:pt x="3304062" y="1435240"/>
                  </a:lnTo>
                  <a:lnTo>
                    <a:pt x="3304730" y="1435240"/>
                  </a:lnTo>
                  <a:lnTo>
                    <a:pt x="3305398" y="1435240"/>
                  </a:lnTo>
                  <a:lnTo>
                    <a:pt x="3306066" y="1435289"/>
                  </a:lnTo>
                  <a:lnTo>
                    <a:pt x="3306734" y="1435289"/>
                  </a:lnTo>
                  <a:lnTo>
                    <a:pt x="3307402" y="1435289"/>
                  </a:lnTo>
                  <a:lnTo>
                    <a:pt x="3308070" y="1435289"/>
                  </a:lnTo>
                  <a:lnTo>
                    <a:pt x="3308738" y="1435289"/>
                  </a:lnTo>
                  <a:lnTo>
                    <a:pt x="3309406" y="1435289"/>
                  </a:lnTo>
                  <a:lnTo>
                    <a:pt x="3310074" y="1435289"/>
                  </a:lnTo>
                  <a:lnTo>
                    <a:pt x="3310742" y="1435289"/>
                  </a:lnTo>
                  <a:lnTo>
                    <a:pt x="3311410" y="1435289"/>
                  </a:lnTo>
                  <a:lnTo>
                    <a:pt x="3312078" y="1435289"/>
                  </a:lnTo>
                  <a:lnTo>
                    <a:pt x="3312746" y="1435289"/>
                  </a:lnTo>
                  <a:lnTo>
                    <a:pt x="3313415" y="1435289"/>
                  </a:lnTo>
                  <a:lnTo>
                    <a:pt x="3314083" y="1435289"/>
                  </a:lnTo>
                  <a:lnTo>
                    <a:pt x="3314751" y="1435289"/>
                  </a:lnTo>
                  <a:lnTo>
                    <a:pt x="3315419" y="1435289"/>
                  </a:lnTo>
                  <a:lnTo>
                    <a:pt x="3316087" y="1435289"/>
                  </a:lnTo>
                  <a:lnTo>
                    <a:pt x="3316755" y="1435289"/>
                  </a:lnTo>
                  <a:lnTo>
                    <a:pt x="3317423" y="1435240"/>
                  </a:lnTo>
                  <a:lnTo>
                    <a:pt x="3318091" y="1435240"/>
                  </a:lnTo>
                  <a:lnTo>
                    <a:pt x="3318759" y="1435240"/>
                  </a:lnTo>
                  <a:lnTo>
                    <a:pt x="3319427" y="1435240"/>
                  </a:lnTo>
                  <a:lnTo>
                    <a:pt x="3320095" y="1435289"/>
                  </a:lnTo>
                  <a:lnTo>
                    <a:pt x="3320763" y="1435289"/>
                  </a:lnTo>
                  <a:lnTo>
                    <a:pt x="3321431" y="1435289"/>
                  </a:lnTo>
                  <a:lnTo>
                    <a:pt x="3322099" y="1435289"/>
                  </a:lnTo>
                  <a:lnTo>
                    <a:pt x="3322767" y="1435289"/>
                  </a:lnTo>
                  <a:lnTo>
                    <a:pt x="3323435" y="1435289"/>
                  </a:lnTo>
                  <a:lnTo>
                    <a:pt x="3324103" y="1435289"/>
                  </a:lnTo>
                  <a:lnTo>
                    <a:pt x="3324771" y="1435289"/>
                  </a:lnTo>
                  <a:lnTo>
                    <a:pt x="3325439" y="1435289"/>
                  </a:lnTo>
                  <a:lnTo>
                    <a:pt x="3326107" y="1435289"/>
                  </a:lnTo>
                  <a:lnTo>
                    <a:pt x="3326775" y="1435289"/>
                  </a:lnTo>
                  <a:lnTo>
                    <a:pt x="3327443" y="1435289"/>
                  </a:lnTo>
                  <a:lnTo>
                    <a:pt x="3328111" y="1435289"/>
                  </a:lnTo>
                  <a:lnTo>
                    <a:pt x="3328779" y="1435289"/>
                  </a:lnTo>
                  <a:lnTo>
                    <a:pt x="3329447" y="1435289"/>
                  </a:lnTo>
                  <a:lnTo>
                    <a:pt x="3330115" y="1435289"/>
                  </a:lnTo>
                  <a:lnTo>
                    <a:pt x="3330783" y="1435289"/>
                  </a:lnTo>
                  <a:lnTo>
                    <a:pt x="3331451" y="1435289"/>
                  </a:lnTo>
                  <a:lnTo>
                    <a:pt x="3332119" y="1435289"/>
                  </a:lnTo>
                  <a:lnTo>
                    <a:pt x="3332787" y="1435289"/>
                  </a:lnTo>
                  <a:lnTo>
                    <a:pt x="3333455" y="1435289"/>
                  </a:lnTo>
                  <a:lnTo>
                    <a:pt x="3334123" y="1422655"/>
                  </a:lnTo>
                  <a:lnTo>
                    <a:pt x="3334791" y="1422655"/>
                  </a:lnTo>
                  <a:lnTo>
                    <a:pt x="3335459" y="1422655"/>
                  </a:lnTo>
                  <a:lnTo>
                    <a:pt x="3336127" y="1411666"/>
                  </a:lnTo>
                  <a:lnTo>
                    <a:pt x="3336795" y="1404341"/>
                  </a:lnTo>
                  <a:lnTo>
                    <a:pt x="3337463" y="1404341"/>
                  </a:lnTo>
                  <a:lnTo>
                    <a:pt x="3338132" y="1421057"/>
                  </a:lnTo>
                  <a:lnTo>
                    <a:pt x="3338800" y="1420512"/>
                  </a:lnTo>
                  <a:lnTo>
                    <a:pt x="3339468" y="1435289"/>
                  </a:lnTo>
                  <a:lnTo>
                    <a:pt x="3340136" y="1435289"/>
                  </a:lnTo>
                  <a:lnTo>
                    <a:pt x="3340804" y="1435289"/>
                  </a:lnTo>
                  <a:lnTo>
                    <a:pt x="3341472" y="1435289"/>
                  </a:lnTo>
                  <a:lnTo>
                    <a:pt x="3342140" y="1435289"/>
                  </a:lnTo>
                  <a:lnTo>
                    <a:pt x="3342808" y="1435289"/>
                  </a:lnTo>
                  <a:lnTo>
                    <a:pt x="3343476" y="1435289"/>
                  </a:lnTo>
                  <a:lnTo>
                    <a:pt x="3344144" y="1435289"/>
                  </a:lnTo>
                  <a:lnTo>
                    <a:pt x="3344812" y="1435289"/>
                  </a:lnTo>
                  <a:lnTo>
                    <a:pt x="3345480" y="1435289"/>
                  </a:lnTo>
                  <a:lnTo>
                    <a:pt x="3346148" y="1435289"/>
                  </a:lnTo>
                  <a:lnTo>
                    <a:pt x="3346816" y="1435289"/>
                  </a:lnTo>
                  <a:lnTo>
                    <a:pt x="3347484" y="1435289"/>
                  </a:lnTo>
                  <a:lnTo>
                    <a:pt x="3348152" y="1435289"/>
                  </a:lnTo>
                  <a:lnTo>
                    <a:pt x="3348820" y="1435289"/>
                  </a:lnTo>
                  <a:lnTo>
                    <a:pt x="3349488" y="1435289"/>
                  </a:lnTo>
                  <a:lnTo>
                    <a:pt x="3350156" y="1435289"/>
                  </a:lnTo>
                  <a:lnTo>
                    <a:pt x="3350824" y="1435289"/>
                  </a:lnTo>
                  <a:lnTo>
                    <a:pt x="3351492" y="1435289"/>
                  </a:lnTo>
                  <a:lnTo>
                    <a:pt x="3352160" y="1435289"/>
                  </a:lnTo>
                  <a:lnTo>
                    <a:pt x="3352828" y="1435289"/>
                  </a:lnTo>
                  <a:lnTo>
                    <a:pt x="3353496" y="1430922"/>
                  </a:lnTo>
                  <a:lnTo>
                    <a:pt x="3354164" y="1416621"/>
                  </a:lnTo>
                  <a:lnTo>
                    <a:pt x="3354832" y="1397553"/>
                  </a:lnTo>
                  <a:lnTo>
                    <a:pt x="3355500" y="1375335"/>
                  </a:lnTo>
                  <a:lnTo>
                    <a:pt x="3356168" y="1345956"/>
                  </a:lnTo>
                  <a:lnTo>
                    <a:pt x="3356836" y="1378485"/>
                  </a:lnTo>
                  <a:lnTo>
                    <a:pt x="3357504" y="1378485"/>
                  </a:lnTo>
                  <a:lnTo>
                    <a:pt x="3358172" y="1386027"/>
                  </a:lnTo>
                  <a:lnTo>
                    <a:pt x="3358840" y="1417637"/>
                  </a:lnTo>
                  <a:lnTo>
                    <a:pt x="3359508" y="1435289"/>
                  </a:lnTo>
                  <a:lnTo>
                    <a:pt x="3360176" y="1435289"/>
                  </a:lnTo>
                  <a:lnTo>
                    <a:pt x="3360844" y="1435289"/>
                  </a:lnTo>
                  <a:lnTo>
                    <a:pt x="3361512" y="1435289"/>
                  </a:lnTo>
                  <a:lnTo>
                    <a:pt x="3362180" y="1435289"/>
                  </a:lnTo>
                  <a:lnTo>
                    <a:pt x="3362849" y="1435289"/>
                  </a:lnTo>
                  <a:lnTo>
                    <a:pt x="3363517" y="1435289"/>
                  </a:lnTo>
                  <a:lnTo>
                    <a:pt x="3364185" y="1435289"/>
                  </a:lnTo>
                  <a:lnTo>
                    <a:pt x="3364853" y="1435289"/>
                  </a:lnTo>
                  <a:lnTo>
                    <a:pt x="3365521" y="1435289"/>
                  </a:lnTo>
                  <a:lnTo>
                    <a:pt x="3366189" y="1435289"/>
                  </a:lnTo>
                  <a:lnTo>
                    <a:pt x="3366857" y="1435289"/>
                  </a:lnTo>
                  <a:lnTo>
                    <a:pt x="3367525" y="1435289"/>
                  </a:lnTo>
                  <a:lnTo>
                    <a:pt x="3368193" y="1435289"/>
                  </a:lnTo>
                  <a:lnTo>
                    <a:pt x="3368861" y="1435289"/>
                  </a:lnTo>
                  <a:lnTo>
                    <a:pt x="3369529" y="1435289"/>
                  </a:lnTo>
                  <a:lnTo>
                    <a:pt x="3370197" y="1435289"/>
                  </a:lnTo>
                  <a:lnTo>
                    <a:pt x="3370865" y="1435289"/>
                  </a:lnTo>
                  <a:lnTo>
                    <a:pt x="3371533" y="1435289"/>
                  </a:lnTo>
                  <a:lnTo>
                    <a:pt x="3372201" y="1435289"/>
                  </a:lnTo>
                  <a:lnTo>
                    <a:pt x="3372869" y="1435289"/>
                  </a:lnTo>
                  <a:lnTo>
                    <a:pt x="3373537" y="1435289"/>
                  </a:lnTo>
                  <a:lnTo>
                    <a:pt x="3374205" y="1435289"/>
                  </a:lnTo>
                  <a:lnTo>
                    <a:pt x="3374873" y="1435289"/>
                  </a:lnTo>
                  <a:lnTo>
                    <a:pt x="3375541" y="1435289"/>
                  </a:lnTo>
                  <a:lnTo>
                    <a:pt x="3376209" y="1435289"/>
                  </a:lnTo>
                  <a:lnTo>
                    <a:pt x="3376877" y="1435289"/>
                  </a:lnTo>
                  <a:lnTo>
                    <a:pt x="3377545" y="1435289"/>
                  </a:lnTo>
                  <a:lnTo>
                    <a:pt x="3378213" y="1435289"/>
                  </a:lnTo>
                  <a:lnTo>
                    <a:pt x="3378881" y="1435289"/>
                  </a:lnTo>
                  <a:lnTo>
                    <a:pt x="3379549" y="1435289"/>
                  </a:lnTo>
                  <a:lnTo>
                    <a:pt x="3380217" y="1435289"/>
                  </a:lnTo>
                  <a:lnTo>
                    <a:pt x="3380885" y="1435289"/>
                  </a:lnTo>
                  <a:lnTo>
                    <a:pt x="3381553" y="1435289"/>
                  </a:lnTo>
                  <a:lnTo>
                    <a:pt x="3382221" y="1435289"/>
                  </a:lnTo>
                  <a:lnTo>
                    <a:pt x="3382889" y="1435289"/>
                  </a:lnTo>
                  <a:lnTo>
                    <a:pt x="3383557" y="1435289"/>
                  </a:lnTo>
                  <a:lnTo>
                    <a:pt x="3384225" y="1435289"/>
                  </a:lnTo>
                  <a:lnTo>
                    <a:pt x="3384893" y="1435289"/>
                  </a:lnTo>
                  <a:lnTo>
                    <a:pt x="3385561" y="1435289"/>
                  </a:lnTo>
                  <a:lnTo>
                    <a:pt x="3386229" y="1435289"/>
                  </a:lnTo>
                  <a:lnTo>
                    <a:pt x="3386897" y="1435289"/>
                  </a:lnTo>
                  <a:lnTo>
                    <a:pt x="3387566" y="1435289"/>
                  </a:lnTo>
                  <a:lnTo>
                    <a:pt x="3388234" y="1435289"/>
                  </a:lnTo>
                  <a:lnTo>
                    <a:pt x="3388902" y="1435289"/>
                  </a:lnTo>
                  <a:lnTo>
                    <a:pt x="3389570" y="1435289"/>
                  </a:lnTo>
                  <a:lnTo>
                    <a:pt x="3390238" y="1435289"/>
                  </a:lnTo>
                  <a:lnTo>
                    <a:pt x="3390906" y="1435289"/>
                  </a:lnTo>
                  <a:lnTo>
                    <a:pt x="3391574" y="1435289"/>
                  </a:lnTo>
                  <a:lnTo>
                    <a:pt x="3392242" y="1435289"/>
                  </a:lnTo>
                  <a:lnTo>
                    <a:pt x="3392910" y="1435289"/>
                  </a:lnTo>
                  <a:lnTo>
                    <a:pt x="3393578" y="1435289"/>
                  </a:lnTo>
                  <a:lnTo>
                    <a:pt x="3394246" y="1435289"/>
                  </a:lnTo>
                  <a:lnTo>
                    <a:pt x="3394914" y="1435289"/>
                  </a:lnTo>
                  <a:lnTo>
                    <a:pt x="3395582" y="1435289"/>
                  </a:lnTo>
                  <a:lnTo>
                    <a:pt x="3396250" y="1435289"/>
                  </a:lnTo>
                  <a:lnTo>
                    <a:pt x="3396918" y="1435289"/>
                  </a:lnTo>
                  <a:lnTo>
                    <a:pt x="3397586" y="1435289"/>
                  </a:lnTo>
                  <a:lnTo>
                    <a:pt x="3398254" y="1435289"/>
                  </a:lnTo>
                  <a:lnTo>
                    <a:pt x="3398922" y="1435289"/>
                  </a:lnTo>
                  <a:lnTo>
                    <a:pt x="3399590" y="1425612"/>
                  </a:lnTo>
                  <a:lnTo>
                    <a:pt x="3400258" y="1425612"/>
                  </a:lnTo>
                  <a:lnTo>
                    <a:pt x="3400926" y="1424529"/>
                  </a:lnTo>
                  <a:lnTo>
                    <a:pt x="3401594" y="1425612"/>
                  </a:lnTo>
                  <a:lnTo>
                    <a:pt x="3402262" y="1421625"/>
                  </a:lnTo>
                  <a:lnTo>
                    <a:pt x="3402930" y="1392437"/>
                  </a:lnTo>
                  <a:lnTo>
                    <a:pt x="3403598" y="1409063"/>
                  </a:lnTo>
                  <a:lnTo>
                    <a:pt x="3404266" y="1416621"/>
                  </a:lnTo>
                  <a:lnTo>
                    <a:pt x="3404934" y="1416621"/>
                  </a:lnTo>
                  <a:lnTo>
                    <a:pt x="3405602" y="1416621"/>
                  </a:lnTo>
                  <a:lnTo>
                    <a:pt x="3406270" y="1416621"/>
                  </a:lnTo>
                  <a:lnTo>
                    <a:pt x="3406938" y="1428062"/>
                  </a:lnTo>
                  <a:lnTo>
                    <a:pt x="3407606" y="1435289"/>
                  </a:lnTo>
                  <a:lnTo>
                    <a:pt x="3408274" y="1435289"/>
                  </a:lnTo>
                  <a:lnTo>
                    <a:pt x="3408942" y="1435289"/>
                  </a:lnTo>
                  <a:lnTo>
                    <a:pt x="3409610" y="1435289"/>
                  </a:lnTo>
                  <a:lnTo>
                    <a:pt x="3410278" y="1435289"/>
                  </a:lnTo>
                  <a:lnTo>
                    <a:pt x="3410946" y="1435289"/>
                  </a:lnTo>
                  <a:lnTo>
                    <a:pt x="3411615" y="1435289"/>
                  </a:lnTo>
                  <a:lnTo>
                    <a:pt x="3412283" y="1435289"/>
                  </a:lnTo>
                  <a:lnTo>
                    <a:pt x="3412951" y="1435289"/>
                  </a:lnTo>
                  <a:lnTo>
                    <a:pt x="3413619" y="1435289"/>
                  </a:lnTo>
                  <a:lnTo>
                    <a:pt x="3414287" y="1435289"/>
                  </a:lnTo>
                  <a:lnTo>
                    <a:pt x="3414955" y="1435289"/>
                  </a:lnTo>
                  <a:lnTo>
                    <a:pt x="3415623" y="1435289"/>
                  </a:lnTo>
                  <a:lnTo>
                    <a:pt x="3416291" y="1435289"/>
                  </a:lnTo>
                  <a:lnTo>
                    <a:pt x="3416959" y="1435289"/>
                  </a:lnTo>
                  <a:lnTo>
                    <a:pt x="3417627" y="1435289"/>
                  </a:lnTo>
                  <a:lnTo>
                    <a:pt x="3418295" y="1435289"/>
                  </a:lnTo>
                  <a:lnTo>
                    <a:pt x="3418963" y="1435289"/>
                  </a:lnTo>
                  <a:lnTo>
                    <a:pt x="3419631" y="1435289"/>
                  </a:lnTo>
                  <a:lnTo>
                    <a:pt x="3420299" y="1435289"/>
                  </a:lnTo>
                  <a:lnTo>
                    <a:pt x="3420967" y="1435289"/>
                  </a:lnTo>
                  <a:lnTo>
                    <a:pt x="3421635" y="1435289"/>
                  </a:lnTo>
                  <a:lnTo>
                    <a:pt x="3422303" y="1435289"/>
                  </a:lnTo>
                  <a:lnTo>
                    <a:pt x="3422971" y="1435289"/>
                  </a:lnTo>
                  <a:lnTo>
                    <a:pt x="3423639" y="1435289"/>
                  </a:lnTo>
                  <a:lnTo>
                    <a:pt x="3424307" y="1435289"/>
                  </a:lnTo>
                  <a:lnTo>
                    <a:pt x="3424975" y="1435289"/>
                  </a:lnTo>
                  <a:lnTo>
                    <a:pt x="3425643" y="1435289"/>
                  </a:lnTo>
                  <a:lnTo>
                    <a:pt x="3426311" y="1435289"/>
                  </a:lnTo>
                  <a:lnTo>
                    <a:pt x="3426979" y="1435289"/>
                  </a:lnTo>
                  <a:lnTo>
                    <a:pt x="3427647" y="1435289"/>
                  </a:lnTo>
                  <a:lnTo>
                    <a:pt x="3428315" y="1435289"/>
                  </a:lnTo>
                  <a:lnTo>
                    <a:pt x="3428983" y="1435289"/>
                  </a:lnTo>
                  <a:lnTo>
                    <a:pt x="3429651" y="1435289"/>
                  </a:lnTo>
                  <a:lnTo>
                    <a:pt x="3430319" y="1435289"/>
                  </a:lnTo>
                  <a:lnTo>
                    <a:pt x="3430987" y="1435289"/>
                  </a:lnTo>
                  <a:lnTo>
                    <a:pt x="3431655" y="1435289"/>
                  </a:lnTo>
                  <a:lnTo>
                    <a:pt x="3432323" y="1435240"/>
                  </a:lnTo>
                  <a:lnTo>
                    <a:pt x="3432991" y="1435240"/>
                  </a:lnTo>
                  <a:lnTo>
                    <a:pt x="3433659" y="1435240"/>
                  </a:lnTo>
                  <a:lnTo>
                    <a:pt x="3434327" y="1435240"/>
                  </a:lnTo>
                  <a:lnTo>
                    <a:pt x="3434995" y="1435240"/>
                  </a:lnTo>
                  <a:lnTo>
                    <a:pt x="3435663" y="1435240"/>
                  </a:lnTo>
                  <a:lnTo>
                    <a:pt x="3436332" y="1435240"/>
                  </a:lnTo>
                  <a:lnTo>
                    <a:pt x="3437000" y="1435240"/>
                  </a:lnTo>
                  <a:lnTo>
                    <a:pt x="3437668" y="1435240"/>
                  </a:lnTo>
                  <a:lnTo>
                    <a:pt x="3438336" y="1435240"/>
                  </a:lnTo>
                  <a:lnTo>
                    <a:pt x="3439004" y="1435240"/>
                  </a:lnTo>
                  <a:lnTo>
                    <a:pt x="3439672" y="1435240"/>
                  </a:lnTo>
                  <a:lnTo>
                    <a:pt x="3440340" y="1435240"/>
                  </a:lnTo>
                  <a:lnTo>
                    <a:pt x="3441008" y="1435240"/>
                  </a:lnTo>
                  <a:lnTo>
                    <a:pt x="3441676" y="1435240"/>
                  </a:lnTo>
                  <a:lnTo>
                    <a:pt x="3442344" y="1435240"/>
                  </a:lnTo>
                  <a:lnTo>
                    <a:pt x="3443012" y="1435240"/>
                  </a:lnTo>
                  <a:lnTo>
                    <a:pt x="3443680" y="1435240"/>
                  </a:lnTo>
                  <a:lnTo>
                    <a:pt x="3444348" y="1435240"/>
                  </a:lnTo>
                  <a:lnTo>
                    <a:pt x="3445016" y="1435240"/>
                  </a:lnTo>
                  <a:lnTo>
                    <a:pt x="3445684" y="1435240"/>
                  </a:lnTo>
                  <a:lnTo>
                    <a:pt x="3446352" y="1435240"/>
                  </a:lnTo>
                  <a:lnTo>
                    <a:pt x="3447020" y="1435289"/>
                  </a:lnTo>
                  <a:lnTo>
                    <a:pt x="3447688" y="1435289"/>
                  </a:lnTo>
                  <a:lnTo>
                    <a:pt x="3448356" y="1435289"/>
                  </a:lnTo>
                  <a:lnTo>
                    <a:pt x="3449024" y="1435289"/>
                  </a:lnTo>
                  <a:lnTo>
                    <a:pt x="3449692" y="1435289"/>
                  </a:lnTo>
                  <a:lnTo>
                    <a:pt x="3450360" y="1435289"/>
                  </a:lnTo>
                  <a:lnTo>
                    <a:pt x="3451028" y="1435289"/>
                  </a:lnTo>
                  <a:lnTo>
                    <a:pt x="3451696" y="1435289"/>
                  </a:lnTo>
                  <a:lnTo>
                    <a:pt x="3452364" y="1435289"/>
                  </a:lnTo>
                  <a:lnTo>
                    <a:pt x="3453032" y="1435289"/>
                  </a:lnTo>
                  <a:lnTo>
                    <a:pt x="3453700" y="1435289"/>
                  </a:lnTo>
                  <a:lnTo>
                    <a:pt x="3454368" y="1435289"/>
                  </a:lnTo>
                  <a:lnTo>
                    <a:pt x="3455036" y="1435289"/>
                  </a:lnTo>
                  <a:lnTo>
                    <a:pt x="3455704" y="1435289"/>
                  </a:lnTo>
                  <a:lnTo>
                    <a:pt x="3456372" y="1435289"/>
                  </a:lnTo>
                  <a:lnTo>
                    <a:pt x="3457040" y="1435289"/>
                  </a:lnTo>
                  <a:lnTo>
                    <a:pt x="3457708" y="1435289"/>
                  </a:lnTo>
                  <a:lnTo>
                    <a:pt x="3458376" y="1435289"/>
                  </a:lnTo>
                  <a:lnTo>
                    <a:pt x="3459044" y="1435289"/>
                  </a:lnTo>
                  <a:lnTo>
                    <a:pt x="3459712" y="1435289"/>
                  </a:lnTo>
                  <a:lnTo>
                    <a:pt x="3460380" y="1435289"/>
                  </a:lnTo>
                  <a:lnTo>
                    <a:pt x="3461049" y="1435289"/>
                  </a:lnTo>
                  <a:lnTo>
                    <a:pt x="3461717" y="1435289"/>
                  </a:lnTo>
                  <a:lnTo>
                    <a:pt x="3462385" y="1435289"/>
                  </a:lnTo>
                  <a:lnTo>
                    <a:pt x="3463053" y="1435289"/>
                  </a:lnTo>
                  <a:lnTo>
                    <a:pt x="3463721" y="1435289"/>
                  </a:lnTo>
                  <a:lnTo>
                    <a:pt x="3464389" y="1435289"/>
                  </a:lnTo>
                  <a:lnTo>
                    <a:pt x="3465057" y="1422655"/>
                  </a:lnTo>
                  <a:lnTo>
                    <a:pt x="3465725" y="1422655"/>
                  </a:lnTo>
                  <a:lnTo>
                    <a:pt x="3466393" y="1416621"/>
                  </a:lnTo>
                  <a:lnTo>
                    <a:pt x="3467061" y="1416621"/>
                  </a:lnTo>
                  <a:lnTo>
                    <a:pt x="3467729" y="1426700"/>
                  </a:lnTo>
                  <a:lnTo>
                    <a:pt x="3468397" y="1412919"/>
                  </a:lnTo>
                  <a:lnTo>
                    <a:pt x="3469065" y="1412919"/>
                  </a:lnTo>
                  <a:lnTo>
                    <a:pt x="3469733" y="1412919"/>
                  </a:lnTo>
                  <a:lnTo>
                    <a:pt x="3470401" y="1412919"/>
                  </a:lnTo>
                  <a:lnTo>
                    <a:pt x="3471069" y="1412919"/>
                  </a:lnTo>
                  <a:lnTo>
                    <a:pt x="3471737" y="1412919"/>
                  </a:lnTo>
                  <a:lnTo>
                    <a:pt x="3472405" y="1412919"/>
                  </a:lnTo>
                  <a:lnTo>
                    <a:pt x="3473073" y="1412919"/>
                  </a:lnTo>
                  <a:lnTo>
                    <a:pt x="3473741" y="1412919"/>
                  </a:lnTo>
                  <a:lnTo>
                    <a:pt x="3474409" y="1419615"/>
                  </a:lnTo>
                  <a:lnTo>
                    <a:pt x="3475077" y="1435240"/>
                  </a:lnTo>
                  <a:lnTo>
                    <a:pt x="3475745" y="1435240"/>
                  </a:lnTo>
                  <a:lnTo>
                    <a:pt x="3476413" y="1435240"/>
                  </a:lnTo>
                  <a:lnTo>
                    <a:pt x="3477081" y="1435240"/>
                  </a:lnTo>
                  <a:lnTo>
                    <a:pt x="3477749" y="1435240"/>
                  </a:lnTo>
                  <a:lnTo>
                    <a:pt x="3478417" y="1435240"/>
                  </a:lnTo>
                  <a:lnTo>
                    <a:pt x="3479085" y="1435240"/>
                  </a:lnTo>
                  <a:lnTo>
                    <a:pt x="3479753" y="1435289"/>
                  </a:lnTo>
                  <a:lnTo>
                    <a:pt x="3480421" y="1435289"/>
                  </a:lnTo>
                  <a:lnTo>
                    <a:pt x="3481089" y="1435289"/>
                  </a:lnTo>
                  <a:lnTo>
                    <a:pt x="3481757" y="1435289"/>
                  </a:lnTo>
                  <a:lnTo>
                    <a:pt x="3482425" y="1435289"/>
                  </a:lnTo>
                  <a:lnTo>
                    <a:pt x="3483093" y="1435289"/>
                  </a:lnTo>
                  <a:lnTo>
                    <a:pt x="3483761" y="1435289"/>
                  </a:lnTo>
                  <a:lnTo>
                    <a:pt x="3484429" y="1435289"/>
                  </a:lnTo>
                  <a:lnTo>
                    <a:pt x="3485097" y="1435289"/>
                  </a:lnTo>
                  <a:lnTo>
                    <a:pt x="3485766" y="1435289"/>
                  </a:lnTo>
                  <a:lnTo>
                    <a:pt x="3486434" y="1435289"/>
                  </a:lnTo>
                  <a:lnTo>
                    <a:pt x="3487102" y="1435289"/>
                  </a:lnTo>
                  <a:lnTo>
                    <a:pt x="3487770" y="1435289"/>
                  </a:lnTo>
                  <a:lnTo>
                    <a:pt x="3488438" y="1435289"/>
                  </a:lnTo>
                  <a:lnTo>
                    <a:pt x="3489106" y="1435289"/>
                  </a:lnTo>
                  <a:lnTo>
                    <a:pt x="3489774" y="1435289"/>
                  </a:lnTo>
                  <a:lnTo>
                    <a:pt x="3490442" y="1435289"/>
                  </a:lnTo>
                  <a:lnTo>
                    <a:pt x="3491110" y="1435240"/>
                  </a:lnTo>
                  <a:lnTo>
                    <a:pt x="3491778" y="1435240"/>
                  </a:lnTo>
                  <a:lnTo>
                    <a:pt x="3492446" y="1435240"/>
                  </a:lnTo>
                  <a:lnTo>
                    <a:pt x="3493114" y="1435240"/>
                  </a:lnTo>
                  <a:lnTo>
                    <a:pt x="3493782" y="1435240"/>
                  </a:lnTo>
                  <a:lnTo>
                    <a:pt x="3494450" y="1435240"/>
                  </a:lnTo>
                  <a:lnTo>
                    <a:pt x="3495118" y="1435240"/>
                  </a:lnTo>
                  <a:lnTo>
                    <a:pt x="3495786" y="1435240"/>
                  </a:lnTo>
                  <a:lnTo>
                    <a:pt x="3496454" y="1435240"/>
                  </a:lnTo>
                  <a:lnTo>
                    <a:pt x="3497122" y="1435240"/>
                  </a:lnTo>
                  <a:lnTo>
                    <a:pt x="3497790" y="1435240"/>
                  </a:lnTo>
                  <a:lnTo>
                    <a:pt x="3498458" y="1435240"/>
                  </a:lnTo>
                  <a:lnTo>
                    <a:pt x="3499126" y="1435240"/>
                  </a:lnTo>
                  <a:lnTo>
                    <a:pt x="3499794" y="1435240"/>
                  </a:lnTo>
                  <a:lnTo>
                    <a:pt x="3500462" y="1435240"/>
                  </a:lnTo>
                  <a:lnTo>
                    <a:pt x="3501130" y="1435240"/>
                  </a:lnTo>
                  <a:lnTo>
                    <a:pt x="3501798" y="1435240"/>
                  </a:lnTo>
                  <a:lnTo>
                    <a:pt x="3502466" y="1435240"/>
                  </a:lnTo>
                  <a:lnTo>
                    <a:pt x="3503134" y="1435240"/>
                  </a:lnTo>
                  <a:lnTo>
                    <a:pt x="3503802" y="1435240"/>
                  </a:lnTo>
                  <a:lnTo>
                    <a:pt x="3504470" y="1435240"/>
                  </a:lnTo>
                  <a:lnTo>
                    <a:pt x="3505138" y="1435240"/>
                  </a:lnTo>
                  <a:lnTo>
                    <a:pt x="3505806" y="1435240"/>
                  </a:lnTo>
                  <a:lnTo>
                    <a:pt x="3506474" y="1435240"/>
                  </a:lnTo>
                  <a:lnTo>
                    <a:pt x="3507142" y="1435240"/>
                  </a:lnTo>
                  <a:lnTo>
                    <a:pt x="3507810" y="1435240"/>
                  </a:lnTo>
                  <a:lnTo>
                    <a:pt x="3508478" y="1435240"/>
                  </a:lnTo>
                  <a:lnTo>
                    <a:pt x="3509146" y="1435240"/>
                  </a:lnTo>
                  <a:lnTo>
                    <a:pt x="3509815" y="1435289"/>
                  </a:lnTo>
                  <a:lnTo>
                    <a:pt x="3510483" y="1435289"/>
                  </a:lnTo>
                  <a:lnTo>
                    <a:pt x="3511151" y="1435289"/>
                  </a:lnTo>
                  <a:lnTo>
                    <a:pt x="3511819" y="1435289"/>
                  </a:lnTo>
                  <a:lnTo>
                    <a:pt x="3512487" y="1435289"/>
                  </a:lnTo>
                  <a:lnTo>
                    <a:pt x="3513155" y="1435289"/>
                  </a:lnTo>
                  <a:lnTo>
                    <a:pt x="3513823" y="1435289"/>
                  </a:lnTo>
                  <a:lnTo>
                    <a:pt x="3514491" y="1435289"/>
                  </a:lnTo>
                  <a:lnTo>
                    <a:pt x="3515159" y="1435289"/>
                  </a:lnTo>
                  <a:lnTo>
                    <a:pt x="3515827" y="1435289"/>
                  </a:lnTo>
                  <a:lnTo>
                    <a:pt x="3516495" y="1435289"/>
                  </a:lnTo>
                  <a:lnTo>
                    <a:pt x="3517163" y="1435289"/>
                  </a:lnTo>
                  <a:lnTo>
                    <a:pt x="3517831" y="1435289"/>
                  </a:lnTo>
                  <a:lnTo>
                    <a:pt x="3518499" y="1435289"/>
                  </a:lnTo>
                  <a:lnTo>
                    <a:pt x="3519167" y="1435289"/>
                  </a:lnTo>
                  <a:lnTo>
                    <a:pt x="3519835" y="1435289"/>
                  </a:lnTo>
                  <a:lnTo>
                    <a:pt x="3520503" y="1435289"/>
                  </a:lnTo>
                  <a:lnTo>
                    <a:pt x="3521171" y="1435289"/>
                  </a:lnTo>
                  <a:lnTo>
                    <a:pt x="3521839" y="1435240"/>
                  </a:lnTo>
                  <a:lnTo>
                    <a:pt x="3522507" y="1435240"/>
                  </a:lnTo>
                  <a:lnTo>
                    <a:pt x="3523175" y="1435240"/>
                  </a:lnTo>
                  <a:lnTo>
                    <a:pt x="3523843" y="1416267"/>
                  </a:lnTo>
                  <a:lnTo>
                    <a:pt x="3524511" y="1412919"/>
                  </a:lnTo>
                  <a:lnTo>
                    <a:pt x="3525179" y="1408455"/>
                  </a:lnTo>
                  <a:lnTo>
                    <a:pt x="3525847" y="1390598"/>
                  </a:lnTo>
                  <a:lnTo>
                    <a:pt x="3526515" y="1390598"/>
                  </a:lnTo>
                  <a:lnTo>
                    <a:pt x="3527183" y="1390598"/>
                  </a:lnTo>
                  <a:lnTo>
                    <a:pt x="3527851" y="1369393"/>
                  </a:lnTo>
                  <a:lnTo>
                    <a:pt x="3528519" y="1351536"/>
                  </a:lnTo>
                  <a:lnTo>
                    <a:pt x="3529187" y="1345956"/>
                  </a:lnTo>
                  <a:lnTo>
                    <a:pt x="3529855" y="1329215"/>
                  </a:lnTo>
                  <a:lnTo>
                    <a:pt x="3530523" y="1323635"/>
                  </a:lnTo>
                  <a:lnTo>
                    <a:pt x="3531191" y="1308010"/>
                  </a:lnTo>
                  <a:lnTo>
                    <a:pt x="3531859" y="1278993"/>
                  </a:lnTo>
                  <a:lnTo>
                    <a:pt x="3532527" y="1265600"/>
                  </a:lnTo>
                  <a:lnTo>
                    <a:pt x="3533195" y="1256672"/>
                  </a:lnTo>
                  <a:lnTo>
                    <a:pt x="3533863" y="1275645"/>
                  </a:lnTo>
                  <a:lnTo>
                    <a:pt x="3534532" y="1278993"/>
                  </a:lnTo>
                  <a:lnTo>
                    <a:pt x="3535200" y="1283457"/>
                  </a:lnTo>
                  <a:lnTo>
                    <a:pt x="3535868" y="1301314"/>
                  </a:lnTo>
                  <a:lnTo>
                    <a:pt x="3536536" y="1301314"/>
                  </a:lnTo>
                  <a:lnTo>
                    <a:pt x="3537204" y="1301314"/>
                  </a:lnTo>
                  <a:lnTo>
                    <a:pt x="3537872" y="1312474"/>
                  </a:lnTo>
                  <a:lnTo>
                    <a:pt x="3538540" y="1318055"/>
                  </a:lnTo>
                  <a:lnTo>
                    <a:pt x="3539208" y="1323635"/>
                  </a:lnTo>
                  <a:lnTo>
                    <a:pt x="3539876" y="1320287"/>
                  </a:lnTo>
                  <a:lnTo>
                    <a:pt x="3540544" y="1277877"/>
                  </a:lnTo>
                  <a:lnTo>
                    <a:pt x="3541212" y="1272297"/>
                  </a:lnTo>
                  <a:lnTo>
                    <a:pt x="3541880" y="1266716"/>
                  </a:lnTo>
                  <a:lnTo>
                    <a:pt x="3542548" y="1270065"/>
                  </a:lnTo>
                  <a:lnTo>
                    <a:pt x="3543216" y="1278993"/>
                  </a:lnTo>
                  <a:lnTo>
                    <a:pt x="3543884" y="1278993"/>
                  </a:lnTo>
                  <a:lnTo>
                    <a:pt x="3544552" y="1278993"/>
                  </a:lnTo>
                  <a:lnTo>
                    <a:pt x="3545220" y="1278993"/>
                  </a:lnTo>
                  <a:lnTo>
                    <a:pt x="3545888" y="1273413"/>
                  </a:lnTo>
                  <a:lnTo>
                    <a:pt x="3546556" y="1256672"/>
                  </a:lnTo>
                  <a:lnTo>
                    <a:pt x="3547224" y="1256672"/>
                  </a:lnTo>
                  <a:lnTo>
                    <a:pt x="3547892" y="1266716"/>
                  </a:lnTo>
                  <a:lnTo>
                    <a:pt x="3548560" y="1278993"/>
                  </a:lnTo>
                  <a:lnTo>
                    <a:pt x="3549228" y="1278993"/>
                  </a:lnTo>
                  <a:lnTo>
                    <a:pt x="3549896" y="1278993"/>
                  </a:lnTo>
                  <a:lnTo>
                    <a:pt x="3550564" y="1324751"/>
                  </a:lnTo>
                  <a:lnTo>
                    <a:pt x="3551232" y="1332563"/>
                  </a:lnTo>
                  <a:lnTo>
                    <a:pt x="3551900" y="1358233"/>
                  </a:lnTo>
                  <a:lnTo>
                    <a:pt x="3552568" y="1354884"/>
                  </a:lnTo>
                  <a:lnTo>
                    <a:pt x="3553236" y="1345956"/>
                  </a:lnTo>
                  <a:lnTo>
                    <a:pt x="3553904" y="1345956"/>
                  </a:lnTo>
                  <a:lnTo>
                    <a:pt x="3554572" y="1345956"/>
                  </a:lnTo>
                  <a:lnTo>
                    <a:pt x="3555240" y="1345956"/>
                  </a:lnTo>
                  <a:lnTo>
                    <a:pt x="3555908" y="1351536"/>
                  </a:lnTo>
                  <a:lnTo>
                    <a:pt x="3556576" y="1362697"/>
                  </a:lnTo>
                  <a:lnTo>
                    <a:pt x="3557244" y="1345956"/>
                  </a:lnTo>
                  <a:lnTo>
                    <a:pt x="3557912" y="1345956"/>
                  </a:lnTo>
                  <a:lnTo>
                    <a:pt x="3558580" y="1345956"/>
                  </a:lnTo>
                  <a:lnTo>
                    <a:pt x="3559249" y="1345956"/>
                  </a:lnTo>
                  <a:lnTo>
                    <a:pt x="3559917" y="1366045"/>
                  </a:lnTo>
                  <a:lnTo>
                    <a:pt x="3560585" y="1368277"/>
                  </a:lnTo>
                  <a:lnTo>
                    <a:pt x="3561253" y="1381670"/>
                  </a:lnTo>
                  <a:lnTo>
                    <a:pt x="3561921" y="1390598"/>
                  </a:lnTo>
                  <a:lnTo>
                    <a:pt x="3562589" y="1403991"/>
                  </a:lnTo>
                  <a:lnTo>
                    <a:pt x="3563257" y="1412919"/>
                  </a:lnTo>
                  <a:lnTo>
                    <a:pt x="3563925" y="1408455"/>
                  </a:lnTo>
                  <a:lnTo>
                    <a:pt x="3564593" y="1390598"/>
                  </a:lnTo>
                  <a:lnTo>
                    <a:pt x="3565261" y="1390598"/>
                  </a:lnTo>
                  <a:lnTo>
                    <a:pt x="3565929" y="1390598"/>
                  </a:lnTo>
                  <a:lnTo>
                    <a:pt x="3566597" y="1418049"/>
                  </a:lnTo>
                  <a:lnTo>
                    <a:pt x="3567265" y="1435289"/>
                  </a:lnTo>
                  <a:lnTo>
                    <a:pt x="3567933" y="1435289"/>
                  </a:lnTo>
                  <a:lnTo>
                    <a:pt x="3568601" y="1435289"/>
                  </a:lnTo>
                  <a:lnTo>
                    <a:pt x="3569269" y="1426420"/>
                  </a:lnTo>
                  <a:lnTo>
                    <a:pt x="3569937" y="1425703"/>
                  </a:lnTo>
                  <a:lnTo>
                    <a:pt x="3570605" y="1435049"/>
                  </a:lnTo>
                  <a:lnTo>
                    <a:pt x="3571273" y="1435049"/>
                  </a:lnTo>
                  <a:lnTo>
                    <a:pt x="3571941" y="1435049"/>
                  </a:lnTo>
                  <a:lnTo>
                    <a:pt x="3572609" y="1435049"/>
                  </a:lnTo>
                  <a:lnTo>
                    <a:pt x="3573277" y="1435049"/>
                  </a:lnTo>
                  <a:lnTo>
                    <a:pt x="3573945" y="1435289"/>
                  </a:lnTo>
                  <a:lnTo>
                    <a:pt x="3574613" y="1435289"/>
                  </a:lnTo>
                  <a:lnTo>
                    <a:pt x="3575281" y="1435289"/>
                  </a:lnTo>
                  <a:lnTo>
                    <a:pt x="3575949" y="1435289"/>
                  </a:lnTo>
                  <a:lnTo>
                    <a:pt x="3576617" y="1435289"/>
                  </a:lnTo>
                  <a:lnTo>
                    <a:pt x="3577285" y="1435289"/>
                  </a:lnTo>
                  <a:lnTo>
                    <a:pt x="3577953" y="1435289"/>
                  </a:lnTo>
                  <a:lnTo>
                    <a:pt x="3578621" y="1435289"/>
                  </a:lnTo>
                  <a:lnTo>
                    <a:pt x="3579289" y="1435289"/>
                  </a:lnTo>
                  <a:lnTo>
                    <a:pt x="3579957" y="1435289"/>
                  </a:lnTo>
                  <a:lnTo>
                    <a:pt x="3580625" y="1435289"/>
                  </a:lnTo>
                  <a:lnTo>
                    <a:pt x="3581293" y="1435289"/>
                  </a:lnTo>
                  <a:lnTo>
                    <a:pt x="3581961" y="1435240"/>
                  </a:lnTo>
                  <a:lnTo>
                    <a:pt x="3582629" y="1435240"/>
                  </a:lnTo>
                  <a:lnTo>
                    <a:pt x="3583297" y="1422963"/>
                  </a:lnTo>
                  <a:lnTo>
                    <a:pt x="3583966" y="1412919"/>
                  </a:lnTo>
                  <a:lnTo>
                    <a:pt x="3584634" y="1393946"/>
                  </a:lnTo>
                  <a:lnTo>
                    <a:pt x="3585302" y="1390598"/>
                  </a:lnTo>
                  <a:lnTo>
                    <a:pt x="3585970" y="1390598"/>
                  </a:lnTo>
                  <a:lnTo>
                    <a:pt x="3586638" y="1390598"/>
                  </a:lnTo>
                  <a:lnTo>
                    <a:pt x="3587306" y="1390598"/>
                  </a:lnTo>
                  <a:lnTo>
                    <a:pt x="3587974" y="1390598"/>
                  </a:lnTo>
                  <a:lnTo>
                    <a:pt x="3588642" y="1390598"/>
                  </a:lnTo>
                  <a:lnTo>
                    <a:pt x="3589310" y="1390598"/>
                  </a:lnTo>
                  <a:lnTo>
                    <a:pt x="3589978" y="1416621"/>
                  </a:lnTo>
                  <a:lnTo>
                    <a:pt x="3590646" y="1422655"/>
                  </a:lnTo>
                  <a:lnTo>
                    <a:pt x="3591314" y="1435289"/>
                  </a:lnTo>
                  <a:lnTo>
                    <a:pt x="3591982" y="1424529"/>
                  </a:lnTo>
                  <a:lnTo>
                    <a:pt x="3592650" y="1413650"/>
                  </a:lnTo>
                  <a:lnTo>
                    <a:pt x="3593318" y="1396104"/>
                  </a:lnTo>
                  <a:lnTo>
                    <a:pt x="3593986" y="1393712"/>
                  </a:lnTo>
                  <a:lnTo>
                    <a:pt x="3594654" y="1407269"/>
                  </a:lnTo>
                  <a:lnTo>
                    <a:pt x="3595322" y="1409662"/>
                  </a:lnTo>
                  <a:lnTo>
                    <a:pt x="3595990" y="1409662"/>
                  </a:lnTo>
                  <a:lnTo>
                    <a:pt x="3596658" y="1395307"/>
                  </a:lnTo>
                  <a:lnTo>
                    <a:pt x="3597326" y="1393712"/>
                  </a:lnTo>
                  <a:lnTo>
                    <a:pt x="3597994" y="1383344"/>
                  </a:lnTo>
                  <a:lnTo>
                    <a:pt x="3598662" y="1368191"/>
                  </a:lnTo>
                  <a:lnTo>
                    <a:pt x="3599330" y="1361811"/>
                  </a:lnTo>
                  <a:lnTo>
                    <a:pt x="3599998" y="1360246"/>
                  </a:lnTo>
                  <a:lnTo>
                    <a:pt x="3600666" y="1331085"/>
                  </a:lnTo>
                  <a:lnTo>
                    <a:pt x="3601334" y="1323188"/>
                  </a:lnTo>
                  <a:lnTo>
                    <a:pt x="3602002" y="1336535"/>
                  </a:lnTo>
                  <a:lnTo>
                    <a:pt x="3602670" y="1312700"/>
                  </a:lnTo>
                  <a:lnTo>
                    <a:pt x="3603338" y="1309840"/>
                  </a:lnTo>
                  <a:lnTo>
                    <a:pt x="3604006" y="1304120"/>
                  </a:lnTo>
                  <a:lnTo>
                    <a:pt x="3604674" y="1299951"/>
                  </a:lnTo>
                  <a:lnTo>
                    <a:pt x="3605342" y="1294457"/>
                  </a:lnTo>
                  <a:lnTo>
                    <a:pt x="3606010" y="1294457"/>
                  </a:lnTo>
                  <a:lnTo>
                    <a:pt x="3606678" y="1293542"/>
                  </a:lnTo>
                  <a:lnTo>
                    <a:pt x="3607346" y="1287132"/>
                  </a:lnTo>
                  <a:lnTo>
                    <a:pt x="3608015" y="1316557"/>
                  </a:lnTo>
                  <a:lnTo>
                    <a:pt x="3608683" y="1337747"/>
                  </a:lnTo>
                  <a:lnTo>
                    <a:pt x="3609351" y="1345860"/>
                  </a:lnTo>
                  <a:lnTo>
                    <a:pt x="3610019" y="1345860"/>
                  </a:lnTo>
                  <a:lnTo>
                    <a:pt x="3610687" y="1345860"/>
                  </a:lnTo>
                  <a:lnTo>
                    <a:pt x="3611355" y="1345860"/>
                  </a:lnTo>
                  <a:lnTo>
                    <a:pt x="3612023" y="1349050"/>
                  </a:lnTo>
                  <a:lnTo>
                    <a:pt x="3612691" y="1379531"/>
                  </a:lnTo>
                  <a:lnTo>
                    <a:pt x="3613359" y="1408458"/>
                  </a:lnTo>
                  <a:lnTo>
                    <a:pt x="3614027" y="1422922"/>
                  </a:lnTo>
                  <a:lnTo>
                    <a:pt x="3614695" y="1417161"/>
                  </a:lnTo>
                  <a:lnTo>
                    <a:pt x="3615363" y="1422655"/>
                  </a:lnTo>
                  <a:lnTo>
                    <a:pt x="3616031" y="1422655"/>
                  </a:lnTo>
                  <a:lnTo>
                    <a:pt x="3616699" y="1435289"/>
                  </a:lnTo>
                  <a:lnTo>
                    <a:pt x="3617367" y="1435289"/>
                  </a:lnTo>
                  <a:lnTo>
                    <a:pt x="3618035" y="1435289"/>
                  </a:lnTo>
                  <a:lnTo>
                    <a:pt x="3618703" y="1435289"/>
                  </a:lnTo>
                  <a:lnTo>
                    <a:pt x="3619371" y="1435289"/>
                  </a:lnTo>
                  <a:lnTo>
                    <a:pt x="3620039" y="1435289"/>
                  </a:lnTo>
                  <a:lnTo>
                    <a:pt x="3620707" y="1435289"/>
                  </a:lnTo>
                  <a:lnTo>
                    <a:pt x="3621375" y="1435289"/>
                  </a:lnTo>
                  <a:lnTo>
                    <a:pt x="3622043" y="1435289"/>
                  </a:lnTo>
                  <a:lnTo>
                    <a:pt x="3622711" y="1435289"/>
                  </a:lnTo>
                  <a:lnTo>
                    <a:pt x="3623379" y="1435289"/>
                  </a:lnTo>
                  <a:lnTo>
                    <a:pt x="3624047" y="1435289"/>
                  </a:lnTo>
                  <a:lnTo>
                    <a:pt x="3624715" y="1435289"/>
                  </a:lnTo>
                  <a:lnTo>
                    <a:pt x="3625383" y="1435289"/>
                  </a:lnTo>
                  <a:lnTo>
                    <a:pt x="3626051" y="1435289"/>
                  </a:lnTo>
                  <a:lnTo>
                    <a:pt x="3626719" y="1435289"/>
                  </a:lnTo>
                  <a:lnTo>
                    <a:pt x="3627387" y="1435289"/>
                  </a:lnTo>
                  <a:lnTo>
                    <a:pt x="3628055" y="1435289"/>
                  </a:lnTo>
                  <a:lnTo>
                    <a:pt x="3628723" y="1435289"/>
                  </a:lnTo>
                  <a:lnTo>
                    <a:pt x="3629391" y="1435240"/>
                  </a:lnTo>
                  <a:lnTo>
                    <a:pt x="3630059" y="1435240"/>
                  </a:lnTo>
                  <a:lnTo>
                    <a:pt x="3630727" y="1435240"/>
                  </a:lnTo>
                  <a:lnTo>
                    <a:pt x="3631395" y="1435240"/>
                  </a:lnTo>
                  <a:lnTo>
                    <a:pt x="3632063" y="1435289"/>
                  </a:lnTo>
                  <a:lnTo>
                    <a:pt x="3632732" y="1435289"/>
                  </a:lnTo>
                  <a:lnTo>
                    <a:pt x="3633400" y="1435289"/>
                  </a:lnTo>
                  <a:lnTo>
                    <a:pt x="3634068" y="1435289"/>
                  </a:lnTo>
                  <a:lnTo>
                    <a:pt x="3634736" y="1435289"/>
                  </a:lnTo>
                  <a:lnTo>
                    <a:pt x="3635404" y="1435289"/>
                  </a:lnTo>
                  <a:lnTo>
                    <a:pt x="3636072" y="1435289"/>
                  </a:lnTo>
                  <a:lnTo>
                    <a:pt x="3636740" y="1435289"/>
                  </a:lnTo>
                  <a:lnTo>
                    <a:pt x="3637408" y="1435289"/>
                  </a:lnTo>
                  <a:lnTo>
                    <a:pt x="3638076" y="1435289"/>
                  </a:lnTo>
                  <a:lnTo>
                    <a:pt x="3638744" y="1435289"/>
                  </a:lnTo>
                  <a:lnTo>
                    <a:pt x="3639412" y="1435289"/>
                  </a:lnTo>
                  <a:lnTo>
                    <a:pt x="3640080" y="1435289"/>
                  </a:lnTo>
                  <a:lnTo>
                    <a:pt x="3640748" y="1435289"/>
                  </a:lnTo>
                  <a:lnTo>
                    <a:pt x="3641416" y="1435289"/>
                  </a:lnTo>
                  <a:lnTo>
                    <a:pt x="3642084" y="1435289"/>
                  </a:lnTo>
                  <a:lnTo>
                    <a:pt x="3642752" y="1435289"/>
                  </a:lnTo>
                  <a:lnTo>
                    <a:pt x="3643420" y="1435289"/>
                  </a:lnTo>
                  <a:lnTo>
                    <a:pt x="3644088" y="1435240"/>
                  </a:lnTo>
                  <a:lnTo>
                    <a:pt x="3644756" y="1435240"/>
                  </a:lnTo>
                  <a:lnTo>
                    <a:pt x="3645424" y="1435240"/>
                  </a:lnTo>
                  <a:lnTo>
                    <a:pt x="3646092" y="1435240"/>
                  </a:lnTo>
                  <a:lnTo>
                    <a:pt x="3646760" y="1435240"/>
                  </a:lnTo>
                  <a:lnTo>
                    <a:pt x="3647428" y="1435240"/>
                  </a:lnTo>
                  <a:lnTo>
                    <a:pt x="3648096" y="1435240"/>
                  </a:lnTo>
                  <a:lnTo>
                    <a:pt x="3648764" y="1435240"/>
                  </a:lnTo>
                  <a:lnTo>
                    <a:pt x="3649432" y="1435240"/>
                  </a:lnTo>
                  <a:lnTo>
                    <a:pt x="3650100" y="1435240"/>
                  </a:lnTo>
                  <a:lnTo>
                    <a:pt x="3650768" y="1435240"/>
                  </a:lnTo>
                  <a:lnTo>
                    <a:pt x="3651436" y="1435240"/>
                  </a:lnTo>
                  <a:lnTo>
                    <a:pt x="3652104" y="1435240"/>
                  </a:lnTo>
                  <a:lnTo>
                    <a:pt x="3652772" y="1435240"/>
                  </a:lnTo>
                  <a:lnTo>
                    <a:pt x="3653440" y="1435240"/>
                  </a:lnTo>
                  <a:lnTo>
                    <a:pt x="3654108" y="1435240"/>
                  </a:lnTo>
                  <a:lnTo>
                    <a:pt x="3654776" y="1435240"/>
                  </a:lnTo>
                  <a:lnTo>
                    <a:pt x="3655444" y="1435240"/>
                  </a:lnTo>
                  <a:lnTo>
                    <a:pt x="3656112" y="1435240"/>
                  </a:lnTo>
                  <a:lnTo>
                    <a:pt x="3656780" y="1435240"/>
                  </a:lnTo>
                  <a:lnTo>
                    <a:pt x="3657449" y="1435240"/>
                  </a:lnTo>
                  <a:lnTo>
                    <a:pt x="3658117" y="1435240"/>
                  </a:lnTo>
                  <a:lnTo>
                    <a:pt x="3658785" y="1435240"/>
                  </a:lnTo>
                  <a:lnTo>
                    <a:pt x="3659453" y="1435240"/>
                  </a:lnTo>
                  <a:lnTo>
                    <a:pt x="3660121" y="1435240"/>
                  </a:lnTo>
                  <a:lnTo>
                    <a:pt x="3660789" y="1435240"/>
                  </a:lnTo>
                  <a:lnTo>
                    <a:pt x="3661457" y="1435240"/>
                  </a:lnTo>
                  <a:lnTo>
                    <a:pt x="3662125" y="1435240"/>
                  </a:lnTo>
                  <a:lnTo>
                    <a:pt x="3662793" y="1435240"/>
                  </a:lnTo>
                  <a:lnTo>
                    <a:pt x="3663461" y="1435240"/>
                  </a:lnTo>
                  <a:lnTo>
                    <a:pt x="3664129" y="1435240"/>
                  </a:lnTo>
                  <a:lnTo>
                    <a:pt x="3664797" y="1435240"/>
                  </a:lnTo>
                  <a:lnTo>
                    <a:pt x="3665465" y="1435240"/>
                  </a:lnTo>
                  <a:lnTo>
                    <a:pt x="3666133" y="1435240"/>
                  </a:lnTo>
                  <a:lnTo>
                    <a:pt x="3666801" y="1435240"/>
                  </a:lnTo>
                  <a:lnTo>
                    <a:pt x="3667469" y="1435240"/>
                  </a:lnTo>
                  <a:lnTo>
                    <a:pt x="3668137" y="1435240"/>
                  </a:lnTo>
                  <a:lnTo>
                    <a:pt x="3668805" y="1435240"/>
                  </a:lnTo>
                  <a:lnTo>
                    <a:pt x="3669473" y="1435240"/>
                  </a:lnTo>
                  <a:lnTo>
                    <a:pt x="3670141" y="1435240"/>
                  </a:lnTo>
                  <a:lnTo>
                    <a:pt x="3670809" y="1435240"/>
                  </a:lnTo>
                  <a:lnTo>
                    <a:pt x="3671477" y="1435240"/>
                  </a:lnTo>
                  <a:lnTo>
                    <a:pt x="3672145" y="1435240"/>
                  </a:lnTo>
                  <a:lnTo>
                    <a:pt x="3672813" y="1435240"/>
                  </a:lnTo>
                  <a:lnTo>
                    <a:pt x="3673481" y="1414035"/>
                  </a:lnTo>
                  <a:lnTo>
                    <a:pt x="3674149" y="1412919"/>
                  </a:lnTo>
                  <a:lnTo>
                    <a:pt x="3674817" y="1412919"/>
                  </a:lnTo>
                  <a:lnTo>
                    <a:pt x="3675485" y="1412919"/>
                  </a:lnTo>
                  <a:lnTo>
                    <a:pt x="3676153" y="1412919"/>
                  </a:lnTo>
                  <a:lnTo>
                    <a:pt x="3676821" y="1412919"/>
                  </a:lnTo>
                  <a:lnTo>
                    <a:pt x="3677489" y="1418947"/>
                  </a:lnTo>
                  <a:lnTo>
                    <a:pt x="3678157" y="1416621"/>
                  </a:lnTo>
                  <a:lnTo>
                    <a:pt x="3678825" y="1422655"/>
                  </a:lnTo>
                  <a:lnTo>
                    <a:pt x="3679493" y="1422655"/>
                  </a:lnTo>
                  <a:lnTo>
                    <a:pt x="3680161" y="1422655"/>
                  </a:lnTo>
                  <a:lnTo>
                    <a:pt x="3680829" y="1422655"/>
                  </a:lnTo>
                  <a:lnTo>
                    <a:pt x="3681497" y="1422655"/>
                  </a:lnTo>
                  <a:lnTo>
                    <a:pt x="3682166" y="1422655"/>
                  </a:lnTo>
                  <a:lnTo>
                    <a:pt x="3682834" y="1422655"/>
                  </a:lnTo>
                  <a:lnTo>
                    <a:pt x="3683502" y="1435289"/>
                  </a:lnTo>
                  <a:lnTo>
                    <a:pt x="3684170" y="1435289"/>
                  </a:lnTo>
                  <a:lnTo>
                    <a:pt x="3684838" y="1435289"/>
                  </a:lnTo>
                  <a:lnTo>
                    <a:pt x="3685506" y="1435289"/>
                  </a:lnTo>
                  <a:lnTo>
                    <a:pt x="3686174" y="1435289"/>
                  </a:lnTo>
                  <a:lnTo>
                    <a:pt x="3686842" y="1435289"/>
                  </a:lnTo>
                  <a:lnTo>
                    <a:pt x="3687510" y="1435289"/>
                  </a:lnTo>
                  <a:lnTo>
                    <a:pt x="3688178" y="1435289"/>
                  </a:lnTo>
                  <a:lnTo>
                    <a:pt x="3688846" y="1435240"/>
                  </a:lnTo>
                  <a:lnTo>
                    <a:pt x="3689514" y="1435240"/>
                  </a:lnTo>
                  <a:lnTo>
                    <a:pt x="3690182" y="1435240"/>
                  </a:lnTo>
                  <a:lnTo>
                    <a:pt x="3690850" y="1435240"/>
                  </a:lnTo>
                  <a:lnTo>
                    <a:pt x="3691518" y="1435240"/>
                  </a:lnTo>
                  <a:lnTo>
                    <a:pt x="3692186" y="1435240"/>
                  </a:lnTo>
                  <a:lnTo>
                    <a:pt x="3692854" y="1435240"/>
                  </a:lnTo>
                  <a:lnTo>
                    <a:pt x="3693522" y="1435240"/>
                  </a:lnTo>
                  <a:lnTo>
                    <a:pt x="3694190" y="1435240"/>
                  </a:lnTo>
                  <a:lnTo>
                    <a:pt x="3694858" y="1435240"/>
                  </a:lnTo>
                  <a:lnTo>
                    <a:pt x="3695526" y="1435240"/>
                  </a:lnTo>
                  <a:lnTo>
                    <a:pt x="3696194" y="1435240"/>
                  </a:lnTo>
                  <a:lnTo>
                    <a:pt x="3696862" y="1435240"/>
                  </a:lnTo>
                  <a:lnTo>
                    <a:pt x="3697530" y="1435240"/>
                  </a:lnTo>
                  <a:lnTo>
                    <a:pt x="3698198" y="1435240"/>
                  </a:lnTo>
                  <a:lnTo>
                    <a:pt x="3698866" y="1435240"/>
                  </a:lnTo>
                  <a:lnTo>
                    <a:pt x="3699534" y="1435240"/>
                  </a:lnTo>
                  <a:lnTo>
                    <a:pt x="3700202" y="1435240"/>
                  </a:lnTo>
                  <a:lnTo>
                    <a:pt x="3700870" y="1435240"/>
                  </a:lnTo>
                  <a:lnTo>
                    <a:pt x="3701538" y="1435240"/>
                  </a:lnTo>
                  <a:lnTo>
                    <a:pt x="3702206" y="1435240"/>
                  </a:lnTo>
                  <a:lnTo>
                    <a:pt x="3702874" y="1435240"/>
                  </a:lnTo>
                  <a:lnTo>
                    <a:pt x="3703542" y="1435240"/>
                  </a:lnTo>
                  <a:lnTo>
                    <a:pt x="3704210" y="1435240"/>
                  </a:lnTo>
                  <a:lnTo>
                    <a:pt x="3704878" y="1435240"/>
                  </a:lnTo>
                  <a:lnTo>
                    <a:pt x="3705546" y="1435240"/>
                  </a:lnTo>
                  <a:lnTo>
                    <a:pt x="3706215" y="1435240"/>
                  </a:lnTo>
                  <a:lnTo>
                    <a:pt x="3706883" y="1435240"/>
                  </a:lnTo>
                  <a:lnTo>
                    <a:pt x="3707551" y="1435240"/>
                  </a:lnTo>
                  <a:lnTo>
                    <a:pt x="3708219" y="1435240"/>
                  </a:lnTo>
                  <a:lnTo>
                    <a:pt x="3708887" y="1435240"/>
                  </a:lnTo>
                  <a:lnTo>
                    <a:pt x="3709555" y="1435240"/>
                  </a:lnTo>
                  <a:lnTo>
                    <a:pt x="3710223" y="1435240"/>
                  </a:lnTo>
                  <a:lnTo>
                    <a:pt x="3710891" y="1435240"/>
                  </a:lnTo>
                  <a:lnTo>
                    <a:pt x="3711559" y="1435240"/>
                  </a:lnTo>
                  <a:lnTo>
                    <a:pt x="3712227" y="1435240"/>
                  </a:lnTo>
                  <a:lnTo>
                    <a:pt x="3712895" y="1435240"/>
                  </a:lnTo>
                  <a:lnTo>
                    <a:pt x="3713563" y="1435240"/>
                  </a:lnTo>
                  <a:lnTo>
                    <a:pt x="3714231" y="1435240"/>
                  </a:lnTo>
                  <a:lnTo>
                    <a:pt x="3714899" y="1435289"/>
                  </a:lnTo>
                  <a:lnTo>
                    <a:pt x="3715567" y="1435289"/>
                  </a:lnTo>
                  <a:lnTo>
                    <a:pt x="3716235" y="1435289"/>
                  </a:lnTo>
                  <a:lnTo>
                    <a:pt x="3716903" y="1435289"/>
                  </a:lnTo>
                  <a:lnTo>
                    <a:pt x="3717571" y="1435289"/>
                  </a:lnTo>
                  <a:lnTo>
                    <a:pt x="3718239" y="1435289"/>
                  </a:lnTo>
                  <a:lnTo>
                    <a:pt x="3718907" y="1435289"/>
                  </a:lnTo>
                  <a:lnTo>
                    <a:pt x="3719575" y="1435289"/>
                  </a:lnTo>
                  <a:lnTo>
                    <a:pt x="3720243" y="1435289"/>
                  </a:lnTo>
                  <a:lnTo>
                    <a:pt x="3720911" y="1435289"/>
                  </a:lnTo>
                  <a:lnTo>
                    <a:pt x="3721579" y="1435289"/>
                  </a:lnTo>
                  <a:lnTo>
                    <a:pt x="3722247" y="1435289"/>
                  </a:lnTo>
                  <a:lnTo>
                    <a:pt x="3722915" y="1435289"/>
                  </a:lnTo>
                  <a:lnTo>
                    <a:pt x="3723583" y="1435289"/>
                  </a:lnTo>
                  <a:lnTo>
                    <a:pt x="3724251" y="1435289"/>
                  </a:lnTo>
                  <a:lnTo>
                    <a:pt x="3724919" y="1435289"/>
                  </a:lnTo>
                  <a:lnTo>
                    <a:pt x="3725587" y="1435289"/>
                  </a:lnTo>
                  <a:lnTo>
                    <a:pt x="3726255" y="1435289"/>
                  </a:lnTo>
                  <a:lnTo>
                    <a:pt x="3726923" y="1435289"/>
                  </a:lnTo>
                  <a:lnTo>
                    <a:pt x="3727591" y="1435289"/>
                  </a:lnTo>
                  <a:lnTo>
                    <a:pt x="3728259" y="1435289"/>
                  </a:lnTo>
                  <a:lnTo>
                    <a:pt x="3728927" y="1435289"/>
                  </a:lnTo>
                  <a:lnTo>
                    <a:pt x="3729595" y="1435289"/>
                  </a:lnTo>
                  <a:lnTo>
                    <a:pt x="3730263" y="1435289"/>
                  </a:lnTo>
                  <a:lnTo>
                    <a:pt x="3730932" y="1435289"/>
                  </a:lnTo>
                  <a:lnTo>
                    <a:pt x="3731600" y="1435289"/>
                  </a:lnTo>
                  <a:lnTo>
                    <a:pt x="3732268" y="1435289"/>
                  </a:lnTo>
                  <a:lnTo>
                    <a:pt x="3732936" y="1435289"/>
                  </a:lnTo>
                  <a:lnTo>
                    <a:pt x="3733604" y="1435289"/>
                  </a:lnTo>
                  <a:lnTo>
                    <a:pt x="3734272" y="1435240"/>
                  </a:lnTo>
                  <a:lnTo>
                    <a:pt x="3734940" y="1435240"/>
                  </a:lnTo>
                  <a:lnTo>
                    <a:pt x="3735608" y="1435240"/>
                  </a:lnTo>
                  <a:lnTo>
                    <a:pt x="3736276" y="1435240"/>
                  </a:lnTo>
                  <a:lnTo>
                    <a:pt x="3736944" y="1435240"/>
                  </a:lnTo>
                  <a:lnTo>
                    <a:pt x="3737612" y="1435240"/>
                  </a:lnTo>
                  <a:lnTo>
                    <a:pt x="3738280" y="1435240"/>
                  </a:lnTo>
                  <a:lnTo>
                    <a:pt x="3738948" y="1435240"/>
                  </a:lnTo>
                  <a:lnTo>
                    <a:pt x="3739616" y="1435289"/>
                  </a:lnTo>
                  <a:lnTo>
                    <a:pt x="3740284" y="1435289"/>
                  </a:lnTo>
                  <a:lnTo>
                    <a:pt x="3740952" y="1435289"/>
                  </a:lnTo>
                  <a:lnTo>
                    <a:pt x="3741620" y="1435289"/>
                  </a:lnTo>
                  <a:lnTo>
                    <a:pt x="3742288" y="1435289"/>
                  </a:lnTo>
                  <a:lnTo>
                    <a:pt x="3742956" y="1435289"/>
                  </a:lnTo>
                  <a:lnTo>
                    <a:pt x="3743624" y="1435289"/>
                  </a:lnTo>
                  <a:lnTo>
                    <a:pt x="3744292" y="1435289"/>
                  </a:lnTo>
                  <a:lnTo>
                    <a:pt x="3744960" y="1435289"/>
                  </a:lnTo>
                  <a:lnTo>
                    <a:pt x="3745628" y="1435289"/>
                  </a:lnTo>
                  <a:lnTo>
                    <a:pt x="3746296" y="1435289"/>
                  </a:lnTo>
                  <a:lnTo>
                    <a:pt x="3746964" y="1435289"/>
                  </a:lnTo>
                  <a:lnTo>
                    <a:pt x="3747632" y="1435289"/>
                  </a:lnTo>
                  <a:lnTo>
                    <a:pt x="3748300" y="1435289"/>
                  </a:lnTo>
                  <a:lnTo>
                    <a:pt x="3748968" y="1435289"/>
                  </a:lnTo>
                  <a:lnTo>
                    <a:pt x="3749636" y="1435289"/>
                  </a:lnTo>
                  <a:lnTo>
                    <a:pt x="3750304" y="1435289"/>
                  </a:lnTo>
                  <a:lnTo>
                    <a:pt x="3750972" y="1435289"/>
                  </a:lnTo>
                  <a:lnTo>
                    <a:pt x="3751640" y="1435240"/>
                  </a:lnTo>
                  <a:lnTo>
                    <a:pt x="3752308" y="1435240"/>
                  </a:lnTo>
                  <a:lnTo>
                    <a:pt x="3752976" y="1435240"/>
                  </a:lnTo>
                  <a:lnTo>
                    <a:pt x="3753644" y="1435240"/>
                  </a:lnTo>
                  <a:lnTo>
                    <a:pt x="3754312" y="1435240"/>
                  </a:lnTo>
                  <a:lnTo>
                    <a:pt x="3754980" y="1435240"/>
                  </a:lnTo>
                  <a:lnTo>
                    <a:pt x="3755649" y="1435240"/>
                  </a:lnTo>
                  <a:lnTo>
                    <a:pt x="3756317" y="1435240"/>
                  </a:lnTo>
                  <a:lnTo>
                    <a:pt x="3756985" y="1435240"/>
                  </a:lnTo>
                  <a:lnTo>
                    <a:pt x="3757653" y="1435240"/>
                  </a:lnTo>
                  <a:lnTo>
                    <a:pt x="3758321" y="1435240"/>
                  </a:lnTo>
                  <a:lnTo>
                    <a:pt x="3758989" y="1435240"/>
                  </a:lnTo>
                  <a:lnTo>
                    <a:pt x="3759657" y="1435240"/>
                  </a:lnTo>
                  <a:lnTo>
                    <a:pt x="3760325" y="1435240"/>
                  </a:lnTo>
                  <a:lnTo>
                    <a:pt x="3760993" y="1435240"/>
                  </a:lnTo>
                  <a:lnTo>
                    <a:pt x="3761661" y="1435240"/>
                  </a:lnTo>
                  <a:lnTo>
                    <a:pt x="3762329" y="1435240"/>
                  </a:lnTo>
                  <a:lnTo>
                    <a:pt x="3762997" y="1435240"/>
                  </a:lnTo>
                  <a:lnTo>
                    <a:pt x="3763665" y="1435240"/>
                  </a:lnTo>
                  <a:lnTo>
                    <a:pt x="3764333" y="1435240"/>
                  </a:lnTo>
                  <a:lnTo>
                    <a:pt x="3765001" y="1435240"/>
                  </a:lnTo>
                  <a:lnTo>
                    <a:pt x="3765669" y="1435240"/>
                  </a:lnTo>
                  <a:lnTo>
                    <a:pt x="3766337" y="1435240"/>
                  </a:lnTo>
                  <a:lnTo>
                    <a:pt x="3767005" y="1435240"/>
                  </a:lnTo>
                  <a:lnTo>
                    <a:pt x="3767673" y="1435240"/>
                  </a:lnTo>
                  <a:lnTo>
                    <a:pt x="3768341" y="1435240"/>
                  </a:lnTo>
                  <a:lnTo>
                    <a:pt x="3769009" y="1435240"/>
                  </a:lnTo>
                  <a:lnTo>
                    <a:pt x="3769677" y="1435240"/>
                  </a:lnTo>
                  <a:lnTo>
                    <a:pt x="3770345" y="1435240"/>
                  </a:lnTo>
                  <a:lnTo>
                    <a:pt x="3771013" y="1435240"/>
                  </a:lnTo>
                  <a:lnTo>
                    <a:pt x="3771681" y="1435240"/>
                  </a:lnTo>
                  <a:lnTo>
                    <a:pt x="3772349" y="1435240"/>
                  </a:lnTo>
                  <a:lnTo>
                    <a:pt x="3773017" y="1435240"/>
                  </a:lnTo>
                  <a:lnTo>
                    <a:pt x="3773685" y="1435240"/>
                  </a:lnTo>
                  <a:lnTo>
                    <a:pt x="3774353" y="1435240"/>
                  </a:lnTo>
                  <a:lnTo>
                    <a:pt x="3775021" y="1435240"/>
                  </a:lnTo>
                  <a:lnTo>
                    <a:pt x="3775689" y="1435240"/>
                  </a:lnTo>
                  <a:lnTo>
                    <a:pt x="3776357" y="1435240"/>
                  </a:lnTo>
                  <a:lnTo>
                    <a:pt x="3777025" y="1435240"/>
                  </a:lnTo>
                  <a:lnTo>
                    <a:pt x="3777693" y="1435240"/>
                  </a:lnTo>
                  <a:lnTo>
                    <a:pt x="3778361" y="1435240"/>
                  </a:lnTo>
                  <a:lnTo>
                    <a:pt x="3779029" y="1435240"/>
                  </a:lnTo>
                  <a:lnTo>
                    <a:pt x="3779697" y="1435240"/>
                  </a:lnTo>
                  <a:lnTo>
                    <a:pt x="3780366" y="1435240"/>
                  </a:lnTo>
                  <a:lnTo>
                    <a:pt x="3781034" y="1435240"/>
                  </a:lnTo>
                  <a:lnTo>
                    <a:pt x="3781702" y="1435240"/>
                  </a:lnTo>
                  <a:lnTo>
                    <a:pt x="3782370" y="1435240"/>
                  </a:lnTo>
                  <a:lnTo>
                    <a:pt x="3783038" y="1435240"/>
                  </a:lnTo>
                  <a:lnTo>
                    <a:pt x="3783706" y="1435240"/>
                  </a:lnTo>
                  <a:lnTo>
                    <a:pt x="3784374" y="1435240"/>
                  </a:lnTo>
                  <a:lnTo>
                    <a:pt x="3785042" y="1435240"/>
                  </a:lnTo>
                  <a:lnTo>
                    <a:pt x="3785710" y="1435240"/>
                  </a:lnTo>
                  <a:lnTo>
                    <a:pt x="3786378" y="1435240"/>
                  </a:lnTo>
                  <a:lnTo>
                    <a:pt x="3787046" y="1435240"/>
                  </a:lnTo>
                  <a:lnTo>
                    <a:pt x="3787714" y="1435240"/>
                  </a:lnTo>
                  <a:lnTo>
                    <a:pt x="3788382" y="1435240"/>
                  </a:lnTo>
                  <a:lnTo>
                    <a:pt x="3789050" y="1435240"/>
                  </a:lnTo>
                  <a:lnTo>
                    <a:pt x="3789718" y="1435240"/>
                  </a:lnTo>
                  <a:lnTo>
                    <a:pt x="3790386" y="1435240"/>
                  </a:lnTo>
                  <a:lnTo>
                    <a:pt x="3791054" y="1435240"/>
                  </a:lnTo>
                  <a:lnTo>
                    <a:pt x="3791722" y="1435240"/>
                  </a:lnTo>
                  <a:lnTo>
                    <a:pt x="3792390" y="1435240"/>
                  </a:lnTo>
                  <a:lnTo>
                    <a:pt x="3793058" y="1435240"/>
                  </a:lnTo>
                  <a:lnTo>
                    <a:pt x="3793726" y="1435240"/>
                  </a:lnTo>
                  <a:lnTo>
                    <a:pt x="3794394" y="1435240"/>
                  </a:lnTo>
                  <a:lnTo>
                    <a:pt x="3795062" y="1435240"/>
                  </a:lnTo>
                  <a:lnTo>
                    <a:pt x="3795730" y="1435240"/>
                  </a:lnTo>
                  <a:lnTo>
                    <a:pt x="3796398" y="1435240"/>
                  </a:lnTo>
                  <a:lnTo>
                    <a:pt x="3797066" y="1435240"/>
                  </a:lnTo>
                  <a:lnTo>
                    <a:pt x="3797734" y="1435240"/>
                  </a:lnTo>
                  <a:lnTo>
                    <a:pt x="3798402" y="1435240"/>
                  </a:lnTo>
                  <a:lnTo>
                    <a:pt x="3799070" y="1435240"/>
                  </a:lnTo>
                  <a:lnTo>
                    <a:pt x="3799738" y="1435240"/>
                  </a:lnTo>
                  <a:lnTo>
                    <a:pt x="3800406" y="1435240"/>
                  </a:lnTo>
                  <a:lnTo>
                    <a:pt x="3801074" y="1435240"/>
                  </a:lnTo>
                  <a:lnTo>
                    <a:pt x="3801742" y="1435240"/>
                  </a:lnTo>
                  <a:lnTo>
                    <a:pt x="3802410" y="1435240"/>
                  </a:lnTo>
                  <a:lnTo>
                    <a:pt x="3803078" y="1435240"/>
                  </a:lnTo>
                  <a:lnTo>
                    <a:pt x="3803746" y="1435240"/>
                  </a:lnTo>
                  <a:lnTo>
                    <a:pt x="3804415" y="1435240"/>
                  </a:lnTo>
                  <a:lnTo>
                    <a:pt x="3805083" y="1435240"/>
                  </a:lnTo>
                  <a:lnTo>
                    <a:pt x="3805751" y="1435240"/>
                  </a:lnTo>
                  <a:lnTo>
                    <a:pt x="3806419" y="1435240"/>
                  </a:lnTo>
                  <a:lnTo>
                    <a:pt x="3807087" y="1435240"/>
                  </a:lnTo>
                  <a:lnTo>
                    <a:pt x="3807755" y="1435240"/>
                  </a:lnTo>
                  <a:lnTo>
                    <a:pt x="3808423" y="1435240"/>
                  </a:lnTo>
                  <a:lnTo>
                    <a:pt x="3809091" y="1435240"/>
                  </a:lnTo>
                  <a:lnTo>
                    <a:pt x="3809759" y="1435240"/>
                  </a:lnTo>
                  <a:lnTo>
                    <a:pt x="3810427" y="1435240"/>
                  </a:lnTo>
                  <a:lnTo>
                    <a:pt x="3811095" y="1435240"/>
                  </a:lnTo>
                  <a:lnTo>
                    <a:pt x="3811763" y="1435240"/>
                  </a:lnTo>
                  <a:lnTo>
                    <a:pt x="3812431" y="1435240"/>
                  </a:lnTo>
                  <a:lnTo>
                    <a:pt x="3813099" y="1435240"/>
                  </a:lnTo>
                  <a:lnTo>
                    <a:pt x="3813767" y="1435240"/>
                  </a:lnTo>
                  <a:lnTo>
                    <a:pt x="3814435" y="1435240"/>
                  </a:lnTo>
                  <a:lnTo>
                    <a:pt x="3815103" y="1435240"/>
                  </a:lnTo>
                  <a:lnTo>
                    <a:pt x="3815771" y="1435240"/>
                  </a:lnTo>
                  <a:lnTo>
                    <a:pt x="3816439" y="1425196"/>
                  </a:lnTo>
                  <a:lnTo>
                    <a:pt x="3817107" y="1412919"/>
                  </a:lnTo>
                  <a:lnTo>
                    <a:pt x="3817775" y="1412919"/>
                  </a:lnTo>
                  <a:lnTo>
                    <a:pt x="3818443" y="1412919"/>
                  </a:lnTo>
                  <a:lnTo>
                    <a:pt x="3819111" y="1412919"/>
                  </a:lnTo>
                  <a:lnTo>
                    <a:pt x="3819779" y="1400643"/>
                  </a:lnTo>
                  <a:lnTo>
                    <a:pt x="3820447" y="1390598"/>
                  </a:lnTo>
                  <a:lnTo>
                    <a:pt x="3821115" y="1381670"/>
                  </a:lnTo>
                  <a:lnTo>
                    <a:pt x="3821783" y="1368277"/>
                  </a:lnTo>
                  <a:lnTo>
                    <a:pt x="3822451" y="1358233"/>
                  </a:lnTo>
                  <a:lnTo>
                    <a:pt x="3823119" y="1345956"/>
                  </a:lnTo>
                  <a:lnTo>
                    <a:pt x="3823787" y="1345956"/>
                  </a:lnTo>
                  <a:lnTo>
                    <a:pt x="3824455" y="1345956"/>
                  </a:lnTo>
                  <a:lnTo>
                    <a:pt x="3825123" y="1345956"/>
                  </a:lnTo>
                  <a:lnTo>
                    <a:pt x="3825791" y="1345956"/>
                  </a:lnTo>
                  <a:lnTo>
                    <a:pt x="3826459" y="1356000"/>
                  </a:lnTo>
                  <a:lnTo>
                    <a:pt x="3827127" y="1368277"/>
                  </a:lnTo>
                  <a:lnTo>
                    <a:pt x="3827795" y="1368277"/>
                  </a:lnTo>
                  <a:lnTo>
                    <a:pt x="3828463" y="1368277"/>
                  </a:lnTo>
                  <a:lnTo>
                    <a:pt x="3829132" y="1367161"/>
                  </a:lnTo>
                  <a:lnTo>
                    <a:pt x="3829800" y="1358233"/>
                  </a:lnTo>
                  <a:lnTo>
                    <a:pt x="3830468" y="1368277"/>
                  </a:lnTo>
                  <a:lnTo>
                    <a:pt x="3831136" y="1377205"/>
                  </a:lnTo>
                  <a:lnTo>
                    <a:pt x="3831804" y="1390598"/>
                  </a:lnTo>
                  <a:lnTo>
                    <a:pt x="3832472" y="1392830"/>
                  </a:lnTo>
                  <a:lnTo>
                    <a:pt x="3833140" y="1390598"/>
                  </a:lnTo>
                  <a:lnTo>
                    <a:pt x="3833808" y="1390598"/>
                  </a:lnTo>
                  <a:lnTo>
                    <a:pt x="3834476" y="1390598"/>
                  </a:lnTo>
                  <a:lnTo>
                    <a:pt x="3835144" y="1390598"/>
                  </a:lnTo>
                  <a:lnTo>
                    <a:pt x="3835812" y="1373857"/>
                  </a:lnTo>
                  <a:lnTo>
                    <a:pt x="3836480" y="1343724"/>
                  </a:lnTo>
                  <a:lnTo>
                    <a:pt x="3837148" y="1349834"/>
                  </a:lnTo>
                  <a:lnTo>
                    <a:pt x="3837816" y="1377761"/>
                  </a:lnTo>
                  <a:lnTo>
                    <a:pt x="3838484" y="1403803"/>
                  </a:lnTo>
                  <a:lnTo>
                    <a:pt x="3839152" y="1409349"/>
                  </a:lnTo>
                  <a:lnTo>
                    <a:pt x="3839820" y="1426932"/>
                  </a:lnTo>
                  <a:lnTo>
                    <a:pt x="3840488" y="1426932"/>
                  </a:lnTo>
                  <a:lnTo>
                    <a:pt x="3841156" y="1426932"/>
                  </a:lnTo>
                  <a:lnTo>
                    <a:pt x="3841824" y="1435289"/>
                  </a:lnTo>
                  <a:lnTo>
                    <a:pt x="3842492" y="1435289"/>
                  </a:lnTo>
                  <a:lnTo>
                    <a:pt x="3843160" y="1435289"/>
                  </a:lnTo>
                  <a:lnTo>
                    <a:pt x="3843828" y="1435289"/>
                  </a:lnTo>
                  <a:lnTo>
                    <a:pt x="3844496" y="1435289"/>
                  </a:lnTo>
                  <a:lnTo>
                    <a:pt x="3845164" y="1435289"/>
                  </a:lnTo>
                  <a:lnTo>
                    <a:pt x="3845832" y="1435289"/>
                  </a:lnTo>
                  <a:lnTo>
                    <a:pt x="3846500" y="1435289"/>
                  </a:lnTo>
                  <a:lnTo>
                    <a:pt x="3847168" y="1435289"/>
                  </a:lnTo>
                  <a:lnTo>
                    <a:pt x="3847836" y="1435289"/>
                  </a:lnTo>
                  <a:lnTo>
                    <a:pt x="3848504" y="1435289"/>
                  </a:lnTo>
                  <a:lnTo>
                    <a:pt x="3849172" y="1435289"/>
                  </a:lnTo>
                  <a:lnTo>
                    <a:pt x="3849840" y="1435289"/>
                  </a:lnTo>
                  <a:lnTo>
                    <a:pt x="3850508" y="1435289"/>
                  </a:lnTo>
                  <a:lnTo>
                    <a:pt x="3851176" y="1435289"/>
                  </a:lnTo>
                  <a:lnTo>
                    <a:pt x="3851844" y="1435289"/>
                  </a:lnTo>
                  <a:lnTo>
                    <a:pt x="3852512" y="1435240"/>
                  </a:lnTo>
                  <a:lnTo>
                    <a:pt x="3853180" y="1435240"/>
                  </a:lnTo>
                  <a:lnTo>
                    <a:pt x="3853849" y="1435240"/>
                  </a:lnTo>
                  <a:lnTo>
                    <a:pt x="3854517" y="1435240"/>
                  </a:lnTo>
                  <a:lnTo>
                    <a:pt x="3855185" y="1435240"/>
                  </a:lnTo>
                  <a:lnTo>
                    <a:pt x="3855853" y="1435240"/>
                  </a:lnTo>
                  <a:lnTo>
                    <a:pt x="3856521" y="1435240"/>
                  </a:lnTo>
                  <a:lnTo>
                    <a:pt x="3857189" y="1435240"/>
                  </a:lnTo>
                  <a:lnTo>
                    <a:pt x="3857857" y="1435240"/>
                  </a:lnTo>
                  <a:lnTo>
                    <a:pt x="3858525" y="1435240"/>
                  </a:lnTo>
                  <a:lnTo>
                    <a:pt x="3859193" y="1435240"/>
                  </a:lnTo>
                  <a:lnTo>
                    <a:pt x="3859861" y="1435240"/>
                  </a:lnTo>
                  <a:lnTo>
                    <a:pt x="3860529" y="1435289"/>
                  </a:lnTo>
                  <a:lnTo>
                    <a:pt x="3861197" y="1435289"/>
                  </a:lnTo>
                  <a:lnTo>
                    <a:pt x="3861865" y="1435289"/>
                  </a:lnTo>
                  <a:lnTo>
                    <a:pt x="3862533" y="1435289"/>
                  </a:lnTo>
                  <a:lnTo>
                    <a:pt x="3863201" y="1435289"/>
                  </a:lnTo>
                  <a:lnTo>
                    <a:pt x="3863869" y="1435289"/>
                  </a:lnTo>
                  <a:lnTo>
                    <a:pt x="3864537" y="1435289"/>
                  </a:lnTo>
                  <a:lnTo>
                    <a:pt x="3865205" y="1435289"/>
                  </a:lnTo>
                  <a:lnTo>
                    <a:pt x="3865873" y="1435289"/>
                  </a:lnTo>
                  <a:lnTo>
                    <a:pt x="3866541" y="1435289"/>
                  </a:lnTo>
                  <a:lnTo>
                    <a:pt x="3867209" y="1435289"/>
                  </a:lnTo>
                  <a:lnTo>
                    <a:pt x="3867877" y="1435289"/>
                  </a:lnTo>
                  <a:lnTo>
                    <a:pt x="3868545" y="1435289"/>
                  </a:lnTo>
                  <a:lnTo>
                    <a:pt x="3869213" y="1435289"/>
                  </a:lnTo>
                  <a:lnTo>
                    <a:pt x="3869881" y="1435289"/>
                  </a:lnTo>
                  <a:lnTo>
                    <a:pt x="3870549" y="1435289"/>
                  </a:lnTo>
                  <a:lnTo>
                    <a:pt x="3871217" y="1435289"/>
                  </a:lnTo>
                  <a:lnTo>
                    <a:pt x="3871885" y="1435289"/>
                  </a:lnTo>
                  <a:lnTo>
                    <a:pt x="3872553" y="1435289"/>
                  </a:lnTo>
                  <a:lnTo>
                    <a:pt x="3873221" y="1435289"/>
                  </a:lnTo>
                  <a:lnTo>
                    <a:pt x="3873889" y="1435289"/>
                  </a:lnTo>
                  <a:lnTo>
                    <a:pt x="3874557" y="1435289"/>
                  </a:lnTo>
                  <a:lnTo>
                    <a:pt x="3875225" y="1435289"/>
                  </a:lnTo>
                  <a:lnTo>
                    <a:pt x="3875893" y="1435289"/>
                  </a:lnTo>
                  <a:lnTo>
                    <a:pt x="3876561" y="1435289"/>
                  </a:lnTo>
                  <a:lnTo>
                    <a:pt x="3877229" y="1435289"/>
                  </a:lnTo>
                  <a:lnTo>
                    <a:pt x="3877898" y="1435289"/>
                  </a:lnTo>
                  <a:lnTo>
                    <a:pt x="3878566" y="1435289"/>
                  </a:lnTo>
                  <a:lnTo>
                    <a:pt x="3879234" y="1435289"/>
                  </a:lnTo>
                  <a:lnTo>
                    <a:pt x="3879902" y="1435289"/>
                  </a:lnTo>
                  <a:lnTo>
                    <a:pt x="3880570" y="1435289"/>
                  </a:lnTo>
                  <a:lnTo>
                    <a:pt x="3881238" y="1435289"/>
                  </a:lnTo>
                  <a:lnTo>
                    <a:pt x="3881906" y="1435289"/>
                  </a:lnTo>
                  <a:lnTo>
                    <a:pt x="3882574" y="1435289"/>
                  </a:lnTo>
                  <a:lnTo>
                    <a:pt x="3883242" y="1435289"/>
                  </a:lnTo>
                  <a:lnTo>
                    <a:pt x="3883910" y="1435289"/>
                  </a:lnTo>
                  <a:lnTo>
                    <a:pt x="3884578" y="1435289"/>
                  </a:lnTo>
                  <a:lnTo>
                    <a:pt x="3885246" y="1435289"/>
                  </a:lnTo>
                  <a:lnTo>
                    <a:pt x="3885914" y="1435289"/>
                  </a:lnTo>
                  <a:lnTo>
                    <a:pt x="3886582" y="1435289"/>
                  </a:lnTo>
                  <a:lnTo>
                    <a:pt x="3887250" y="1435289"/>
                  </a:lnTo>
                  <a:lnTo>
                    <a:pt x="3887918" y="1435289"/>
                  </a:lnTo>
                  <a:lnTo>
                    <a:pt x="3888586" y="1435289"/>
                  </a:lnTo>
                  <a:lnTo>
                    <a:pt x="3889254" y="1435289"/>
                  </a:lnTo>
                  <a:lnTo>
                    <a:pt x="3889922" y="1435289"/>
                  </a:lnTo>
                  <a:lnTo>
                    <a:pt x="3890590" y="1435289"/>
                  </a:lnTo>
                  <a:lnTo>
                    <a:pt x="3891258" y="1435240"/>
                  </a:lnTo>
                  <a:lnTo>
                    <a:pt x="3891926" y="1418499"/>
                  </a:lnTo>
                  <a:lnTo>
                    <a:pt x="3892594" y="1412919"/>
                  </a:lnTo>
                  <a:lnTo>
                    <a:pt x="3893262" y="1412919"/>
                  </a:lnTo>
                  <a:lnTo>
                    <a:pt x="3893930" y="1435289"/>
                  </a:lnTo>
                  <a:lnTo>
                    <a:pt x="3894598" y="1435289"/>
                  </a:lnTo>
                  <a:lnTo>
                    <a:pt x="3895266" y="1435289"/>
                  </a:lnTo>
                  <a:lnTo>
                    <a:pt x="3895934" y="1435289"/>
                  </a:lnTo>
                  <a:lnTo>
                    <a:pt x="3896602" y="1435289"/>
                  </a:lnTo>
                  <a:lnTo>
                    <a:pt x="3897270" y="1435289"/>
                  </a:lnTo>
                  <a:lnTo>
                    <a:pt x="3897938" y="1435289"/>
                  </a:lnTo>
                  <a:lnTo>
                    <a:pt x="3898606" y="1435289"/>
                  </a:lnTo>
                  <a:lnTo>
                    <a:pt x="3899274" y="1435289"/>
                  </a:lnTo>
                  <a:lnTo>
                    <a:pt x="3899942" y="1435289"/>
                  </a:lnTo>
                  <a:lnTo>
                    <a:pt x="3900610" y="1435289"/>
                  </a:lnTo>
                  <a:lnTo>
                    <a:pt x="3901278" y="1435289"/>
                  </a:lnTo>
                  <a:lnTo>
                    <a:pt x="3901946" y="1435289"/>
                  </a:lnTo>
                  <a:lnTo>
                    <a:pt x="3902615" y="1435289"/>
                  </a:lnTo>
                  <a:lnTo>
                    <a:pt x="3903283" y="1435289"/>
                  </a:lnTo>
                  <a:lnTo>
                    <a:pt x="3903951" y="1435289"/>
                  </a:lnTo>
                  <a:lnTo>
                    <a:pt x="3904619" y="1435289"/>
                  </a:lnTo>
                  <a:lnTo>
                    <a:pt x="3905287" y="1435289"/>
                  </a:lnTo>
                  <a:lnTo>
                    <a:pt x="3905955" y="1435289"/>
                  </a:lnTo>
                  <a:lnTo>
                    <a:pt x="3906623" y="1435289"/>
                  </a:lnTo>
                  <a:lnTo>
                    <a:pt x="3907291" y="1435289"/>
                  </a:lnTo>
                  <a:lnTo>
                    <a:pt x="3907959" y="1435289"/>
                  </a:lnTo>
                  <a:lnTo>
                    <a:pt x="3908627" y="1432013"/>
                  </a:lnTo>
                  <a:lnTo>
                    <a:pt x="3909295" y="1431381"/>
                  </a:lnTo>
                  <a:lnTo>
                    <a:pt x="3909963" y="1435289"/>
                  </a:lnTo>
                  <a:lnTo>
                    <a:pt x="3910631" y="1435289"/>
                  </a:lnTo>
                  <a:lnTo>
                    <a:pt x="3911299" y="1425612"/>
                  </a:lnTo>
                  <a:lnTo>
                    <a:pt x="3911967" y="1404341"/>
                  </a:lnTo>
                  <a:lnTo>
                    <a:pt x="3912635" y="1396600"/>
                  </a:lnTo>
                  <a:lnTo>
                    <a:pt x="3913303" y="1354884"/>
                  </a:lnTo>
                  <a:lnTo>
                    <a:pt x="3913971" y="1345956"/>
                  </a:lnTo>
                  <a:lnTo>
                    <a:pt x="3914639" y="1352652"/>
                  </a:lnTo>
                  <a:lnTo>
                    <a:pt x="3915307" y="1359349"/>
                  </a:lnTo>
                  <a:lnTo>
                    <a:pt x="3915975" y="1345956"/>
                  </a:lnTo>
                  <a:lnTo>
                    <a:pt x="3916643" y="1345956"/>
                  </a:lnTo>
                  <a:lnTo>
                    <a:pt x="3917311" y="1334795"/>
                  </a:lnTo>
                  <a:lnTo>
                    <a:pt x="3917979" y="1308010"/>
                  </a:lnTo>
                  <a:lnTo>
                    <a:pt x="3918647" y="1320287"/>
                  </a:lnTo>
                  <a:lnTo>
                    <a:pt x="3919315" y="1323635"/>
                  </a:lnTo>
                  <a:lnTo>
                    <a:pt x="3919983" y="1323635"/>
                  </a:lnTo>
                  <a:lnTo>
                    <a:pt x="3920651" y="1323635"/>
                  </a:lnTo>
                  <a:lnTo>
                    <a:pt x="3921319" y="1323635"/>
                  </a:lnTo>
                  <a:lnTo>
                    <a:pt x="3921987" y="1323635"/>
                  </a:lnTo>
                  <a:lnTo>
                    <a:pt x="3922655" y="1324751"/>
                  </a:lnTo>
                  <a:lnTo>
                    <a:pt x="3923323" y="1358233"/>
                  </a:lnTo>
                  <a:lnTo>
                    <a:pt x="3923991" y="1397553"/>
                  </a:lnTo>
                  <a:lnTo>
                    <a:pt x="3924659" y="1402585"/>
                  </a:lnTo>
                  <a:lnTo>
                    <a:pt x="3925327" y="1435289"/>
                  </a:lnTo>
                  <a:lnTo>
                    <a:pt x="3925995" y="1435289"/>
                  </a:lnTo>
                  <a:lnTo>
                    <a:pt x="3926663" y="1435289"/>
                  </a:lnTo>
                  <a:lnTo>
                    <a:pt x="3927332" y="1435289"/>
                  </a:lnTo>
                  <a:lnTo>
                    <a:pt x="3928000" y="1435289"/>
                  </a:lnTo>
                  <a:lnTo>
                    <a:pt x="3928668" y="1435289"/>
                  </a:lnTo>
                  <a:lnTo>
                    <a:pt x="3929336" y="1435289"/>
                  </a:lnTo>
                  <a:lnTo>
                    <a:pt x="3930004" y="1435289"/>
                  </a:lnTo>
                  <a:lnTo>
                    <a:pt x="3930672" y="1435289"/>
                  </a:lnTo>
                  <a:lnTo>
                    <a:pt x="3931340" y="1435289"/>
                  </a:lnTo>
                  <a:lnTo>
                    <a:pt x="3932008" y="1435289"/>
                  </a:lnTo>
                  <a:lnTo>
                    <a:pt x="3932676" y="1435289"/>
                  </a:lnTo>
                  <a:lnTo>
                    <a:pt x="3933344" y="1435289"/>
                  </a:lnTo>
                  <a:lnTo>
                    <a:pt x="3934012" y="1435289"/>
                  </a:lnTo>
                  <a:lnTo>
                    <a:pt x="3934680" y="1435289"/>
                  </a:lnTo>
                  <a:lnTo>
                    <a:pt x="3935348" y="1435289"/>
                  </a:lnTo>
                  <a:lnTo>
                    <a:pt x="3936016" y="1435289"/>
                  </a:lnTo>
                  <a:lnTo>
                    <a:pt x="3936684" y="1435289"/>
                  </a:lnTo>
                  <a:lnTo>
                    <a:pt x="3937352" y="1435289"/>
                  </a:lnTo>
                  <a:lnTo>
                    <a:pt x="3938020" y="1435289"/>
                  </a:lnTo>
                  <a:lnTo>
                    <a:pt x="3938688" y="1435289"/>
                  </a:lnTo>
                  <a:lnTo>
                    <a:pt x="3939356" y="1435289"/>
                  </a:lnTo>
                  <a:lnTo>
                    <a:pt x="3940024" y="1435289"/>
                  </a:lnTo>
                  <a:lnTo>
                    <a:pt x="3940692" y="1435289"/>
                  </a:lnTo>
                  <a:lnTo>
                    <a:pt x="3941360" y="1435289"/>
                  </a:lnTo>
                  <a:lnTo>
                    <a:pt x="3942028" y="1435289"/>
                  </a:lnTo>
                  <a:lnTo>
                    <a:pt x="3942696" y="1435289"/>
                  </a:lnTo>
                  <a:lnTo>
                    <a:pt x="3943364" y="1435289"/>
                  </a:lnTo>
                  <a:lnTo>
                    <a:pt x="3944032" y="1435289"/>
                  </a:lnTo>
                  <a:lnTo>
                    <a:pt x="3944700" y="1435289"/>
                  </a:lnTo>
                  <a:lnTo>
                    <a:pt x="3945368" y="1435289"/>
                  </a:lnTo>
                  <a:lnTo>
                    <a:pt x="3946036" y="1435289"/>
                  </a:lnTo>
                  <a:lnTo>
                    <a:pt x="3946704" y="1435289"/>
                  </a:lnTo>
                  <a:lnTo>
                    <a:pt x="3947372" y="1435289"/>
                  </a:lnTo>
                  <a:lnTo>
                    <a:pt x="3948040" y="1435289"/>
                  </a:lnTo>
                  <a:lnTo>
                    <a:pt x="3948708" y="1435289"/>
                  </a:lnTo>
                  <a:lnTo>
                    <a:pt x="3949376" y="1435289"/>
                  </a:lnTo>
                  <a:lnTo>
                    <a:pt x="3950044" y="1435289"/>
                  </a:lnTo>
                  <a:lnTo>
                    <a:pt x="3950712" y="1435289"/>
                  </a:lnTo>
                  <a:lnTo>
                    <a:pt x="3951380" y="1435289"/>
                  </a:lnTo>
                  <a:lnTo>
                    <a:pt x="3952049" y="1435289"/>
                  </a:lnTo>
                  <a:lnTo>
                    <a:pt x="3952717" y="1435289"/>
                  </a:lnTo>
                  <a:lnTo>
                    <a:pt x="3953385" y="1435289"/>
                  </a:lnTo>
                  <a:lnTo>
                    <a:pt x="3954053" y="1435289"/>
                  </a:lnTo>
                  <a:lnTo>
                    <a:pt x="3954721" y="1435289"/>
                  </a:lnTo>
                  <a:lnTo>
                    <a:pt x="3955389" y="1435289"/>
                  </a:lnTo>
                  <a:lnTo>
                    <a:pt x="3956057" y="1435289"/>
                  </a:lnTo>
                  <a:lnTo>
                    <a:pt x="3956725" y="1435289"/>
                  </a:lnTo>
                  <a:lnTo>
                    <a:pt x="3957393" y="1435289"/>
                  </a:lnTo>
                  <a:lnTo>
                    <a:pt x="3958061" y="1435289"/>
                  </a:lnTo>
                  <a:lnTo>
                    <a:pt x="3958729" y="1435289"/>
                  </a:lnTo>
                  <a:lnTo>
                    <a:pt x="3959397" y="1435289"/>
                  </a:lnTo>
                  <a:lnTo>
                    <a:pt x="3960065" y="1435289"/>
                  </a:lnTo>
                  <a:lnTo>
                    <a:pt x="3960733" y="1435289"/>
                  </a:lnTo>
                  <a:lnTo>
                    <a:pt x="3961401" y="1435289"/>
                  </a:lnTo>
                  <a:lnTo>
                    <a:pt x="3962069" y="1435289"/>
                  </a:lnTo>
                  <a:lnTo>
                    <a:pt x="3962737" y="1435289"/>
                  </a:lnTo>
                  <a:lnTo>
                    <a:pt x="3963405" y="1435289"/>
                  </a:lnTo>
                  <a:lnTo>
                    <a:pt x="3964073" y="1435289"/>
                  </a:lnTo>
                  <a:lnTo>
                    <a:pt x="3964741" y="1435289"/>
                  </a:lnTo>
                  <a:lnTo>
                    <a:pt x="3965409" y="1434198"/>
                  </a:lnTo>
                  <a:lnTo>
                    <a:pt x="3966077" y="1412919"/>
                  </a:lnTo>
                  <a:lnTo>
                    <a:pt x="3966745" y="1412919"/>
                  </a:lnTo>
                  <a:lnTo>
                    <a:pt x="3967413" y="1412919"/>
                  </a:lnTo>
                  <a:lnTo>
                    <a:pt x="3968081" y="1412919"/>
                  </a:lnTo>
                  <a:lnTo>
                    <a:pt x="3968749" y="1412919"/>
                  </a:lnTo>
                  <a:lnTo>
                    <a:pt x="3969417" y="1390598"/>
                  </a:lnTo>
                  <a:lnTo>
                    <a:pt x="3970085" y="1390598"/>
                  </a:lnTo>
                  <a:lnTo>
                    <a:pt x="3970753" y="1390598"/>
                  </a:lnTo>
                  <a:lnTo>
                    <a:pt x="3971421" y="1399526"/>
                  </a:lnTo>
                  <a:lnTo>
                    <a:pt x="3972089" y="1412919"/>
                  </a:lnTo>
                  <a:lnTo>
                    <a:pt x="3972757" y="1432673"/>
                  </a:lnTo>
                  <a:lnTo>
                    <a:pt x="3973425" y="1435289"/>
                  </a:lnTo>
                  <a:lnTo>
                    <a:pt x="3974093" y="1428062"/>
                  </a:lnTo>
                  <a:lnTo>
                    <a:pt x="3974761" y="1416621"/>
                  </a:lnTo>
                  <a:lnTo>
                    <a:pt x="3975429" y="1416621"/>
                  </a:lnTo>
                  <a:lnTo>
                    <a:pt x="3976098" y="1416621"/>
                  </a:lnTo>
                  <a:lnTo>
                    <a:pt x="3976766" y="1416621"/>
                  </a:lnTo>
                  <a:lnTo>
                    <a:pt x="3977434" y="1408994"/>
                  </a:lnTo>
                  <a:lnTo>
                    <a:pt x="3978102" y="1397553"/>
                  </a:lnTo>
                  <a:lnTo>
                    <a:pt x="3978770" y="1397553"/>
                  </a:lnTo>
                  <a:lnTo>
                    <a:pt x="3979438" y="1407087"/>
                  </a:lnTo>
                  <a:lnTo>
                    <a:pt x="3980106" y="1386027"/>
                  </a:lnTo>
                  <a:lnTo>
                    <a:pt x="3980774" y="1386027"/>
                  </a:lnTo>
                  <a:lnTo>
                    <a:pt x="3981442" y="1386027"/>
                  </a:lnTo>
                  <a:lnTo>
                    <a:pt x="3982110" y="1386027"/>
                  </a:lnTo>
                  <a:lnTo>
                    <a:pt x="3982778" y="1384076"/>
                  </a:lnTo>
                  <a:lnTo>
                    <a:pt x="3983446" y="1378485"/>
                  </a:lnTo>
                  <a:lnTo>
                    <a:pt x="3984114" y="1386112"/>
                  </a:lnTo>
                  <a:lnTo>
                    <a:pt x="3984782" y="1397553"/>
                  </a:lnTo>
                  <a:lnTo>
                    <a:pt x="3985450" y="1397553"/>
                  </a:lnTo>
                  <a:lnTo>
                    <a:pt x="3986118" y="1397553"/>
                  </a:lnTo>
                  <a:lnTo>
                    <a:pt x="3986786" y="1397553"/>
                  </a:lnTo>
                  <a:lnTo>
                    <a:pt x="3987454" y="1405180"/>
                  </a:lnTo>
                  <a:lnTo>
                    <a:pt x="3988122" y="1416621"/>
                  </a:lnTo>
                  <a:lnTo>
                    <a:pt x="3988790" y="1416621"/>
                  </a:lnTo>
                  <a:lnTo>
                    <a:pt x="3989458" y="1426155"/>
                  </a:lnTo>
                  <a:lnTo>
                    <a:pt x="3990126" y="1435240"/>
                  </a:lnTo>
                  <a:lnTo>
                    <a:pt x="3990794" y="1435240"/>
                  </a:lnTo>
                  <a:lnTo>
                    <a:pt x="3991462" y="1435240"/>
                  </a:lnTo>
                  <a:lnTo>
                    <a:pt x="3992130" y="1435240"/>
                  </a:lnTo>
                  <a:lnTo>
                    <a:pt x="3992798" y="1435240"/>
                  </a:lnTo>
                  <a:lnTo>
                    <a:pt x="3993466" y="1435240"/>
                  </a:lnTo>
                  <a:lnTo>
                    <a:pt x="3994134" y="1435240"/>
                  </a:lnTo>
                  <a:lnTo>
                    <a:pt x="3994802" y="1435240"/>
                  </a:lnTo>
                  <a:lnTo>
                    <a:pt x="3995470" y="1435240"/>
                  </a:lnTo>
                  <a:lnTo>
                    <a:pt x="3996138" y="1435240"/>
                  </a:lnTo>
                  <a:lnTo>
                    <a:pt x="3996806" y="1435240"/>
                  </a:lnTo>
                  <a:lnTo>
                    <a:pt x="3997474" y="1435240"/>
                  </a:lnTo>
                  <a:lnTo>
                    <a:pt x="3998142" y="1435240"/>
                  </a:lnTo>
                  <a:lnTo>
                    <a:pt x="3998810" y="1435240"/>
                  </a:lnTo>
                  <a:lnTo>
                    <a:pt x="3999478" y="1435240"/>
                  </a:lnTo>
                  <a:lnTo>
                    <a:pt x="4000146" y="1435240"/>
                  </a:lnTo>
                  <a:lnTo>
                    <a:pt x="4000815" y="1435240"/>
                  </a:lnTo>
                  <a:lnTo>
                    <a:pt x="4001483" y="1416267"/>
                  </a:lnTo>
                  <a:lnTo>
                    <a:pt x="4002151" y="1406223"/>
                  </a:lnTo>
                  <a:lnTo>
                    <a:pt x="4002819" y="1390598"/>
                  </a:lnTo>
                  <a:lnTo>
                    <a:pt x="4003487" y="1390598"/>
                  </a:lnTo>
                  <a:lnTo>
                    <a:pt x="4004155" y="1390598"/>
                  </a:lnTo>
                  <a:lnTo>
                    <a:pt x="4004823" y="1390598"/>
                  </a:lnTo>
                  <a:lnTo>
                    <a:pt x="4005491" y="1390598"/>
                  </a:lnTo>
                  <a:lnTo>
                    <a:pt x="4006159" y="1369393"/>
                  </a:lnTo>
                  <a:lnTo>
                    <a:pt x="4006827" y="1368277"/>
                  </a:lnTo>
                  <a:lnTo>
                    <a:pt x="4007495" y="1348188"/>
                  </a:lnTo>
                  <a:lnTo>
                    <a:pt x="4008163" y="1312474"/>
                  </a:lnTo>
                  <a:lnTo>
                    <a:pt x="4008831" y="1292386"/>
                  </a:lnTo>
                  <a:lnTo>
                    <a:pt x="4009499" y="1261136"/>
                  </a:lnTo>
                  <a:lnTo>
                    <a:pt x="4010167" y="1239931"/>
                  </a:lnTo>
                  <a:lnTo>
                    <a:pt x="4010835" y="1217610"/>
                  </a:lnTo>
                  <a:lnTo>
                    <a:pt x="4011503" y="1275512"/>
                  </a:lnTo>
                  <a:lnTo>
                    <a:pt x="4012171" y="1277424"/>
                  </a:lnTo>
                  <a:lnTo>
                    <a:pt x="4012839" y="1283145"/>
                  </a:lnTo>
                  <a:lnTo>
                    <a:pt x="4013507" y="1283145"/>
                  </a:lnTo>
                  <a:lnTo>
                    <a:pt x="4014175" y="1283145"/>
                  </a:lnTo>
                  <a:lnTo>
                    <a:pt x="4014843" y="1283145"/>
                  </a:lnTo>
                  <a:lnTo>
                    <a:pt x="4015511" y="1283145"/>
                  </a:lnTo>
                  <a:lnTo>
                    <a:pt x="4016179" y="1301259"/>
                  </a:lnTo>
                  <a:lnTo>
                    <a:pt x="4016847" y="1312771"/>
                  </a:lnTo>
                  <a:lnTo>
                    <a:pt x="4017515" y="1329254"/>
                  </a:lnTo>
                  <a:lnTo>
                    <a:pt x="4018183" y="1358556"/>
                  </a:lnTo>
                  <a:lnTo>
                    <a:pt x="4018851" y="1375039"/>
                  </a:lnTo>
                  <a:lnTo>
                    <a:pt x="4019519" y="1400678"/>
                  </a:lnTo>
                  <a:lnTo>
                    <a:pt x="4020187" y="1418076"/>
                  </a:lnTo>
                  <a:lnTo>
                    <a:pt x="4020855" y="1435289"/>
                  </a:lnTo>
                  <a:lnTo>
                    <a:pt x="4021523" y="1435289"/>
                  </a:lnTo>
                  <a:lnTo>
                    <a:pt x="4022191" y="1435289"/>
                  </a:lnTo>
                  <a:lnTo>
                    <a:pt x="4022859" y="1435289"/>
                  </a:lnTo>
                  <a:lnTo>
                    <a:pt x="4023527" y="1435289"/>
                  </a:lnTo>
                  <a:lnTo>
                    <a:pt x="4024195" y="1435289"/>
                  </a:lnTo>
                  <a:lnTo>
                    <a:pt x="4024863" y="1435289"/>
                  </a:lnTo>
                  <a:lnTo>
                    <a:pt x="4025532" y="1435289"/>
                  </a:lnTo>
                  <a:lnTo>
                    <a:pt x="4026200" y="1435289"/>
                  </a:lnTo>
                  <a:lnTo>
                    <a:pt x="4026868" y="1435289"/>
                  </a:lnTo>
                  <a:lnTo>
                    <a:pt x="4027536" y="1435289"/>
                  </a:lnTo>
                  <a:lnTo>
                    <a:pt x="4028204" y="1435289"/>
                  </a:lnTo>
                  <a:lnTo>
                    <a:pt x="4028872" y="1435289"/>
                  </a:lnTo>
                  <a:lnTo>
                    <a:pt x="4029540" y="1435289"/>
                  </a:lnTo>
                  <a:lnTo>
                    <a:pt x="4030208" y="1435289"/>
                  </a:lnTo>
                  <a:lnTo>
                    <a:pt x="4030876" y="1435289"/>
                  </a:lnTo>
                  <a:lnTo>
                    <a:pt x="4031544" y="1435289"/>
                  </a:lnTo>
                  <a:lnTo>
                    <a:pt x="4032212" y="1435289"/>
                  </a:lnTo>
                  <a:lnTo>
                    <a:pt x="4032880" y="1435289"/>
                  </a:lnTo>
                  <a:lnTo>
                    <a:pt x="4033548" y="1435289"/>
                  </a:lnTo>
                  <a:lnTo>
                    <a:pt x="4034216" y="1435289"/>
                  </a:lnTo>
                  <a:lnTo>
                    <a:pt x="4034884" y="1435289"/>
                  </a:lnTo>
                  <a:lnTo>
                    <a:pt x="4035552" y="1435240"/>
                  </a:lnTo>
                  <a:lnTo>
                    <a:pt x="4036220" y="1435240"/>
                  </a:lnTo>
                  <a:lnTo>
                    <a:pt x="4036888" y="1435240"/>
                  </a:lnTo>
                  <a:lnTo>
                    <a:pt x="4037556" y="1435240"/>
                  </a:lnTo>
                  <a:lnTo>
                    <a:pt x="4038224" y="1435240"/>
                  </a:lnTo>
                  <a:lnTo>
                    <a:pt x="4038892" y="1435240"/>
                  </a:lnTo>
                  <a:lnTo>
                    <a:pt x="4039560" y="1435240"/>
                  </a:lnTo>
                  <a:lnTo>
                    <a:pt x="4040228" y="1435240"/>
                  </a:lnTo>
                  <a:lnTo>
                    <a:pt x="4040896" y="1431892"/>
                  </a:lnTo>
                  <a:lnTo>
                    <a:pt x="4041564" y="1412919"/>
                  </a:lnTo>
                  <a:lnTo>
                    <a:pt x="4042232" y="1411803"/>
                  </a:lnTo>
                  <a:lnTo>
                    <a:pt x="4042900" y="1390598"/>
                  </a:lnTo>
                  <a:lnTo>
                    <a:pt x="4043568" y="1390598"/>
                  </a:lnTo>
                  <a:lnTo>
                    <a:pt x="4044236" y="1390598"/>
                  </a:lnTo>
                  <a:lnTo>
                    <a:pt x="4044904" y="1390598"/>
                  </a:lnTo>
                  <a:lnTo>
                    <a:pt x="4045572" y="1390598"/>
                  </a:lnTo>
                  <a:lnTo>
                    <a:pt x="4046240" y="1390598"/>
                  </a:lnTo>
                  <a:lnTo>
                    <a:pt x="4046908" y="1390598"/>
                  </a:lnTo>
                  <a:lnTo>
                    <a:pt x="4047576" y="1390598"/>
                  </a:lnTo>
                  <a:lnTo>
                    <a:pt x="4048244" y="1390598"/>
                  </a:lnTo>
                  <a:lnTo>
                    <a:pt x="4048912" y="1390598"/>
                  </a:lnTo>
                  <a:lnTo>
                    <a:pt x="4049580" y="1390598"/>
                  </a:lnTo>
                  <a:lnTo>
                    <a:pt x="4050249" y="1390598"/>
                  </a:lnTo>
                  <a:lnTo>
                    <a:pt x="4050917" y="1393946"/>
                  </a:lnTo>
                  <a:lnTo>
                    <a:pt x="4051585" y="1412919"/>
                  </a:lnTo>
                  <a:lnTo>
                    <a:pt x="4052253" y="1414035"/>
                  </a:lnTo>
                  <a:lnTo>
                    <a:pt x="4052921" y="1435240"/>
                  </a:lnTo>
                  <a:lnTo>
                    <a:pt x="4053589" y="1435240"/>
                  </a:lnTo>
                  <a:lnTo>
                    <a:pt x="4054257" y="1435240"/>
                  </a:lnTo>
                  <a:lnTo>
                    <a:pt x="4054925" y="1435240"/>
                  </a:lnTo>
                  <a:lnTo>
                    <a:pt x="4055593" y="1435240"/>
                  </a:lnTo>
                  <a:lnTo>
                    <a:pt x="4056261" y="1435240"/>
                  </a:lnTo>
                  <a:lnTo>
                    <a:pt x="4056929" y="1435240"/>
                  </a:lnTo>
                  <a:lnTo>
                    <a:pt x="4057597" y="1435289"/>
                  </a:lnTo>
                  <a:lnTo>
                    <a:pt x="4058265" y="1435289"/>
                  </a:lnTo>
                  <a:lnTo>
                    <a:pt x="4058933" y="1435289"/>
                  </a:lnTo>
                  <a:lnTo>
                    <a:pt x="4059601" y="1435289"/>
                  </a:lnTo>
                  <a:lnTo>
                    <a:pt x="4060269" y="1435289"/>
                  </a:lnTo>
                  <a:lnTo>
                    <a:pt x="4060937" y="1435289"/>
                  </a:lnTo>
                  <a:lnTo>
                    <a:pt x="4061605" y="1435289"/>
                  </a:lnTo>
                  <a:lnTo>
                    <a:pt x="4062273" y="1429016"/>
                  </a:lnTo>
                  <a:lnTo>
                    <a:pt x="4062941" y="1422655"/>
                  </a:lnTo>
                  <a:lnTo>
                    <a:pt x="4063609" y="1422655"/>
                  </a:lnTo>
                  <a:lnTo>
                    <a:pt x="4064277" y="1422655"/>
                  </a:lnTo>
                  <a:lnTo>
                    <a:pt x="4064945" y="1422655"/>
                  </a:lnTo>
                  <a:lnTo>
                    <a:pt x="4065613" y="1435289"/>
                  </a:lnTo>
                  <a:lnTo>
                    <a:pt x="4066281" y="1435289"/>
                  </a:lnTo>
                  <a:lnTo>
                    <a:pt x="4066949" y="1435289"/>
                  </a:lnTo>
                  <a:lnTo>
                    <a:pt x="4067617" y="1435289"/>
                  </a:lnTo>
                  <a:lnTo>
                    <a:pt x="4068285" y="1435289"/>
                  </a:lnTo>
                  <a:lnTo>
                    <a:pt x="4068953" y="1435289"/>
                  </a:lnTo>
                  <a:lnTo>
                    <a:pt x="4069621" y="1435289"/>
                  </a:lnTo>
                  <a:lnTo>
                    <a:pt x="4070289" y="1435289"/>
                  </a:lnTo>
                  <a:lnTo>
                    <a:pt x="4070957" y="1435289"/>
                  </a:lnTo>
                  <a:lnTo>
                    <a:pt x="4071625" y="1435289"/>
                  </a:lnTo>
                  <a:lnTo>
                    <a:pt x="4072293" y="1431195"/>
                  </a:lnTo>
                  <a:lnTo>
                    <a:pt x="4072961" y="1435289"/>
                  </a:lnTo>
                  <a:lnTo>
                    <a:pt x="4073629" y="1435289"/>
                  </a:lnTo>
                  <a:lnTo>
                    <a:pt x="4074298" y="1435289"/>
                  </a:lnTo>
                  <a:lnTo>
                    <a:pt x="4074966" y="1435289"/>
                  </a:lnTo>
                  <a:lnTo>
                    <a:pt x="4075634" y="1435289"/>
                  </a:lnTo>
                  <a:lnTo>
                    <a:pt x="4076302" y="1425612"/>
                  </a:lnTo>
                  <a:lnTo>
                    <a:pt x="4076970" y="1426070"/>
                  </a:lnTo>
                  <a:lnTo>
                    <a:pt x="4077638" y="1409662"/>
                  </a:lnTo>
                  <a:lnTo>
                    <a:pt x="4078306" y="1412055"/>
                  </a:lnTo>
                  <a:lnTo>
                    <a:pt x="4078974" y="1409662"/>
                  </a:lnTo>
                  <a:lnTo>
                    <a:pt x="4079642" y="1409662"/>
                  </a:lnTo>
                  <a:lnTo>
                    <a:pt x="4080310" y="1409662"/>
                  </a:lnTo>
                  <a:lnTo>
                    <a:pt x="4080978" y="1420030"/>
                  </a:lnTo>
                  <a:lnTo>
                    <a:pt x="4081646" y="1409662"/>
                  </a:lnTo>
                  <a:lnTo>
                    <a:pt x="4082314" y="1409662"/>
                  </a:lnTo>
                  <a:lnTo>
                    <a:pt x="4082982" y="1409662"/>
                  </a:lnTo>
                  <a:lnTo>
                    <a:pt x="4083650" y="1408458"/>
                  </a:lnTo>
                  <a:lnTo>
                    <a:pt x="4084318" y="1413280"/>
                  </a:lnTo>
                  <a:lnTo>
                    <a:pt x="4084986" y="1421057"/>
                  </a:lnTo>
                  <a:lnTo>
                    <a:pt x="4085654" y="1397553"/>
                  </a:lnTo>
                  <a:lnTo>
                    <a:pt x="4086322" y="1395636"/>
                  </a:lnTo>
                  <a:lnTo>
                    <a:pt x="4086990" y="1389482"/>
                  </a:lnTo>
                  <a:lnTo>
                    <a:pt x="4087658" y="1390598"/>
                  </a:lnTo>
                  <a:lnTo>
                    <a:pt x="4088326" y="1391714"/>
                  </a:lnTo>
                  <a:lnTo>
                    <a:pt x="4088994" y="1412919"/>
                  </a:lnTo>
                  <a:lnTo>
                    <a:pt x="4089662" y="1412919"/>
                  </a:lnTo>
                  <a:lnTo>
                    <a:pt x="4090330" y="1412919"/>
                  </a:lnTo>
                  <a:lnTo>
                    <a:pt x="4090998" y="1420731"/>
                  </a:lnTo>
                  <a:lnTo>
                    <a:pt x="4091666" y="1435240"/>
                  </a:lnTo>
                  <a:lnTo>
                    <a:pt x="4092334" y="1435240"/>
                  </a:lnTo>
                  <a:lnTo>
                    <a:pt x="4093002" y="1435240"/>
                  </a:lnTo>
                  <a:lnTo>
                    <a:pt x="4093670" y="1435240"/>
                  </a:lnTo>
                  <a:lnTo>
                    <a:pt x="4094338" y="1435240"/>
                  </a:lnTo>
                  <a:lnTo>
                    <a:pt x="4095006" y="1435240"/>
                  </a:lnTo>
                  <a:lnTo>
                    <a:pt x="4095674" y="1435240"/>
                  </a:lnTo>
                  <a:lnTo>
                    <a:pt x="4096342" y="1435240"/>
                  </a:lnTo>
                  <a:lnTo>
                    <a:pt x="4097010" y="1435240"/>
                  </a:lnTo>
                  <a:lnTo>
                    <a:pt x="4097678" y="1435240"/>
                  </a:lnTo>
                  <a:lnTo>
                    <a:pt x="4098346" y="1435240"/>
                  </a:lnTo>
                  <a:lnTo>
                    <a:pt x="4099015" y="1435240"/>
                  </a:lnTo>
                  <a:lnTo>
                    <a:pt x="4099683" y="1435240"/>
                  </a:lnTo>
                  <a:lnTo>
                    <a:pt x="4100351" y="1435240"/>
                  </a:lnTo>
                  <a:lnTo>
                    <a:pt x="4101019" y="1435240"/>
                  </a:lnTo>
                  <a:lnTo>
                    <a:pt x="4101687" y="1435240"/>
                  </a:lnTo>
                  <a:lnTo>
                    <a:pt x="4102355" y="1435240"/>
                  </a:lnTo>
                  <a:lnTo>
                    <a:pt x="4103023" y="1435240"/>
                  </a:lnTo>
                  <a:lnTo>
                    <a:pt x="4103691" y="1435240"/>
                  </a:lnTo>
                  <a:lnTo>
                    <a:pt x="4104359" y="1435240"/>
                  </a:lnTo>
                  <a:lnTo>
                    <a:pt x="4105027" y="1435240"/>
                  </a:lnTo>
                  <a:lnTo>
                    <a:pt x="4105695" y="1435240"/>
                  </a:lnTo>
                  <a:lnTo>
                    <a:pt x="4106363" y="1435240"/>
                  </a:lnTo>
                  <a:lnTo>
                    <a:pt x="4107031" y="1435240"/>
                  </a:lnTo>
                  <a:lnTo>
                    <a:pt x="4107699" y="1435240"/>
                  </a:lnTo>
                  <a:lnTo>
                    <a:pt x="4108367" y="1435240"/>
                  </a:lnTo>
                  <a:lnTo>
                    <a:pt x="4109035" y="1435240"/>
                  </a:lnTo>
                  <a:lnTo>
                    <a:pt x="4109703" y="1435240"/>
                  </a:lnTo>
                  <a:lnTo>
                    <a:pt x="4110371" y="1431892"/>
                  </a:lnTo>
                  <a:lnTo>
                    <a:pt x="4111039" y="1412919"/>
                  </a:lnTo>
                  <a:lnTo>
                    <a:pt x="4111707" y="1412919"/>
                  </a:lnTo>
                  <a:lnTo>
                    <a:pt x="4112375" y="1412919"/>
                  </a:lnTo>
                  <a:lnTo>
                    <a:pt x="4113043" y="1422342"/>
                  </a:lnTo>
                  <a:lnTo>
                    <a:pt x="4113711" y="1435289"/>
                  </a:lnTo>
                  <a:lnTo>
                    <a:pt x="4114379" y="1435289"/>
                  </a:lnTo>
                  <a:lnTo>
                    <a:pt x="4115047" y="1435289"/>
                  </a:lnTo>
                  <a:lnTo>
                    <a:pt x="4115715" y="1435289"/>
                  </a:lnTo>
                  <a:lnTo>
                    <a:pt x="4116383" y="1435289"/>
                  </a:lnTo>
                  <a:lnTo>
                    <a:pt x="4117051" y="1435289"/>
                  </a:lnTo>
                  <a:lnTo>
                    <a:pt x="4117719" y="1435289"/>
                  </a:lnTo>
                  <a:lnTo>
                    <a:pt x="4118387" y="1435289"/>
                  </a:lnTo>
                  <a:lnTo>
                    <a:pt x="4119055" y="1435289"/>
                  </a:lnTo>
                  <a:lnTo>
                    <a:pt x="4119723" y="1435289"/>
                  </a:lnTo>
                  <a:lnTo>
                    <a:pt x="4120391" y="1435289"/>
                  </a:lnTo>
                  <a:lnTo>
                    <a:pt x="4121059" y="1435289"/>
                  </a:lnTo>
                  <a:lnTo>
                    <a:pt x="4121727" y="1435289"/>
                  </a:lnTo>
                  <a:lnTo>
                    <a:pt x="4122395" y="1435289"/>
                  </a:lnTo>
                  <a:lnTo>
                    <a:pt x="4123063" y="1435289"/>
                  </a:lnTo>
                  <a:lnTo>
                    <a:pt x="4123732" y="1435289"/>
                  </a:lnTo>
                  <a:lnTo>
                    <a:pt x="4124400" y="1435289"/>
                  </a:lnTo>
                  <a:lnTo>
                    <a:pt x="4125068" y="1435289"/>
                  </a:lnTo>
                  <a:lnTo>
                    <a:pt x="4125736" y="1435289"/>
                  </a:lnTo>
                  <a:lnTo>
                    <a:pt x="4126404" y="1435289"/>
                  </a:lnTo>
                  <a:lnTo>
                    <a:pt x="4127072" y="1435289"/>
                  </a:lnTo>
                  <a:lnTo>
                    <a:pt x="4127740" y="1435289"/>
                  </a:lnTo>
                  <a:lnTo>
                    <a:pt x="4128408" y="1435289"/>
                  </a:lnTo>
                  <a:lnTo>
                    <a:pt x="4129076" y="1435289"/>
                  </a:lnTo>
                  <a:lnTo>
                    <a:pt x="4129744" y="1435289"/>
                  </a:lnTo>
                  <a:lnTo>
                    <a:pt x="4130412" y="1435289"/>
                  </a:lnTo>
                  <a:lnTo>
                    <a:pt x="4131080" y="1435289"/>
                  </a:lnTo>
                  <a:lnTo>
                    <a:pt x="4131748" y="1435289"/>
                  </a:lnTo>
                  <a:lnTo>
                    <a:pt x="4132416" y="1435289"/>
                  </a:lnTo>
                  <a:lnTo>
                    <a:pt x="4133084" y="1435289"/>
                  </a:lnTo>
                  <a:lnTo>
                    <a:pt x="4133752" y="1435289"/>
                  </a:lnTo>
                  <a:lnTo>
                    <a:pt x="4134420" y="1435289"/>
                  </a:lnTo>
                  <a:lnTo>
                    <a:pt x="4135088" y="1435289"/>
                  </a:lnTo>
                  <a:lnTo>
                    <a:pt x="4135756" y="1435289"/>
                  </a:lnTo>
                  <a:lnTo>
                    <a:pt x="4136424" y="1435289"/>
                  </a:lnTo>
                  <a:lnTo>
                    <a:pt x="4137092" y="1435289"/>
                  </a:lnTo>
                  <a:lnTo>
                    <a:pt x="4137760" y="1435289"/>
                  </a:lnTo>
                  <a:lnTo>
                    <a:pt x="4138428" y="1435289"/>
                  </a:lnTo>
                  <a:lnTo>
                    <a:pt x="4139096" y="1435289"/>
                  </a:lnTo>
                  <a:lnTo>
                    <a:pt x="4139764" y="1435289"/>
                  </a:lnTo>
                  <a:lnTo>
                    <a:pt x="4140432" y="1435289"/>
                  </a:lnTo>
                  <a:lnTo>
                    <a:pt x="4141100" y="1435289"/>
                  </a:lnTo>
                  <a:lnTo>
                    <a:pt x="4141768" y="1435289"/>
                  </a:lnTo>
                  <a:lnTo>
                    <a:pt x="4142436" y="1425173"/>
                  </a:lnTo>
                  <a:lnTo>
                    <a:pt x="4143104" y="1403367"/>
                  </a:lnTo>
                  <a:lnTo>
                    <a:pt x="4143772" y="1391127"/>
                  </a:lnTo>
                  <a:lnTo>
                    <a:pt x="4144440" y="1391127"/>
                  </a:lnTo>
                  <a:lnTo>
                    <a:pt x="4145108" y="1391127"/>
                  </a:lnTo>
                  <a:lnTo>
                    <a:pt x="4145776" y="1378820"/>
                  </a:lnTo>
                  <a:lnTo>
                    <a:pt x="4146444" y="1385242"/>
                  </a:lnTo>
                  <a:lnTo>
                    <a:pt x="4147112" y="1381402"/>
                  </a:lnTo>
                  <a:lnTo>
                    <a:pt x="4147780" y="1368318"/>
                  </a:lnTo>
                  <a:lnTo>
                    <a:pt x="4148449" y="1345860"/>
                  </a:lnTo>
                  <a:lnTo>
                    <a:pt x="4149117" y="1328338"/>
                  </a:lnTo>
                  <a:lnTo>
                    <a:pt x="4149785" y="1338442"/>
                  </a:lnTo>
                  <a:lnTo>
                    <a:pt x="4150453" y="1361894"/>
                  </a:lnTo>
                  <a:lnTo>
                    <a:pt x="4151121" y="1345956"/>
                  </a:lnTo>
                  <a:lnTo>
                    <a:pt x="4151789" y="1345956"/>
                  </a:lnTo>
                  <a:lnTo>
                    <a:pt x="4152457" y="1382786"/>
                  </a:lnTo>
                  <a:lnTo>
                    <a:pt x="4153125" y="1410687"/>
                  </a:lnTo>
                  <a:lnTo>
                    <a:pt x="4153793" y="1435240"/>
                  </a:lnTo>
                  <a:lnTo>
                    <a:pt x="4154461" y="1435289"/>
                  </a:lnTo>
                  <a:lnTo>
                    <a:pt x="4155129" y="1435289"/>
                  </a:lnTo>
                  <a:lnTo>
                    <a:pt x="4155797" y="1435289"/>
                  </a:lnTo>
                  <a:lnTo>
                    <a:pt x="4156465" y="1435289"/>
                  </a:lnTo>
                  <a:lnTo>
                    <a:pt x="4157133" y="1433643"/>
                  </a:lnTo>
                  <a:lnTo>
                    <a:pt x="4157801" y="1435289"/>
                  </a:lnTo>
                  <a:lnTo>
                    <a:pt x="4158469" y="1435289"/>
                  </a:lnTo>
                  <a:lnTo>
                    <a:pt x="4159137" y="1435289"/>
                  </a:lnTo>
                  <a:lnTo>
                    <a:pt x="4159805" y="1435289"/>
                  </a:lnTo>
                  <a:lnTo>
                    <a:pt x="4160473" y="1435289"/>
                  </a:lnTo>
                  <a:lnTo>
                    <a:pt x="4161141" y="1435289"/>
                  </a:lnTo>
                  <a:lnTo>
                    <a:pt x="4161809" y="1435289"/>
                  </a:lnTo>
                  <a:lnTo>
                    <a:pt x="4162477" y="1435289"/>
                  </a:lnTo>
                  <a:lnTo>
                    <a:pt x="4163145" y="1435289"/>
                  </a:lnTo>
                  <a:lnTo>
                    <a:pt x="4163813" y="1435289"/>
                  </a:lnTo>
                  <a:lnTo>
                    <a:pt x="4164481" y="1435289"/>
                  </a:lnTo>
                  <a:lnTo>
                    <a:pt x="4165149" y="1435289"/>
                  </a:lnTo>
                  <a:lnTo>
                    <a:pt x="4165817" y="1435289"/>
                  </a:lnTo>
                  <a:lnTo>
                    <a:pt x="4166485" y="1435289"/>
                  </a:lnTo>
                  <a:lnTo>
                    <a:pt x="4167153" y="1435289"/>
                  </a:lnTo>
                  <a:lnTo>
                    <a:pt x="4167821" y="1435289"/>
                  </a:lnTo>
                  <a:lnTo>
                    <a:pt x="4168489" y="1435289"/>
                  </a:lnTo>
                  <a:lnTo>
                    <a:pt x="4169157" y="1435289"/>
                  </a:lnTo>
                  <a:lnTo>
                    <a:pt x="4169825" y="1435289"/>
                  </a:lnTo>
                  <a:lnTo>
                    <a:pt x="4170493" y="1435289"/>
                  </a:lnTo>
                  <a:lnTo>
                    <a:pt x="4171161" y="1435289"/>
                  </a:lnTo>
                  <a:lnTo>
                    <a:pt x="4171829" y="1435289"/>
                  </a:lnTo>
                  <a:lnTo>
                    <a:pt x="4172498" y="1435289"/>
                  </a:lnTo>
                  <a:lnTo>
                    <a:pt x="4173166" y="1435289"/>
                  </a:lnTo>
                  <a:lnTo>
                    <a:pt x="4173834" y="1435289"/>
                  </a:lnTo>
                  <a:lnTo>
                    <a:pt x="4174502" y="1435240"/>
                  </a:lnTo>
                  <a:lnTo>
                    <a:pt x="4175170" y="1435240"/>
                  </a:lnTo>
                  <a:lnTo>
                    <a:pt x="4175838" y="1435240"/>
                  </a:lnTo>
                  <a:lnTo>
                    <a:pt x="4176506" y="1427428"/>
                  </a:lnTo>
                  <a:lnTo>
                    <a:pt x="4177174" y="1412919"/>
                  </a:lnTo>
                  <a:lnTo>
                    <a:pt x="4177842" y="1412919"/>
                  </a:lnTo>
                  <a:lnTo>
                    <a:pt x="4178510" y="1391714"/>
                  </a:lnTo>
                  <a:lnTo>
                    <a:pt x="4179178" y="1390598"/>
                  </a:lnTo>
                  <a:lnTo>
                    <a:pt x="4179846" y="1390598"/>
                  </a:lnTo>
                  <a:lnTo>
                    <a:pt x="4180514" y="1390598"/>
                  </a:lnTo>
                  <a:lnTo>
                    <a:pt x="4181182" y="1390598"/>
                  </a:lnTo>
                  <a:lnTo>
                    <a:pt x="4181850" y="1390598"/>
                  </a:lnTo>
                  <a:lnTo>
                    <a:pt x="4182518" y="1390598"/>
                  </a:lnTo>
                  <a:lnTo>
                    <a:pt x="4183186" y="1390598"/>
                  </a:lnTo>
                  <a:lnTo>
                    <a:pt x="4183854" y="1390598"/>
                  </a:lnTo>
                  <a:lnTo>
                    <a:pt x="4184522" y="1390598"/>
                  </a:lnTo>
                  <a:lnTo>
                    <a:pt x="4185190" y="1390598"/>
                  </a:lnTo>
                  <a:lnTo>
                    <a:pt x="4185858" y="1390598"/>
                  </a:lnTo>
                  <a:lnTo>
                    <a:pt x="4186526" y="1398410"/>
                  </a:lnTo>
                  <a:lnTo>
                    <a:pt x="4187194" y="1432673"/>
                  </a:lnTo>
                  <a:lnTo>
                    <a:pt x="4187862" y="1435289"/>
                  </a:lnTo>
                  <a:lnTo>
                    <a:pt x="4188530" y="1435289"/>
                  </a:lnTo>
                  <a:lnTo>
                    <a:pt x="4189198" y="1435289"/>
                  </a:lnTo>
                  <a:lnTo>
                    <a:pt x="4189866" y="1435289"/>
                  </a:lnTo>
                  <a:lnTo>
                    <a:pt x="4190534" y="1435289"/>
                  </a:lnTo>
                  <a:lnTo>
                    <a:pt x="4191202" y="1435289"/>
                  </a:lnTo>
                  <a:lnTo>
                    <a:pt x="4191870" y="1435289"/>
                  </a:lnTo>
                  <a:lnTo>
                    <a:pt x="4192538" y="1435289"/>
                  </a:lnTo>
                  <a:lnTo>
                    <a:pt x="4193206" y="1435289"/>
                  </a:lnTo>
                  <a:lnTo>
                    <a:pt x="4193874" y="1435289"/>
                  </a:lnTo>
                  <a:lnTo>
                    <a:pt x="4194542" y="1435289"/>
                  </a:lnTo>
                  <a:lnTo>
                    <a:pt x="4195210" y="1435289"/>
                  </a:lnTo>
                  <a:lnTo>
                    <a:pt x="4195878" y="1435289"/>
                  </a:lnTo>
                  <a:lnTo>
                    <a:pt x="4196546" y="1435289"/>
                  </a:lnTo>
                  <a:lnTo>
                    <a:pt x="4197215" y="1435289"/>
                  </a:lnTo>
                  <a:lnTo>
                    <a:pt x="4197883" y="1435289"/>
                  </a:lnTo>
                  <a:lnTo>
                    <a:pt x="4198551" y="1435289"/>
                  </a:lnTo>
                  <a:lnTo>
                    <a:pt x="4199219" y="1435240"/>
                  </a:lnTo>
                  <a:lnTo>
                    <a:pt x="4199887" y="1435240"/>
                  </a:lnTo>
                  <a:lnTo>
                    <a:pt x="4200555" y="1435240"/>
                  </a:lnTo>
                  <a:lnTo>
                    <a:pt x="4201223" y="1435240"/>
                  </a:lnTo>
                  <a:lnTo>
                    <a:pt x="4201891" y="1435240"/>
                  </a:lnTo>
                  <a:lnTo>
                    <a:pt x="4202559" y="1435240"/>
                  </a:lnTo>
                  <a:lnTo>
                    <a:pt x="4203227" y="1435240"/>
                  </a:lnTo>
                  <a:lnTo>
                    <a:pt x="4203895" y="1435240"/>
                  </a:lnTo>
                  <a:lnTo>
                    <a:pt x="4204563" y="1435240"/>
                  </a:lnTo>
                  <a:lnTo>
                    <a:pt x="4205231" y="1435240"/>
                  </a:lnTo>
                  <a:lnTo>
                    <a:pt x="4205899" y="1435240"/>
                  </a:lnTo>
                  <a:lnTo>
                    <a:pt x="4206567" y="1435240"/>
                  </a:lnTo>
                  <a:lnTo>
                    <a:pt x="4207235" y="1435289"/>
                  </a:lnTo>
                  <a:lnTo>
                    <a:pt x="4207903" y="1435289"/>
                  </a:lnTo>
                  <a:lnTo>
                    <a:pt x="4208571" y="1435289"/>
                  </a:lnTo>
                  <a:lnTo>
                    <a:pt x="4209239" y="1435289"/>
                  </a:lnTo>
                  <a:lnTo>
                    <a:pt x="4209907" y="1435289"/>
                  </a:lnTo>
                  <a:lnTo>
                    <a:pt x="4210575" y="1422655"/>
                  </a:lnTo>
                  <a:lnTo>
                    <a:pt x="4211243" y="1422655"/>
                  </a:lnTo>
                  <a:lnTo>
                    <a:pt x="4211911" y="1422655"/>
                  </a:lnTo>
                  <a:lnTo>
                    <a:pt x="4212579" y="1422655"/>
                  </a:lnTo>
                  <a:lnTo>
                    <a:pt x="4213247" y="1422655"/>
                  </a:lnTo>
                  <a:lnTo>
                    <a:pt x="4213915" y="1422655"/>
                  </a:lnTo>
                  <a:lnTo>
                    <a:pt x="4214583" y="1422655"/>
                  </a:lnTo>
                  <a:lnTo>
                    <a:pt x="4215251" y="1422655"/>
                  </a:lnTo>
                  <a:lnTo>
                    <a:pt x="4215919" y="1422655"/>
                  </a:lnTo>
                  <a:lnTo>
                    <a:pt x="4216587" y="1422655"/>
                  </a:lnTo>
                  <a:lnTo>
                    <a:pt x="4217255" y="1431812"/>
                  </a:lnTo>
                  <a:lnTo>
                    <a:pt x="4217923" y="1435289"/>
                  </a:lnTo>
                  <a:lnTo>
                    <a:pt x="4218591" y="1435289"/>
                  </a:lnTo>
                  <a:lnTo>
                    <a:pt x="4219259" y="1435289"/>
                  </a:lnTo>
                  <a:lnTo>
                    <a:pt x="4219927" y="1435289"/>
                  </a:lnTo>
                  <a:lnTo>
                    <a:pt x="4220595" y="1435289"/>
                  </a:lnTo>
                  <a:lnTo>
                    <a:pt x="4221263" y="1435289"/>
                  </a:lnTo>
                  <a:lnTo>
                    <a:pt x="4221932" y="1435289"/>
                  </a:lnTo>
                  <a:lnTo>
                    <a:pt x="4222600" y="1435289"/>
                  </a:lnTo>
                  <a:lnTo>
                    <a:pt x="4223268" y="1435289"/>
                  </a:lnTo>
                  <a:lnTo>
                    <a:pt x="4223936" y="1435289"/>
                  </a:lnTo>
                  <a:lnTo>
                    <a:pt x="4224604" y="1435289"/>
                  </a:lnTo>
                  <a:lnTo>
                    <a:pt x="4225272" y="1434559"/>
                  </a:lnTo>
                  <a:lnTo>
                    <a:pt x="4225940" y="1422655"/>
                  </a:lnTo>
                  <a:lnTo>
                    <a:pt x="4226608" y="1421094"/>
                  </a:lnTo>
                  <a:lnTo>
                    <a:pt x="4227276" y="1416621"/>
                  </a:lnTo>
                  <a:lnTo>
                    <a:pt x="4227944" y="1413174"/>
                  </a:lnTo>
                  <a:lnTo>
                    <a:pt x="4228612" y="1390598"/>
                  </a:lnTo>
                  <a:lnTo>
                    <a:pt x="4229280" y="1390598"/>
                  </a:lnTo>
                  <a:lnTo>
                    <a:pt x="4229948" y="1390598"/>
                  </a:lnTo>
                  <a:lnTo>
                    <a:pt x="4230616" y="1401759"/>
                  </a:lnTo>
                  <a:lnTo>
                    <a:pt x="4231284" y="1412919"/>
                  </a:lnTo>
                  <a:lnTo>
                    <a:pt x="4231952" y="1412919"/>
                  </a:lnTo>
                  <a:lnTo>
                    <a:pt x="4232620" y="1412919"/>
                  </a:lnTo>
                  <a:lnTo>
                    <a:pt x="4233288" y="1412919"/>
                  </a:lnTo>
                  <a:lnTo>
                    <a:pt x="4233956" y="1412919"/>
                  </a:lnTo>
                  <a:lnTo>
                    <a:pt x="4234624" y="1412919"/>
                  </a:lnTo>
                  <a:lnTo>
                    <a:pt x="4235292" y="1420731"/>
                  </a:lnTo>
                  <a:lnTo>
                    <a:pt x="4235960" y="1435240"/>
                  </a:lnTo>
                  <a:lnTo>
                    <a:pt x="4236628" y="1435240"/>
                  </a:lnTo>
                  <a:lnTo>
                    <a:pt x="4237296" y="1435240"/>
                  </a:lnTo>
                  <a:lnTo>
                    <a:pt x="4237964" y="1435289"/>
                  </a:lnTo>
                  <a:lnTo>
                    <a:pt x="4238632" y="1435289"/>
                  </a:lnTo>
                  <a:lnTo>
                    <a:pt x="4239300" y="1435289"/>
                  </a:lnTo>
                  <a:lnTo>
                    <a:pt x="4239968" y="1435289"/>
                  </a:lnTo>
                  <a:lnTo>
                    <a:pt x="4240636" y="1435289"/>
                  </a:lnTo>
                  <a:lnTo>
                    <a:pt x="4241304" y="1435289"/>
                  </a:lnTo>
                  <a:lnTo>
                    <a:pt x="4241972" y="1435289"/>
                  </a:lnTo>
                  <a:lnTo>
                    <a:pt x="4242640" y="1435289"/>
                  </a:lnTo>
                  <a:lnTo>
                    <a:pt x="4243308" y="1435289"/>
                  </a:lnTo>
                  <a:lnTo>
                    <a:pt x="4243976" y="1435289"/>
                  </a:lnTo>
                  <a:lnTo>
                    <a:pt x="4244644" y="1435289"/>
                  </a:lnTo>
                  <a:lnTo>
                    <a:pt x="4245312" y="1435289"/>
                  </a:lnTo>
                  <a:lnTo>
                    <a:pt x="4245980" y="1435289"/>
                  </a:lnTo>
                  <a:lnTo>
                    <a:pt x="4246649" y="1435289"/>
                  </a:lnTo>
                  <a:lnTo>
                    <a:pt x="4247317" y="1435289"/>
                  </a:lnTo>
                  <a:lnTo>
                    <a:pt x="4247985" y="1435289"/>
                  </a:lnTo>
                  <a:lnTo>
                    <a:pt x="4248653" y="1435289"/>
                  </a:lnTo>
                  <a:lnTo>
                    <a:pt x="4249321" y="1435289"/>
                  </a:lnTo>
                  <a:lnTo>
                    <a:pt x="4249989" y="1435289"/>
                  </a:lnTo>
                  <a:lnTo>
                    <a:pt x="4250657" y="1435289"/>
                  </a:lnTo>
                  <a:lnTo>
                    <a:pt x="4251325" y="1435289"/>
                  </a:lnTo>
                  <a:lnTo>
                    <a:pt x="4251993" y="1435289"/>
                  </a:lnTo>
                  <a:lnTo>
                    <a:pt x="4252661" y="1435289"/>
                  </a:lnTo>
                  <a:lnTo>
                    <a:pt x="4253329" y="1435289"/>
                  </a:lnTo>
                  <a:lnTo>
                    <a:pt x="4253997" y="1435289"/>
                  </a:lnTo>
                  <a:lnTo>
                    <a:pt x="4254665" y="1435289"/>
                  </a:lnTo>
                  <a:lnTo>
                    <a:pt x="4255333" y="1435240"/>
                  </a:lnTo>
                  <a:lnTo>
                    <a:pt x="4256001" y="1435240"/>
                  </a:lnTo>
                  <a:lnTo>
                    <a:pt x="4256669" y="1435240"/>
                  </a:lnTo>
                  <a:lnTo>
                    <a:pt x="4257337" y="1435240"/>
                  </a:lnTo>
                  <a:lnTo>
                    <a:pt x="4258005" y="1435240"/>
                  </a:lnTo>
                  <a:lnTo>
                    <a:pt x="4258673" y="1435240"/>
                  </a:lnTo>
                  <a:lnTo>
                    <a:pt x="4259341" y="1435240"/>
                  </a:lnTo>
                  <a:lnTo>
                    <a:pt x="4260009" y="1435240"/>
                  </a:lnTo>
                  <a:lnTo>
                    <a:pt x="4260677" y="1435240"/>
                  </a:lnTo>
                  <a:lnTo>
                    <a:pt x="4261345" y="1435240"/>
                  </a:lnTo>
                  <a:lnTo>
                    <a:pt x="4262013" y="1435240"/>
                  </a:lnTo>
                  <a:lnTo>
                    <a:pt x="4262681" y="1419615"/>
                  </a:lnTo>
                  <a:lnTo>
                    <a:pt x="4263349" y="1412919"/>
                  </a:lnTo>
                  <a:lnTo>
                    <a:pt x="4264017" y="1410687"/>
                  </a:lnTo>
                  <a:lnTo>
                    <a:pt x="4264685" y="1390598"/>
                  </a:lnTo>
                  <a:lnTo>
                    <a:pt x="4265353" y="1390598"/>
                  </a:lnTo>
                  <a:lnTo>
                    <a:pt x="4266021" y="1390598"/>
                  </a:lnTo>
                  <a:lnTo>
                    <a:pt x="4266689" y="1390598"/>
                  </a:lnTo>
                  <a:lnTo>
                    <a:pt x="4267357" y="1390598"/>
                  </a:lnTo>
                  <a:lnTo>
                    <a:pt x="4268025" y="1390598"/>
                  </a:lnTo>
                  <a:lnTo>
                    <a:pt x="4268693" y="1390598"/>
                  </a:lnTo>
                  <a:lnTo>
                    <a:pt x="4269361" y="1390598"/>
                  </a:lnTo>
                  <a:lnTo>
                    <a:pt x="4270029" y="1390598"/>
                  </a:lnTo>
                  <a:lnTo>
                    <a:pt x="4270698" y="1390598"/>
                  </a:lnTo>
                  <a:lnTo>
                    <a:pt x="4271366" y="1390598"/>
                  </a:lnTo>
                  <a:lnTo>
                    <a:pt x="4272034" y="1390598"/>
                  </a:lnTo>
                  <a:lnTo>
                    <a:pt x="4272702" y="1406223"/>
                  </a:lnTo>
                  <a:lnTo>
                    <a:pt x="4273370" y="1412919"/>
                  </a:lnTo>
                  <a:lnTo>
                    <a:pt x="4274038" y="1415151"/>
                  </a:lnTo>
                  <a:lnTo>
                    <a:pt x="4274706" y="1435240"/>
                  </a:lnTo>
                  <a:lnTo>
                    <a:pt x="4275374" y="1435240"/>
                  </a:lnTo>
                  <a:lnTo>
                    <a:pt x="4276042" y="1435240"/>
                  </a:lnTo>
                  <a:lnTo>
                    <a:pt x="4276710" y="1435240"/>
                  </a:lnTo>
                  <a:lnTo>
                    <a:pt x="4277378" y="1435240"/>
                  </a:lnTo>
                  <a:lnTo>
                    <a:pt x="4278046" y="1435240"/>
                  </a:lnTo>
                  <a:lnTo>
                    <a:pt x="4278714" y="1435240"/>
                  </a:lnTo>
                  <a:lnTo>
                    <a:pt x="4279382" y="1435240"/>
                  </a:lnTo>
                  <a:lnTo>
                    <a:pt x="4280050" y="1435240"/>
                  </a:lnTo>
                  <a:lnTo>
                    <a:pt x="4280718" y="1435240"/>
                  </a:lnTo>
                  <a:lnTo>
                    <a:pt x="4281386" y="1435240"/>
                  </a:lnTo>
                  <a:lnTo>
                    <a:pt x="4282054" y="1435240"/>
                  </a:lnTo>
                  <a:lnTo>
                    <a:pt x="4282722" y="1435240"/>
                  </a:lnTo>
                  <a:lnTo>
                    <a:pt x="4283390" y="1435240"/>
                  </a:lnTo>
                  <a:lnTo>
                    <a:pt x="4284058" y="1435240"/>
                  </a:lnTo>
                  <a:lnTo>
                    <a:pt x="4284726" y="1435240"/>
                  </a:lnTo>
                  <a:lnTo>
                    <a:pt x="4285394" y="1435240"/>
                  </a:lnTo>
                  <a:lnTo>
                    <a:pt x="4286062" y="1435240"/>
                  </a:lnTo>
                  <a:lnTo>
                    <a:pt x="4286730" y="1435240"/>
                  </a:lnTo>
                  <a:lnTo>
                    <a:pt x="4287398" y="1435240"/>
                  </a:lnTo>
                  <a:lnTo>
                    <a:pt x="4288066" y="1435240"/>
                  </a:lnTo>
                  <a:lnTo>
                    <a:pt x="4288734" y="1418499"/>
                  </a:lnTo>
                  <a:lnTo>
                    <a:pt x="4289402" y="1402875"/>
                  </a:lnTo>
                  <a:lnTo>
                    <a:pt x="4290070" y="1390598"/>
                  </a:lnTo>
                  <a:lnTo>
                    <a:pt x="4290738" y="1390598"/>
                  </a:lnTo>
                  <a:lnTo>
                    <a:pt x="4291406" y="1390598"/>
                  </a:lnTo>
                  <a:lnTo>
                    <a:pt x="4292074" y="1390598"/>
                  </a:lnTo>
                  <a:lnTo>
                    <a:pt x="4292742" y="1390598"/>
                  </a:lnTo>
                  <a:lnTo>
                    <a:pt x="4293410" y="1390598"/>
                  </a:lnTo>
                  <a:lnTo>
                    <a:pt x="4294078" y="1390598"/>
                  </a:lnTo>
                  <a:lnTo>
                    <a:pt x="4294746" y="1390598"/>
                  </a:lnTo>
                  <a:lnTo>
                    <a:pt x="4295415" y="1390598"/>
                  </a:lnTo>
                  <a:lnTo>
                    <a:pt x="4296083" y="1390598"/>
                  </a:lnTo>
                  <a:lnTo>
                    <a:pt x="4296751" y="1390598"/>
                  </a:lnTo>
                  <a:lnTo>
                    <a:pt x="4297419" y="1390598"/>
                  </a:lnTo>
                  <a:lnTo>
                    <a:pt x="4298087" y="1390598"/>
                  </a:lnTo>
                  <a:lnTo>
                    <a:pt x="4298755" y="1407339"/>
                  </a:lnTo>
                  <a:lnTo>
                    <a:pt x="4299423" y="1434050"/>
                  </a:lnTo>
                  <a:lnTo>
                    <a:pt x="4300091" y="1428149"/>
                  </a:lnTo>
                  <a:lnTo>
                    <a:pt x="4300759" y="1422655"/>
                  </a:lnTo>
                  <a:lnTo>
                    <a:pt x="4301427" y="1435289"/>
                  </a:lnTo>
                  <a:lnTo>
                    <a:pt x="4302095" y="1435289"/>
                  </a:lnTo>
                  <a:lnTo>
                    <a:pt x="4302763" y="1435289"/>
                  </a:lnTo>
                  <a:lnTo>
                    <a:pt x="4303431" y="1435289"/>
                  </a:lnTo>
                  <a:lnTo>
                    <a:pt x="4304099" y="1435289"/>
                  </a:lnTo>
                  <a:lnTo>
                    <a:pt x="4304767" y="1435289"/>
                  </a:lnTo>
                  <a:lnTo>
                    <a:pt x="4305435" y="1435289"/>
                  </a:lnTo>
                  <a:lnTo>
                    <a:pt x="4306103" y="1435289"/>
                  </a:lnTo>
                  <a:lnTo>
                    <a:pt x="4306771" y="1435289"/>
                  </a:lnTo>
                  <a:lnTo>
                    <a:pt x="4307439" y="1435289"/>
                  </a:lnTo>
                  <a:lnTo>
                    <a:pt x="4308107" y="1435289"/>
                  </a:lnTo>
                  <a:lnTo>
                    <a:pt x="4308775" y="1435289"/>
                  </a:lnTo>
                  <a:lnTo>
                    <a:pt x="4309443" y="1435289"/>
                  </a:lnTo>
                  <a:lnTo>
                    <a:pt x="4310111" y="1435289"/>
                  </a:lnTo>
                  <a:lnTo>
                    <a:pt x="4310779" y="1435289"/>
                  </a:lnTo>
                  <a:lnTo>
                    <a:pt x="4311447" y="1435289"/>
                  </a:lnTo>
                  <a:lnTo>
                    <a:pt x="4312115" y="1435289"/>
                  </a:lnTo>
                  <a:lnTo>
                    <a:pt x="4312783" y="1435240"/>
                  </a:lnTo>
                  <a:lnTo>
                    <a:pt x="4313451" y="1421847"/>
                  </a:lnTo>
                  <a:lnTo>
                    <a:pt x="4314119" y="1412919"/>
                  </a:lnTo>
                  <a:lnTo>
                    <a:pt x="4314787" y="1405107"/>
                  </a:lnTo>
                  <a:lnTo>
                    <a:pt x="4315455" y="1390598"/>
                  </a:lnTo>
                  <a:lnTo>
                    <a:pt x="4316123" y="1390598"/>
                  </a:lnTo>
                  <a:lnTo>
                    <a:pt x="4316791" y="1390598"/>
                  </a:lnTo>
                  <a:lnTo>
                    <a:pt x="4317459" y="1390598"/>
                  </a:lnTo>
                  <a:lnTo>
                    <a:pt x="4318127" y="1390598"/>
                  </a:lnTo>
                  <a:lnTo>
                    <a:pt x="4318795" y="1390598"/>
                  </a:lnTo>
                  <a:lnTo>
                    <a:pt x="4319463" y="1390598"/>
                  </a:lnTo>
                  <a:lnTo>
                    <a:pt x="4320132" y="1390598"/>
                  </a:lnTo>
                  <a:lnTo>
                    <a:pt x="4320800" y="1390598"/>
                  </a:lnTo>
                  <a:lnTo>
                    <a:pt x="4321468" y="1390598"/>
                  </a:lnTo>
                  <a:lnTo>
                    <a:pt x="4322136" y="1390598"/>
                  </a:lnTo>
                  <a:lnTo>
                    <a:pt x="4322804" y="1390598"/>
                  </a:lnTo>
                  <a:lnTo>
                    <a:pt x="4323472" y="1403991"/>
                  </a:lnTo>
                  <a:lnTo>
                    <a:pt x="4324140" y="1412919"/>
                  </a:lnTo>
                  <a:lnTo>
                    <a:pt x="4324808" y="1420731"/>
                  </a:lnTo>
                  <a:lnTo>
                    <a:pt x="4325476" y="1435240"/>
                  </a:lnTo>
                  <a:lnTo>
                    <a:pt x="4326144" y="1435240"/>
                  </a:lnTo>
                  <a:lnTo>
                    <a:pt x="4326812" y="1435240"/>
                  </a:lnTo>
                  <a:lnTo>
                    <a:pt x="4327480" y="1435240"/>
                  </a:lnTo>
                  <a:lnTo>
                    <a:pt x="4328148" y="1435240"/>
                  </a:lnTo>
                  <a:lnTo>
                    <a:pt x="4328816" y="1435240"/>
                  </a:lnTo>
                  <a:lnTo>
                    <a:pt x="4329484" y="1435240"/>
                  </a:lnTo>
                  <a:lnTo>
                    <a:pt x="4330152" y="1435240"/>
                  </a:lnTo>
                  <a:lnTo>
                    <a:pt x="4330820" y="1435240"/>
                  </a:lnTo>
                  <a:lnTo>
                    <a:pt x="4331488" y="1435240"/>
                  </a:lnTo>
                  <a:lnTo>
                    <a:pt x="4332156" y="1435240"/>
                  </a:lnTo>
                  <a:lnTo>
                    <a:pt x="4332824" y="1435289"/>
                  </a:lnTo>
                  <a:lnTo>
                    <a:pt x="4333492" y="1435289"/>
                  </a:lnTo>
                  <a:lnTo>
                    <a:pt x="4334160" y="1435289"/>
                  </a:lnTo>
                  <a:lnTo>
                    <a:pt x="4334828" y="1435289"/>
                  </a:lnTo>
                  <a:lnTo>
                    <a:pt x="4335496" y="1435289"/>
                  </a:lnTo>
                  <a:lnTo>
                    <a:pt x="4336164" y="1435289"/>
                  </a:lnTo>
                  <a:lnTo>
                    <a:pt x="4336832" y="1435289"/>
                  </a:lnTo>
                  <a:lnTo>
                    <a:pt x="4337500" y="1435289"/>
                  </a:lnTo>
                  <a:lnTo>
                    <a:pt x="4338168" y="1435289"/>
                  </a:lnTo>
                  <a:lnTo>
                    <a:pt x="4338836" y="1435289"/>
                  </a:lnTo>
                  <a:lnTo>
                    <a:pt x="4339504" y="1435289"/>
                  </a:lnTo>
                  <a:lnTo>
                    <a:pt x="4340172" y="1435289"/>
                  </a:lnTo>
                  <a:lnTo>
                    <a:pt x="4340840" y="1435289"/>
                  </a:lnTo>
                  <a:lnTo>
                    <a:pt x="4341508" y="1435289"/>
                  </a:lnTo>
                  <a:lnTo>
                    <a:pt x="4342176" y="1435289"/>
                  </a:lnTo>
                  <a:lnTo>
                    <a:pt x="4342844" y="1435289"/>
                  </a:lnTo>
                  <a:lnTo>
                    <a:pt x="4343512" y="1435240"/>
                  </a:lnTo>
                  <a:lnTo>
                    <a:pt x="4344180" y="1435240"/>
                  </a:lnTo>
                  <a:lnTo>
                    <a:pt x="4344849" y="1435240"/>
                  </a:lnTo>
                  <a:lnTo>
                    <a:pt x="4345517" y="1435240"/>
                  </a:lnTo>
                  <a:lnTo>
                    <a:pt x="4346185" y="1435240"/>
                  </a:lnTo>
                  <a:lnTo>
                    <a:pt x="4346853" y="1435240"/>
                  </a:lnTo>
                  <a:lnTo>
                    <a:pt x="4347521" y="1435240"/>
                  </a:lnTo>
                  <a:lnTo>
                    <a:pt x="4348189" y="1435240"/>
                  </a:lnTo>
                  <a:lnTo>
                    <a:pt x="4348857" y="1435240"/>
                  </a:lnTo>
                  <a:lnTo>
                    <a:pt x="4349525" y="1435240"/>
                  </a:lnTo>
                  <a:lnTo>
                    <a:pt x="4350193" y="1435240"/>
                  </a:lnTo>
                  <a:lnTo>
                    <a:pt x="4350861" y="1435240"/>
                  </a:lnTo>
                  <a:lnTo>
                    <a:pt x="4351529" y="1435240"/>
                  </a:lnTo>
                  <a:lnTo>
                    <a:pt x="4352197" y="1435240"/>
                  </a:lnTo>
                  <a:lnTo>
                    <a:pt x="4352865" y="1435240"/>
                  </a:lnTo>
                  <a:lnTo>
                    <a:pt x="4353533" y="1435240"/>
                  </a:lnTo>
                  <a:lnTo>
                    <a:pt x="4354201" y="1435240"/>
                  </a:lnTo>
                  <a:lnTo>
                    <a:pt x="4354869" y="1435240"/>
                  </a:lnTo>
                  <a:lnTo>
                    <a:pt x="4355537" y="1435240"/>
                  </a:lnTo>
                  <a:lnTo>
                    <a:pt x="4356205" y="1435240"/>
                  </a:lnTo>
                  <a:lnTo>
                    <a:pt x="4356873" y="1435240"/>
                  </a:lnTo>
                  <a:lnTo>
                    <a:pt x="4357541" y="1435240"/>
                  </a:lnTo>
                  <a:lnTo>
                    <a:pt x="4358209" y="1435240"/>
                  </a:lnTo>
                  <a:lnTo>
                    <a:pt x="4358877" y="1435240"/>
                  </a:lnTo>
                  <a:lnTo>
                    <a:pt x="4359545" y="1435289"/>
                  </a:lnTo>
                  <a:lnTo>
                    <a:pt x="4360213" y="1435289"/>
                  </a:lnTo>
                  <a:lnTo>
                    <a:pt x="4360881" y="1435289"/>
                  </a:lnTo>
                  <a:lnTo>
                    <a:pt x="4361549" y="1435289"/>
                  </a:lnTo>
                  <a:lnTo>
                    <a:pt x="4362217" y="1435289"/>
                  </a:lnTo>
                  <a:lnTo>
                    <a:pt x="4362885" y="1435289"/>
                  </a:lnTo>
                  <a:lnTo>
                    <a:pt x="4363553" y="1435289"/>
                  </a:lnTo>
                  <a:lnTo>
                    <a:pt x="4364221" y="1435289"/>
                  </a:lnTo>
                  <a:lnTo>
                    <a:pt x="4364889" y="1435289"/>
                  </a:lnTo>
                  <a:lnTo>
                    <a:pt x="4365557" y="1435289"/>
                  </a:lnTo>
                  <a:lnTo>
                    <a:pt x="4366225" y="1435289"/>
                  </a:lnTo>
                  <a:lnTo>
                    <a:pt x="4366893" y="1435289"/>
                  </a:lnTo>
                  <a:lnTo>
                    <a:pt x="4367561" y="1435289"/>
                  </a:lnTo>
                  <a:lnTo>
                    <a:pt x="4368229" y="1435289"/>
                  </a:lnTo>
                  <a:lnTo>
                    <a:pt x="4368898" y="1435289"/>
                  </a:lnTo>
                  <a:lnTo>
                    <a:pt x="4369566" y="1435289"/>
                  </a:lnTo>
                  <a:lnTo>
                    <a:pt x="4370234" y="1435289"/>
                  </a:lnTo>
                  <a:lnTo>
                    <a:pt x="4370902" y="1435289"/>
                  </a:lnTo>
                  <a:lnTo>
                    <a:pt x="4371570" y="1435289"/>
                  </a:lnTo>
                  <a:lnTo>
                    <a:pt x="4372238" y="1435289"/>
                  </a:lnTo>
                  <a:lnTo>
                    <a:pt x="4372906" y="1435240"/>
                  </a:lnTo>
                  <a:lnTo>
                    <a:pt x="4373574" y="1435240"/>
                  </a:lnTo>
                  <a:lnTo>
                    <a:pt x="4374242" y="1435240"/>
                  </a:lnTo>
                  <a:lnTo>
                    <a:pt x="4374910" y="1435240"/>
                  </a:lnTo>
                  <a:lnTo>
                    <a:pt x="4375578" y="1435240"/>
                  </a:lnTo>
                  <a:lnTo>
                    <a:pt x="4376246" y="1435240"/>
                  </a:lnTo>
                  <a:lnTo>
                    <a:pt x="4376914" y="1435240"/>
                  </a:lnTo>
                  <a:lnTo>
                    <a:pt x="4377582" y="1435240"/>
                  </a:lnTo>
                  <a:lnTo>
                    <a:pt x="4378250" y="1435240"/>
                  </a:lnTo>
                  <a:lnTo>
                    <a:pt x="4378918" y="1435240"/>
                  </a:lnTo>
                  <a:lnTo>
                    <a:pt x="4379586" y="1435240"/>
                  </a:lnTo>
                  <a:lnTo>
                    <a:pt x="4380254" y="1435240"/>
                  </a:lnTo>
                  <a:lnTo>
                    <a:pt x="4380922" y="1435240"/>
                  </a:lnTo>
                  <a:lnTo>
                    <a:pt x="4381590" y="1435240"/>
                  </a:lnTo>
                  <a:lnTo>
                    <a:pt x="4382258" y="1435240"/>
                  </a:lnTo>
                  <a:lnTo>
                    <a:pt x="4382926" y="1435240"/>
                  </a:lnTo>
                  <a:lnTo>
                    <a:pt x="4383594" y="1435240"/>
                  </a:lnTo>
                  <a:lnTo>
                    <a:pt x="4384262" y="1435240"/>
                  </a:lnTo>
                  <a:lnTo>
                    <a:pt x="4384930" y="1435240"/>
                  </a:lnTo>
                  <a:lnTo>
                    <a:pt x="4385598" y="1435240"/>
                  </a:lnTo>
                  <a:lnTo>
                    <a:pt x="4386266" y="1435240"/>
                  </a:lnTo>
                  <a:lnTo>
                    <a:pt x="4386934" y="1435240"/>
                  </a:lnTo>
                  <a:lnTo>
                    <a:pt x="4387602" y="1435240"/>
                  </a:lnTo>
                  <a:lnTo>
                    <a:pt x="4388270" y="1435240"/>
                  </a:lnTo>
                  <a:lnTo>
                    <a:pt x="4388938" y="1435240"/>
                  </a:lnTo>
                  <a:lnTo>
                    <a:pt x="4389606" y="1435240"/>
                  </a:lnTo>
                  <a:lnTo>
                    <a:pt x="4390274" y="1435240"/>
                  </a:lnTo>
                  <a:lnTo>
                    <a:pt x="4390942" y="1435240"/>
                  </a:lnTo>
                  <a:lnTo>
                    <a:pt x="4391610" y="1435240"/>
                  </a:lnTo>
                  <a:lnTo>
                    <a:pt x="4392278" y="1434124"/>
                  </a:lnTo>
                  <a:lnTo>
                    <a:pt x="4392946" y="1412919"/>
                  </a:lnTo>
                  <a:lnTo>
                    <a:pt x="4393615" y="1412919"/>
                  </a:lnTo>
                  <a:lnTo>
                    <a:pt x="4394283" y="1412919"/>
                  </a:lnTo>
                  <a:lnTo>
                    <a:pt x="4394951" y="1412919"/>
                  </a:lnTo>
                  <a:lnTo>
                    <a:pt x="4395619" y="1412919"/>
                  </a:lnTo>
                  <a:lnTo>
                    <a:pt x="4396287" y="1434198"/>
                  </a:lnTo>
                  <a:lnTo>
                    <a:pt x="4396955" y="1435289"/>
                  </a:lnTo>
                  <a:lnTo>
                    <a:pt x="4397623" y="1429065"/>
                  </a:lnTo>
                  <a:lnTo>
                    <a:pt x="4398291" y="1422655"/>
                  </a:lnTo>
                  <a:lnTo>
                    <a:pt x="4398959" y="1422655"/>
                  </a:lnTo>
                  <a:lnTo>
                    <a:pt x="4399627" y="1422655"/>
                  </a:lnTo>
                  <a:lnTo>
                    <a:pt x="4400295" y="1422655"/>
                  </a:lnTo>
                  <a:lnTo>
                    <a:pt x="4400963" y="1422655"/>
                  </a:lnTo>
                  <a:lnTo>
                    <a:pt x="4401631" y="1422655"/>
                  </a:lnTo>
                  <a:lnTo>
                    <a:pt x="4402299" y="1423570"/>
                  </a:lnTo>
                  <a:lnTo>
                    <a:pt x="4402967" y="1435289"/>
                  </a:lnTo>
                  <a:lnTo>
                    <a:pt x="4403635" y="1435289"/>
                  </a:lnTo>
                  <a:lnTo>
                    <a:pt x="4404303" y="1435289"/>
                  </a:lnTo>
                  <a:lnTo>
                    <a:pt x="4404971" y="1435289"/>
                  </a:lnTo>
                  <a:lnTo>
                    <a:pt x="4405639" y="1435289"/>
                  </a:lnTo>
                  <a:lnTo>
                    <a:pt x="4406307" y="1435289"/>
                  </a:lnTo>
                  <a:lnTo>
                    <a:pt x="4406975" y="1435289"/>
                  </a:lnTo>
                  <a:lnTo>
                    <a:pt x="4407643" y="1435289"/>
                  </a:lnTo>
                  <a:lnTo>
                    <a:pt x="4408311" y="1435289"/>
                  </a:lnTo>
                  <a:lnTo>
                    <a:pt x="4408979" y="1435289"/>
                  </a:lnTo>
                  <a:lnTo>
                    <a:pt x="4409647" y="1435289"/>
                  </a:lnTo>
                  <a:lnTo>
                    <a:pt x="4410315" y="1435289"/>
                  </a:lnTo>
                  <a:lnTo>
                    <a:pt x="4410983" y="1435289"/>
                  </a:lnTo>
                  <a:lnTo>
                    <a:pt x="4411651" y="1435289"/>
                  </a:lnTo>
                  <a:lnTo>
                    <a:pt x="4412319" y="1435289"/>
                  </a:lnTo>
                  <a:lnTo>
                    <a:pt x="4412987" y="1435289"/>
                  </a:lnTo>
                  <a:lnTo>
                    <a:pt x="4413655" y="1435289"/>
                  </a:lnTo>
                  <a:lnTo>
                    <a:pt x="4414323" y="1435289"/>
                  </a:lnTo>
                  <a:lnTo>
                    <a:pt x="4414991" y="1435240"/>
                  </a:lnTo>
                  <a:lnTo>
                    <a:pt x="4415659" y="1435240"/>
                  </a:lnTo>
                  <a:lnTo>
                    <a:pt x="4416327" y="1435240"/>
                  </a:lnTo>
                  <a:lnTo>
                    <a:pt x="4416995" y="1435240"/>
                  </a:lnTo>
                  <a:lnTo>
                    <a:pt x="4417663" y="1435240"/>
                  </a:lnTo>
                  <a:lnTo>
                    <a:pt x="4418332" y="1435240"/>
                  </a:lnTo>
                  <a:lnTo>
                    <a:pt x="4419000" y="1435240"/>
                  </a:lnTo>
                  <a:lnTo>
                    <a:pt x="4419668" y="1435240"/>
                  </a:lnTo>
                  <a:lnTo>
                    <a:pt x="4420336" y="1435240"/>
                  </a:lnTo>
                  <a:lnTo>
                    <a:pt x="4421004" y="1435240"/>
                  </a:lnTo>
                  <a:lnTo>
                    <a:pt x="4421672" y="1435240"/>
                  </a:lnTo>
                  <a:lnTo>
                    <a:pt x="4422340" y="1435240"/>
                  </a:lnTo>
                  <a:lnTo>
                    <a:pt x="4423008" y="1435240"/>
                  </a:lnTo>
                  <a:lnTo>
                    <a:pt x="4423676" y="1435240"/>
                  </a:lnTo>
                  <a:lnTo>
                    <a:pt x="4424344" y="1435240"/>
                  </a:lnTo>
                  <a:lnTo>
                    <a:pt x="4425012" y="1435240"/>
                  </a:lnTo>
                  <a:lnTo>
                    <a:pt x="4425680" y="1435240"/>
                  </a:lnTo>
                  <a:lnTo>
                    <a:pt x="4426348" y="1435240"/>
                  </a:lnTo>
                  <a:lnTo>
                    <a:pt x="4427016" y="1435240"/>
                  </a:lnTo>
                  <a:lnTo>
                    <a:pt x="4427684" y="1435240"/>
                  </a:lnTo>
                  <a:lnTo>
                    <a:pt x="4428352" y="1435240"/>
                  </a:lnTo>
                  <a:lnTo>
                    <a:pt x="4429020" y="1435240"/>
                  </a:lnTo>
                  <a:lnTo>
                    <a:pt x="4429688" y="1435240"/>
                  </a:lnTo>
                  <a:lnTo>
                    <a:pt x="4430356" y="1435240"/>
                  </a:lnTo>
                  <a:lnTo>
                    <a:pt x="4431024" y="1435289"/>
                  </a:lnTo>
                  <a:lnTo>
                    <a:pt x="4431692" y="1435289"/>
                  </a:lnTo>
                  <a:lnTo>
                    <a:pt x="4432360" y="1435289"/>
                  </a:lnTo>
                  <a:lnTo>
                    <a:pt x="4433028" y="1435289"/>
                  </a:lnTo>
                  <a:lnTo>
                    <a:pt x="4433696" y="1435289"/>
                  </a:lnTo>
                  <a:lnTo>
                    <a:pt x="4434364" y="1435289"/>
                  </a:lnTo>
                  <a:lnTo>
                    <a:pt x="4435032" y="1433643"/>
                  </a:lnTo>
                  <a:lnTo>
                    <a:pt x="4435700" y="1422655"/>
                  </a:lnTo>
                  <a:lnTo>
                    <a:pt x="4436368" y="1422655"/>
                  </a:lnTo>
                  <a:lnTo>
                    <a:pt x="4437036" y="1426817"/>
                  </a:lnTo>
                  <a:lnTo>
                    <a:pt x="4437704" y="1408458"/>
                  </a:lnTo>
                  <a:lnTo>
                    <a:pt x="4438372" y="1409662"/>
                  </a:lnTo>
                  <a:lnTo>
                    <a:pt x="4439040" y="1409662"/>
                  </a:lnTo>
                  <a:lnTo>
                    <a:pt x="4439708" y="1425351"/>
                  </a:lnTo>
                  <a:lnTo>
                    <a:pt x="4440376" y="1435049"/>
                  </a:lnTo>
                  <a:lnTo>
                    <a:pt x="4441044" y="1425703"/>
                  </a:lnTo>
                  <a:lnTo>
                    <a:pt x="4441712" y="1435049"/>
                  </a:lnTo>
                  <a:lnTo>
                    <a:pt x="4442380" y="1428343"/>
                  </a:lnTo>
                  <a:lnTo>
                    <a:pt x="4443049" y="1420004"/>
                  </a:lnTo>
                  <a:lnTo>
                    <a:pt x="4443717" y="1417476"/>
                  </a:lnTo>
                  <a:lnTo>
                    <a:pt x="4444385" y="1418108"/>
                  </a:lnTo>
                  <a:lnTo>
                    <a:pt x="4445053" y="1422533"/>
                  </a:lnTo>
                  <a:lnTo>
                    <a:pt x="4445721" y="1430117"/>
                  </a:lnTo>
                  <a:lnTo>
                    <a:pt x="4446389" y="1430117"/>
                  </a:lnTo>
                  <a:lnTo>
                    <a:pt x="4447057" y="1435289"/>
                  </a:lnTo>
                  <a:lnTo>
                    <a:pt x="4447725" y="1435289"/>
                  </a:lnTo>
                  <a:lnTo>
                    <a:pt x="4448393" y="1435289"/>
                  </a:lnTo>
                  <a:lnTo>
                    <a:pt x="4449061" y="1435289"/>
                  </a:lnTo>
                  <a:lnTo>
                    <a:pt x="4449729" y="1435049"/>
                  </a:lnTo>
                  <a:lnTo>
                    <a:pt x="4450397" y="1417813"/>
                  </a:lnTo>
                  <a:lnTo>
                    <a:pt x="4451065" y="1411357"/>
                  </a:lnTo>
                  <a:lnTo>
                    <a:pt x="4451733" y="1393712"/>
                  </a:lnTo>
                  <a:lnTo>
                    <a:pt x="4452401" y="1400423"/>
                  </a:lnTo>
                  <a:lnTo>
                    <a:pt x="4453069" y="1400678"/>
                  </a:lnTo>
                  <a:lnTo>
                    <a:pt x="4453737" y="1397553"/>
                  </a:lnTo>
                  <a:lnTo>
                    <a:pt x="4454405" y="1403274"/>
                  </a:lnTo>
                  <a:lnTo>
                    <a:pt x="4455073" y="1422655"/>
                  </a:lnTo>
                  <a:lnTo>
                    <a:pt x="4455741" y="1422655"/>
                  </a:lnTo>
                  <a:lnTo>
                    <a:pt x="4456409" y="1422655"/>
                  </a:lnTo>
                  <a:lnTo>
                    <a:pt x="4457077" y="1421094"/>
                  </a:lnTo>
                  <a:lnTo>
                    <a:pt x="4457745" y="1416621"/>
                  </a:lnTo>
                  <a:lnTo>
                    <a:pt x="4458413" y="1416621"/>
                  </a:lnTo>
                  <a:lnTo>
                    <a:pt x="4459081" y="1416621"/>
                  </a:lnTo>
                  <a:lnTo>
                    <a:pt x="4459749" y="1435289"/>
                  </a:lnTo>
                  <a:lnTo>
                    <a:pt x="4460417" y="1435289"/>
                  </a:lnTo>
                  <a:lnTo>
                    <a:pt x="4461085" y="1435289"/>
                  </a:lnTo>
                  <a:lnTo>
                    <a:pt x="4461753" y="1435289"/>
                  </a:lnTo>
                  <a:lnTo>
                    <a:pt x="4462421" y="1435289"/>
                  </a:lnTo>
                  <a:lnTo>
                    <a:pt x="4463089" y="1435289"/>
                  </a:lnTo>
                  <a:lnTo>
                    <a:pt x="4463757" y="1435289"/>
                  </a:lnTo>
                  <a:lnTo>
                    <a:pt x="4464425" y="1435289"/>
                  </a:lnTo>
                  <a:lnTo>
                    <a:pt x="4465093" y="1435289"/>
                  </a:lnTo>
                  <a:lnTo>
                    <a:pt x="4465761" y="1435289"/>
                  </a:lnTo>
                  <a:lnTo>
                    <a:pt x="4466429" y="1435289"/>
                  </a:lnTo>
                  <a:lnTo>
                    <a:pt x="4467098" y="1435289"/>
                  </a:lnTo>
                  <a:lnTo>
                    <a:pt x="4467766" y="1435289"/>
                  </a:lnTo>
                  <a:lnTo>
                    <a:pt x="4468434" y="1435289"/>
                  </a:lnTo>
                  <a:lnTo>
                    <a:pt x="4469102" y="1435289"/>
                  </a:lnTo>
                  <a:lnTo>
                    <a:pt x="4469770" y="1435289"/>
                  </a:lnTo>
                  <a:lnTo>
                    <a:pt x="4470438" y="1425612"/>
                  </a:lnTo>
                  <a:lnTo>
                    <a:pt x="4471106" y="1425612"/>
                  </a:lnTo>
                  <a:lnTo>
                    <a:pt x="4471774" y="1425612"/>
                  </a:lnTo>
                  <a:lnTo>
                    <a:pt x="4472442" y="1425612"/>
                  </a:lnTo>
                  <a:lnTo>
                    <a:pt x="4473110" y="1425612"/>
                  </a:lnTo>
                  <a:lnTo>
                    <a:pt x="4473778" y="1425612"/>
                  </a:lnTo>
                  <a:lnTo>
                    <a:pt x="4474446" y="1424017"/>
                  </a:lnTo>
                  <a:lnTo>
                    <a:pt x="4475114" y="1408458"/>
                  </a:lnTo>
                  <a:lnTo>
                    <a:pt x="4475782" y="1408458"/>
                  </a:lnTo>
                  <a:lnTo>
                    <a:pt x="4476450" y="1404600"/>
                  </a:lnTo>
                  <a:lnTo>
                    <a:pt x="4477118" y="1399762"/>
                  </a:lnTo>
                  <a:lnTo>
                    <a:pt x="4477786" y="1398507"/>
                  </a:lnTo>
                  <a:lnTo>
                    <a:pt x="4478454" y="1414101"/>
                  </a:lnTo>
                  <a:lnTo>
                    <a:pt x="4479122" y="1390598"/>
                  </a:lnTo>
                  <a:lnTo>
                    <a:pt x="4479790" y="1391714"/>
                  </a:lnTo>
                  <a:lnTo>
                    <a:pt x="4480458" y="1412919"/>
                  </a:lnTo>
                  <a:lnTo>
                    <a:pt x="4481126" y="1412919"/>
                  </a:lnTo>
                  <a:lnTo>
                    <a:pt x="4481794" y="1412919"/>
                  </a:lnTo>
                  <a:lnTo>
                    <a:pt x="4482462" y="1412919"/>
                  </a:lnTo>
                  <a:lnTo>
                    <a:pt x="4483130" y="1412919"/>
                  </a:lnTo>
                  <a:lnTo>
                    <a:pt x="4483798" y="1412919"/>
                  </a:lnTo>
                  <a:lnTo>
                    <a:pt x="4484466" y="1415151"/>
                  </a:lnTo>
                  <a:lnTo>
                    <a:pt x="4485134" y="1435240"/>
                  </a:lnTo>
                  <a:lnTo>
                    <a:pt x="4485802" y="1435240"/>
                  </a:lnTo>
                  <a:lnTo>
                    <a:pt x="4486470" y="1435240"/>
                  </a:lnTo>
                  <a:lnTo>
                    <a:pt x="4487138" y="1435240"/>
                  </a:lnTo>
                  <a:lnTo>
                    <a:pt x="4487806" y="1435240"/>
                  </a:lnTo>
                  <a:lnTo>
                    <a:pt x="4488474" y="1435240"/>
                  </a:lnTo>
                  <a:lnTo>
                    <a:pt x="4489142" y="1435240"/>
                  </a:lnTo>
                  <a:lnTo>
                    <a:pt x="4489810" y="1435240"/>
                  </a:lnTo>
                  <a:lnTo>
                    <a:pt x="4490478" y="1416267"/>
                  </a:lnTo>
                  <a:lnTo>
                    <a:pt x="4491146" y="1412919"/>
                  </a:lnTo>
                  <a:lnTo>
                    <a:pt x="4491815" y="1412919"/>
                  </a:lnTo>
                  <a:lnTo>
                    <a:pt x="4492483" y="1412919"/>
                  </a:lnTo>
                  <a:lnTo>
                    <a:pt x="4493151" y="1412919"/>
                  </a:lnTo>
                  <a:lnTo>
                    <a:pt x="4493819" y="1412919"/>
                  </a:lnTo>
                  <a:lnTo>
                    <a:pt x="4494487" y="1412919"/>
                  </a:lnTo>
                  <a:lnTo>
                    <a:pt x="4495155" y="1402875"/>
                  </a:lnTo>
                  <a:lnTo>
                    <a:pt x="4495823" y="1390598"/>
                  </a:lnTo>
                  <a:lnTo>
                    <a:pt x="4496491" y="1416621"/>
                  </a:lnTo>
                  <a:lnTo>
                    <a:pt x="4497159" y="1413690"/>
                  </a:lnTo>
                  <a:lnTo>
                    <a:pt x="4497827" y="1404341"/>
                  </a:lnTo>
                  <a:lnTo>
                    <a:pt x="4498495" y="1404341"/>
                  </a:lnTo>
                  <a:lnTo>
                    <a:pt x="4499163" y="1392437"/>
                  </a:lnTo>
                  <a:lnTo>
                    <a:pt x="4499831" y="1365882"/>
                  </a:lnTo>
                  <a:lnTo>
                    <a:pt x="4500499" y="1391319"/>
                  </a:lnTo>
                  <a:lnTo>
                    <a:pt x="4501167" y="1410970"/>
                  </a:lnTo>
                  <a:lnTo>
                    <a:pt x="4501835" y="1411357"/>
                  </a:lnTo>
                  <a:lnTo>
                    <a:pt x="4502503" y="1430117"/>
                  </a:lnTo>
                  <a:lnTo>
                    <a:pt x="4503171" y="1435289"/>
                  </a:lnTo>
                  <a:lnTo>
                    <a:pt x="4503839" y="1435289"/>
                  </a:lnTo>
                  <a:lnTo>
                    <a:pt x="4504507" y="1435289"/>
                  </a:lnTo>
                  <a:lnTo>
                    <a:pt x="4505175" y="1431760"/>
                  </a:lnTo>
                  <a:lnTo>
                    <a:pt x="4505843" y="1435289"/>
                  </a:lnTo>
                  <a:lnTo>
                    <a:pt x="4506511" y="1435289"/>
                  </a:lnTo>
                  <a:lnTo>
                    <a:pt x="4507179" y="1435289"/>
                  </a:lnTo>
                  <a:lnTo>
                    <a:pt x="4507847" y="1435289"/>
                  </a:lnTo>
                  <a:lnTo>
                    <a:pt x="4508515" y="1435289"/>
                  </a:lnTo>
                  <a:lnTo>
                    <a:pt x="4509183" y="1430749"/>
                  </a:lnTo>
                  <a:lnTo>
                    <a:pt x="4509851" y="1435289"/>
                  </a:lnTo>
                  <a:lnTo>
                    <a:pt x="4510519" y="1422533"/>
                  </a:lnTo>
                  <a:lnTo>
                    <a:pt x="4511187" y="1417476"/>
                  </a:lnTo>
                  <a:lnTo>
                    <a:pt x="4511855" y="1417476"/>
                  </a:lnTo>
                  <a:lnTo>
                    <a:pt x="4512523" y="1397010"/>
                  </a:lnTo>
                  <a:lnTo>
                    <a:pt x="4513191" y="1396588"/>
                  </a:lnTo>
                  <a:lnTo>
                    <a:pt x="4513859" y="1377761"/>
                  </a:lnTo>
                  <a:lnTo>
                    <a:pt x="4514527" y="1366596"/>
                  </a:lnTo>
                  <a:lnTo>
                    <a:pt x="4515195" y="1377761"/>
                  </a:lnTo>
                  <a:lnTo>
                    <a:pt x="4515863" y="1377761"/>
                  </a:lnTo>
                  <a:lnTo>
                    <a:pt x="4516532" y="1377761"/>
                  </a:lnTo>
                  <a:lnTo>
                    <a:pt x="4517200" y="1377761"/>
                  </a:lnTo>
                  <a:lnTo>
                    <a:pt x="4517868" y="1377761"/>
                  </a:lnTo>
                  <a:lnTo>
                    <a:pt x="4518536" y="1377761"/>
                  </a:lnTo>
                  <a:lnTo>
                    <a:pt x="4519204" y="1403282"/>
                  </a:lnTo>
                  <a:lnTo>
                    <a:pt x="4519872" y="1412828"/>
                  </a:lnTo>
                  <a:lnTo>
                    <a:pt x="4520540" y="1433643"/>
                  </a:lnTo>
                  <a:lnTo>
                    <a:pt x="4521208" y="1435289"/>
                  </a:lnTo>
                  <a:lnTo>
                    <a:pt x="4521876" y="1435289"/>
                  </a:lnTo>
                  <a:lnTo>
                    <a:pt x="4522544" y="1435289"/>
                  </a:lnTo>
                  <a:lnTo>
                    <a:pt x="4523212" y="1435289"/>
                  </a:lnTo>
                  <a:lnTo>
                    <a:pt x="4523880" y="1435289"/>
                  </a:lnTo>
                  <a:lnTo>
                    <a:pt x="4524548" y="1435289"/>
                  </a:lnTo>
                  <a:lnTo>
                    <a:pt x="4525216" y="1435289"/>
                  </a:lnTo>
                  <a:lnTo>
                    <a:pt x="4525884" y="1435289"/>
                  </a:lnTo>
                  <a:lnTo>
                    <a:pt x="4526552" y="1435289"/>
                  </a:lnTo>
                  <a:lnTo>
                    <a:pt x="4527220" y="1435289"/>
                  </a:lnTo>
                  <a:lnTo>
                    <a:pt x="4527888" y="1435289"/>
                  </a:lnTo>
                  <a:lnTo>
                    <a:pt x="4528556" y="1435289"/>
                  </a:lnTo>
                  <a:lnTo>
                    <a:pt x="4529224" y="1435289"/>
                  </a:lnTo>
                  <a:lnTo>
                    <a:pt x="4529892" y="1435289"/>
                  </a:lnTo>
                  <a:lnTo>
                    <a:pt x="4530560" y="1435289"/>
                  </a:lnTo>
                  <a:lnTo>
                    <a:pt x="4531228" y="1435289"/>
                  </a:lnTo>
                  <a:lnTo>
                    <a:pt x="4531896" y="1435289"/>
                  </a:lnTo>
                  <a:lnTo>
                    <a:pt x="4532564" y="1435289"/>
                  </a:lnTo>
                  <a:lnTo>
                    <a:pt x="4533232" y="1435289"/>
                  </a:lnTo>
                  <a:lnTo>
                    <a:pt x="4533900" y="1435289"/>
                  </a:lnTo>
                  <a:lnTo>
                    <a:pt x="4534568" y="1435289"/>
                  </a:lnTo>
                  <a:lnTo>
                    <a:pt x="4535236" y="1416467"/>
                  </a:lnTo>
                  <a:lnTo>
                    <a:pt x="4535904" y="1421057"/>
                  </a:lnTo>
                  <a:lnTo>
                    <a:pt x="4536572" y="1408458"/>
                  </a:lnTo>
                  <a:lnTo>
                    <a:pt x="4537240" y="1408458"/>
                  </a:lnTo>
                  <a:lnTo>
                    <a:pt x="4537908" y="1409662"/>
                  </a:lnTo>
                  <a:lnTo>
                    <a:pt x="4538576" y="1409662"/>
                  </a:lnTo>
                  <a:lnTo>
                    <a:pt x="4539244" y="1409662"/>
                  </a:lnTo>
                  <a:lnTo>
                    <a:pt x="4539912" y="1409662"/>
                  </a:lnTo>
                  <a:lnTo>
                    <a:pt x="4540581" y="1409662"/>
                  </a:lnTo>
                  <a:lnTo>
                    <a:pt x="4541249" y="1409662"/>
                  </a:lnTo>
                  <a:lnTo>
                    <a:pt x="4541917" y="1409662"/>
                  </a:lnTo>
                  <a:lnTo>
                    <a:pt x="4542585" y="1409662"/>
                  </a:lnTo>
                  <a:lnTo>
                    <a:pt x="4543253" y="1409662"/>
                  </a:lnTo>
                  <a:lnTo>
                    <a:pt x="4543921" y="1417637"/>
                  </a:lnTo>
                  <a:lnTo>
                    <a:pt x="4544589" y="1428802"/>
                  </a:lnTo>
                  <a:lnTo>
                    <a:pt x="4545257" y="1435289"/>
                  </a:lnTo>
                  <a:lnTo>
                    <a:pt x="4545925" y="1435289"/>
                  </a:lnTo>
                  <a:lnTo>
                    <a:pt x="4546593" y="1435289"/>
                  </a:lnTo>
                  <a:lnTo>
                    <a:pt x="4547261" y="1435289"/>
                  </a:lnTo>
                  <a:lnTo>
                    <a:pt x="4547929" y="1435240"/>
                  </a:lnTo>
                  <a:lnTo>
                    <a:pt x="4548597" y="1435240"/>
                  </a:lnTo>
                  <a:lnTo>
                    <a:pt x="4549265" y="1435240"/>
                  </a:lnTo>
                  <a:lnTo>
                    <a:pt x="4549933" y="1435240"/>
                  </a:lnTo>
                  <a:lnTo>
                    <a:pt x="4550601" y="1435240"/>
                  </a:lnTo>
                  <a:lnTo>
                    <a:pt x="4551269" y="1435240"/>
                  </a:lnTo>
                  <a:lnTo>
                    <a:pt x="4551937" y="1435240"/>
                  </a:lnTo>
                  <a:lnTo>
                    <a:pt x="4552605" y="1435240"/>
                  </a:lnTo>
                  <a:lnTo>
                    <a:pt x="4553273" y="1435240"/>
                  </a:lnTo>
                  <a:lnTo>
                    <a:pt x="4553941" y="1428544"/>
                  </a:lnTo>
                  <a:lnTo>
                    <a:pt x="4554609" y="1396178"/>
                  </a:lnTo>
                  <a:lnTo>
                    <a:pt x="4555277" y="1390598"/>
                  </a:lnTo>
                  <a:lnTo>
                    <a:pt x="4555945" y="1390598"/>
                  </a:lnTo>
                  <a:lnTo>
                    <a:pt x="4556613" y="1390598"/>
                  </a:lnTo>
                  <a:lnTo>
                    <a:pt x="4557281" y="1390598"/>
                  </a:lnTo>
                  <a:lnTo>
                    <a:pt x="4557949" y="1390598"/>
                  </a:lnTo>
                  <a:lnTo>
                    <a:pt x="4558617" y="1388366"/>
                  </a:lnTo>
                  <a:lnTo>
                    <a:pt x="4559285" y="1368277"/>
                  </a:lnTo>
                  <a:lnTo>
                    <a:pt x="4559953" y="1333679"/>
                  </a:lnTo>
                  <a:lnTo>
                    <a:pt x="4560621" y="1323635"/>
                  </a:lnTo>
                  <a:lnTo>
                    <a:pt x="4561289" y="1323635"/>
                  </a:lnTo>
                  <a:lnTo>
                    <a:pt x="4561957" y="1323635"/>
                  </a:lnTo>
                  <a:lnTo>
                    <a:pt x="4562625" y="1323635"/>
                  </a:lnTo>
                  <a:lnTo>
                    <a:pt x="4563293" y="1323635"/>
                  </a:lnTo>
                  <a:lnTo>
                    <a:pt x="4563961" y="1330331"/>
                  </a:lnTo>
                  <a:lnTo>
                    <a:pt x="4564629" y="1362697"/>
                  </a:lnTo>
                  <a:lnTo>
                    <a:pt x="4565298" y="1368277"/>
                  </a:lnTo>
                  <a:lnTo>
                    <a:pt x="4565966" y="1368277"/>
                  </a:lnTo>
                  <a:lnTo>
                    <a:pt x="4566634" y="1368277"/>
                  </a:lnTo>
                  <a:lnTo>
                    <a:pt x="4567302" y="1368277"/>
                  </a:lnTo>
                  <a:lnTo>
                    <a:pt x="4567970" y="1368277"/>
                  </a:lnTo>
                  <a:lnTo>
                    <a:pt x="4568638" y="1370509"/>
                  </a:lnTo>
                  <a:lnTo>
                    <a:pt x="4569306" y="1390598"/>
                  </a:lnTo>
                  <a:lnTo>
                    <a:pt x="4569974" y="1425196"/>
                  </a:lnTo>
                  <a:lnTo>
                    <a:pt x="4570642" y="1435289"/>
                  </a:lnTo>
                  <a:lnTo>
                    <a:pt x="4571310" y="1435289"/>
                  </a:lnTo>
                  <a:lnTo>
                    <a:pt x="4571978" y="1435289"/>
                  </a:lnTo>
                  <a:lnTo>
                    <a:pt x="4572646" y="1435289"/>
                  </a:lnTo>
                  <a:lnTo>
                    <a:pt x="4573314" y="1435289"/>
                  </a:lnTo>
                  <a:lnTo>
                    <a:pt x="4573982" y="1435289"/>
                  </a:lnTo>
                  <a:lnTo>
                    <a:pt x="4574650" y="1435289"/>
                  </a:lnTo>
                  <a:lnTo>
                    <a:pt x="4575318" y="1435289"/>
                  </a:lnTo>
                  <a:lnTo>
                    <a:pt x="4575986" y="1435289"/>
                  </a:lnTo>
                  <a:lnTo>
                    <a:pt x="4576654" y="1435289"/>
                  </a:lnTo>
                  <a:lnTo>
                    <a:pt x="4577322" y="1435289"/>
                  </a:lnTo>
                  <a:lnTo>
                    <a:pt x="4577990" y="1435289"/>
                  </a:lnTo>
                  <a:lnTo>
                    <a:pt x="4578658" y="1435289"/>
                  </a:lnTo>
                  <a:lnTo>
                    <a:pt x="4579326" y="1435289"/>
                  </a:lnTo>
                  <a:lnTo>
                    <a:pt x="4579994" y="1435289"/>
                  </a:lnTo>
                  <a:lnTo>
                    <a:pt x="4580662" y="1435289"/>
                  </a:lnTo>
                  <a:lnTo>
                    <a:pt x="4581330" y="1435289"/>
                  </a:lnTo>
                  <a:lnTo>
                    <a:pt x="4581998" y="1435289"/>
                  </a:lnTo>
                  <a:lnTo>
                    <a:pt x="4582666" y="1435289"/>
                  </a:lnTo>
                  <a:lnTo>
                    <a:pt x="4583334" y="1435289"/>
                  </a:lnTo>
                  <a:lnTo>
                    <a:pt x="4584002" y="1435289"/>
                  </a:lnTo>
                  <a:lnTo>
                    <a:pt x="4584670" y="1435289"/>
                  </a:lnTo>
                  <a:lnTo>
                    <a:pt x="4585338" y="1435289"/>
                  </a:lnTo>
                  <a:lnTo>
                    <a:pt x="4586006" y="1435289"/>
                  </a:lnTo>
                  <a:lnTo>
                    <a:pt x="4586674" y="1435289"/>
                  </a:lnTo>
                  <a:lnTo>
                    <a:pt x="4587342" y="1435289"/>
                  </a:lnTo>
                  <a:lnTo>
                    <a:pt x="4588010" y="1435289"/>
                  </a:lnTo>
                  <a:lnTo>
                    <a:pt x="4588678" y="1435289"/>
                  </a:lnTo>
                  <a:lnTo>
                    <a:pt x="4589346" y="1435289"/>
                  </a:lnTo>
                  <a:lnTo>
                    <a:pt x="4590015" y="1435289"/>
                  </a:lnTo>
                  <a:lnTo>
                    <a:pt x="4590683" y="1435289"/>
                  </a:lnTo>
                  <a:lnTo>
                    <a:pt x="4591351" y="1435289"/>
                  </a:lnTo>
                  <a:lnTo>
                    <a:pt x="4592019" y="1435289"/>
                  </a:lnTo>
                  <a:lnTo>
                    <a:pt x="4592687" y="1435289"/>
                  </a:lnTo>
                  <a:lnTo>
                    <a:pt x="4593355" y="1435289"/>
                  </a:lnTo>
                  <a:lnTo>
                    <a:pt x="4594023" y="1435289"/>
                  </a:lnTo>
                  <a:lnTo>
                    <a:pt x="4594691" y="1435289"/>
                  </a:lnTo>
                  <a:lnTo>
                    <a:pt x="4595359" y="1435289"/>
                  </a:lnTo>
                  <a:lnTo>
                    <a:pt x="4596027" y="1435289"/>
                  </a:lnTo>
                  <a:lnTo>
                    <a:pt x="4596695" y="1435289"/>
                  </a:lnTo>
                  <a:lnTo>
                    <a:pt x="4597363" y="1435289"/>
                  </a:lnTo>
                  <a:lnTo>
                    <a:pt x="4598031" y="1430117"/>
                  </a:lnTo>
                  <a:lnTo>
                    <a:pt x="4598699" y="1421901"/>
                  </a:lnTo>
                  <a:lnTo>
                    <a:pt x="4599367" y="1428853"/>
                  </a:lnTo>
                  <a:lnTo>
                    <a:pt x="4600035" y="1430117"/>
                  </a:lnTo>
                  <a:lnTo>
                    <a:pt x="4600703" y="1424990"/>
                  </a:lnTo>
                  <a:lnTo>
                    <a:pt x="4601371" y="1425703"/>
                  </a:lnTo>
                  <a:lnTo>
                    <a:pt x="4602039" y="1435289"/>
                  </a:lnTo>
                  <a:lnTo>
                    <a:pt x="4602707" y="1425612"/>
                  </a:lnTo>
                  <a:lnTo>
                    <a:pt x="4603375" y="1425612"/>
                  </a:lnTo>
                  <a:lnTo>
                    <a:pt x="4604043" y="1424529"/>
                  </a:lnTo>
                  <a:lnTo>
                    <a:pt x="4604711" y="1404341"/>
                  </a:lnTo>
                  <a:lnTo>
                    <a:pt x="4605379" y="1397553"/>
                  </a:lnTo>
                  <a:lnTo>
                    <a:pt x="4606047" y="1389482"/>
                  </a:lnTo>
                  <a:lnTo>
                    <a:pt x="4606715" y="1390598"/>
                  </a:lnTo>
                  <a:lnTo>
                    <a:pt x="4607383" y="1390598"/>
                  </a:lnTo>
                  <a:lnTo>
                    <a:pt x="4608051" y="1412919"/>
                  </a:lnTo>
                  <a:lnTo>
                    <a:pt x="4608719" y="1427428"/>
                  </a:lnTo>
                  <a:lnTo>
                    <a:pt x="4609387" y="1435240"/>
                  </a:lnTo>
                  <a:lnTo>
                    <a:pt x="4610055" y="1435240"/>
                  </a:lnTo>
                  <a:lnTo>
                    <a:pt x="4610723" y="1435240"/>
                  </a:lnTo>
                  <a:lnTo>
                    <a:pt x="4611391" y="1435240"/>
                  </a:lnTo>
                  <a:lnTo>
                    <a:pt x="4612059" y="1435240"/>
                  </a:lnTo>
                  <a:lnTo>
                    <a:pt x="4612727" y="1435240"/>
                  </a:lnTo>
                  <a:lnTo>
                    <a:pt x="4613395" y="1435240"/>
                  </a:lnTo>
                  <a:lnTo>
                    <a:pt x="4614063" y="1435240"/>
                  </a:lnTo>
                  <a:lnTo>
                    <a:pt x="4614732" y="1435240"/>
                  </a:lnTo>
                  <a:lnTo>
                    <a:pt x="4615400" y="1435240"/>
                  </a:lnTo>
                  <a:lnTo>
                    <a:pt x="4616068" y="1435240"/>
                  </a:lnTo>
                  <a:lnTo>
                    <a:pt x="4616736" y="1435240"/>
                  </a:lnTo>
                  <a:lnTo>
                    <a:pt x="4617404" y="1435240"/>
                  </a:lnTo>
                  <a:lnTo>
                    <a:pt x="4618072" y="1435240"/>
                  </a:lnTo>
                  <a:lnTo>
                    <a:pt x="4618740" y="1435240"/>
                  </a:lnTo>
                  <a:lnTo>
                    <a:pt x="4619408" y="1435240"/>
                  </a:lnTo>
                  <a:lnTo>
                    <a:pt x="4620076" y="1435240"/>
                  </a:lnTo>
                  <a:lnTo>
                    <a:pt x="4620744" y="1435240"/>
                  </a:lnTo>
                  <a:lnTo>
                    <a:pt x="4621412" y="1435240"/>
                  </a:lnTo>
                  <a:lnTo>
                    <a:pt x="4622080" y="1435240"/>
                  </a:lnTo>
                  <a:lnTo>
                    <a:pt x="4622748" y="1435240"/>
                  </a:lnTo>
                  <a:lnTo>
                    <a:pt x="4623416" y="1435240"/>
                  </a:lnTo>
                  <a:lnTo>
                    <a:pt x="4624084" y="1435240"/>
                  </a:lnTo>
                  <a:lnTo>
                    <a:pt x="4624752" y="1435240"/>
                  </a:lnTo>
                  <a:lnTo>
                    <a:pt x="4625420" y="1435240"/>
                  </a:lnTo>
                  <a:lnTo>
                    <a:pt x="4626088" y="1435240"/>
                  </a:lnTo>
                  <a:lnTo>
                    <a:pt x="4626756" y="1435240"/>
                  </a:lnTo>
                  <a:lnTo>
                    <a:pt x="4627424" y="1435240"/>
                  </a:lnTo>
                  <a:lnTo>
                    <a:pt x="4628092" y="1435240"/>
                  </a:lnTo>
                  <a:lnTo>
                    <a:pt x="4628760" y="1435240"/>
                  </a:lnTo>
                  <a:lnTo>
                    <a:pt x="4629428" y="1435240"/>
                  </a:lnTo>
                  <a:lnTo>
                    <a:pt x="4630096" y="1435289"/>
                  </a:lnTo>
                  <a:lnTo>
                    <a:pt x="4630764" y="1435289"/>
                  </a:lnTo>
                  <a:lnTo>
                    <a:pt x="4631432" y="1435289"/>
                  </a:lnTo>
                  <a:lnTo>
                    <a:pt x="4632100" y="1435289"/>
                  </a:lnTo>
                  <a:lnTo>
                    <a:pt x="4632768" y="1435289"/>
                  </a:lnTo>
                  <a:lnTo>
                    <a:pt x="4633436" y="1435289"/>
                  </a:lnTo>
                  <a:lnTo>
                    <a:pt x="4634104" y="1435289"/>
                  </a:lnTo>
                  <a:lnTo>
                    <a:pt x="4634772" y="1435028"/>
                  </a:lnTo>
                  <a:lnTo>
                    <a:pt x="4635440" y="1425703"/>
                  </a:lnTo>
                  <a:lnTo>
                    <a:pt x="4636108" y="1425703"/>
                  </a:lnTo>
                  <a:lnTo>
                    <a:pt x="4636776" y="1422834"/>
                  </a:lnTo>
                  <a:lnTo>
                    <a:pt x="4637444" y="1401314"/>
                  </a:lnTo>
                  <a:lnTo>
                    <a:pt x="4638112" y="1397010"/>
                  </a:lnTo>
                  <a:lnTo>
                    <a:pt x="4638781" y="1397010"/>
                  </a:lnTo>
                  <a:lnTo>
                    <a:pt x="4639449" y="1391989"/>
                  </a:lnTo>
                  <a:lnTo>
                    <a:pt x="4640117" y="1371420"/>
                  </a:lnTo>
                  <a:lnTo>
                    <a:pt x="4640785" y="1329910"/>
                  </a:lnTo>
                  <a:lnTo>
                    <a:pt x="4641453" y="1313960"/>
                  </a:lnTo>
                  <a:lnTo>
                    <a:pt x="4642121" y="1325694"/>
                  </a:lnTo>
                  <a:lnTo>
                    <a:pt x="4642789" y="1322317"/>
                  </a:lnTo>
                  <a:lnTo>
                    <a:pt x="4643457" y="1328105"/>
                  </a:lnTo>
                  <a:lnTo>
                    <a:pt x="4644125" y="1330545"/>
                  </a:lnTo>
                  <a:lnTo>
                    <a:pt x="4644793" y="1337495"/>
                  </a:lnTo>
                  <a:lnTo>
                    <a:pt x="4645461" y="1349399"/>
                  </a:lnTo>
                  <a:lnTo>
                    <a:pt x="4646129" y="1349399"/>
                  </a:lnTo>
                  <a:lnTo>
                    <a:pt x="4646797" y="1353062"/>
                  </a:lnTo>
                  <a:lnTo>
                    <a:pt x="4647465" y="1380533"/>
                  </a:lnTo>
                  <a:lnTo>
                    <a:pt x="4648133" y="1386027"/>
                  </a:lnTo>
                  <a:lnTo>
                    <a:pt x="4648801" y="1386027"/>
                  </a:lnTo>
                  <a:lnTo>
                    <a:pt x="4649469" y="1392437"/>
                  </a:lnTo>
                  <a:lnTo>
                    <a:pt x="4650137" y="1418076"/>
                  </a:lnTo>
                  <a:lnTo>
                    <a:pt x="4650805" y="1435289"/>
                  </a:lnTo>
                  <a:lnTo>
                    <a:pt x="4651473" y="1435289"/>
                  </a:lnTo>
                  <a:lnTo>
                    <a:pt x="4652141" y="1435289"/>
                  </a:lnTo>
                  <a:lnTo>
                    <a:pt x="4652809" y="1435289"/>
                  </a:lnTo>
                  <a:lnTo>
                    <a:pt x="4653477" y="1435289"/>
                  </a:lnTo>
                  <a:lnTo>
                    <a:pt x="4654145" y="1435289"/>
                  </a:lnTo>
                  <a:lnTo>
                    <a:pt x="4654813" y="1435289"/>
                  </a:lnTo>
                  <a:lnTo>
                    <a:pt x="4655481" y="1435289"/>
                  </a:lnTo>
                  <a:lnTo>
                    <a:pt x="4656149" y="1435289"/>
                  </a:lnTo>
                  <a:lnTo>
                    <a:pt x="4656817" y="1435289"/>
                  </a:lnTo>
                  <a:lnTo>
                    <a:pt x="4657485" y="1435289"/>
                  </a:lnTo>
                  <a:lnTo>
                    <a:pt x="4658153" y="1435289"/>
                  </a:lnTo>
                  <a:lnTo>
                    <a:pt x="4658821" y="1435289"/>
                  </a:lnTo>
                  <a:lnTo>
                    <a:pt x="4659489" y="1435289"/>
                  </a:lnTo>
                  <a:lnTo>
                    <a:pt x="4660157" y="1435289"/>
                  </a:lnTo>
                  <a:lnTo>
                    <a:pt x="4660825" y="1435289"/>
                  </a:lnTo>
                  <a:lnTo>
                    <a:pt x="4661493" y="1435289"/>
                  </a:lnTo>
                  <a:lnTo>
                    <a:pt x="4662161" y="1435289"/>
                  </a:lnTo>
                  <a:lnTo>
                    <a:pt x="4662829" y="1435289"/>
                  </a:lnTo>
                  <a:lnTo>
                    <a:pt x="4663498" y="1435289"/>
                  </a:lnTo>
                  <a:lnTo>
                    <a:pt x="4664166" y="1435289"/>
                  </a:lnTo>
                  <a:lnTo>
                    <a:pt x="4664834" y="1422655"/>
                  </a:lnTo>
                  <a:lnTo>
                    <a:pt x="4665502" y="1422655"/>
                  </a:lnTo>
                  <a:lnTo>
                    <a:pt x="4666170" y="1428149"/>
                  </a:lnTo>
                  <a:lnTo>
                    <a:pt x="4666838" y="1435289"/>
                  </a:lnTo>
                  <a:lnTo>
                    <a:pt x="4667506" y="1426312"/>
                  </a:lnTo>
                  <a:lnTo>
                    <a:pt x="4668174" y="1435240"/>
                  </a:lnTo>
                  <a:lnTo>
                    <a:pt x="4668842" y="1435240"/>
                  </a:lnTo>
                  <a:lnTo>
                    <a:pt x="4669510" y="1421847"/>
                  </a:lnTo>
                  <a:lnTo>
                    <a:pt x="4670178" y="1412919"/>
                  </a:lnTo>
                  <a:lnTo>
                    <a:pt x="4670846" y="1412919"/>
                  </a:lnTo>
                  <a:lnTo>
                    <a:pt x="4671514" y="1412919"/>
                  </a:lnTo>
                  <a:lnTo>
                    <a:pt x="4672182" y="1412919"/>
                  </a:lnTo>
                  <a:lnTo>
                    <a:pt x="4672850" y="1412919"/>
                  </a:lnTo>
                  <a:lnTo>
                    <a:pt x="4673518" y="1412919"/>
                  </a:lnTo>
                  <a:lnTo>
                    <a:pt x="4674186" y="1410687"/>
                  </a:lnTo>
                  <a:lnTo>
                    <a:pt x="4674854" y="1390598"/>
                  </a:lnTo>
                  <a:lnTo>
                    <a:pt x="4675522" y="1390598"/>
                  </a:lnTo>
                  <a:lnTo>
                    <a:pt x="4676190" y="1390598"/>
                  </a:lnTo>
                  <a:lnTo>
                    <a:pt x="4676858" y="1390598"/>
                  </a:lnTo>
                  <a:lnTo>
                    <a:pt x="4677526" y="1390598"/>
                  </a:lnTo>
                  <a:lnTo>
                    <a:pt x="4678194" y="1390598"/>
                  </a:lnTo>
                  <a:lnTo>
                    <a:pt x="4678862" y="1390598"/>
                  </a:lnTo>
                  <a:lnTo>
                    <a:pt x="4679530" y="1403991"/>
                  </a:lnTo>
                  <a:lnTo>
                    <a:pt x="4680198" y="1412919"/>
                  </a:lnTo>
                  <a:lnTo>
                    <a:pt x="4680866" y="1412919"/>
                  </a:lnTo>
                  <a:lnTo>
                    <a:pt x="4681534" y="1391714"/>
                  </a:lnTo>
                  <a:lnTo>
                    <a:pt x="4682202" y="1390598"/>
                  </a:lnTo>
                  <a:lnTo>
                    <a:pt x="4682870" y="1390598"/>
                  </a:lnTo>
                  <a:lnTo>
                    <a:pt x="4683538" y="1390598"/>
                  </a:lnTo>
                  <a:lnTo>
                    <a:pt x="4684206" y="1392830"/>
                  </a:lnTo>
                  <a:lnTo>
                    <a:pt x="4684874" y="1412919"/>
                  </a:lnTo>
                  <a:lnTo>
                    <a:pt x="4685542" y="1412919"/>
                  </a:lnTo>
                  <a:lnTo>
                    <a:pt x="4686210" y="1400643"/>
                  </a:lnTo>
                  <a:lnTo>
                    <a:pt x="4686878" y="1390598"/>
                  </a:lnTo>
                  <a:lnTo>
                    <a:pt x="4687546" y="1390598"/>
                  </a:lnTo>
                  <a:lnTo>
                    <a:pt x="4688215" y="1390598"/>
                  </a:lnTo>
                  <a:lnTo>
                    <a:pt x="4688883" y="1390598"/>
                  </a:lnTo>
                  <a:lnTo>
                    <a:pt x="4689551" y="1390598"/>
                  </a:lnTo>
                  <a:lnTo>
                    <a:pt x="4690219" y="1390598"/>
                  </a:lnTo>
                  <a:lnTo>
                    <a:pt x="4690887" y="1390598"/>
                  </a:lnTo>
                  <a:lnTo>
                    <a:pt x="4691555" y="1411803"/>
                  </a:lnTo>
                  <a:lnTo>
                    <a:pt x="4692223" y="1412919"/>
                  </a:lnTo>
                  <a:lnTo>
                    <a:pt x="4692891" y="1412919"/>
                  </a:lnTo>
                  <a:lnTo>
                    <a:pt x="4693559" y="1412919"/>
                  </a:lnTo>
                  <a:lnTo>
                    <a:pt x="4694227" y="1412919"/>
                  </a:lnTo>
                  <a:lnTo>
                    <a:pt x="4694895" y="1412919"/>
                  </a:lnTo>
                  <a:lnTo>
                    <a:pt x="4695563" y="1412919"/>
                  </a:lnTo>
                  <a:lnTo>
                    <a:pt x="4696231" y="1425196"/>
                  </a:lnTo>
                  <a:lnTo>
                    <a:pt x="4696899" y="1435240"/>
                  </a:lnTo>
                  <a:lnTo>
                    <a:pt x="4697567" y="1435240"/>
                  </a:lnTo>
                  <a:lnTo>
                    <a:pt x="4698235" y="1435240"/>
                  </a:lnTo>
                  <a:lnTo>
                    <a:pt x="4698903" y="1435240"/>
                  </a:lnTo>
                  <a:lnTo>
                    <a:pt x="4699571" y="1435240"/>
                  </a:lnTo>
                  <a:lnTo>
                    <a:pt x="4700239" y="1435240"/>
                  </a:lnTo>
                  <a:lnTo>
                    <a:pt x="4700907" y="1435240"/>
                  </a:lnTo>
                  <a:lnTo>
                    <a:pt x="4701575" y="1424080"/>
                  </a:lnTo>
                  <a:lnTo>
                    <a:pt x="4702243" y="1412919"/>
                  </a:lnTo>
                  <a:lnTo>
                    <a:pt x="4702911" y="1412919"/>
                  </a:lnTo>
                  <a:lnTo>
                    <a:pt x="4703579" y="1412919"/>
                  </a:lnTo>
                  <a:lnTo>
                    <a:pt x="4704247" y="1412919"/>
                  </a:lnTo>
                  <a:lnTo>
                    <a:pt x="4704915" y="1412919"/>
                  </a:lnTo>
                  <a:lnTo>
                    <a:pt x="4705583" y="1412919"/>
                  </a:lnTo>
                  <a:lnTo>
                    <a:pt x="4706251" y="1412919"/>
                  </a:lnTo>
                  <a:lnTo>
                    <a:pt x="4706919" y="1407339"/>
                  </a:lnTo>
                  <a:lnTo>
                    <a:pt x="4707587" y="1390598"/>
                  </a:lnTo>
                  <a:lnTo>
                    <a:pt x="4708255" y="1390598"/>
                  </a:lnTo>
                  <a:lnTo>
                    <a:pt x="4708923" y="1390598"/>
                  </a:lnTo>
                  <a:lnTo>
                    <a:pt x="4709591" y="1390598"/>
                  </a:lnTo>
                  <a:lnTo>
                    <a:pt x="4710259" y="1372741"/>
                  </a:lnTo>
                  <a:lnTo>
                    <a:pt x="4710927" y="1352652"/>
                  </a:lnTo>
                  <a:lnTo>
                    <a:pt x="4711595" y="1357117"/>
                  </a:lnTo>
                  <a:lnTo>
                    <a:pt x="4712263" y="1352652"/>
                  </a:lnTo>
                  <a:lnTo>
                    <a:pt x="4712932" y="1345956"/>
                  </a:lnTo>
                  <a:lnTo>
                    <a:pt x="4713600" y="1345956"/>
                  </a:lnTo>
                  <a:lnTo>
                    <a:pt x="4714268" y="1345956"/>
                  </a:lnTo>
                  <a:lnTo>
                    <a:pt x="4714936" y="1345956"/>
                  </a:lnTo>
                  <a:lnTo>
                    <a:pt x="4715604" y="1345956"/>
                  </a:lnTo>
                  <a:lnTo>
                    <a:pt x="4716272" y="1345956"/>
                  </a:lnTo>
                  <a:lnTo>
                    <a:pt x="4716940" y="1342608"/>
                  </a:lnTo>
                  <a:lnTo>
                    <a:pt x="4717608" y="1333679"/>
                  </a:lnTo>
                  <a:lnTo>
                    <a:pt x="4718276" y="1314707"/>
                  </a:lnTo>
                  <a:lnTo>
                    <a:pt x="4718944" y="1301314"/>
                  </a:lnTo>
                  <a:lnTo>
                    <a:pt x="4719612" y="1301314"/>
                  </a:lnTo>
                  <a:lnTo>
                    <a:pt x="4720280" y="1319171"/>
                  </a:lnTo>
                  <a:lnTo>
                    <a:pt x="4720948" y="1339260"/>
                  </a:lnTo>
                  <a:lnTo>
                    <a:pt x="4721616" y="1345956"/>
                  </a:lnTo>
                  <a:lnTo>
                    <a:pt x="4722284" y="1361581"/>
                  </a:lnTo>
                  <a:lnTo>
                    <a:pt x="4722952" y="1368277"/>
                  </a:lnTo>
                  <a:lnTo>
                    <a:pt x="4723620" y="1368277"/>
                  </a:lnTo>
                  <a:lnTo>
                    <a:pt x="4724288" y="1368277"/>
                  </a:lnTo>
                  <a:lnTo>
                    <a:pt x="4724956" y="1368277"/>
                  </a:lnTo>
                  <a:lnTo>
                    <a:pt x="4725624" y="1368277"/>
                  </a:lnTo>
                  <a:lnTo>
                    <a:pt x="4726292" y="1368277"/>
                  </a:lnTo>
                  <a:lnTo>
                    <a:pt x="4726960" y="1377205"/>
                  </a:lnTo>
                  <a:lnTo>
                    <a:pt x="4727628" y="1402875"/>
                  </a:lnTo>
                  <a:lnTo>
                    <a:pt x="4728296" y="1421847"/>
                  </a:lnTo>
                  <a:lnTo>
                    <a:pt x="4728964" y="1435240"/>
                  </a:lnTo>
                  <a:lnTo>
                    <a:pt x="4729632" y="1435240"/>
                  </a:lnTo>
                  <a:lnTo>
                    <a:pt x="4730300" y="1435240"/>
                  </a:lnTo>
                  <a:lnTo>
                    <a:pt x="4730968" y="1435240"/>
                  </a:lnTo>
                  <a:lnTo>
                    <a:pt x="4731636" y="1435240"/>
                  </a:lnTo>
                  <a:lnTo>
                    <a:pt x="4732304" y="1435240"/>
                  </a:lnTo>
                  <a:lnTo>
                    <a:pt x="4732972" y="1435289"/>
                  </a:lnTo>
                  <a:lnTo>
                    <a:pt x="4733640" y="1435289"/>
                  </a:lnTo>
                  <a:lnTo>
                    <a:pt x="4734308" y="1435289"/>
                  </a:lnTo>
                  <a:lnTo>
                    <a:pt x="4734976" y="1435289"/>
                  </a:lnTo>
                  <a:lnTo>
                    <a:pt x="4735644" y="1435289"/>
                  </a:lnTo>
                  <a:lnTo>
                    <a:pt x="4736312" y="1435289"/>
                  </a:lnTo>
                  <a:lnTo>
                    <a:pt x="4736981" y="1435289"/>
                  </a:lnTo>
                  <a:lnTo>
                    <a:pt x="4737649" y="1435289"/>
                  </a:lnTo>
                  <a:lnTo>
                    <a:pt x="4738317" y="1435289"/>
                  </a:lnTo>
                  <a:lnTo>
                    <a:pt x="4738985" y="1435289"/>
                  </a:lnTo>
                  <a:lnTo>
                    <a:pt x="4739653" y="1435289"/>
                  </a:lnTo>
                  <a:lnTo>
                    <a:pt x="4740321" y="1435289"/>
                  </a:lnTo>
                  <a:lnTo>
                    <a:pt x="4740989" y="1435289"/>
                  </a:lnTo>
                  <a:lnTo>
                    <a:pt x="4741657" y="1435289"/>
                  </a:lnTo>
                  <a:lnTo>
                    <a:pt x="4742325" y="1435289"/>
                  </a:lnTo>
                  <a:lnTo>
                    <a:pt x="4742993" y="1435289"/>
                  </a:lnTo>
                  <a:lnTo>
                    <a:pt x="4743661" y="1435289"/>
                  </a:lnTo>
                  <a:lnTo>
                    <a:pt x="4744329" y="1424815"/>
                  </a:lnTo>
                  <a:lnTo>
                    <a:pt x="4744997" y="1409662"/>
                  </a:lnTo>
                  <a:lnTo>
                    <a:pt x="4745665" y="1400092"/>
                  </a:lnTo>
                  <a:lnTo>
                    <a:pt x="4746333" y="1380335"/>
                  </a:lnTo>
                  <a:lnTo>
                    <a:pt x="4747001" y="1345860"/>
                  </a:lnTo>
                  <a:lnTo>
                    <a:pt x="4747669" y="1321935"/>
                  </a:lnTo>
                  <a:lnTo>
                    <a:pt x="4748337" y="1339062"/>
                  </a:lnTo>
                  <a:lnTo>
                    <a:pt x="4749005" y="1327431"/>
                  </a:lnTo>
                  <a:lnTo>
                    <a:pt x="4749673" y="1341167"/>
                  </a:lnTo>
                  <a:lnTo>
                    <a:pt x="4750341" y="1341167"/>
                  </a:lnTo>
                  <a:lnTo>
                    <a:pt x="4751009" y="1354272"/>
                  </a:lnTo>
                  <a:lnTo>
                    <a:pt x="4751677" y="1354904"/>
                  </a:lnTo>
                  <a:lnTo>
                    <a:pt x="4752345" y="1366913"/>
                  </a:lnTo>
                  <a:lnTo>
                    <a:pt x="4753013" y="1366913"/>
                  </a:lnTo>
                  <a:lnTo>
                    <a:pt x="4753681" y="1371337"/>
                  </a:lnTo>
                  <a:lnTo>
                    <a:pt x="4754349" y="1371969"/>
                  </a:lnTo>
                  <a:lnTo>
                    <a:pt x="4755017" y="1368177"/>
                  </a:lnTo>
                  <a:lnTo>
                    <a:pt x="4755685" y="1385958"/>
                  </a:lnTo>
                  <a:lnTo>
                    <a:pt x="4756353" y="1392501"/>
                  </a:lnTo>
                  <a:lnTo>
                    <a:pt x="4757021" y="1412725"/>
                  </a:lnTo>
                  <a:lnTo>
                    <a:pt x="4757689" y="1411156"/>
                  </a:lnTo>
                  <a:lnTo>
                    <a:pt x="4758357" y="1417476"/>
                  </a:lnTo>
                  <a:lnTo>
                    <a:pt x="4759025" y="1419625"/>
                  </a:lnTo>
                  <a:lnTo>
                    <a:pt x="4759693" y="1421637"/>
                  </a:lnTo>
                  <a:lnTo>
                    <a:pt x="4760361" y="1411357"/>
                  </a:lnTo>
                  <a:lnTo>
                    <a:pt x="4761029" y="1393712"/>
                  </a:lnTo>
                  <a:lnTo>
                    <a:pt x="4761698" y="1393712"/>
                  </a:lnTo>
                  <a:lnTo>
                    <a:pt x="4762366" y="1393712"/>
                  </a:lnTo>
                  <a:lnTo>
                    <a:pt x="4763034" y="1393712"/>
                  </a:lnTo>
                  <a:lnTo>
                    <a:pt x="4763702" y="1397699"/>
                  </a:lnTo>
                  <a:lnTo>
                    <a:pt x="4764370" y="1415297"/>
                  </a:lnTo>
                  <a:lnTo>
                    <a:pt x="4765038" y="1420823"/>
                  </a:lnTo>
                  <a:lnTo>
                    <a:pt x="4765706" y="1414917"/>
                  </a:lnTo>
                  <a:lnTo>
                    <a:pt x="4766374" y="1403991"/>
                  </a:lnTo>
                  <a:lnTo>
                    <a:pt x="4767042" y="1416267"/>
                  </a:lnTo>
                  <a:lnTo>
                    <a:pt x="4767710" y="1435240"/>
                  </a:lnTo>
                  <a:lnTo>
                    <a:pt x="4768378" y="1435240"/>
                  </a:lnTo>
                  <a:lnTo>
                    <a:pt x="4769046" y="1435240"/>
                  </a:lnTo>
                  <a:lnTo>
                    <a:pt x="4769714" y="1435240"/>
                  </a:lnTo>
                  <a:lnTo>
                    <a:pt x="4770382" y="1435240"/>
                  </a:lnTo>
                  <a:lnTo>
                    <a:pt x="4771050" y="1435240"/>
                  </a:lnTo>
                  <a:lnTo>
                    <a:pt x="4771718" y="1435240"/>
                  </a:lnTo>
                  <a:lnTo>
                    <a:pt x="4772386" y="1435240"/>
                  </a:lnTo>
                  <a:lnTo>
                    <a:pt x="4773054" y="1435240"/>
                  </a:lnTo>
                  <a:lnTo>
                    <a:pt x="4773722" y="1435240"/>
                  </a:lnTo>
                  <a:lnTo>
                    <a:pt x="4774390" y="1435240"/>
                  </a:lnTo>
                  <a:lnTo>
                    <a:pt x="4775058" y="1435240"/>
                  </a:lnTo>
                  <a:lnTo>
                    <a:pt x="4775726" y="1435240"/>
                  </a:lnTo>
                  <a:lnTo>
                    <a:pt x="4776394" y="1435240"/>
                  </a:lnTo>
                  <a:lnTo>
                    <a:pt x="4777062" y="1435240"/>
                  </a:lnTo>
                  <a:lnTo>
                    <a:pt x="4777730" y="1435240"/>
                  </a:lnTo>
                  <a:lnTo>
                    <a:pt x="4778398" y="1435240"/>
                  </a:lnTo>
                  <a:lnTo>
                    <a:pt x="4779066" y="1435240"/>
                  </a:lnTo>
                  <a:lnTo>
                    <a:pt x="4779734" y="1435240"/>
                  </a:lnTo>
                  <a:lnTo>
                    <a:pt x="4780402" y="1435240"/>
                  </a:lnTo>
                  <a:lnTo>
                    <a:pt x="4781070" y="1435289"/>
                  </a:lnTo>
                  <a:lnTo>
                    <a:pt x="4781738" y="1435289"/>
                  </a:lnTo>
                  <a:lnTo>
                    <a:pt x="4782406" y="1435289"/>
                  </a:lnTo>
                  <a:lnTo>
                    <a:pt x="4783074" y="1435289"/>
                  </a:lnTo>
                  <a:lnTo>
                    <a:pt x="4783742" y="1435289"/>
                  </a:lnTo>
                  <a:lnTo>
                    <a:pt x="4784410" y="1435289"/>
                  </a:lnTo>
                  <a:lnTo>
                    <a:pt x="4785078" y="1435289"/>
                  </a:lnTo>
                  <a:lnTo>
                    <a:pt x="4785746" y="1435289"/>
                  </a:lnTo>
                  <a:lnTo>
                    <a:pt x="4786415" y="1435289"/>
                  </a:lnTo>
                  <a:lnTo>
                    <a:pt x="4787083" y="1435289"/>
                  </a:lnTo>
                  <a:lnTo>
                    <a:pt x="4787751" y="1435289"/>
                  </a:lnTo>
                  <a:lnTo>
                    <a:pt x="4788419" y="1435289"/>
                  </a:lnTo>
                  <a:lnTo>
                    <a:pt x="4789087" y="1435289"/>
                  </a:lnTo>
                  <a:lnTo>
                    <a:pt x="4789755" y="1435289"/>
                  </a:lnTo>
                  <a:lnTo>
                    <a:pt x="4790423" y="1435289"/>
                  </a:lnTo>
                  <a:lnTo>
                    <a:pt x="4791091" y="1435289"/>
                  </a:lnTo>
                  <a:lnTo>
                    <a:pt x="4791759" y="1435289"/>
                  </a:lnTo>
                  <a:lnTo>
                    <a:pt x="4792427" y="1435289"/>
                  </a:lnTo>
                  <a:lnTo>
                    <a:pt x="4793095" y="1435240"/>
                  </a:lnTo>
                  <a:lnTo>
                    <a:pt x="4793763" y="1435240"/>
                  </a:lnTo>
                  <a:lnTo>
                    <a:pt x="4794431" y="1435240"/>
                  </a:lnTo>
                  <a:lnTo>
                    <a:pt x="4795099" y="1435240"/>
                  </a:lnTo>
                  <a:lnTo>
                    <a:pt x="4795767" y="1435240"/>
                  </a:lnTo>
                  <a:lnTo>
                    <a:pt x="4796435" y="1435240"/>
                  </a:lnTo>
                  <a:lnTo>
                    <a:pt x="4797103" y="1424080"/>
                  </a:lnTo>
                  <a:lnTo>
                    <a:pt x="4797771" y="1406223"/>
                  </a:lnTo>
                  <a:lnTo>
                    <a:pt x="4798439" y="1390598"/>
                  </a:lnTo>
                  <a:lnTo>
                    <a:pt x="4799107" y="1422655"/>
                  </a:lnTo>
                  <a:lnTo>
                    <a:pt x="4799775" y="1435289"/>
                  </a:lnTo>
                  <a:lnTo>
                    <a:pt x="4800443" y="1435289"/>
                  </a:lnTo>
                  <a:lnTo>
                    <a:pt x="4801111" y="1435289"/>
                  </a:lnTo>
                  <a:lnTo>
                    <a:pt x="4801779" y="1435289"/>
                  </a:lnTo>
                  <a:lnTo>
                    <a:pt x="4802447" y="1435289"/>
                  </a:lnTo>
                  <a:lnTo>
                    <a:pt x="4803115" y="1435289"/>
                  </a:lnTo>
                  <a:lnTo>
                    <a:pt x="4803783" y="1435289"/>
                  </a:lnTo>
                  <a:lnTo>
                    <a:pt x="4804451" y="1435289"/>
                  </a:lnTo>
                  <a:lnTo>
                    <a:pt x="4805119" y="1435289"/>
                  </a:lnTo>
                  <a:lnTo>
                    <a:pt x="4805787" y="1435289"/>
                  </a:lnTo>
                  <a:lnTo>
                    <a:pt x="4806455" y="1435289"/>
                  </a:lnTo>
                  <a:lnTo>
                    <a:pt x="4807123" y="1435289"/>
                  </a:lnTo>
                  <a:lnTo>
                    <a:pt x="4807791" y="1435289"/>
                  </a:lnTo>
                  <a:lnTo>
                    <a:pt x="4808459" y="1435289"/>
                  </a:lnTo>
                  <a:lnTo>
                    <a:pt x="4809127" y="1435289"/>
                  </a:lnTo>
                  <a:lnTo>
                    <a:pt x="4809795" y="1435289"/>
                  </a:lnTo>
                  <a:lnTo>
                    <a:pt x="4810463" y="1435240"/>
                  </a:lnTo>
                  <a:lnTo>
                    <a:pt x="4811132" y="1435240"/>
                  </a:lnTo>
                  <a:lnTo>
                    <a:pt x="4811800" y="1435240"/>
                  </a:lnTo>
                  <a:lnTo>
                    <a:pt x="4812468" y="1435240"/>
                  </a:lnTo>
                  <a:lnTo>
                    <a:pt x="4813136" y="1435240"/>
                  </a:lnTo>
                  <a:lnTo>
                    <a:pt x="4813804" y="1435240"/>
                  </a:lnTo>
                  <a:lnTo>
                    <a:pt x="4814472" y="1435240"/>
                  </a:lnTo>
                  <a:lnTo>
                    <a:pt x="4815140" y="1435240"/>
                  </a:lnTo>
                  <a:lnTo>
                    <a:pt x="4815808" y="1435240"/>
                  </a:lnTo>
                  <a:lnTo>
                    <a:pt x="4816476" y="1435240"/>
                  </a:lnTo>
                  <a:lnTo>
                    <a:pt x="4817144" y="1435240"/>
                  </a:lnTo>
                  <a:lnTo>
                    <a:pt x="4817812" y="1435240"/>
                  </a:lnTo>
                  <a:lnTo>
                    <a:pt x="4818480" y="1435240"/>
                  </a:lnTo>
                  <a:lnTo>
                    <a:pt x="4819148" y="1435240"/>
                  </a:lnTo>
                  <a:lnTo>
                    <a:pt x="4819816" y="1435240"/>
                  </a:lnTo>
                  <a:lnTo>
                    <a:pt x="4820484" y="1435240"/>
                  </a:lnTo>
                  <a:lnTo>
                    <a:pt x="4821152" y="1435240"/>
                  </a:lnTo>
                  <a:lnTo>
                    <a:pt x="4821820" y="1435240"/>
                  </a:lnTo>
                  <a:lnTo>
                    <a:pt x="4822488" y="1435240"/>
                  </a:lnTo>
                  <a:lnTo>
                    <a:pt x="4823156" y="1435240"/>
                  </a:lnTo>
                  <a:lnTo>
                    <a:pt x="4823824" y="1435240"/>
                  </a:lnTo>
                  <a:lnTo>
                    <a:pt x="4824492" y="1435240"/>
                  </a:lnTo>
                  <a:lnTo>
                    <a:pt x="4825160" y="1435240"/>
                  </a:lnTo>
                  <a:lnTo>
                    <a:pt x="4825828" y="1421847"/>
                  </a:lnTo>
                  <a:lnTo>
                    <a:pt x="4826496" y="1412919"/>
                  </a:lnTo>
                  <a:lnTo>
                    <a:pt x="4827164" y="1412919"/>
                  </a:lnTo>
                  <a:lnTo>
                    <a:pt x="4827832" y="1391714"/>
                  </a:lnTo>
                  <a:lnTo>
                    <a:pt x="4828500" y="1390598"/>
                  </a:lnTo>
                  <a:lnTo>
                    <a:pt x="4829168" y="1390598"/>
                  </a:lnTo>
                  <a:lnTo>
                    <a:pt x="4829836" y="1390598"/>
                  </a:lnTo>
                  <a:lnTo>
                    <a:pt x="4830504" y="1390598"/>
                  </a:lnTo>
                  <a:lnTo>
                    <a:pt x="4831172" y="1387250"/>
                  </a:lnTo>
                  <a:lnTo>
                    <a:pt x="4831840" y="1395636"/>
                  </a:lnTo>
                  <a:lnTo>
                    <a:pt x="4832508" y="1397553"/>
                  </a:lnTo>
                  <a:lnTo>
                    <a:pt x="4833176" y="1424529"/>
                  </a:lnTo>
                  <a:lnTo>
                    <a:pt x="4833844" y="1424529"/>
                  </a:lnTo>
                  <a:lnTo>
                    <a:pt x="4834512" y="1425612"/>
                  </a:lnTo>
                  <a:lnTo>
                    <a:pt x="4835181" y="1435289"/>
                  </a:lnTo>
                  <a:lnTo>
                    <a:pt x="4835849" y="1435289"/>
                  </a:lnTo>
                  <a:lnTo>
                    <a:pt x="4836517" y="1435289"/>
                  </a:lnTo>
                  <a:lnTo>
                    <a:pt x="4837185" y="1435289"/>
                  </a:lnTo>
                  <a:lnTo>
                    <a:pt x="4837853" y="1435289"/>
                  </a:lnTo>
                  <a:lnTo>
                    <a:pt x="4838521" y="1435289"/>
                  </a:lnTo>
                  <a:lnTo>
                    <a:pt x="4839189" y="1425703"/>
                  </a:lnTo>
                  <a:lnTo>
                    <a:pt x="4839857" y="1411357"/>
                  </a:lnTo>
                  <a:lnTo>
                    <a:pt x="4840525" y="1411357"/>
                  </a:lnTo>
                  <a:lnTo>
                    <a:pt x="4841193" y="1413509"/>
                  </a:lnTo>
                  <a:lnTo>
                    <a:pt x="4841861" y="1411689"/>
                  </a:lnTo>
                  <a:lnTo>
                    <a:pt x="4842529" y="1396588"/>
                  </a:lnTo>
                  <a:lnTo>
                    <a:pt x="4843197" y="1376317"/>
                  </a:lnTo>
                  <a:lnTo>
                    <a:pt x="4843865" y="1371687"/>
                  </a:lnTo>
                  <a:lnTo>
                    <a:pt x="4844533" y="1347058"/>
                  </a:lnTo>
                  <a:lnTo>
                    <a:pt x="4845201" y="1340349"/>
                  </a:lnTo>
                  <a:lnTo>
                    <a:pt x="4845869" y="1337792"/>
                  </a:lnTo>
                  <a:lnTo>
                    <a:pt x="4846537" y="1302430"/>
                  </a:lnTo>
                  <a:lnTo>
                    <a:pt x="4847205" y="1323635"/>
                  </a:lnTo>
                  <a:lnTo>
                    <a:pt x="4847873" y="1323635"/>
                  </a:lnTo>
                  <a:lnTo>
                    <a:pt x="4848541" y="1330331"/>
                  </a:lnTo>
                  <a:lnTo>
                    <a:pt x="4849209" y="1368277"/>
                  </a:lnTo>
                  <a:lnTo>
                    <a:pt x="4849877" y="1390598"/>
                  </a:lnTo>
                  <a:lnTo>
                    <a:pt x="4850545" y="1390598"/>
                  </a:lnTo>
                  <a:lnTo>
                    <a:pt x="4851213" y="1390598"/>
                  </a:lnTo>
                  <a:lnTo>
                    <a:pt x="4851881" y="1411803"/>
                  </a:lnTo>
                  <a:lnTo>
                    <a:pt x="4852549" y="1435240"/>
                  </a:lnTo>
                  <a:lnTo>
                    <a:pt x="4853217" y="1435240"/>
                  </a:lnTo>
                  <a:lnTo>
                    <a:pt x="4853885" y="1435240"/>
                  </a:lnTo>
                  <a:lnTo>
                    <a:pt x="4854553" y="1435240"/>
                  </a:lnTo>
                  <a:lnTo>
                    <a:pt x="4855221" y="1435240"/>
                  </a:lnTo>
                  <a:lnTo>
                    <a:pt x="4855889" y="1435240"/>
                  </a:lnTo>
                  <a:lnTo>
                    <a:pt x="4856557" y="1435240"/>
                  </a:lnTo>
                  <a:lnTo>
                    <a:pt x="4857225" y="1435240"/>
                  </a:lnTo>
                  <a:lnTo>
                    <a:pt x="4857893" y="1435240"/>
                  </a:lnTo>
                  <a:lnTo>
                    <a:pt x="4858561" y="1435240"/>
                  </a:lnTo>
                  <a:lnTo>
                    <a:pt x="4859229" y="1435240"/>
                  </a:lnTo>
                  <a:lnTo>
                    <a:pt x="4859898" y="1435240"/>
                  </a:lnTo>
                  <a:lnTo>
                    <a:pt x="4860566" y="1435240"/>
                  </a:lnTo>
                  <a:lnTo>
                    <a:pt x="4861234" y="1435240"/>
                  </a:lnTo>
                  <a:lnTo>
                    <a:pt x="4861902" y="1435240"/>
                  </a:lnTo>
                  <a:lnTo>
                    <a:pt x="4862570" y="1435240"/>
                  </a:lnTo>
                  <a:lnTo>
                    <a:pt x="4863238" y="1435240"/>
                  </a:lnTo>
                  <a:lnTo>
                    <a:pt x="4863906" y="1435240"/>
                  </a:lnTo>
                  <a:lnTo>
                    <a:pt x="4864574" y="1420731"/>
                  </a:lnTo>
                  <a:lnTo>
                    <a:pt x="4865242" y="1391714"/>
                  </a:lnTo>
                  <a:lnTo>
                    <a:pt x="4865910" y="1386134"/>
                  </a:lnTo>
                  <a:lnTo>
                    <a:pt x="4866578" y="1363813"/>
                  </a:lnTo>
                  <a:lnTo>
                    <a:pt x="4867246" y="1375391"/>
                  </a:lnTo>
                  <a:lnTo>
                    <a:pt x="4867914" y="1359417"/>
                  </a:lnTo>
                  <a:lnTo>
                    <a:pt x="4868582" y="1367713"/>
                  </a:lnTo>
                  <a:lnTo>
                    <a:pt x="4869250" y="1367713"/>
                  </a:lnTo>
                  <a:lnTo>
                    <a:pt x="4869918" y="1367713"/>
                  </a:lnTo>
                  <a:lnTo>
                    <a:pt x="4870586" y="1367713"/>
                  </a:lnTo>
                  <a:lnTo>
                    <a:pt x="4871254" y="1367713"/>
                  </a:lnTo>
                  <a:lnTo>
                    <a:pt x="4871922" y="1367713"/>
                  </a:lnTo>
                  <a:lnTo>
                    <a:pt x="4872590" y="1367713"/>
                  </a:lnTo>
                  <a:lnTo>
                    <a:pt x="4873258" y="1367713"/>
                  </a:lnTo>
                  <a:lnTo>
                    <a:pt x="4873926" y="1364966"/>
                  </a:lnTo>
                  <a:lnTo>
                    <a:pt x="4874594" y="1361303"/>
                  </a:lnTo>
                  <a:lnTo>
                    <a:pt x="4875262" y="1385111"/>
                  </a:lnTo>
                  <a:lnTo>
                    <a:pt x="4875930" y="1389690"/>
                  </a:lnTo>
                  <a:lnTo>
                    <a:pt x="4876598" y="1408004"/>
                  </a:lnTo>
                  <a:lnTo>
                    <a:pt x="4877266" y="1417575"/>
                  </a:lnTo>
                  <a:lnTo>
                    <a:pt x="4877934" y="1435289"/>
                  </a:lnTo>
                  <a:lnTo>
                    <a:pt x="4878602" y="1412919"/>
                  </a:lnTo>
                  <a:lnTo>
                    <a:pt x="4879270" y="1412919"/>
                  </a:lnTo>
                  <a:lnTo>
                    <a:pt x="4879938" y="1412919"/>
                  </a:lnTo>
                  <a:lnTo>
                    <a:pt x="4880606" y="1412919"/>
                  </a:lnTo>
                  <a:lnTo>
                    <a:pt x="4881274" y="1412919"/>
                  </a:lnTo>
                  <a:lnTo>
                    <a:pt x="4881942" y="1412919"/>
                  </a:lnTo>
                  <a:lnTo>
                    <a:pt x="4882610" y="1412919"/>
                  </a:lnTo>
                  <a:lnTo>
                    <a:pt x="4883278" y="1412919"/>
                  </a:lnTo>
                  <a:lnTo>
                    <a:pt x="4883946" y="1435289"/>
                  </a:lnTo>
                  <a:lnTo>
                    <a:pt x="4884615" y="1435289"/>
                  </a:lnTo>
                  <a:lnTo>
                    <a:pt x="4885283" y="1435289"/>
                  </a:lnTo>
                  <a:lnTo>
                    <a:pt x="4885951" y="1435289"/>
                  </a:lnTo>
                  <a:lnTo>
                    <a:pt x="4886619" y="1435289"/>
                  </a:lnTo>
                  <a:lnTo>
                    <a:pt x="4887287" y="1435289"/>
                  </a:lnTo>
                  <a:lnTo>
                    <a:pt x="4887955" y="1435289"/>
                  </a:lnTo>
                  <a:lnTo>
                    <a:pt x="4888623" y="1435289"/>
                  </a:lnTo>
                  <a:lnTo>
                    <a:pt x="4889291" y="1435289"/>
                  </a:lnTo>
                  <a:lnTo>
                    <a:pt x="4889959" y="1435289"/>
                  </a:lnTo>
                  <a:lnTo>
                    <a:pt x="4890627" y="1435289"/>
                  </a:lnTo>
                  <a:lnTo>
                    <a:pt x="4891295" y="1435289"/>
                  </a:lnTo>
                  <a:lnTo>
                    <a:pt x="4891963" y="1435289"/>
                  </a:lnTo>
                  <a:lnTo>
                    <a:pt x="4892631" y="1435289"/>
                  </a:lnTo>
                  <a:lnTo>
                    <a:pt x="4893299" y="1435289"/>
                  </a:lnTo>
                  <a:lnTo>
                    <a:pt x="4893967" y="1435289"/>
                  </a:lnTo>
                  <a:lnTo>
                    <a:pt x="4894635" y="1435289"/>
                  </a:lnTo>
                  <a:lnTo>
                    <a:pt x="4895303" y="1435289"/>
                  </a:lnTo>
                  <a:lnTo>
                    <a:pt x="4895971" y="1435289"/>
                  </a:lnTo>
                  <a:lnTo>
                    <a:pt x="4896639" y="1407339"/>
                  </a:lnTo>
                  <a:lnTo>
                    <a:pt x="4897307" y="1390598"/>
                  </a:lnTo>
                  <a:lnTo>
                    <a:pt x="4897975" y="1390598"/>
                  </a:lnTo>
                  <a:lnTo>
                    <a:pt x="4898643" y="1390598"/>
                  </a:lnTo>
                  <a:lnTo>
                    <a:pt x="4899311" y="1390598"/>
                  </a:lnTo>
                  <a:lnTo>
                    <a:pt x="4899979" y="1390598"/>
                  </a:lnTo>
                  <a:lnTo>
                    <a:pt x="4900647" y="1390598"/>
                  </a:lnTo>
                  <a:lnTo>
                    <a:pt x="4901315" y="1390598"/>
                  </a:lnTo>
                  <a:lnTo>
                    <a:pt x="4901983" y="1390598"/>
                  </a:lnTo>
                  <a:lnTo>
                    <a:pt x="4902651" y="1390598"/>
                  </a:lnTo>
                  <a:lnTo>
                    <a:pt x="4903319" y="1390598"/>
                  </a:lnTo>
                  <a:lnTo>
                    <a:pt x="4903987" y="1390598"/>
                  </a:lnTo>
                  <a:lnTo>
                    <a:pt x="4904655" y="1390598"/>
                  </a:lnTo>
                  <a:lnTo>
                    <a:pt x="4905323" y="1390598"/>
                  </a:lnTo>
                  <a:lnTo>
                    <a:pt x="4905991" y="1401759"/>
                  </a:lnTo>
                  <a:lnTo>
                    <a:pt x="4906659" y="1418499"/>
                  </a:lnTo>
                  <a:lnTo>
                    <a:pt x="4907327" y="1435240"/>
                  </a:lnTo>
                  <a:lnTo>
                    <a:pt x="4907995" y="1435240"/>
                  </a:lnTo>
                  <a:lnTo>
                    <a:pt x="4908663" y="1435240"/>
                  </a:lnTo>
                  <a:lnTo>
                    <a:pt x="4909332" y="1435240"/>
                  </a:lnTo>
                  <a:lnTo>
                    <a:pt x="4910000" y="1435240"/>
                  </a:lnTo>
                  <a:lnTo>
                    <a:pt x="4910668" y="1435240"/>
                  </a:lnTo>
                  <a:lnTo>
                    <a:pt x="4911336" y="1435240"/>
                  </a:lnTo>
                  <a:lnTo>
                    <a:pt x="4912004" y="1435240"/>
                  </a:lnTo>
                  <a:lnTo>
                    <a:pt x="4912672" y="1435240"/>
                  </a:lnTo>
                  <a:lnTo>
                    <a:pt x="4913340" y="1435240"/>
                  </a:lnTo>
                  <a:lnTo>
                    <a:pt x="4914008" y="1435240"/>
                  </a:lnTo>
                  <a:lnTo>
                    <a:pt x="4914676" y="1435240"/>
                  </a:lnTo>
                  <a:lnTo>
                    <a:pt x="4915344" y="1435240"/>
                  </a:lnTo>
                  <a:lnTo>
                    <a:pt x="4916012" y="1435240"/>
                  </a:lnTo>
                  <a:lnTo>
                    <a:pt x="4916680" y="1435240"/>
                  </a:lnTo>
                  <a:lnTo>
                    <a:pt x="4917348" y="1435240"/>
                  </a:lnTo>
                  <a:lnTo>
                    <a:pt x="4918016" y="1429660"/>
                  </a:lnTo>
                  <a:lnTo>
                    <a:pt x="4918684" y="1391714"/>
                  </a:lnTo>
                  <a:lnTo>
                    <a:pt x="4919352" y="1368277"/>
                  </a:lnTo>
                  <a:lnTo>
                    <a:pt x="4920020" y="1368277"/>
                  </a:lnTo>
                  <a:lnTo>
                    <a:pt x="4920688" y="1368277"/>
                  </a:lnTo>
                  <a:lnTo>
                    <a:pt x="4921356" y="1368277"/>
                  </a:lnTo>
                  <a:lnTo>
                    <a:pt x="4922024" y="1368277"/>
                  </a:lnTo>
                  <a:lnTo>
                    <a:pt x="4922692" y="1350420"/>
                  </a:lnTo>
                  <a:lnTo>
                    <a:pt x="4923360" y="1345956"/>
                  </a:lnTo>
                  <a:lnTo>
                    <a:pt x="4924028" y="1345956"/>
                  </a:lnTo>
                  <a:lnTo>
                    <a:pt x="4924696" y="1345956"/>
                  </a:lnTo>
                  <a:lnTo>
                    <a:pt x="4925364" y="1345956"/>
                  </a:lnTo>
                  <a:lnTo>
                    <a:pt x="4926032" y="1345956"/>
                  </a:lnTo>
                  <a:lnTo>
                    <a:pt x="4926700" y="1376355"/>
                  </a:lnTo>
                  <a:lnTo>
                    <a:pt x="4927368" y="1378485"/>
                  </a:lnTo>
                  <a:lnTo>
                    <a:pt x="4928036" y="1383252"/>
                  </a:lnTo>
                  <a:lnTo>
                    <a:pt x="4928704" y="1415668"/>
                  </a:lnTo>
                  <a:lnTo>
                    <a:pt x="4929372" y="1435289"/>
                  </a:lnTo>
                  <a:lnTo>
                    <a:pt x="4930040" y="1435289"/>
                  </a:lnTo>
                  <a:lnTo>
                    <a:pt x="4930708" y="1435289"/>
                  </a:lnTo>
                  <a:lnTo>
                    <a:pt x="4931376" y="1435289"/>
                  </a:lnTo>
                  <a:lnTo>
                    <a:pt x="4932044" y="1435289"/>
                  </a:lnTo>
                  <a:lnTo>
                    <a:pt x="4932712" y="1435289"/>
                  </a:lnTo>
                  <a:lnTo>
                    <a:pt x="4933381" y="1435289"/>
                  </a:lnTo>
                  <a:lnTo>
                    <a:pt x="4934049" y="1435289"/>
                  </a:lnTo>
                  <a:lnTo>
                    <a:pt x="4934717" y="1435289"/>
                  </a:lnTo>
                  <a:lnTo>
                    <a:pt x="4935385" y="1435289"/>
                  </a:lnTo>
                  <a:lnTo>
                    <a:pt x="4936053" y="1435289"/>
                  </a:lnTo>
                  <a:lnTo>
                    <a:pt x="4936721" y="1435289"/>
                  </a:lnTo>
                  <a:lnTo>
                    <a:pt x="4937389" y="1435289"/>
                  </a:lnTo>
                  <a:lnTo>
                    <a:pt x="4938057" y="1435289"/>
                  </a:lnTo>
                  <a:lnTo>
                    <a:pt x="4938725" y="1435289"/>
                  </a:lnTo>
                  <a:lnTo>
                    <a:pt x="4939393" y="1435289"/>
                  </a:lnTo>
                  <a:lnTo>
                    <a:pt x="4940061" y="1435289"/>
                  </a:lnTo>
                  <a:lnTo>
                    <a:pt x="4940729" y="1435289"/>
                  </a:lnTo>
                  <a:lnTo>
                    <a:pt x="4941397" y="1435289"/>
                  </a:lnTo>
                  <a:lnTo>
                    <a:pt x="4942065" y="1435289"/>
                  </a:lnTo>
                  <a:lnTo>
                    <a:pt x="4942733" y="1435289"/>
                  </a:lnTo>
                  <a:lnTo>
                    <a:pt x="4943401" y="1432673"/>
                  </a:lnTo>
                  <a:lnTo>
                    <a:pt x="4944069" y="1435289"/>
                  </a:lnTo>
                  <a:lnTo>
                    <a:pt x="4944737" y="1435289"/>
                  </a:lnTo>
                  <a:lnTo>
                    <a:pt x="4945405" y="1435289"/>
                  </a:lnTo>
                  <a:lnTo>
                    <a:pt x="4946073" y="1435289"/>
                  </a:lnTo>
                  <a:lnTo>
                    <a:pt x="4946741" y="1435289"/>
                  </a:lnTo>
                  <a:lnTo>
                    <a:pt x="4947409" y="1435289"/>
                  </a:lnTo>
                  <a:lnTo>
                    <a:pt x="4948077" y="1435289"/>
                  </a:lnTo>
                  <a:lnTo>
                    <a:pt x="4948745" y="1435289"/>
                  </a:lnTo>
                  <a:lnTo>
                    <a:pt x="4949413" y="1435289"/>
                  </a:lnTo>
                  <a:lnTo>
                    <a:pt x="4950081" y="1435289"/>
                  </a:lnTo>
                  <a:lnTo>
                    <a:pt x="4950749" y="1435289"/>
                  </a:lnTo>
                  <a:lnTo>
                    <a:pt x="4951417" y="1435289"/>
                  </a:lnTo>
                  <a:lnTo>
                    <a:pt x="4952085" y="1435289"/>
                  </a:lnTo>
                  <a:lnTo>
                    <a:pt x="4952753" y="1434385"/>
                  </a:lnTo>
                  <a:lnTo>
                    <a:pt x="4953421" y="1435289"/>
                  </a:lnTo>
                  <a:lnTo>
                    <a:pt x="4954089" y="1434172"/>
                  </a:lnTo>
                  <a:lnTo>
                    <a:pt x="4954757" y="1424529"/>
                  </a:lnTo>
                  <a:lnTo>
                    <a:pt x="4955425" y="1416042"/>
                  </a:lnTo>
                  <a:lnTo>
                    <a:pt x="4956093" y="1409662"/>
                  </a:lnTo>
                  <a:lnTo>
                    <a:pt x="4956761" y="1409662"/>
                  </a:lnTo>
                  <a:lnTo>
                    <a:pt x="4957429" y="1412055"/>
                  </a:lnTo>
                  <a:lnTo>
                    <a:pt x="4958098" y="1418101"/>
                  </a:lnTo>
                  <a:lnTo>
                    <a:pt x="4958766" y="1408458"/>
                  </a:lnTo>
                  <a:lnTo>
                    <a:pt x="4959434" y="1388144"/>
                  </a:lnTo>
                  <a:lnTo>
                    <a:pt x="4960102" y="1367713"/>
                  </a:lnTo>
                  <a:lnTo>
                    <a:pt x="4960770" y="1367713"/>
                  </a:lnTo>
                  <a:lnTo>
                    <a:pt x="4961438" y="1354893"/>
                  </a:lnTo>
                  <a:lnTo>
                    <a:pt x="4962106" y="1349399"/>
                  </a:lnTo>
                  <a:lnTo>
                    <a:pt x="4962774" y="1364966"/>
                  </a:lnTo>
                  <a:lnTo>
                    <a:pt x="4963442" y="1367713"/>
                  </a:lnTo>
                  <a:lnTo>
                    <a:pt x="4964110" y="1367044"/>
                  </a:lnTo>
                  <a:lnTo>
                    <a:pt x="4964778" y="1375335"/>
                  </a:lnTo>
                  <a:lnTo>
                    <a:pt x="4965446" y="1389926"/>
                  </a:lnTo>
                  <a:lnTo>
                    <a:pt x="4966114" y="1397553"/>
                  </a:lnTo>
                  <a:lnTo>
                    <a:pt x="4966782" y="1404341"/>
                  </a:lnTo>
                  <a:lnTo>
                    <a:pt x="4967450" y="1404341"/>
                  </a:lnTo>
                  <a:lnTo>
                    <a:pt x="4968118" y="1411666"/>
                  </a:lnTo>
                  <a:lnTo>
                    <a:pt x="4968786" y="1422655"/>
                  </a:lnTo>
                  <a:lnTo>
                    <a:pt x="4969454" y="1435289"/>
                  </a:lnTo>
                  <a:lnTo>
                    <a:pt x="4970122" y="1435289"/>
                  </a:lnTo>
                  <a:lnTo>
                    <a:pt x="4970790" y="1435289"/>
                  </a:lnTo>
                  <a:lnTo>
                    <a:pt x="4971458" y="1435289"/>
                  </a:lnTo>
                  <a:lnTo>
                    <a:pt x="4972126" y="1435289"/>
                  </a:lnTo>
                  <a:lnTo>
                    <a:pt x="4972794" y="1435289"/>
                  </a:lnTo>
                  <a:lnTo>
                    <a:pt x="4973462" y="1435289"/>
                  </a:lnTo>
                  <a:lnTo>
                    <a:pt x="4974130" y="1435289"/>
                  </a:lnTo>
                  <a:lnTo>
                    <a:pt x="4974798" y="1435289"/>
                  </a:lnTo>
                  <a:lnTo>
                    <a:pt x="4975466" y="1435289"/>
                  </a:lnTo>
                  <a:lnTo>
                    <a:pt x="4976134" y="1434198"/>
                  </a:lnTo>
                  <a:lnTo>
                    <a:pt x="4976802" y="1387250"/>
                  </a:lnTo>
                  <a:lnTo>
                    <a:pt x="4977470" y="1368277"/>
                  </a:lnTo>
                  <a:lnTo>
                    <a:pt x="4978138" y="1368277"/>
                  </a:lnTo>
                  <a:lnTo>
                    <a:pt x="4978806" y="1368277"/>
                  </a:lnTo>
                  <a:lnTo>
                    <a:pt x="4979474" y="1368277"/>
                  </a:lnTo>
                  <a:lnTo>
                    <a:pt x="4980142" y="1368277"/>
                  </a:lnTo>
                  <a:lnTo>
                    <a:pt x="4980810" y="1394718"/>
                  </a:lnTo>
                  <a:lnTo>
                    <a:pt x="4981478" y="1384206"/>
                  </a:lnTo>
                  <a:lnTo>
                    <a:pt x="4982146" y="1367713"/>
                  </a:lnTo>
                  <a:lnTo>
                    <a:pt x="4982815" y="1388144"/>
                  </a:lnTo>
                  <a:lnTo>
                    <a:pt x="4983483" y="1392388"/>
                  </a:lnTo>
                  <a:lnTo>
                    <a:pt x="4984151" y="1393712"/>
                  </a:lnTo>
                  <a:lnTo>
                    <a:pt x="4984819" y="1393712"/>
                  </a:lnTo>
                  <a:lnTo>
                    <a:pt x="4985487" y="1393712"/>
                  </a:lnTo>
                  <a:lnTo>
                    <a:pt x="4986155" y="1409662"/>
                  </a:lnTo>
                  <a:lnTo>
                    <a:pt x="4986823" y="1428005"/>
                  </a:lnTo>
                  <a:lnTo>
                    <a:pt x="4987491" y="1435289"/>
                  </a:lnTo>
                  <a:lnTo>
                    <a:pt x="4988159" y="1435289"/>
                  </a:lnTo>
                  <a:lnTo>
                    <a:pt x="4988827" y="1435289"/>
                  </a:lnTo>
                  <a:lnTo>
                    <a:pt x="4989495" y="1435289"/>
                  </a:lnTo>
                  <a:lnTo>
                    <a:pt x="4990163" y="1435289"/>
                  </a:lnTo>
                  <a:lnTo>
                    <a:pt x="4990831" y="1435289"/>
                  </a:lnTo>
                  <a:lnTo>
                    <a:pt x="4991499" y="1435289"/>
                  </a:lnTo>
                  <a:lnTo>
                    <a:pt x="4992167" y="1435289"/>
                  </a:lnTo>
                  <a:lnTo>
                    <a:pt x="4992835" y="1435289"/>
                  </a:lnTo>
                  <a:lnTo>
                    <a:pt x="4993503" y="1433484"/>
                  </a:lnTo>
                  <a:lnTo>
                    <a:pt x="4994171" y="1412919"/>
                  </a:lnTo>
                  <a:lnTo>
                    <a:pt x="4994839" y="1412919"/>
                  </a:lnTo>
                  <a:lnTo>
                    <a:pt x="4995507" y="1412919"/>
                  </a:lnTo>
                  <a:lnTo>
                    <a:pt x="4996175" y="1412919"/>
                  </a:lnTo>
                  <a:lnTo>
                    <a:pt x="4996843" y="1412919"/>
                  </a:lnTo>
                  <a:lnTo>
                    <a:pt x="4997511" y="1412919"/>
                  </a:lnTo>
                  <a:lnTo>
                    <a:pt x="4998179" y="1412919"/>
                  </a:lnTo>
                  <a:lnTo>
                    <a:pt x="4998847" y="1412919"/>
                  </a:lnTo>
                  <a:lnTo>
                    <a:pt x="4999515" y="1412919"/>
                  </a:lnTo>
                  <a:lnTo>
                    <a:pt x="5000183" y="1412919"/>
                  </a:lnTo>
                  <a:lnTo>
                    <a:pt x="5000851" y="1412919"/>
                  </a:lnTo>
                  <a:lnTo>
                    <a:pt x="5001519" y="1427428"/>
                  </a:lnTo>
                  <a:lnTo>
                    <a:pt x="5002187" y="1435240"/>
                  </a:lnTo>
                  <a:lnTo>
                    <a:pt x="5002855" y="1435240"/>
                  </a:lnTo>
                  <a:lnTo>
                    <a:pt x="5003523" y="1435240"/>
                  </a:lnTo>
                  <a:lnTo>
                    <a:pt x="5004191" y="1435240"/>
                  </a:lnTo>
                  <a:lnTo>
                    <a:pt x="5004859" y="1435289"/>
                  </a:lnTo>
                  <a:lnTo>
                    <a:pt x="5005527" y="1435289"/>
                  </a:lnTo>
                  <a:lnTo>
                    <a:pt x="5006195" y="1435289"/>
                  </a:lnTo>
                  <a:lnTo>
                    <a:pt x="5006863" y="1422116"/>
                  </a:lnTo>
                  <a:lnTo>
                    <a:pt x="5007532" y="1391461"/>
                  </a:lnTo>
                  <a:lnTo>
                    <a:pt x="5008200" y="1359328"/>
                  </a:lnTo>
                  <a:lnTo>
                    <a:pt x="5008868" y="1334207"/>
                  </a:lnTo>
                  <a:lnTo>
                    <a:pt x="5009536" y="1326474"/>
                  </a:lnTo>
                  <a:lnTo>
                    <a:pt x="5010204" y="1319336"/>
                  </a:lnTo>
                  <a:lnTo>
                    <a:pt x="5010872" y="1301491"/>
                  </a:lnTo>
                  <a:lnTo>
                    <a:pt x="5011540" y="1295543"/>
                  </a:lnTo>
                  <a:lnTo>
                    <a:pt x="5012208" y="1295543"/>
                  </a:lnTo>
                  <a:lnTo>
                    <a:pt x="5012876" y="1295543"/>
                  </a:lnTo>
                  <a:lnTo>
                    <a:pt x="5013544" y="1295543"/>
                  </a:lnTo>
                  <a:lnTo>
                    <a:pt x="5014212" y="1295543"/>
                  </a:lnTo>
                  <a:lnTo>
                    <a:pt x="5014880" y="1302681"/>
                  </a:lnTo>
                  <a:lnTo>
                    <a:pt x="5015548" y="1291068"/>
                  </a:lnTo>
                  <a:lnTo>
                    <a:pt x="5016216" y="1263590"/>
                  </a:lnTo>
                  <a:lnTo>
                    <a:pt x="5016884" y="1299513"/>
                  </a:lnTo>
                  <a:lnTo>
                    <a:pt x="5017552" y="1317947"/>
                  </a:lnTo>
                  <a:lnTo>
                    <a:pt x="5018220" y="1342073"/>
                  </a:lnTo>
                  <a:lnTo>
                    <a:pt x="5018888" y="1392786"/>
                  </a:lnTo>
                  <a:lnTo>
                    <a:pt x="5019556" y="1377205"/>
                  </a:lnTo>
                  <a:lnTo>
                    <a:pt x="5020224" y="1390598"/>
                  </a:lnTo>
                  <a:lnTo>
                    <a:pt x="5020892" y="1424080"/>
                  </a:lnTo>
                  <a:lnTo>
                    <a:pt x="5021560" y="1435289"/>
                  </a:lnTo>
                  <a:lnTo>
                    <a:pt x="5022228" y="1435289"/>
                  </a:lnTo>
                  <a:lnTo>
                    <a:pt x="5022896" y="1435289"/>
                  </a:lnTo>
                  <a:lnTo>
                    <a:pt x="5023564" y="1435289"/>
                  </a:lnTo>
                  <a:lnTo>
                    <a:pt x="5024232" y="1435289"/>
                  </a:lnTo>
                  <a:lnTo>
                    <a:pt x="5024900" y="1435289"/>
                  </a:lnTo>
                  <a:lnTo>
                    <a:pt x="5025568" y="1435289"/>
                  </a:lnTo>
                  <a:lnTo>
                    <a:pt x="5026236" y="1435289"/>
                  </a:lnTo>
                  <a:lnTo>
                    <a:pt x="5026904" y="1435289"/>
                  </a:lnTo>
                  <a:lnTo>
                    <a:pt x="5027572" y="1435289"/>
                  </a:lnTo>
                  <a:lnTo>
                    <a:pt x="5028240" y="1435289"/>
                  </a:lnTo>
                  <a:lnTo>
                    <a:pt x="5028908" y="1435289"/>
                  </a:lnTo>
                  <a:lnTo>
                    <a:pt x="5029576" y="1435289"/>
                  </a:lnTo>
                  <a:lnTo>
                    <a:pt x="5030244" y="1435289"/>
                  </a:lnTo>
                  <a:lnTo>
                    <a:pt x="5030912" y="1435289"/>
                  </a:lnTo>
                  <a:lnTo>
                    <a:pt x="5031581" y="1435289"/>
                  </a:lnTo>
                  <a:lnTo>
                    <a:pt x="5032249" y="1435289"/>
                  </a:lnTo>
                  <a:lnTo>
                    <a:pt x="5032917" y="1435289"/>
                  </a:lnTo>
                  <a:lnTo>
                    <a:pt x="5033585" y="1435289"/>
                  </a:lnTo>
                  <a:lnTo>
                    <a:pt x="5034253" y="1435289"/>
                  </a:lnTo>
                  <a:lnTo>
                    <a:pt x="5034921" y="1435240"/>
                  </a:lnTo>
                  <a:lnTo>
                    <a:pt x="5035589" y="1435240"/>
                  </a:lnTo>
                  <a:lnTo>
                    <a:pt x="5036257" y="1435240"/>
                  </a:lnTo>
                  <a:lnTo>
                    <a:pt x="5036925" y="1435240"/>
                  </a:lnTo>
                  <a:lnTo>
                    <a:pt x="5037593" y="1435289"/>
                  </a:lnTo>
                  <a:lnTo>
                    <a:pt x="5038261" y="1435289"/>
                  </a:lnTo>
                  <a:lnTo>
                    <a:pt x="5038929" y="1435289"/>
                  </a:lnTo>
                  <a:lnTo>
                    <a:pt x="5039597" y="1435289"/>
                  </a:lnTo>
                  <a:lnTo>
                    <a:pt x="5040265" y="1435289"/>
                  </a:lnTo>
                  <a:lnTo>
                    <a:pt x="5040933" y="1435289"/>
                  </a:lnTo>
                  <a:lnTo>
                    <a:pt x="5041601" y="1435289"/>
                  </a:lnTo>
                  <a:lnTo>
                    <a:pt x="5042269" y="1435289"/>
                  </a:lnTo>
                  <a:lnTo>
                    <a:pt x="5042937" y="1435289"/>
                  </a:lnTo>
                  <a:lnTo>
                    <a:pt x="5043605" y="1435289"/>
                  </a:lnTo>
                  <a:lnTo>
                    <a:pt x="5044273" y="1435289"/>
                  </a:lnTo>
                  <a:lnTo>
                    <a:pt x="5044941" y="1435289"/>
                  </a:lnTo>
                  <a:lnTo>
                    <a:pt x="5045609" y="1435289"/>
                  </a:lnTo>
                  <a:lnTo>
                    <a:pt x="5046277" y="1435289"/>
                  </a:lnTo>
                  <a:lnTo>
                    <a:pt x="5046945" y="1435289"/>
                  </a:lnTo>
                  <a:lnTo>
                    <a:pt x="5047613" y="1435289"/>
                  </a:lnTo>
                  <a:lnTo>
                    <a:pt x="5048281" y="1435289"/>
                  </a:lnTo>
                  <a:lnTo>
                    <a:pt x="5048949" y="1435289"/>
                  </a:lnTo>
                  <a:lnTo>
                    <a:pt x="5049617" y="1435289"/>
                  </a:lnTo>
                  <a:lnTo>
                    <a:pt x="5050285" y="1435289"/>
                  </a:lnTo>
                  <a:lnTo>
                    <a:pt x="5050953" y="1435289"/>
                  </a:lnTo>
                  <a:lnTo>
                    <a:pt x="5051621" y="1435289"/>
                  </a:lnTo>
                  <a:lnTo>
                    <a:pt x="5052289" y="1435289"/>
                  </a:lnTo>
                  <a:lnTo>
                    <a:pt x="5052957" y="1435289"/>
                  </a:lnTo>
                  <a:lnTo>
                    <a:pt x="5053625" y="1435289"/>
                  </a:lnTo>
                  <a:lnTo>
                    <a:pt x="5054293" y="1435289"/>
                  </a:lnTo>
                  <a:lnTo>
                    <a:pt x="5054961" y="1435289"/>
                  </a:lnTo>
                  <a:lnTo>
                    <a:pt x="5055629" y="1435289"/>
                  </a:lnTo>
                  <a:lnTo>
                    <a:pt x="5056298" y="1435289"/>
                  </a:lnTo>
                  <a:lnTo>
                    <a:pt x="5056966" y="1435289"/>
                  </a:lnTo>
                  <a:lnTo>
                    <a:pt x="5057634" y="1435289"/>
                  </a:lnTo>
                  <a:lnTo>
                    <a:pt x="5058302" y="1435289"/>
                  </a:lnTo>
                  <a:lnTo>
                    <a:pt x="5058970" y="1435289"/>
                  </a:lnTo>
                  <a:lnTo>
                    <a:pt x="5059638" y="1435289"/>
                  </a:lnTo>
                  <a:lnTo>
                    <a:pt x="5060306" y="1435289"/>
                  </a:lnTo>
                  <a:lnTo>
                    <a:pt x="5060974" y="1435289"/>
                  </a:lnTo>
                  <a:lnTo>
                    <a:pt x="5061642" y="1435289"/>
                  </a:lnTo>
                  <a:lnTo>
                    <a:pt x="5062310" y="1435289"/>
                  </a:lnTo>
                  <a:lnTo>
                    <a:pt x="5062978" y="1434559"/>
                  </a:lnTo>
                  <a:lnTo>
                    <a:pt x="5063646" y="1404341"/>
                  </a:lnTo>
                  <a:lnTo>
                    <a:pt x="5064314" y="1404341"/>
                  </a:lnTo>
                  <a:lnTo>
                    <a:pt x="5064982" y="1397553"/>
                  </a:lnTo>
                  <a:lnTo>
                    <a:pt x="5065650" y="1378283"/>
                  </a:lnTo>
                  <a:lnTo>
                    <a:pt x="5066318" y="1345956"/>
                  </a:lnTo>
                  <a:lnTo>
                    <a:pt x="5066986" y="1345956"/>
                  </a:lnTo>
                  <a:lnTo>
                    <a:pt x="5067654" y="1345956"/>
                  </a:lnTo>
                  <a:lnTo>
                    <a:pt x="5068322" y="1345956"/>
                  </a:lnTo>
                  <a:lnTo>
                    <a:pt x="5068990" y="1345956"/>
                  </a:lnTo>
                  <a:lnTo>
                    <a:pt x="5069658" y="1345956"/>
                  </a:lnTo>
                  <a:lnTo>
                    <a:pt x="5070326" y="1345956"/>
                  </a:lnTo>
                  <a:lnTo>
                    <a:pt x="5070994" y="1345956"/>
                  </a:lnTo>
                  <a:lnTo>
                    <a:pt x="5071662" y="1345956"/>
                  </a:lnTo>
                  <a:lnTo>
                    <a:pt x="5072330" y="1364929"/>
                  </a:lnTo>
                  <a:lnTo>
                    <a:pt x="5072998" y="1376089"/>
                  </a:lnTo>
                  <a:lnTo>
                    <a:pt x="5073666" y="1412919"/>
                  </a:lnTo>
                  <a:lnTo>
                    <a:pt x="5074334" y="1412919"/>
                  </a:lnTo>
                  <a:lnTo>
                    <a:pt x="5075002" y="1412919"/>
                  </a:lnTo>
                  <a:lnTo>
                    <a:pt x="5075670" y="1433008"/>
                  </a:lnTo>
                  <a:lnTo>
                    <a:pt x="5076338" y="1435240"/>
                  </a:lnTo>
                  <a:lnTo>
                    <a:pt x="5077006" y="1435240"/>
                  </a:lnTo>
                  <a:lnTo>
                    <a:pt x="5077674" y="1435240"/>
                  </a:lnTo>
                  <a:lnTo>
                    <a:pt x="5078342" y="1435240"/>
                  </a:lnTo>
                  <a:lnTo>
                    <a:pt x="5079010" y="1435240"/>
                  </a:lnTo>
                  <a:lnTo>
                    <a:pt x="5079678" y="1435240"/>
                  </a:lnTo>
                  <a:lnTo>
                    <a:pt x="5080346" y="1435240"/>
                  </a:lnTo>
                  <a:lnTo>
                    <a:pt x="5081015" y="1435240"/>
                  </a:lnTo>
                  <a:lnTo>
                    <a:pt x="5081683" y="1435240"/>
                  </a:lnTo>
                  <a:lnTo>
                    <a:pt x="5082351" y="1435240"/>
                  </a:lnTo>
                  <a:lnTo>
                    <a:pt x="5083019" y="1412919"/>
                  </a:lnTo>
                  <a:lnTo>
                    <a:pt x="5083687" y="1412919"/>
                  </a:lnTo>
                  <a:lnTo>
                    <a:pt x="5084355" y="1412919"/>
                  </a:lnTo>
                  <a:lnTo>
                    <a:pt x="5085023" y="1412919"/>
                  </a:lnTo>
                  <a:lnTo>
                    <a:pt x="5085691" y="1412919"/>
                  </a:lnTo>
                  <a:lnTo>
                    <a:pt x="5086359" y="1412919"/>
                  </a:lnTo>
                  <a:lnTo>
                    <a:pt x="5087027" y="1412919"/>
                  </a:lnTo>
                  <a:lnTo>
                    <a:pt x="5087695" y="1435289"/>
                  </a:lnTo>
                  <a:lnTo>
                    <a:pt x="5088363" y="1435289"/>
                  </a:lnTo>
                  <a:lnTo>
                    <a:pt x="5089031" y="1435289"/>
                  </a:lnTo>
                  <a:lnTo>
                    <a:pt x="5089699" y="1435289"/>
                  </a:lnTo>
                  <a:lnTo>
                    <a:pt x="5090367" y="1435289"/>
                  </a:lnTo>
                  <a:lnTo>
                    <a:pt x="5091035" y="1435289"/>
                  </a:lnTo>
                  <a:lnTo>
                    <a:pt x="5091703" y="1435289"/>
                  </a:lnTo>
                  <a:lnTo>
                    <a:pt x="5092371" y="1435289"/>
                  </a:lnTo>
                  <a:lnTo>
                    <a:pt x="5093039" y="1435289"/>
                  </a:lnTo>
                  <a:lnTo>
                    <a:pt x="5093707" y="1435289"/>
                  </a:lnTo>
                  <a:lnTo>
                    <a:pt x="5094375" y="1435289"/>
                  </a:lnTo>
                  <a:lnTo>
                    <a:pt x="5095043" y="1435289"/>
                  </a:lnTo>
                  <a:lnTo>
                    <a:pt x="5095711" y="1435289"/>
                  </a:lnTo>
                  <a:lnTo>
                    <a:pt x="5096379" y="1435289"/>
                  </a:lnTo>
                  <a:lnTo>
                    <a:pt x="5097047" y="1435289"/>
                  </a:lnTo>
                  <a:lnTo>
                    <a:pt x="5097715" y="1435289"/>
                  </a:lnTo>
                  <a:lnTo>
                    <a:pt x="5098383" y="1435289"/>
                  </a:lnTo>
                  <a:lnTo>
                    <a:pt x="5099051" y="1435289"/>
                  </a:lnTo>
                  <a:lnTo>
                    <a:pt x="5099719" y="1435289"/>
                  </a:lnTo>
                  <a:lnTo>
                    <a:pt x="5100387" y="1435289"/>
                  </a:lnTo>
                  <a:lnTo>
                    <a:pt x="5101055" y="1435289"/>
                  </a:lnTo>
                  <a:lnTo>
                    <a:pt x="5101723" y="1435289"/>
                  </a:lnTo>
                  <a:lnTo>
                    <a:pt x="5102391" y="1435289"/>
                  </a:lnTo>
                  <a:lnTo>
                    <a:pt x="5103059" y="1435289"/>
                  </a:lnTo>
                  <a:lnTo>
                    <a:pt x="5103727" y="1435240"/>
                  </a:lnTo>
                  <a:lnTo>
                    <a:pt x="5104395" y="1435240"/>
                  </a:lnTo>
                  <a:lnTo>
                    <a:pt x="5105063" y="1435240"/>
                  </a:lnTo>
                  <a:lnTo>
                    <a:pt x="5105732" y="1435240"/>
                  </a:lnTo>
                  <a:lnTo>
                    <a:pt x="5106400" y="1419615"/>
                  </a:lnTo>
                  <a:lnTo>
                    <a:pt x="5107068" y="1391714"/>
                  </a:lnTo>
                  <a:lnTo>
                    <a:pt x="5107736" y="1390598"/>
                  </a:lnTo>
                  <a:lnTo>
                    <a:pt x="5108404" y="1390598"/>
                  </a:lnTo>
                  <a:lnTo>
                    <a:pt x="5109072" y="1390598"/>
                  </a:lnTo>
                  <a:lnTo>
                    <a:pt x="5109740" y="1379437"/>
                  </a:lnTo>
                  <a:lnTo>
                    <a:pt x="5110408" y="1368277"/>
                  </a:lnTo>
                  <a:lnTo>
                    <a:pt x="5111076" y="1368277"/>
                  </a:lnTo>
                  <a:lnTo>
                    <a:pt x="5111744" y="1368277"/>
                  </a:lnTo>
                  <a:lnTo>
                    <a:pt x="5112412" y="1356000"/>
                  </a:lnTo>
                  <a:lnTo>
                    <a:pt x="5113080" y="1345956"/>
                  </a:lnTo>
                  <a:lnTo>
                    <a:pt x="5113748" y="1345956"/>
                  </a:lnTo>
                  <a:lnTo>
                    <a:pt x="5114416" y="1345956"/>
                  </a:lnTo>
                  <a:lnTo>
                    <a:pt x="5115084" y="1341492"/>
                  </a:lnTo>
                  <a:lnTo>
                    <a:pt x="5115752" y="1323635"/>
                  </a:lnTo>
                  <a:lnTo>
                    <a:pt x="5116420" y="1339260"/>
                  </a:lnTo>
                  <a:lnTo>
                    <a:pt x="5117088" y="1367161"/>
                  </a:lnTo>
                  <a:lnTo>
                    <a:pt x="5117756" y="1368277"/>
                  </a:lnTo>
                  <a:lnTo>
                    <a:pt x="5118424" y="1368277"/>
                  </a:lnTo>
                  <a:lnTo>
                    <a:pt x="5119092" y="1368277"/>
                  </a:lnTo>
                  <a:lnTo>
                    <a:pt x="5119760" y="1379437"/>
                  </a:lnTo>
                  <a:lnTo>
                    <a:pt x="5120428" y="1390598"/>
                  </a:lnTo>
                  <a:lnTo>
                    <a:pt x="5121096" y="1387250"/>
                  </a:lnTo>
                  <a:lnTo>
                    <a:pt x="5121764" y="1368277"/>
                  </a:lnTo>
                  <a:lnTo>
                    <a:pt x="5122432" y="1380554"/>
                  </a:lnTo>
                  <a:lnTo>
                    <a:pt x="5123100" y="1390598"/>
                  </a:lnTo>
                  <a:lnTo>
                    <a:pt x="5123768" y="1390598"/>
                  </a:lnTo>
                  <a:lnTo>
                    <a:pt x="5124436" y="1390598"/>
                  </a:lnTo>
                  <a:lnTo>
                    <a:pt x="5125104" y="1395062"/>
                  </a:lnTo>
                  <a:lnTo>
                    <a:pt x="5125772" y="1412919"/>
                  </a:lnTo>
                  <a:lnTo>
                    <a:pt x="5126440" y="1412919"/>
                  </a:lnTo>
                  <a:lnTo>
                    <a:pt x="5127108" y="1412919"/>
                  </a:lnTo>
                  <a:lnTo>
                    <a:pt x="5127776" y="1412919"/>
                  </a:lnTo>
                  <a:lnTo>
                    <a:pt x="5128444" y="1401759"/>
                  </a:lnTo>
                  <a:lnTo>
                    <a:pt x="5129112" y="1390598"/>
                  </a:lnTo>
                  <a:lnTo>
                    <a:pt x="5129781" y="1390598"/>
                  </a:lnTo>
                  <a:lnTo>
                    <a:pt x="5130449" y="1390598"/>
                  </a:lnTo>
                  <a:lnTo>
                    <a:pt x="5131117" y="1393946"/>
                  </a:lnTo>
                  <a:lnTo>
                    <a:pt x="5131785" y="1426700"/>
                  </a:lnTo>
                  <a:lnTo>
                    <a:pt x="5132453" y="1416621"/>
                  </a:lnTo>
                  <a:lnTo>
                    <a:pt x="5133121" y="1416621"/>
                  </a:lnTo>
                  <a:lnTo>
                    <a:pt x="5133789" y="1416621"/>
                  </a:lnTo>
                  <a:lnTo>
                    <a:pt x="5134457" y="1416621"/>
                  </a:lnTo>
                  <a:lnTo>
                    <a:pt x="5135125" y="1416621"/>
                  </a:lnTo>
                  <a:lnTo>
                    <a:pt x="5135793" y="1416621"/>
                  </a:lnTo>
                  <a:lnTo>
                    <a:pt x="5136461" y="1416621"/>
                  </a:lnTo>
                  <a:lnTo>
                    <a:pt x="5137129" y="1416621"/>
                  </a:lnTo>
                  <a:lnTo>
                    <a:pt x="5137797" y="1416621"/>
                  </a:lnTo>
                  <a:lnTo>
                    <a:pt x="5138465" y="1426155"/>
                  </a:lnTo>
                  <a:lnTo>
                    <a:pt x="5139133" y="1435289"/>
                  </a:lnTo>
                  <a:lnTo>
                    <a:pt x="5139801" y="1435289"/>
                  </a:lnTo>
                  <a:lnTo>
                    <a:pt x="5140469" y="1435289"/>
                  </a:lnTo>
                  <a:lnTo>
                    <a:pt x="5141137" y="1435289"/>
                  </a:lnTo>
                  <a:lnTo>
                    <a:pt x="5141805" y="1424249"/>
                  </a:lnTo>
                  <a:lnTo>
                    <a:pt x="5142473" y="1421388"/>
                  </a:lnTo>
                  <a:lnTo>
                    <a:pt x="5143141" y="1416621"/>
                  </a:lnTo>
                  <a:lnTo>
                    <a:pt x="5143809" y="1416621"/>
                  </a:lnTo>
                  <a:lnTo>
                    <a:pt x="5144477" y="1416621"/>
                  </a:lnTo>
                  <a:lnTo>
                    <a:pt x="5145145" y="1416621"/>
                  </a:lnTo>
                  <a:lnTo>
                    <a:pt x="5145813" y="1416621"/>
                  </a:lnTo>
                  <a:lnTo>
                    <a:pt x="5146481" y="1416621"/>
                  </a:lnTo>
                  <a:lnTo>
                    <a:pt x="5147149" y="1416621"/>
                  </a:lnTo>
                  <a:lnTo>
                    <a:pt x="5147817" y="1416621"/>
                  </a:lnTo>
                  <a:lnTo>
                    <a:pt x="5148485" y="1416621"/>
                  </a:lnTo>
                  <a:lnTo>
                    <a:pt x="5149153" y="1414917"/>
                  </a:lnTo>
                  <a:lnTo>
                    <a:pt x="5149821" y="1390598"/>
                  </a:lnTo>
                  <a:lnTo>
                    <a:pt x="5150489" y="1390598"/>
                  </a:lnTo>
                  <a:lnTo>
                    <a:pt x="5151157" y="1390598"/>
                  </a:lnTo>
                  <a:lnTo>
                    <a:pt x="5151825" y="1411803"/>
                  </a:lnTo>
                  <a:lnTo>
                    <a:pt x="5152493" y="1429660"/>
                  </a:lnTo>
                  <a:lnTo>
                    <a:pt x="5153161" y="1435240"/>
                  </a:lnTo>
                  <a:lnTo>
                    <a:pt x="5153829" y="1435240"/>
                  </a:lnTo>
                  <a:lnTo>
                    <a:pt x="5154498" y="1435240"/>
                  </a:lnTo>
                  <a:lnTo>
                    <a:pt x="5155166" y="1435240"/>
                  </a:lnTo>
                  <a:lnTo>
                    <a:pt x="5155834" y="1435240"/>
                  </a:lnTo>
                  <a:lnTo>
                    <a:pt x="5156502" y="1435240"/>
                  </a:lnTo>
                  <a:lnTo>
                    <a:pt x="5157170" y="1435240"/>
                  </a:lnTo>
                  <a:lnTo>
                    <a:pt x="5157838" y="1435240"/>
                  </a:lnTo>
                  <a:lnTo>
                    <a:pt x="5158506" y="1435289"/>
                  </a:lnTo>
                  <a:lnTo>
                    <a:pt x="5159174" y="1435289"/>
                  </a:lnTo>
                  <a:lnTo>
                    <a:pt x="5159842" y="1422342"/>
                  </a:lnTo>
                  <a:lnTo>
                    <a:pt x="5160510" y="1404341"/>
                  </a:lnTo>
                  <a:lnTo>
                    <a:pt x="5161178" y="1404341"/>
                  </a:lnTo>
                  <a:lnTo>
                    <a:pt x="5161846" y="1404341"/>
                  </a:lnTo>
                  <a:lnTo>
                    <a:pt x="5162514" y="1404341"/>
                  </a:lnTo>
                  <a:lnTo>
                    <a:pt x="5163182" y="1394268"/>
                  </a:lnTo>
                  <a:lnTo>
                    <a:pt x="5163850" y="1375954"/>
                  </a:lnTo>
                  <a:lnTo>
                    <a:pt x="5164518" y="1367713"/>
                  </a:lnTo>
                  <a:lnTo>
                    <a:pt x="5165186" y="1367713"/>
                  </a:lnTo>
                  <a:lnTo>
                    <a:pt x="5165854" y="1367713"/>
                  </a:lnTo>
                  <a:lnTo>
                    <a:pt x="5166522" y="1367713"/>
                  </a:lnTo>
                  <a:lnTo>
                    <a:pt x="5167190" y="1352146"/>
                  </a:lnTo>
                  <a:lnTo>
                    <a:pt x="5167858" y="1331085"/>
                  </a:lnTo>
                  <a:lnTo>
                    <a:pt x="5168526" y="1320097"/>
                  </a:lnTo>
                  <a:lnTo>
                    <a:pt x="5169194" y="1328338"/>
                  </a:lnTo>
                  <a:lnTo>
                    <a:pt x="5169862" y="1311891"/>
                  </a:lnTo>
                  <a:lnTo>
                    <a:pt x="5170530" y="1331085"/>
                  </a:lnTo>
                  <a:lnTo>
                    <a:pt x="5171198" y="1331085"/>
                  </a:lnTo>
                  <a:lnTo>
                    <a:pt x="5171866" y="1355230"/>
                  </a:lnTo>
                  <a:lnTo>
                    <a:pt x="5172534" y="1360246"/>
                  </a:lnTo>
                  <a:lnTo>
                    <a:pt x="5173202" y="1370583"/>
                  </a:lnTo>
                  <a:lnTo>
                    <a:pt x="5173870" y="1386534"/>
                  </a:lnTo>
                  <a:lnTo>
                    <a:pt x="5174538" y="1381749"/>
                  </a:lnTo>
                  <a:lnTo>
                    <a:pt x="5175206" y="1366596"/>
                  </a:lnTo>
                  <a:lnTo>
                    <a:pt x="5175874" y="1361811"/>
                  </a:lnTo>
                  <a:lnTo>
                    <a:pt x="5176542" y="1361811"/>
                  </a:lnTo>
                  <a:lnTo>
                    <a:pt x="5177210" y="1375369"/>
                  </a:lnTo>
                  <a:lnTo>
                    <a:pt x="5177878" y="1380951"/>
                  </a:lnTo>
                  <a:lnTo>
                    <a:pt x="5178546" y="1392388"/>
                  </a:lnTo>
                  <a:lnTo>
                    <a:pt x="5179215" y="1394798"/>
                  </a:lnTo>
                  <a:lnTo>
                    <a:pt x="5179883" y="1418101"/>
                  </a:lnTo>
                  <a:lnTo>
                    <a:pt x="5180551" y="1404341"/>
                  </a:lnTo>
                  <a:lnTo>
                    <a:pt x="5181219" y="1404341"/>
                  </a:lnTo>
                  <a:lnTo>
                    <a:pt x="5181887" y="1402585"/>
                  </a:lnTo>
                  <a:lnTo>
                    <a:pt x="5182555" y="1378283"/>
                  </a:lnTo>
                  <a:lnTo>
                    <a:pt x="5183223" y="1345956"/>
                  </a:lnTo>
                  <a:lnTo>
                    <a:pt x="5183891" y="1345956"/>
                  </a:lnTo>
                  <a:lnTo>
                    <a:pt x="5184559" y="1362697"/>
                  </a:lnTo>
                  <a:lnTo>
                    <a:pt x="5185227" y="1383902"/>
                  </a:lnTo>
                  <a:lnTo>
                    <a:pt x="5185895" y="1390598"/>
                  </a:lnTo>
                  <a:lnTo>
                    <a:pt x="5186563" y="1389482"/>
                  </a:lnTo>
                  <a:lnTo>
                    <a:pt x="5187231" y="1368277"/>
                  </a:lnTo>
                  <a:lnTo>
                    <a:pt x="5187899" y="1386134"/>
                  </a:lnTo>
                  <a:lnTo>
                    <a:pt x="5188567" y="1372741"/>
                  </a:lnTo>
                  <a:lnTo>
                    <a:pt x="5189235" y="1368277"/>
                  </a:lnTo>
                  <a:lnTo>
                    <a:pt x="5189903" y="1368277"/>
                  </a:lnTo>
                  <a:lnTo>
                    <a:pt x="5190571" y="1368277"/>
                  </a:lnTo>
                  <a:lnTo>
                    <a:pt x="5191239" y="1368277"/>
                  </a:lnTo>
                  <a:lnTo>
                    <a:pt x="5191907" y="1368277"/>
                  </a:lnTo>
                  <a:lnTo>
                    <a:pt x="5192575" y="1388366"/>
                  </a:lnTo>
                  <a:lnTo>
                    <a:pt x="5193243" y="1390598"/>
                  </a:lnTo>
                  <a:lnTo>
                    <a:pt x="5193911" y="1390598"/>
                  </a:lnTo>
                  <a:lnTo>
                    <a:pt x="5194579" y="1390598"/>
                  </a:lnTo>
                  <a:lnTo>
                    <a:pt x="5195247" y="1390598"/>
                  </a:lnTo>
                  <a:lnTo>
                    <a:pt x="5195915" y="1390598"/>
                  </a:lnTo>
                  <a:lnTo>
                    <a:pt x="5196583" y="1391714"/>
                  </a:lnTo>
                  <a:lnTo>
                    <a:pt x="5197251" y="1412919"/>
                  </a:lnTo>
                  <a:lnTo>
                    <a:pt x="5197919" y="1412919"/>
                  </a:lnTo>
                  <a:lnTo>
                    <a:pt x="5198587" y="1430776"/>
                  </a:lnTo>
                  <a:lnTo>
                    <a:pt x="5199255" y="1421847"/>
                  </a:lnTo>
                  <a:lnTo>
                    <a:pt x="5199923" y="1410687"/>
                  </a:lnTo>
                  <a:lnTo>
                    <a:pt x="5200591" y="1390598"/>
                  </a:lnTo>
                  <a:lnTo>
                    <a:pt x="5201259" y="1390598"/>
                  </a:lnTo>
                  <a:lnTo>
                    <a:pt x="5201927" y="1421094"/>
                  </a:lnTo>
                  <a:lnTo>
                    <a:pt x="5202595" y="1435289"/>
                  </a:lnTo>
                  <a:lnTo>
                    <a:pt x="5203264" y="1435289"/>
                  </a:lnTo>
                  <a:lnTo>
                    <a:pt x="5203932" y="1435289"/>
                  </a:lnTo>
                  <a:lnTo>
                    <a:pt x="5204600" y="1435289"/>
                  </a:lnTo>
                  <a:lnTo>
                    <a:pt x="5205268" y="1435289"/>
                  </a:lnTo>
                  <a:lnTo>
                    <a:pt x="5205936" y="1435289"/>
                  </a:lnTo>
                  <a:lnTo>
                    <a:pt x="5206604" y="1435289"/>
                  </a:lnTo>
                  <a:lnTo>
                    <a:pt x="5207272" y="1435289"/>
                  </a:lnTo>
                  <a:lnTo>
                    <a:pt x="5207940" y="1435289"/>
                  </a:lnTo>
                  <a:lnTo>
                    <a:pt x="5208608" y="1435289"/>
                  </a:lnTo>
                  <a:lnTo>
                    <a:pt x="5209276" y="1435289"/>
                  </a:lnTo>
                  <a:lnTo>
                    <a:pt x="5209944" y="1435289"/>
                  </a:lnTo>
                  <a:lnTo>
                    <a:pt x="5210612" y="1435289"/>
                  </a:lnTo>
                  <a:lnTo>
                    <a:pt x="5211280" y="1435289"/>
                  </a:lnTo>
                  <a:lnTo>
                    <a:pt x="5211948" y="1435289"/>
                  </a:lnTo>
                  <a:lnTo>
                    <a:pt x="5212616" y="1435289"/>
                  </a:lnTo>
                  <a:lnTo>
                    <a:pt x="5213284" y="1435289"/>
                  </a:lnTo>
                  <a:lnTo>
                    <a:pt x="5213952" y="1435240"/>
                  </a:lnTo>
                  <a:lnTo>
                    <a:pt x="5214620" y="1435240"/>
                  </a:lnTo>
                  <a:lnTo>
                    <a:pt x="5215288" y="1435240"/>
                  </a:lnTo>
                  <a:lnTo>
                    <a:pt x="5215956" y="1435240"/>
                  </a:lnTo>
                  <a:lnTo>
                    <a:pt x="5216624" y="1435240"/>
                  </a:lnTo>
                  <a:lnTo>
                    <a:pt x="5217292" y="1435240"/>
                  </a:lnTo>
                  <a:lnTo>
                    <a:pt x="5217960" y="1435240"/>
                  </a:lnTo>
                  <a:lnTo>
                    <a:pt x="5218628" y="1435240"/>
                  </a:lnTo>
                  <a:lnTo>
                    <a:pt x="5219296" y="1435240"/>
                  </a:lnTo>
                  <a:lnTo>
                    <a:pt x="5219964" y="1435240"/>
                  </a:lnTo>
                  <a:lnTo>
                    <a:pt x="5220632" y="1435240"/>
                  </a:lnTo>
                  <a:lnTo>
                    <a:pt x="5221300" y="1435240"/>
                  </a:lnTo>
                  <a:lnTo>
                    <a:pt x="5221968" y="1435240"/>
                  </a:lnTo>
                  <a:lnTo>
                    <a:pt x="5222636" y="1435240"/>
                  </a:lnTo>
                  <a:lnTo>
                    <a:pt x="5223304" y="1435240"/>
                  </a:lnTo>
                  <a:lnTo>
                    <a:pt x="5223972" y="1435240"/>
                  </a:lnTo>
                  <a:lnTo>
                    <a:pt x="5224640" y="1435240"/>
                  </a:lnTo>
                  <a:lnTo>
                    <a:pt x="5225308" y="1435240"/>
                  </a:lnTo>
                  <a:lnTo>
                    <a:pt x="5225976" y="1435240"/>
                  </a:lnTo>
                  <a:lnTo>
                    <a:pt x="5226644" y="1435240"/>
                  </a:lnTo>
                  <a:lnTo>
                    <a:pt x="5227312" y="1435240"/>
                  </a:lnTo>
                  <a:lnTo>
                    <a:pt x="5227981" y="1435240"/>
                  </a:lnTo>
                  <a:lnTo>
                    <a:pt x="5228649" y="1435240"/>
                  </a:lnTo>
                  <a:lnTo>
                    <a:pt x="5229317" y="1435240"/>
                  </a:lnTo>
                  <a:lnTo>
                    <a:pt x="5229985" y="1435240"/>
                  </a:lnTo>
                  <a:lnTo>
                    <a:pt x="5230653" y="1435240"/>
                  </a:lnTo>
                  <a:lnTo>
                    <a:pt x="5231321" y="1435240"/>
                  </a:lnTo>
                  <a:lnTo>
                    <a:pt x="5231989" y="1435240"/>
                  </a:lnTo>
                  <a:lnTo>
                    <a:pt x="5232657" y="1435240"/>
                  </a:lnTo>
                  <a:lnTo>
                    <a:pt x="5233325" y="1435240"/>
                  </a:lnTo>
                  <a:lnTo>
                    <a:pt x="5233993" y="1435289"/>
                  </a:lnTo>
                  <a:lnTo>
                    <a:pt x="5234661" y="1435289"/>
                  </a:lnTo>
                  <a:lnTo>
                    <a:pt x="5235329" y="1435289"/>
                  </a:lnTo>
                  <a:lnTo>
                    <a:pt x="5235997" y="1435289"/>
                  </a:lnTo>
                  <a:lnTo>
                    <a:pt x="5236665" y="1435289"/>
                  </a:lnTo>
                  <a:lnTo>
                    <a:pt x="5237333" y="1435289"/>
                  </a:lnTo>
                  <a:lnTo>
                    <a:pt x="5238001" y="1435289"/>
                  </a:lnTo>
                  <a:lnTo>
                    <a:pt x="5238669" y="1435289"/>
                  </a:lnTo>
                  <a:lnTo>
                    <a:pt x="5239337" y="1435289"/>
                  </a:lnTo>
                  <a:lnTo>
                    <a:pt x="5240005" y="1435289"/>
                  </a:lnTo>
                  <a:lnTo>
                    <a:pt x="5240673" y="1435289"/>
                  </a:lnTo>
                  <a:lnTo>
                    <a:pt x="5241341" y="1435289"/>
                  </a:lnTo>
                  <a:lnTo>
                    <a:pt x="5242009" y="1435289"/>
                  </a:lnTo>
                  <a:lnTo>
                    <a:pt x="5242677" y="1422655"/>
                  </a:lnTo>
                  <a:lnTo>
                    <a:pt x="5243345" y="1422655"/>
                  </a:lnTo>
                  <a:lnTo>
                    <a:pt x="5244013" y="1421094"/>
                  </a:lnTo>
                  <a:lnTo>
                    <a:pt x="5244681" y="1416621"/>
                  </a:lnTo>
                  <a:lnTo>
                    <a:pt x="5245349" y="1413174"/>
                  </a:lnTo>
                  <a:lnTo>
                    <a:pt x="5246017" y="1390598"/>
                  </a:lnTo>
                  <a:lnTo>
                    <a:pt x="5246685" y="1390598"/>
                  </a:lnTo>
                  <a:lnTo>
                    <a:pt x="5247353" y="1390598"/>
                  </a:lnTo>
                  <a:lnTo>
                    <a:pt x="5248021" y="1401759"/>
                  </a:lnTo>
                  <a:lnTo>
                    <a:pt x="5248689" y="1435289"/>
                  </a:lnTo>
                  <a:lnTo>
                    <a:pt x="5249357" y="1435289"/>
                  </a:lnTo>
                  <a:lnTo>
                    <a:pt x="5250025" y="1435289"/>
                  </a:lnTo>
                  <a:lnTo>
                    <a:pt x="5250693" y="1435289"/>
                  </a:lnTo>
                  <a:lnTo>
                    <a:pt x="5251361" y="1435289"/>
                  </a:lnTo>
                  <a:lnTo>
                    <a:pt x="5252029" y="1435289"/>
                  </a:lnTo>
                  <a:lnTo>
                    <a:pt x="5252698" y="1435289"/>
                  </a:lnTo>
                  <a:lnTo>
                    <a:pt x="5253366" y="1435289"/>
                  </a:lnTo>
                  <a:lnTo>
                    <a:pt x="5254034" y="1435289"/>
                  </a:lnTo>
                  <a:lnTo>
                    <a:pt x="5254702" y="1435289"/>
                  </a:lnTo>
                  <a:lnTo>
                    <a:pt x="5255370" y="1435289"/>
                  </a:lnTo>
                  <a:lnTo>
                    <a:pt x="5256038" y="1435289"/>
                  </a:lnTo>
                  <a:lnTo>
                    <a:pt x="5256706" y="1435289"/>
                  </a:lnTo>
                  <a:lnTo>
                    <a:pt x="5257374" y="1435289"/>
                  </a:lnTo>
                  <a:lnTo>
                    <a:pt x="5258042" y="1435289"/>
                  </a:lnTo>
                  <a:lnTo>
                    <a:pt x="5258710" y="1435289"/>
                  </a:lnTo>
                  <a:lnTo>
                    <a:pt x="5259378" y="1435289"/>
                  </a:lnTo>
                  <a:lnTo>
                    <a:pt x="5260046" y="1435289"/>
                  </a:lnTo>
                  <a:lnTo>
                    <a:pt x="5260714" y="1435289"/>
                  </a:lnTo>
                  <a:lnTo>
                    <a:pt x="5261382" y="1435289"/>
                  </a:lnTo>
                  <a:lnTo>
                    <a:pt x="5262050" y="1435289"/>
                  </a:lnTo>
                  <a:lnTo>
                    <a:pt x="5262718" y="1435240"/>
                  </a:lnTo>
                  <a:lnTo>
                    <a:pt x="5263386" y="1435240"/>
                  </a:lnTo>
                  <a:lnTo>
                    <a:pt x="5264054" y="1435240"/>
                  </a:lnTo>
                  <a:lnTo>
                    <a:pt x="5264722" y="1435240"/>
                  </a:lnTo>
                  <a:lnTo>
                    <a:pt x="5265390" y="1435240"/>
                  </a:lnTo>
                  <a:lnTo>
                    <a:pt x="5266058" y="1435240"/>
                  </a:lnTo>
                  <a:lnTo>
                    <a:pt x="5266726" y="1435240"/>
                  </a:lnTo>
                  <a:lnTo>
                    <a:pt x="5267394" y="1435240"/>
                  </a:lnTo>
                  <a:lnTo>
                    <a:pt x="5268062" y="1416267"/>
                  </a:lnTo>
                  <a:lnTo>
                    <a:pt x="5268730" y="1412919"/>
                  </a:lnTo>
                  <a:lnTo>
                    <a:pt x="5269398" y="1397294"/>
                  </a:lnTo>
                  <a:lnTo>
                    <a:pt x="5270066" y="1390598"/>
                  </a:lnTo>
                  <a:lnTo>
                    <a:pt x="5270734" y="1390598"/>
                  </a:lnTo>
                  <a:lnTo>
                    <a:pt x="5271402" y="1390598"/>
                  </a:lnTo>
                  <a:lnTo>
                    <a:pt x="5272070" y="1390598"/>
                  </a:lnTo>
                  <a:lnTo>
                    <a:pt x="5272738" y="1390598"/>
                  </a:lnTo>
                  <a:lnTo>
                    <a:pt x="5273406" y="1414101"/>
                  </a:lnTo>
                  <a:lnTo>
                    <a:pt x="5274074" y="1416621"/>
                  </a:lnTo>
                  <a:lnTo>
                    <a:pt x="5274742" y="1421094"/>
                  </a:lnTo>
                  <a:lnTo>
                    <a:pt x="5275410" y="1422655"/>
                  </a:lnTo>
                  <a:lnTo>
                    <a:pt x="5276078" y="1422655"/>
                  </a:lnTo>
                  <a:lnTo>
                    <a:pt x="5276746" y="1422655"/>
                  </a:lnTo>
                  <a:lnTo>
                    <a:pt x="5277415" y="1422655"/>
                  </a:lnTo>
                  <a:lnTo>
                    <a:pt x="5278083" y="1435289"/>
                  </a:lnTo>
                  <a:lnTo>
                    <a:pt x="5278751" y="1424486"/>
                  </a:lnTo>
                  <a:lnTo>
                    <a:pt x="5279419" y="1435289"/>
                  </a:lnTo>
                  <a:lnTo>
                    <a:pt x="5280087" y="1435289"/>
                  </a:lnTo>
                  <a:lnTo>
                    <a:pt x="5280755" y="1435289"/>
                  </a:lnTo>
                  <a:lnTo>
                    <a:pt x="5281423" y="1435289"/>
                  </a:lnTo>
                  <a:lnTo>
                    <a:pt x="5282091" y="1435289"/>
                  </a:lnTo>
                  <a:lnTo>
                    <a:pt x="5282759" y="1435289"/>
                  </a:lnTo>
                  <a:lnTo>
                    <a:pt x="5283427" y="1426647"/>
                  </a:lnTo>
                  <a:lnTo>
                    <a:pt x="5284095" y="1416621"/>
                  </a:lnTo>
                  <a:lnTo>
                    <a:pt x="5284763" y="1413174"/>
                  </a:lnTo>
                  <a:lnTo>
                    <a:pt x="5285431" y="1390598"/>
                  </a:lnTo>
                  <a:lnTo>
                    <a:pt x="5286099" y="1390598"/>
                  </a:lnTo>
                  <a:lnTo>
                    <a:pt x="5286767" y="1371625"/>
                  </a:lnTo>
                  <a:lnTo>
                    <a:pt x="5287435" y="1397553"/>
                  </a:lnTo>
                  <a:lnTo>
                    <a:pt x="5288103" y="1397553"/>
                  </a:lnTo>
                  <a:lnTo>
                    <a:pt x="5288771" y="1420823"/>
                  </a:lnTo>
                  <a:lnTo>
                    <a:pt x="5289439" y="1406172"/>
                  </a:lnTo>
                  <a:lnTo>
                    <a:pt x="5290107" y="1404341"/>
                  </a:lnTo>
                  <a:lnTo>
                    <a:pt x="5290775" y="1397015"/>
                  </a:lnTo>
                  <a:lnTo>
                    <a:pt x="5291443" y="1386027"/>
                  </a:lnTo>
                  <a:lnTo>
                    <a:pt x="5292111" y="1386027"/>
                  </a:lnTo>
                  <a:lnTo>
                    <a:pt x="5292779" y="1386027"/>
                  </a:lnTo>
                  <a:lnTo>
                    <a:pt x="5293447" y="1398847"/>
                  </a:lnTo>
                  <a:lnTo>
                    <a:pt x="5294115" y="1387858"/>
                  </a:lnTo>
                  <a:lnTo>
                    <a:pt x="5294783" y="1408458"/>
                  </a:lnTo>
                  <a:lnTo>
                    <a:pt x="5295451" y="1395602"/>
                  </a:lnTo>
                  <a:lnTo>
                    <a:pt x="5296119" y="1393712"/>
                  </a:lnTo>
                  <a:lnTo>
                    <a:pt x="5296787" y="1393712"/>
                  </a:lnTo>
                  <a:lnTo>
                    <a:pt x="5297455" y="1392388"/>
                  </a:lnTo>
                  <a:lnTo>
                    <a:pt x="5298123" y="1392388"/>
                  </a:lnTo>
                  <a:lnTo>
                    <a:pt x="5298791" y="1381942"/>
                  </a:lnTo>
                  <a:lnTo>
                    <a:pt x="5299459" y="1392117"/>
                  </a:lnTo>
                  <a:lnTo>
                    <a:pt x="5300127" y="1388129"/>
                  </a:lnTo>
                  <a:lnTo>
                    <a:pt x="5300795" y="1384141"/>
                  </a:lnTo>
                  <a:lnTo>
                    <a:pt x="5301464" y="1393712"/>
                  </a:lnTo>
                  <a:lnTo>
                    <a:pt x="5302132" y="1393712"/>
                  </a:lnTo>
                  <a:lnTo>
                    <a:pt x="5302800" y="1393712"/>
                  </a:lnTo>
                  <a:lnTo>
                    <a:pt x="5303468" y="1405217"/>
                  </a:lnTo>
                  <a:lnTo>
                    <a:pt x="5304136" y="1392117"/>
                  </a:lnTo>
                  <a:lnTo>
                    <a:pt x="5304804" y="1404498"/>
                  </a:lnTo>
                  <a:lnTo>
                    <a:pt x="5305472" y="1390521"/>
                  </a:lnTo>
                  <a:lnTo>
                    <a:pt x="5306140" y="1393712"/>
                  </a:lnTo>
                  <a:lnTo>
                    <a:pt x="5306808" y="1407269"/>
                  </a:lnTo>
                  <a:lnTo>
                    <a:pt x="5307476" y="1408458"/>
                  </a:lnTo>
                  <a:lnTo>
                    <a:pt x="5308144" y="1408458"/>
                  </a:lnTo>
                  <a:lnTo>
                    <a:pt x="5308812" y="1415297"/>
                  </a:lnTo>
                  <a:lnTo>
                    <a:pt x="5309480" y="1404341"/>
                  </a:lnTo>
                  <a:lnTo>
                    <a:pt x="5310148" y="1410751"/>
                  </a:lnTo>
                  <a:lnTo>
                    <a:pt x="5310816" y="1422655"/>
                  </a:lnTo>
                  <a:lnTo>
                    <a:pt x="5311484" y="1407088"/>
                  </a:lnTo>
                  <a:lnTo>
                    <a:pt x="5312152" y="1386027"/>
                  </a:lnTo>
                  <a:lnTo>
                    <a:pt x="5312820" y="1384076"/>
                  </a:lnTo>
                  <a:lnTo>
                    <a:pt x="5313488" y="1386112"/>
                  </a:lnTo>
                  <a:lnTo>
                    <a:pt x="5314156" y="1397553"/>
                  </a:lnTo>
                  <a:lnTo>
                    <a:pt x="5314824" y="1378321"/>
                  </a:lnTo>
                  <a:lnTo>
                    <a:pt x="5315492" y="1390598"/>
                  </a:lnTo>
                  <a:lnTo>
                    <a:pt x="5316160" y="1390598"/>
                  </a:lnTo>
                  <a:lnTo>
                    <a:pt x="5316828" y="1404312"/>
                  </a:lnTo>
                  <a:lnTo>
                    <a:pt x="5317496" y="1397553"/>
                  </a:lnTo>
                  <a:lnTo>
                    <a:pt x="5318164" y="1393740"/>
                  </a:lnTo>
                  <a:lnTo>
                    <a:pt x="5318832" y="1386027"/>
                  </a:lnTo>
                  <a:lnTo>
                    <a:pt x="5319500" y="1386027"/>
                  </a:lnTo>
                  <a:lnTo>
                    <a:pt x="5320168" y="1386027"/>
                  </a:lnTo>
                  <a:lnTo>
                    <a:pt x="5320836" y="1386027"/>
                  </a:lnTo>
                  <a:lnTo>
                    <a:pt x="5321504" y="1401594"/>
                  </a:lnTo>
                  <a:lnTo>
                    <a:pt x="5322172" y="1422655"/>
                  </a:lnTo>
                  <a:lnTo>
                    <a:pt x="5322840" y="1422655"/>
                  </a:lnTo>
                  <a:lnTo>
                    <a:pt x="5323508" y="1435289"/>
                  </a:lnTo>
                  <a:lnTo>
                    <a:pt x="5324176" y="1435289"/>
                  </a:lnTo>
                  <a:lnTo>
                    <a:pt x="5324844" y="1435289"/>
                  </a:lnTo>
                  <a:lnTo>
                    <a:pt x="5325512" y="1435289"/>
                  </a:lnTo>
                  <a:lnTo>
                    <a:pt x="5326181" y="1435289"/>
                  </a:lnTo>
                  <a:lnTo>
                    <a:pt x="5326849" y="1435289"/>
                  </a:lnTo>
                  <a:lnTo>
                    <a:pt x="5327517" y="1435289"/>
                  </a:lnTo>
                  <a:lnTo>
                    <a:pt x="5328185" y="1435289"/>
                  </a:lnTo>
                  <a:lnTo>
                    <a:pt x="5328853" y="1435289"/>
                  </a:lnTo>
                  <a:lnTo>
                    <a:pt x="5329521" y="1435289"/>
                  </a:lnTo>
                  <a:lnTo>
                    <a:pt x="5330189" y="1435289"/>
                  </a:lnTo>
                  <a:lnTo>
                    <a:pt x="5330857" y="1435289"/>
                  </a:lnTo>
                  <a:lnTo>
                    <a:pt x="5331525" y="1435289"/>
                  </a:lnTo>
                  <a:lnTo>
                    <a:pt x="5332193" y="1435289"/>
                  </a:lnTo>
                  <a:lnTo>
                    <a:pt x="5332861" y="1435289"/>
                  </a:lnTo>
                  <a:lnTo>
                    <a:pt x="5333529" y="1435289"/>
                  </a:lnTo>
                  <a:lnTo>
                    <a:pt x="5334197" y="1435289"/>
                  </a:lnTo>
                  <a:lnTo>
                    <a:pt x="5334865" y="1435289"/>
                  </a:lnTo>
                  <a:lnTo>
                    <a:pt x="5335533" y="1435289"/>
                  </a:lnTo>
                  <a:lnTo>
                    <a:pt x="5336201" y="1435289"/>
                  </a:lnTo>
                  <a:lnTo>
                    <a:pt x="5336869" y="1435289"/>
                  </a:lnTo>
                  <a:lnTo>
                    <a:pt x="5337537" y="1435289"/>
                  </a:lnTo>
                  <a:lnTo>
                    <a:pt x="5338205" y="1435289"/>
                  </a:lnTo>
                  <a:lnTo>
                    <a:pt x="5338873" y="1435289"/>
                  </a:lnTo>
                  <a:lnTo>
                    <a:pt x="5339541" y="1435289"/>
                  </a:lnTo>
                  <a:lnTo>
                    <a:pt x="5340209" y="1435289"/>
                  </a:lnTo>
                  <a:lnTo>
                    <a:pt x="5340877" y="1435289"/>
                  </a:lnTo>
                  <a:lnTo>
                    <a:pt x="5341545" y="1435240"/>
                  </a:lnTo>
                  <a:lnTo>
                    <a:pt x="5342213" y="1435240"/>
                  </a:lnTo>
                  <a:lnTo>
                    <a:pt x="5342881" y="1435240"/>
                  </a:lnTo>
                  <a:lnTo>
                    <a:pt x="5343549" y="1435240"/>
                  </a:lnTo>
                  <a:lnTo>
                    <a:pt x="5344217" y="1435240"/>
                  </a:lnTo>
                  <a:lnTo>
                    <a:pt x="5344885" y="1435240"/>
                  </a:lnTo>
                  <a:lnTo>
                    <a:pt x="5345553" y="1435240"/>
                  </a:lnTo>
                  <a:lnTo>
                    <a:pt x="5346221" y="1435240"/>
                  </a:lnTo>
                  <a:lnTo>
                    <a:pt x="5346889" y="1414035"/>
                  </a:lnTo>
                  <a:lnTo>
                    <a:pt x="5347557" y="1420435"/>
                  </a:lnTo>
                  <a:lnTo>
                    <a:pt x="5348225" y="1435289"/>
                  </a:lnTo>
                  <a:lnTo>
                    <a:pt x="5348893" y="1435289"/>
                  </a:lnTo>
                  <a:lnTo>
                    <a:pt x="5349561" y="1435289"/>
                  </a:lnTo>
                  <a:lnTo>
                    <a:pt x="5350229" y="1435289"/>
                  </a:lnTo>
                  <a:lnTo>
                    <a:pt x="5350898" y="1435289"/>
                  </a:lnTo>
                  <a:lnTo>
                    <a:pt x="5351566" y="1435289"/>
                  </a:lnTo>
                  <a:lnTo>
                    <a:pt x="5352234" y="1435289"/>
                  </a:lnTo>
                  <a:lnTo>
                    <a:pt x="5352902" y="1426406"/>
                  </a:lnTo>
                  <a:lnTo>
                    <a:pt x="5353570" y="1426406"/>
                  </a:lnTo>
                  <a:lnTo>
                    <a:pt x="5354238" y="1426406"/>
                  </a:lnTo>
                  <a:lnTo>
                    <a:pt x="5354906" y="1392501"/>
                  </a:lnTo>
                  <a:lnTo>
                    <a:pt x="5355574" y="1397247"/>
                  </a:lnTo>
                  <a:lnTo>
                    <a:pt x="5356242" y="1388901"/>
                  </a:lnTo>
                  <a:lnTo>
                    <a:pt x="5356910" y="1379999"/>
                  </a:lnTo>
                  <a:lnTo>
                    <a:pt x="5357578" y="1388901"/>
                  </a:lnTo>
                  <a:lnTo>
                    <a:pt x="5358246" y="1378820"/>
                  </a:lnTo>
                  <a:lnTo>
                    <a:pt x="5358914" y="1355920"/>
                  </a:lnTo>
                  <a:lnTo>
                    <a:pt x="5359582" y="1354579"/>
                  </a:lnTo>
                  <a:lnTo>
                    <a:pt x="5360250" y="1333309"/>
                  </a:lnTo>
                  <a:lnTo>
                    <a:pt x="5360918" y="1324680"/>
                  </a:lnTo>
                  <a:lnTo>
                    <a:pt x="5361586" y="1336186"/>
                  </a:lnTo>
                  <a:lnTo>
                    <a:pt x="5362254" y="1329910"/>
                  </a:lnTo>
                  <a:lnTo>
                    <a:pt x="5362922" y="1345860"/>
                  </a:lnTo>
                  <a:lnTo>
                    <a:pt x="5363590" y="1345860"/>
                  </a:lnTo>
                  <a:lnTo>
                    <a:pt x="5364258" y="1345860"/>
                  </a:lnTo>
                  <a:lnTo>
                    <a:pt x="5364926" y="1386763"/>
                  </a:lnTo>
                  <a:lnTo>
                    <a:pt x="5365594" y="1383549"/>
                  </a:lnTo>
                  <a:lnTo>
                    <a:pt x="5366262" y="1395602"/>
                  </a:lnTo>
                  <a:lnTo>
                    <a:pt x="5366930" y="1420234"/>
                  </a:lnTo>
                  <a:lnTo>
                    <a:pt x="5367598" y="1404341"/>
                  </a:lnTo>
                  <a:lnTo>
                    <a:pt x="5368266" y="1404341"/>
                  </a:lnTo>
                  <a:lnTo>
                    <a:pt x="5368934" y="1410751"/>
                  </a:lnTo>
                  <a:lnTo>
                    <a:pt x="5369602" y="1402585"/>
                  </a:lnTo>
                  <a:lnTo>
                    <a:pt x="5370270" y="1409989"/>
                  </a:lnTo>
                  <a:lnTo>
                    <a:pt x="5370938" y="1404341"/>
                  </a:lnTo>
                  <a:lnTo>
                    <a:pt x="5371606" y="1404341"/>
                  </a:lnTo>
                  <a:lnTo>
                    <a:pt x="5372274" y="1404341"/>
                  </a:lnTo>
                  <a:lnTo>
                    <a:pt x="5372942" y="1421057"/>
                  </a:lnTo>
                  <a:lnTo>
                    <a:pt x="5373610" y="1424529"/>
                  </a:lnTo>
                  <a:lnTo>
                    <a:pt x="5374278" y="1414887"/>
                  </a:lnTo>
                  <a:lnTo>
                    <a:pt x="5374946" y="1411257"/>
                  </a:lnTo>
                  <a:lnTo>
                    <a:pt x="5375615" y="1388129"/>
                  </a:lnTo>
                  <a:lnTo>
                    <a:pt x="5376283" y="1348253"/>
                  </a:lnTo>
                  <a:lnTo>
                    <a:pt x="5376951" y="1367825"/>
                  </a:lnTo>
                  <a:lnTo>
                    <a:pt x="5377619" y="1367825"/>
                  </a:lnTo>
                  <a:lnTo>
                    <a:pt x="5378287" y="1367825"/>
                  </a:lnTo>
                  <a:lnTo>
                    <a:pt x="5378955" y="1373339"/>
                  </a:lnTo>
                  <a:lnTo>
                    <a:pt x="5379623" y="1371420"/>
                  </a:lnTo>
                  <a:lnTo>
                    <a:pt x="5380291" y="1367825"/>
                  </a:lnTo>
                  <a:lnTo>
                    <a:pt x="5380959" y="1355431"/>
                  </a:lnTo>
                  <a:lnTo>
                    <a:pt x="5381627" y="1345860"/>
                  </a:lnTo>
                  <a:lnTo>
                    <a:pt x="5382295" y="1321935"/>
                  </a:lnTo>
                  <a:lnTo>
                    <a:pt x="5382963" y="1312034"/>
                  </a:lnTo>
                  <a:lnTo>
                    <a:pt x="5383631" y="1312034"/>
                  </a:lnTo>
                  <a:lnTo>
                    <a:pt x="5384299" y="1307213"/>
                  </a:lnTo>
                  <a:lnTo>
                    <a:pt x="5384967" y="1277975"/>
                  </a:lnTo>
                  <a:lnTo>
                    <a:pt x="5385635" y="1319181"/>
                  </a:lnTo>
                  <a:lnTo>
                    <a:pt x="5386303" y="1383549"/>
                  </a:lnTo>
                  <a:lnTo>
                    <a:pt x="5386971" y="1376317"/>
                  </a:lnTo>
                  <a:lnTo>
                    <a:pt x="5387639" y="1397010"/>
                  </a:lnTo>
                  <a:lnTo>
                    <a:pt x="5388307" y="1408226"/>
                  </a:lnTo>
                  <a:lnTo>
                    <a:pt x="5388975" y="1408226"/>
                  </a:lnTo>
                  <a:lnTo>
                    <a:pt x="5389643" y="1418284"/>
                  </a:lnTo>
                  <a:lnTo>
                    <a:pt x="5390311" y="1421637"/>
                  </a:lnTo>
                  <a:lnTo>
                    <a:pt x="5390979" y="1426331"/>
                  </a:lnTo>
                  <a:lnTo>
                    <a:pt x="5391647" y="1421637"/>
                  </a:lnTo>
                  <a:lnTo>
                    <a:pt x="5392315" y="1435289"/>
                  </a:lnTo>
                  <a:lnTo>
                    <a:pt x="5392983" y="1435289"/>
                  </a:lnTo>
                  <a:lnTo>
                    <a:pt x="5393651" y="1435289"/>
                  </a:lnTo>
                  <a:lnTo>
                    <a:pt x="5394319" y="1435289"/>
                  </a:lnTo>
                  <a:lnTo>
                    <a:pt x="5394987" y="1435289"/>
                  </a:lnTo>
                  <a:lnTo>
                    <a:pt x="5395655" y="1435289"/>
                  </a:lnTo>
                  <a:lnTo>
                    <a:pt x="5396323" y="1435289"/>
                  </a:lnTo>
                  <a:lnTo>
                    <a:pt x="5396991" y="1435289"/>
                  </a:lnTo>
                  <a:lnTo>
                    <a:pt x="5397659" y="1435289"/>
                  </a:lnTo>
                  <a:lnTo>
                    <a:pt x="5398327" y="1435289"/>
                  </a:lnTo>
                  <a:lnTo>
                    <a:pt x="5398995" y="1435289"/>
                  </a:lnTo>
                  <a:lnTo>
                    <a:pt x="5399664" y="1435289"/>
                  </a:lnTo>
                  <a:lnTo>
                    <a:pt x="5400332" y="1435289"/>
                  </a:lnTo>
                  <a:lnTo>
                    <a:pt x="5401000" y="1435289"/>
                  </a:lnTo>
                  <a:lnTo>
                    <a:pt x="5401668" y="1435289"/>
                  </a:lnTo>
                  <a:lnTo>
                    <a:pt x="5402336" y="1435289"/>
                  </a:lnTo>
                  <a:lnTo>
                    <a:pt x="5403004" y="1435289"/>
                  </a:lnTo>
                  <a:lnTo>
                    <a:pt x="5403672" y="1435289"/>
                  </a:lnTo>
                  <a:lnTo>
                    <a:pt x="5404340" y="1435289"/>
                  </a:lnTo>
                  <a:lnTo>
                    <a:pt x="5405008" y="1435289"/>
                  </a:lnTo>
                  <a:lnTo>
                    <a:pt x="5405676" y="1435289"/>
                  </a:lnTo>
                  <a:lnTo>
                    <a:pt x="5406344" y="1435289"/>
                  </a:lnTo>
                  <a:lnTo>
                    <a:pt x="5407012" y="1425612"/>
                  </a:lnTo>
                  <a:lnTo>
                    <a:pt x="5407680" y="1425612"/>
                  </a:lnTo>
                  <a:lnTo>
                    <a:pt x="5408348" y="1427508"/>
                  </a:lnTo>
                  <a:lnTo>
                    <a:pt x="5409016" y="1409662"/>
                  </a:lnTo>
                  <a:lnTo>
                    <a:pt x="5409684" y="1409662"/>
                  </a:lnTo>
                  <a:lnTo>
                    <a:pt x="5410352" y="1409662"/>
                  </a:lnTo>
                  <a:lnTo>
                    <a:pt x="5411020" y="1409662"/>
                  </a:lnTo>
                  <a:lnTo>
                    <a:pt x="5411688" y="1409662"/>
                  </a:lnTo>
                  <a:lnTo>
                    <a:pt x="5412356" y="1409662"/>
                  </a:lnTo>
                  <a:lnTo>
                    <a:pt x="5413024" y="1425351"/>
                  </a:lnTo>
                  <a:lnTo>
                    <a:pt x="5413692" y="1425351"/>
                  </a:lnTo>
                  <a:lnTo>
                    <a:pt x="5414360" y="1434311"/>
                  </a:lnTo>
                  <a:lnTo>
                    <a:pt x="5415028" y="1435289"/>
                  </a:lnTo>
                  <a:lnTo>
                    <a:pt x="5415696" y="1431993"/>
                  </a:lnTo>
                  <a:lnTo>
                    <a:pt x="5416364" y="1435289"/>
                  </a:lnTo>
                  <a:lnTo>
                    <a:pt x="5417032" y="1435289"/>
                  </a:lnTo>
                  <a:lnTo>
                    <a:pt x="5417700" y="1435289"/>
                  </a:lnTo>
                  <a:lnTo>
                    <a:pt x="5418368" y="1435289"/>
                  </a:lnTo>
                  <a:lnTo>
                    <a:pt x="5419036" y="1435289"/>
                  </a:lnTo>
                  <a:lnTo>
                    <a:pt x="5419704" y="1435289"/>
                  </a:lnTo>
                  <a:lnTo>
                    <a:pt x="5420372" y="1435289"/>
                  </a:lnTo>
                  <a:lnTo>
                    <a:pt x="5421040" y="1435289"/>
                  </a:lnTo>
                  <a:lnTo>
                    <a:pt x="5421708" y="1435289"/>
                  </a:lnTo>
                  <a:lnTo>
                    <a:pt x="5422376" y="1435289"/>
                  </a:lnTo>
                  <a:lnTo>
                    <a:pt x="5423044" y="1425612"/>
                  </a:lnTo>
                  <a:lnTo>
                    <a:pt x="5423712" y="1425612"/>
                  </a:lnTo>
                  <a:lnTo>
                    <a:pt x="5424381" y="1412055"/>
                  </a:lnTo>
                  <a:lnTo>
                    <a:pt x="5425049" y="1409662"/>
                  </a:lnTo>
                  <a:lnTo>
                    <a:pt x="5425717" y="1409662"/>
                  </a:lnTo>
                  <a:lnTo>
                    <a:pt x="5426385" y="1409662"/>
                  </a:lnTo>
                  <a:lnTo>
                    <a:pt x="5427053" y="1421625"/>
                  </a:lnTo>
                  <a:lnTo>
                    <a:pt x="5427721" y="1425612"/>
                  </a:lnTo>
                  <a:lnTo>
                    <a:pt x="5428389" y="1425612"/>
                  </a:lnTo>
                  <a:lnTo>
                    <a:pt x="5429057" y="1425612"/>
                  </a:lnTo>
                  <a:lnTo>
                    <a:pt x="5429725" y="1425612"/>
                  </a:lnTo>
                  <a:lnTo>
                    <a:pt x="5430393" y="1424529"/>
                  </a:lnTo>
                  <a:lnTo>
                    <a:pt x="5431061" y="1421057"/>
                  </a:lnTo>
                  <a:lnTo>
                    <a:pt x="5431729" y="1421057"/>
                  </a:lnTo>
                  <a:lnTo>
                    <a:pt x="5432397" y="1424486"/>
                  </a:lnTo>
                  <a:lnTo>
                    <a:pt x="5433065" y="1435289"/>
                  </a:lnTo>
                  <a:lnTo>
                    <a:pt x="5433733" y="1433484"/>
                  </a:lnTo>
                  <a:lnTo>
                    <a:pt x="5434401" y="1431892"/>
                  </a:lnTo>
                  <a:lnTo>
                    <a:pt x="5435069" y="1425196"/>
                  </a:lnTo>
                  <a:lnTo>
                    <a:pt x="5435737" y="1412919"/>
                  </a:lnTo>
                  <a:lnTo>
                    <a:pt x="5436405" y="1412919"/>
                  </a:lnTo>
                  <a:lnTo>
                    <a:pt x="5437073" y="1412919"/>
                  </a:lnTo>
                  <a:lnTo>
                    <a:pt x="5437741" y="1412919"/>
                  </a:lnTo>
                  <a:lnTo>
                    <a:pt x="5438409" y="1412919"/>
                  </a:lnTo>
                  <a:lnTo>
                    <a:pt x="5439077" y="1412919"/>
                  </a:lnTo>
                  <a:lnTo>
                    <a:pt x="5439745" y="1412919"/>
                  </a:lnTo>
                  <a:lnTo>
                    <a:pt x="5440413" y="1412919"/>
                  </a:lnTo>
                  <a:lnTo>
                    <a:pt x="5441081" y="1399526"/>
                  </a:lnTo>
                  <a:lnTo>
                    <a:pt x="5441749" y="1390598"/>
                  </a:lnTo>
                  <a:lnTo>
                    <a:pt x="5442417" y="1390598"/>
                  </a:lnTo>
                  <a:lnTo>
                    <a:pt x="5443085" y="1414101"/>
                  </a:lnTo>
                  <a:lnTo>
                    <a:pt x="5443753" y="1416621"/>
                  </a:lnTo>
                  <a:lnTo>
                    <a:pt x="5444421" y="1422655"/>
                  </a:lnTo>
                  <a:lnTo>
                    <a:pt x="5445089" y="1430896"/>
                  </a:lnTo>
                  <a:lnTo>
                    <a:pt x="5445757" y="1435289"/>
                  </a:lnTo>
                  <a:lnTo>
                    <a:pt x="5446425" y="1422655"/>
                  </a:lnTo>
                  <a:lnTo>
                    <a:pt x="5447093" y="1415329"/>
                  </a:lnTo>
                  <a:lnTo>
                    <a:pt x="5447761" y="1404341"/>
                  </a:lnTo>
                  <a:lnTo>
                    <a:pt x="5448429" y="1404341"/>
                  </a:lnTo>
                  <a:lnTo>
                    <a:pt x="5449098" y="1404341"/>
                  </a:lnTo>
                  <a:lnTo>
                    <a:pt x="5449766" y="1404341"/>
                  </a:lnTo>
                  <a:lnTo>
                    <a:pt x="5450434" y="1404341"/>
                  </a:lnTo>
                  <a:lnTo>
                    <a:pt x="5451102" y="1415329"/>
                  </a:lnTo>
                  <a:lnTo>
                    <a:pt x="5451770" y="1422655"/>
                  </a:lnTo>
                  <a:lnTo>
                    <a:pt x="5452438" y="1422655"/>
                  </a:lnTo>
                  <a:lnTo>
                    <a:pt x="5453106" y="1416621"/>
                  </a:lnTo>
                  <a:lnTo>
                    <a:pt x="5453774" y="1414917"/>
                  </a:lnTo>
                  <a:lnTo>
                    <a:pt x="5454442" y="1390598"/>
                  </a:lnTo>
                  <a:lnTo>
                    <a:pt x="5455110" y="1390598"/>
                  </a:lnTo>
                  <a:lnTo>
                    <a:pt x="5455778" y="1396178"/>
                  </a:lnTo>
                  <a:lnTo>
                    <a:pt x="5456446" y="1412919"/>
                  </a:lnTo>
                  <a:lnTo>
                    <a:pt x="5457114" y="1421847"/>
                  </a:lnTo>
                  <a:lnTo>
                    <a:pt x="5457782" y="1435240"/>
                  </a:lnTo>
                  <a:lnTo>
                    <a:pt x="5458450" y="1435240"/>
                  </a:lnTo>
                  <a:lnTo>
                    <a:pt x="5459118" y="1435240"/>
                  </a:lnTo>
                  <a:lnTo>
                    <a:pt x="5459786" y="1435240"/>
                  </a:lnTo>
                  <a:lnTo>
                    <a:pt x="5460454" y="1435240"/>
                  </a:lnTo>
                  <a:lnTo>
                    <a:pt x="5461122" y="1435240"/>
                  </a:lnTo>
                  <a:lnTo>
                    <a:pt x="5461790" y="1435240"/>
                  </a:lnTo>
                  <a:lnTo>
                    <a:pt x="5462458" y="1435240"/>
                  </a:lnTo>
                  <a:lnTo>
                    <a:pt x="5463126" y="1418499"/>
                  </a:lnTo>
                  <a:lnTo>
                    <a:pt x="5463794" y="1396178"/>
                  </a:lnTo>
                  <a:lnTo>
                    <a:pt x="5464462" y="1390598"/>
                  </a:lnTo>
                  <a:lnTo>
                    <a:pt x="5465130" y="1390598"/>
                  </a:lnTo>
                  <a:lnTo>
                    <a:pt x="5465798" y="1390598"/>
                  </a:lnTo>
                  <a:lnTo>
                    <a:pt x="5466466" y="1390598"/>
                  </a:lnTo>
                  <a:lnTo>
                    <a:pt x="5467134" y="1390598"/>
                  </a:lnTo>
                  <a:lnTo>
                    <a:pt x="5467802" y="1390598"/>
                  </a:lnTo>
                  <a:lnTo>
                    <a:pt x="5468470" y="1390598"/>
                  </a:lnTo>
                  <a:lnTo>
                    <a:pt x="5469138" y="1390598"/>
                  </a:lnTo>
                  <a:lnTo>
                    <a:pt x="5469806" y="1390598"/>
                  </a:lnTo>
                  <a:lnTo>
                    <a:pt x="5470474" y="1380554"/>
                  </a:lnTo>
                  <a:lnTo>
                    <a:pt x="5471142" y="1360465"/>
                  </a:lnTo>
                  <a:lnTo>
                    <a:pt x="5471810" y="1309126"/>
                  </a:lnTo>
                  <a:lnTo>
                    <a:pt x="5472478" y="1301314"/>
                  </a:lnTo>
                  <a:lnTo>
                    <a:pt x="5473146" y="1304662"/>
                  </a:lnTo>
                  <a:lnTo>
                    <a:pt x="5473815" y="1308010"/>
                  </a:lnTo>
                  <a:lnTo>
                    <a:pt x="5474483" y="1301314"/>
                  </a:lnTo>
                  <a:lnTo>
                    <a:pt x="5475151" y="1301314"/>
                  </a:lnTo>
                  <a:lnTo>
                    <a:pt x="5475819" y="1301314"/>
                  </a:lnTo>
                  <a:lnTo>
                    <a:pt x="5476487" y="1301314"/>
                  </a:lnTo>
                  <a:lnTo>
                    <a:pt x="5477155" y="1301314"/>
                  </a:lnTo>
                  <a:lnTo>
                    <a:pt x="5477823" y="1301314"/>
                  </a:lnTo>
                  <a:lnTo>
                    <a:pt x="5478491" y="1301314"/>
                  </a:lnTo>
                  <a:lnTo>
                    <a:pt x="5479159" y="1301314"/>
                  </a:lnTo>
                  <a:lnTo>
                    <a:pt x="5479827" y="1301314"/>
                  </a:lnTo>
                  <a:lnTo>
                    <a:pt x="5480495" y="1311358"/>
                  </a:lnTo>
                  <a:lnTo>
                    <a:pt x="5481163" y="1331447"/>
                  </a:lnTo>
                  <a:lnTo>
                    <a:pt x="5481831" y="1382786"/>
                  </a:lnTo>
                  <a:lnTo>
                    <a:pt x="5482499" y="1390598"/>
                  </a:lnTo>
                  <a:lnTo>
                    <a:pt x="5483167" y="1403991"/>
                  </a:lnTo>
                  <a:lnTo>
                    <a:pt x="5483835" y="1422963"/>
                  </a:lnTo>
                  <a:lnTo>
                    <a:pt x="5484503" y="1435240"/>
                  </a:lnTo>
                  <a:lnTo>
                    <a:pt x="5485171" y="1435240"/>
                  </a:lnTo>
                  <a:lnTo>
                    <a:pt x="5485839" y="1435240"/>
                  </a:lnTo>
                  <a:lnTo>
                    <a:pt x="5486507" y="1435240"/>
                  </a:lnTo>
                  <a:lnTo>
                    <a:pt x="5487175" y="1435240"/>
                  </a:lnTo>
                  <a:lnTo>
                    <a:pt x="5487843" y="1435240"/>
                  </a:lnTo>
                  <a:lnTo>
                    <a:pt x="5488511" y="1435240"/>
                  </a:lnTo>
                  <a:lnTo>
                    <a:pt x="5489179" y="1435240"/>
                  </a:lnTo>
                  <a:lnTo>
                    <a:pt x="5489847" y="1435240"/>
                  </a:lnTo>
                  <a:lnTo>
                    <a:pt x="5490515" y="1435240"/>
                  </a:lnTo>
                  <a:lnTo>
                    <a:pt x="5491183" y="1435240"/>
                  </a:lnTo>
                  <a:lnTo>
                    <a:pt x="5491851" y="1435240"/>
                  </a:lnTo>
                  <a:lnTo>
                    <a:pt x="5492519" y="1435240"/>
                  </a:lnTo>
                  <a:lnTo>
                    <a:pt x="5493187" y="1435240"/>
                  </a:lnTo>
                  <a:lnTo>
                    <a:pt x="5493855" y="1435240"/>
                  </a:lnTo>
                  <a:lnTo>
                    <a:pt x="5494523" y="1435240"/>
                  </a:lnTo>
                  <a:lnTo>
                    <a:pt x="5495191" y="1435240"/>
                  </a:lnTo>
                  <a:lnTo>
                    <a:pt x="5495859" y="1435240"/>
                  </a:lnTo>
                  <a:lnTo>
                    <a:pt x="5496527" y="1435240"/>
                  </a:lnTo>
                  <a:lnTo>
                    <a:pt x="5497195" y="1435289"/>
                  </a:lnTo>
                  <a:lnTo>
                    <a:pt x="5497864" y="1435289"/>
                  </a:lnTo>
                  <a:lnTo>
                    <a:pt x="5498532" y="1435289"/>
                  </a:lnTo>
                  <a:lnTo>
                    <a:pt x="5499200" y="1435289"/>
                  </a:lnTo>
                  <a:lnTo>
                    <a:pt x="5499868" y="1435289"/>
                  </a:lnTo>
                  <a:lnTo>
                    <a:pt x="5500536" y="1435289"/>
                  </a:lnTo>
                  <a:lnTo>
                    <a:pt x="5501204" y="1435289"/>
                  </a:lnTo>
                  <a:lnTo>
                    <a:pt x="5501872" y="1435289"/>
                  </a:lnTo>
                  <a:lnTo>
                    <a:pt x="5502540" y="1435289"/>
                  </a:lnTo>
                  <a:lnTo>
                    <a:pt x="5503208" y="1435289"/>
                  </a:lnTo>
                  <a:lnTo>
                    <a:pt x="5503876" y="1435289"/>
                  </a:lnTo>
                  <a:lnTo>
                    <a:pt x="5504544" y="1435289"/>
                  </a:lnTo>
                  <a:lnTo>
                    <a:pt x="5505212" y="1435289"/>
                  </a:lnTo>
                  <a:lnTo>
                    <a:pt x="5505880" y="1435289"/>
                  </a:lnTo>
                  <a:lnTo>
                    <a:pt x="5506548" y="1435289"/>
                  </a:lnTo>
                  <a:lnTo>
                    <a:pt x="5507216" y="1435289"/>
                  </a:lnTo>
                  <a:lnTo>
                    <a:pt x="5507884" y="1435289"/>
                  </a:lnTo>
                  <a:lnTo>
                    <a:pt x="5508552" y="1435289"/>
                  </a:lnTo>
                  <a:lnTo>
                    <a:pt x="5509220" y="1435289"/>
                  </a:lnTo>
                  <a:lnTo>
                    <a:pt x="5509888" y="1435289"/>
                  </a:lnTo>
                  <a:lnTo>
                    <a:pt x="5510556" y="1435289"/>
                  </a:lnTo>
                  <a:lnTo>
                    <a:pt x="5511224" y="1435289"/>
                  </a:lnTo>
                  <a:lnTo>
                    <a:pt x="5511892" y="1435289"/>
                  </a:lnTo>
                  <a:lnTo>
                    <a:pt x="5512560" y="1435289"/>
                  </a:lnTo>
                  <a:lnTo>
                    <a:pt x="5513228" y="1435289"/>
                  </a:lnTo>
                  <a:lnTo>
                    <a:pt x="5513896" y="1435289"/>
                  </a:lnTo>
                  <a:lnTo>
                    <a:pt x="5514564" y="1435289"/>
                  </a:lnTo>
                  <a:lnTo>
                    <a:pt x="5515232" y="1435289"/>
                  </a:lnTo>
                  <a:lnTo>
                    <a:pt x="5515900" y="1435289"/>
                  </a:lnTo>
                  <a:lnTo>
                    <a:pt x="5516568" y="1435289"/>
                  </a:lnTo>
                  <a:lnTo>
                    <a:pt x="5517236" y="1435289"/>
                  </a:lnTo>
                  <a:lnTo>
                    <a:pt x="5517904" y="1435289"/>
                  </a:lnTo>
                  <a:lnTo>
                    <a:pt x="5518572" y="1435289"/>
                  </a:lnTo>
                  <a:lnTo>
                    <a:pt x="5519240" y="1435240"/>
                  </a:lnTo>
                  <a:lnTo>
                    <a:pt x="5519908" y="1435240"/>
                  </a:lnTo>
                  <a:lnTo>
                    <a:pt x="5520576" y="1435240"/>
                  </a:lnTo>
                  <a:lnTo>
                    <a:pt x="5521244" y="1435240"/>
                  </a:lnTo>
                  <a:lnTo>
                    <a:pt x="5521912" y="1435240"/>
                  </a:lnTo>
                  <a:lnTo>
                    <a:pt x="5522581" y="1435240"/>
                  </a:lnTo>
                  <a:lnTo>
                    <a:pt x="5523249" y="1435240"/>
                  </a:lnTo>
                  <a:lnTo>
                    <a:pt x="5523917" y="1435240"/>
                  </a:lnTo>
                  <a:lnTo>
                    <a:pt x="5524585" y="1435240"/>
                  </a:lnTo>
                  <a:lnTo>
                    <a:pt x="5525253" y="1435240"/>
                  </a:lnTo>
                  <a:lnTo>
                    <a:pt x="5525921" y="1435240"/>
                  </a:lnTo>
                  <a:lnTo>
                    <a:pt x="5526589" y="1435240"/>
                  </a:lnTo>
                  <a:lnTo>
                    <a:pt x="5527257" y="1435240"/>
                  </a:lnTo>
                  <a:lnTo>
                    <a:pt x="5527925" y="1435240"/>
                  </a:lnTo>
                  <a:lnTo>
                    <a:pt x="5528593" y="1435240"/>
                  </a:lnTo>
                  <a:lnTo>
                    <a:pt x="5529261" y="1435240"/>
                  </a:lnTo>
                  <a:lnTo>
                    <a:pt x="5529929" y="1435240"/>
                  </a:lnTo>
                  <a:lnTo>
                    <a:pt x="5530597" y="1435240"/>
                  </a:lnTo>
                  <a:lnTo>
                    <a:pt x="5531265" y="1435240"/>
                  </a:lnTo>
                  <a:lnTo>
                    <a:pt x="5531933" y="1435240"/>
                  </a:lnTo>
                  <a:lnTo>
                    <a:pt x="5532601" y="1435240"/>
                  </a:lnTo>
                  <a:lnTo>
                    <a:pt x="5533269" y="1435240"/>
                  </a:lnTo>
                  <a:lnTo>
                    <a:pt x="5533937" y="1435240"/>
                  </a:lnTo>
                  <a:lnTo>
                    <a:pt x="5534605" y="1435240"/>
                  </a:lnTo>
                  <a:lnTo>
                    <a:pt x="5535273" y="1435240"/>
                  </a:lnTo>
                  <a:lnTo>
                    <a:pt x="5535941" y="1435240"/>
                  </a:lnTo>
                  <a:lnTo>
                    <a:pt x="5536609" y="1435240"/>
                  </a:lnTo>
                  <a:lnTo>
                    <a:pt x="5537277" y="1435240"/>
                  </a:lnTo>
                  <a:lnTo>
                    <a:pt x="5537945" y="1435240"/>
                  </a:lnTo>
                  <a:lnTo>
                    <a:pt x="5538613" y="1435240"/>
                  </a:lnTo>
                  <a:lnTo>
                    <a:pt x="5539281" y="1435240"/>
                  </a:lnTo>
                  <a:lnTo>
                    <a:pt x="5539949" y="1435240"/>
                  </a:lnTo>
                  <a:lnTo>
                    <a:pt x="5540617" y="1435240"/>
                  </a:lnTo>
                  <a:lnTo>
                    <a:pt x="5541285" y="1435240"/>
                  </a:lnTo>
                  <a:lnTo>
                    <a:pt x="5541953" y="1435240"/>
                  </a:lnTo>
                  <a:lnTo>
                    <a:pt x="5542621" y="1435240"/>
                  </a:lnTo>
                  <a:lnTo>
                    <a:pt x="5543289" y="1435240"/>
                  </a:lnTo>
                  <a:lnTo>
                    <a:pt x="5543957" y="1435240"/>
                  </a:lnTo>
                  <a:lnTo>
                    <a:pt x="5544625" y="1435240"/>
                  </a:lnTo>
                  <a:lnTo>
                    <a:pt x="5545293" y="1435240"/>
                  </a:lnTo>
                  <a:lnTo>
                    <a:pt x="5545961" y="1435240"/>
                  </a:lnTo>
                  <a:lnTo>
                    <a:pt x="5546629" y="1435240"/>
                  </a:lnTo>
                  <a:lnTo>
                    <a:pt x="5547298" y="1435240"/>
                  </a:lnTo>
                  <a:lnTo>
                    <a:pt x="5547966" y="1435240"/>
                  </a:lnTo>
                  <a:lnTo>
                    <a:pt x="5548634" y="1435240"/>
                  </a:lnTo>
                  <a:lnTo>
                    <a:pt x="5549302" y="1435240"/>
                  </a:lnTo>
                  <a:lnTo>
                    <a:pt x="5549970" y="1435240"/>
                  </a:lnTo>
                  <a:lnTo>
                    <a:pt x="5550638" y="1435240"/>
                  </a:lnTo>
                  <a:lnTo>
                    <a:pt x="5551306" y="1435240"/>
                  </a:lnTo>
                  <a:lnTo>
                    <a:pt x="5551974" y="1435240"/>
                  </a:lnTo>
                  <a:lnTo>
                    <a:pt x="5552642" y="1435240"/>
                  </a:lnTo>
                  <a:lnTo>
                    <a:pt x="5553310" y="1435240"/>
                  </a:lnTo>
                  <a:lnTo>
                    <a:pt x="5553978" y="1435240"/>
                  </a:lnTo>
                  <a:lnTo>
                    <a:pt x="5554646" y="1435240"/>
                  </a:lnTo>
                  <a:lnTo>
                    <a:pt x="5555314" y="1435289"/>
                  </a:lnTo>
                  <a:lnTo>
                    <a:pt x="5555982" y="1435289"/>
                  </a:lnTo>
                  <a:lnTo>
                    <a:pt x="5556650" y="1435289"/>
                  </a:lnTo>
                  <a:lnTo>
                    <a:pt x="5557318" y="1435289"/>
                  </a:lnTo>
                  <a:lnTo>
                    <a:pt x="5557986" y="1435289"/>
                  </a:lnTo>
                  <a:lnTo>
                    <a:pt x="5558654" y="1435289"/>
                  </a:lnTo>
                  <a:lnTo>
                    <a:pt x="5559322" y="1435289"/>
                  </a:lnTo>
                  <a:lnTo>
                    <a:pt x="5559990" y="1435289"/>
                  </a:lnTo>
                  <a:lnTo>
                    <a:pt x="5560658" y="1435289"/>
                  </a:lnTo>
                  <a:lnTo>
                    <a:pt x="5561326" y="1435289"/>
                  </a:lnTo>
                  <a:lnTo>
                    <a:pt x="5561994" y="1435289"/>
                  </a:lnTo>
                  <a:lnTo>
                    <a:pt x="5562662" y="1435289"/>
                  </a:lnTo>
                  <a:lnTo>
                    <a:pt x="5563330" y="1435289"/>
                  </a:lnTo>
                  <a:lnTo>
                    <a:pt x="5563998" y="1435289"/>
                  </a:lnTo>
                  <a:lnTo>
                    <a:pt x="5564666" y="1435289"/>
                  </a:lnTo>
                  <a:lnTo>
                    <a:pt x="5565334" y="1435289"/>
                  </a:lnTo>
                  <a:lnTo>
                    <a:pt x="5566002" y="1435289"/>
                  </a:lnTo>
                  <a:lnTo>
                    <a:pt x="5566670" y="1435289"/>
                  </a:lnTo>
                  <a:lnTo>
                    <a:pt x="5567338" y="1435289"/>
                  </a:lnTo>
                  <a:lnTo>
                    <a:pt x="5568006" y="1435289"/>
                  </a:lnTo>
                  <a:lnTo>
                    <a:pt x="5568674" y="1425402"/>
                  </a:lnTo>
                  <a:lnTo>
                    <a:pt x="5569342" y="1395184"/>
                  </a:lnTo>
                  <a:lnTo>
                    <a:pt x="5570010" y="1368629"/>
                  </a:lnTo>
                  <a:lnTo>
                    <a:pt x="5570678" y="1371687"/>
                  </a:lnTo>
                  <a:lnTo>
                    <a:pt x="5571346" y="1376317"/>
                  </a:lnTo>
                  <a:lnTo>
                    <a:pt x="5572015" y="1375513"/>
                  </a:lnTo>
                  <a:lnTo>
                    <a:pt x="5572683" y="1349848"/>
                  </a:lnTo>
                  <a:lnTo>
                    <a:pt x="5573351" y="1344175"/>
                  </a:lnTo>
                  <a:lnTo>
                    <a:pt x="5574019" y="1312771"/>
                  </a:lnTo>
                  <a:lnTo>
                    <a:pt x="5574687" y="1312771"/>
                  </a:lnTo>
                  <a:lnTo>
                    <a:pt x="5575355" y="1312771"/>
                  </a:lnTo>
                  <a:lnTo>
                    <a:pt x="5576023" y="1312771"/>
                  </a:lnTo>
                  <a:lnTo>
                    <a:pt x="5576691" y="1312771"/>
                  </a:lnTo>
                  <a:lnTo>
                    <a:pt x="5577359" y="1321928"/>
                  </a:lnTo>
                  <a:lnTo>
                    <a:pt x="5578027" y="1331085"/>
                  </a:lnTo>
                  <a:lnTo>
                    <a:pt x="5578695" y="1346652"/>
                  </a:lnTo>
                  <a:lnTo>
                    <a:pt x="5579363" y="1376870"/>
                  </a:lnTo>
                  <a:lnTo>
                    <a:pt x="5580031" y="1403425"/>
                  </a:lnTo>
                  <a:lnTo>
                    <a:pt x="5580699" y="1416621"/>
                  </a:lnTo>
                  <a:lnTo>
                    <a:pt x="5581367" y="1416621"/>
                  </a:lnTo>
                  <a:lnTo>
                    <a:pt x="5582035" y="1415881"/>
                  </a:lnTo>
                  <a:lnTo>
                    <a:pt x="5582703" y="1425196"/>
                  </a:lnTo>
                  <a:lnTo>
                    <a:pt x="5583371" y="1412919"/>
                  </a:lnTo>
                  <a:lnTo>
                    <a:pt x="5584039" y="1390598"/>
                  </a:lnTo>
                  <a:lnTo>
                    <a:pt x="5584707" y="1390598"/>
                  </a:lnTo>
                  <a:lnTo>
                    <a:pt x="5585375" y="1390598"/>
                  </a:lnTo>
                  <a:lnTo>
                    <a:pt x="5586043" y="1390598"/>
                  </a:lnTo>
                  <a:lnTo>
                    <a:pt x="5586711" y="1390598"/>
                  </a:lnTo>
                  <a:lnTo>
                    <a:pt x="5587379" y="1410249"/>
                  </a:lnTo>
                  <a:lnTo>
                    <a:pt x="5588047" y="1384076"/>
                  </a:lnTo>
                  <a:lnTo>
                    <a:pt x="5588715" y="1403637"/>
                  </a:lnTo>
                  <a:lnTo>
                    <a:pt x="5589383" y="1379531"/>
                  </a:lnTo>
                  <a:lnTo>
                    <a:pt x="5590051" y="1376317"/>
                  </a:lnTo>
                  <a:lnTo>
                    <a:pt x="5590719" y="1377761"/>
                  </a:lnTo>
                  <a:lnTo>
                    <a:pt x="5591387" y="1377761"/>
                  </a:lnTo>
                  <a:lnTo>
                    <a:pt x="5592055" y="1377761"/>
                  </a:lnTo>
                  <a:lnTo>
                    <a:pt x="5592723" y="1380951"/>
                  </a:lnTo>
                  <a:lnTo>
                    <a:pt x="5593391" y="1393712"/>
                  </a:lnTo>
                  <a:lnTo>
                    <a:pt x="5594059" y="1409662"/>
                  </a:lnTo>
                  <a:lnTo>
                    <a:pt x="5594727" y="1409662"/>
                  </a:lnTo>
                  <a:lnTo>
                    <a:pt x="5595395" y="1407269"/>
                  </a:lnTo>
                  <a:lnTo>
                    <a:pt x="5596064" y="1393712"/>
                  </a:lnTo>
                  <a:lnTo>
                    <a:pt x="5596732" y="1393712"/>
                  </a:lnTo>
                  <a:lnTo>
                    <a:pt x="5597400" y="1380154"/>
                  </a:lnTo>
                  <a:lnTo>
                    <a:pt x="5598068" y="1404600"/>
                  </a:lnTo>
                  <a:lnTo>
                    <a:pt x="5598736" y="1384206"/>
                  </a:lnTo>
                  <a:lnTo>
                    <a:pt x="5599404" y="1412808"/>
                  </a:lnTo>
                  <a:lnTo>
                    <a:pt x="5600072" y="1416621"/>
                  </a:lnTo>
                  <a:lnTo>
                    <a:pt x="5600740" y="1390598"/>
                  </a:lnTo>
                  <a:lnTo>
                    <a:pt x="5601408" y="1390598"/>
                  </a:lnTo>
                  <a:lnTo>
                    <a:pt x="5602076" y="1414917"/>
                  </a:lnTo>
                  <a:lnTo>
                    <a:pt x="5602744" y="1416621"/>
                  </a:lnTo>
                  <a:lnTo>
                    <a:pt x="5603412" y="1422655"/>
                  </a:lnTo>
                  <a:lnTo>
                    <a:pt x="5604080" y="1422655"/>
                  </a:lnTo>
                  <a:lnTo>
                    <a:pt x="5604748" y="1422655"/>
                  </a:lnTo>
                  <a:lnTo>
                    <a:pt x="5605416" y="1425402"/>
                  </a:lnTo>
                  <a:lnTo>
                    <a:pt x="5606084" y="1435289"/>
                  </a:lnTo>
                  <a:lnTo>
                    <a:pt x="5606752" y="1435289"/>
                  </a:lnTo>
                  <a:lnTo>
                    <a:pt x="5607420" y="1435289"/>
                  </a:lnTo>
                  <a:lnTo>
                    <a:pt x="5608088" y="1435289"/>
                  </a:lnTo>
                  <a:lnTo>
                    <a:pt x="5608756" y="1435289"/>
                  </a:lnTo>
                  <a:lnTo>
                    <a:pt x="5609424" y="1435289"/>
                  </a:lnTo>
                  <a:lnTo>
                    <a:pt x="5610092" y="1435289"/>
                  </a:lnTo>
                  <a:lnTo>
                    <a:pt x="5610760" y="1435289"/>
                  </a:lnTo>
                  <a:lnTo>
                    <a:pt x="5611428" y="1435289"/>
                  </a:lnTo>
                  <a:lnTo>
                    <a:pt x="5612096" y="1435289"/>
                  </a:lnTo>
                  <a:lnTo>
                    <a:pt x="5612764" y="1435289"/>
                  </a:lnTo>
                  <a:lnTo>
                    <a:pt x="5613432" y="1435240"/>
                  </a:lnTo>
                  <a:lnTo>
                    <a:pt x="5614100" y="1435240"/>
                  </a:lnTo>
                  <a:lnTo>
                    <a:pt x="5614768" y="1435240"/>
                  </a:lnTo>
                  <a:lnTo>
                    <a:pt x="5615436" y="1435240"/>
                  </a:lnTo>
                  <a:lnTo>
                    <a:pt x="5616104" y="1435240"/>
                  </a:lnTo>
                  <a:lnTo>
                    <a:pt x="5616772" y="1435240"/>
                  </a:lnTo>
                  <a:lnTo>
                    <a:pt x="5617440" y="1435240"/>
                  </a:lnTo>
                  <a:lnTo>
                    <a:pt x="5618108" y="1435240"/>
                  </a:lnTo>
                  <a:lnTo>
                    <a:pt x="5618776" y="1435240"/>
                  </a:lnTo>
                  <a:lnTo>
                    <a:pt x="5619444" y="1435240"/>
                  </a:lnTo>
                  <a:lnTo>
                    <a:pt x="5620112" y="1435240"/>
                  </a:lnTo>
                  <a:lnTo>
                    <a:pt x="5620781" y="1435240"/>
                  </a:lnTo>
                  <a:lnTo>
                    <a:pt x="5621449" y="1435240"/>
                  </a:lnTo>
                  <a:lnTo>
                    <a:pt x="5622117" y="1435240"/>
                  </a:lnTo>
                  <a:lnTo>
                    <a:pt x="5622785" y="1435240"/>
                  </a:lnTo>
                  <a:lnTo>
                    <a:pt x="5623453" y="1435240"/>
                  </a:lnTo>
                  <a:lnTo>
                    <a:pt x="5624121" y="1435240"/>
                  </a:lnTo>
                  <a:lnTo>
                    <a:pt x="5624789" y="1435240"/>
                  </a:lnTo>
                  <a:lnTo>
                    <a:pt x="5625457" y="1435240"/>
                  </a:lnTo>
                  <a:lnTo>
                    <a:pt x="5626125" y="1435240"/>
                  </a:lnTo>
                  <a:lnTo>
                    <a:pt x="5626793" y="1435240"/>
                  </a:lnTo>
                  <a:lnTo>
                    <a:pt x="5627461" y="1435240"/>
                  </a:lnTo>
                  <a:lnTo>
                    <a:pt x="5628129" y="1435240"/>
                  </a:lnTo>
                  <a:lnTo>
                    <a:pt x="5628797" y="1435240"/>
                  </a:lnTo>
                  <a:lnTo>
                    <a:pt x="5629465" y="1435289"/>
                  </a:lnTo>
                  <a:lnTo>
                    <a:pt x="5630133" y="1435289"/>
                  </a:lnTo>
                  <a:lnTo>
                    <a:pt x="5630801" y="1435289"/>
                  </a:lnTo>
                  <a:lnTo>
                    <a:pt x="5631469" y="1435289"/>
                  </a:lnTo>
                  <a:lnTo>
                    <a:pt x="5632137" y="1435289"/>
                  </a:lnTo>
                  <a:lnTo>
                    <a:pt x="5632805" y="1435289"/>
                  </a:lnTo>
                  <a:lnTo>
                    <a:pt x="5633473" y="1435289"/>
                  </a:lnTo>
                  <a:lnTo>
                    <a:pt x="5634141" y="1435289"/>
                  </a:lnTo>
                  <a:lnTo>
                    <a:pt x="5634809" y="1435289"/>
                  </a:lnTo>
                  <a:lnTo>
                    <a:pt x="5635477" y="1435289"/>
                  </a:lnTo>
                  <a:lnTo>
                    <a:pt x="5636145" y="1435289"/>
                  </a:lnTo>
                  <a:lnTo>
                    <a:pt x="5636813" y="1435289"/>
                  </a:lnTo>
                  <a:lnTo>
                    <a:pt x="5637481" y="1435289"/>
                  </a:lnTo>
                  <a:lnTo>
                    <a:pt x="5638149" y="1435289"/>
                  </a:lnTo>
                  <a:lnTo>
                    <a:pt x="5638817" y="1435289"/>
                  </a:lnTo>
                  <a:lnTo>
                    <a:pt x="5639485" y="1435289"/>
                  </a:lnTo>
                  <a:lnTo>
                    <a:pt x="5640153" y="1435289"/>
                  </a:lnTo>
                  <a:lnTo>
                    <a:pt x="5640821" y="1435289"/>
                  </a:lnTo>
                  <a:lnTo>
                    <a:pt x="5641489" y="1435289"/>
                  </a:lnTo>
                  <a:lnTo>
                    <a:pt x="5642157" y="1435289"/>
                  </a:lnTo>
                  <a:lnTo>
                    <a:pt x="5642825" y="1435289"/>
                  </a:lnTo>
                  <a:lnTo>
                    <a:pt x="5643493" y="1435289"/>
                  </a:lnTo>
                  <a:lnTo>
                    <a:pt x="5644161" y="1435289"/>
                  </a:lnTo>
                  <a:lnTo>
                    <a:pt x="5644829" y="1435289"/>
                  </a:lnTo>
                  <a:lnTo>
                    <a:pt x="5645498" y="1435289"/>
                  </a:lnTo>
                  <a:lnTo>
                    <a:pt x="5646166" y="1435289"/>
                  </a:lnTo>
                  <a:lnTo>
                    <a:pt x="5646834" y="1435289"/>
                  </a:lnTo>
                  <a:lnTo>
                    <a:pt x="5647502" y="1435289"/>
                  </a:lnTo>
                  <a:lnTo>
                    <a:pt x="5648170" y="1435289"/>
                  </a:lnTo>
                  <a:lnTo>
                    <a:pt x="5648838" y="1422655"/>
                  </a:lnTo>
                  <a:lnTo>
                    <a:pt x="5649506" y="1390598"/>
                  </a:lnTo>
                  <a:lnTo>
                    <a:pt x="5650174" y="1408455"/>
                  </a:lnTo>
                  <a:lnTo>
                    <a:pt x="5650842" y="1412919"/>
                  </a:lnTo>
                  <a:lnTo>
                    <a:pt x="5651510" y="1412919"/>
                  </a:lnTo>
                  <a:lnTo>
                    <a:pt x="5652178" y="1406223"/>
                  </a:lnTo>
                  <a:lnTo>
                    <a:pt x="5652846" y="1390598"/>
                  </a:lnTo>
                  <a:lnTo>
                    <a:pt x="5653514" y="1390598"/>
                  </a:lnTo>
                  <a:lnTo>
                    <a:pt x="5654182" y="1390598"/>
                  </a:lnTo>
                  <a:lnTo>
                    <a:pt x="5654850" y="1390598"/>
                  </a:lnTo>
                  <a:lnTo>
                    <a:pt x="5655518" y="1420435"/>
                  </a:lnTo>
                  <a:lnTo>
                    <a:pt x="5656186" y="1435289"/>
                  </a:lnTo>
                  <a:lnTo>
                    <a:pt x="5656854" y="1435289"/>
                  </a:lnTo>
                  <a:lnTo>
                    <a:pt x="5657522" y="1425402"/>
                  </a:lnTo>
                  <a:lnTo>
                    <a:pt x="5658190" y="1435289"/>
                  </a:lnTo>
                  <a:lnTo>
                    <a:pt x="5658858" y="1435289"/>
                  </a:lnTo>
                  <a:lnTo>
                    <a:pt x="5659526" y="1435289"/>
                  </a:lnTo>
                  <a:lnTo>
                    <a:pt x="5660194" y="1435289"/>
                  </a:lnTo>
                  <a:lnTo>
                    <a:pt x="5660862" y="1435289"/>
                  </a:lnTo>
                  <a:lnTo>
                    <a:pt x="5661530" y="1435289"/>
                  </a:lnTo>
                  <a:lnTo>
                    <a:pt x="5662198" y="1435289"/>
                  </a:lnTo>
                  <a:lnTo>
                    <a:pt x="5662866" y="1435289"/>
                  </a:lnTo>
                  <a:lnTo>
                    <a:pt x="5663534" y="1435289"/>
                  </a:lnTo>
                  <a:lnTo>
                    <a:pt x="5664202" y="1435289"/>
                  </a:lnTo>
                  <a:lnTo>
                    <a:pt x="5664870" y="1435289"/>
                  </a:lnTo>
                  <a:lnTo>
                    <a:pt x="5665538" y="1435289"/>
                  </a:lnTo>
                  <a:lnTo>
                    <a:pt x="5666206" y="1435289"/>
                  </a:lnTo>
                  <a:lnTo>
                    <a:pt x="5666874" y="1435289"/>
                  </a:lnTo>
                  <a:lnTo>
                    <a:pt x="5667542" y="1435289"/>
                  </a:lnTo>
                  <a:lnTo>
                    <a:pt x="5668210" y="1435289"/>
                  </a:lnTo>
                  <a:lnTo>
                    <a:pt x="5668878" y="1433484"/>
                  </a:lnTo>
                  <a:lnTo>
                    <a:pt x="5669546" y="1412919"/>
                  </a:lnTo>
                  <a:lnTo>
                    <a:pt x="5670215" y="1412919"/>
                  </a:lnTo>
                  <a:lnTo>
                    <a:pt x="5670883" y="1412919"/>
                  </a:lnTo>
                  <a:lnTo>
                    <a:pt x="5671551" y="1412919"/>
                  </a:lnTo>
                  <a:lnTo>
                    <a:pt x="5672219" y="1412919"/>
                  </a:lnTo>
                  <a:lnTo>
                    <a:pt x="5672887" y="1412919"/>
                  </a:lnTo>
                  <a:lnTo>
                    <a:pt x="5673555" y="1416040"/>
                  </a:lnTo>
                  <a:lnTo>
                    <a:pt x="5674223" y="1416621"/>
                  </a:lnTo>
                  <a:lnTo>
                    <a:pt x="5674891" y="1421094"/>
                  </a:lnTo>
                  <a:lnTo>
                    <a:pt x="5675559" y="1422655"/>
                  </a:lnTo>
                  <a:lnTo>
                    <a:pt x="5676227" y="1422655"/>
                  </a:lnTo>
                  <a:lnTo>
                    <a:pt x="5676895" y="1418076"/>
                  </a:lnTo>
                  <a:lnTo>
                    <a:pt x="5677563" y="1409835"/>
                  </a:lnTo>
                  <a:lnTo>
                    <a:pt x="5678231" y="1422655"/>
                  </a:lnTo>
                  <a:lnTo>
                    <a:pt x="5678899" y="1422655"/>
                  </a:lnTo>
                  <a:lnTo>
                    <a:pt x="5679567" y="1422655"/>
                  </a:lnTo>
                  <a:lnTo>
                    <a:pt x="5680235" y="1422655"/>
                  </a:lnTo>
                  <a:lnTo>
                    <a:pt x="5680903" y="1421739"/>
                  </a:lnTo>
                  <a:lnTo>
                    <a:pt x="5681571" y="1412006"/>
                  </a:lnTo>
                  <a:lnTo>
                    <a:pt x="5682239" y="1402834"/>
                  </a:lnTo>
                  <a:lnTo>
                    <a:pt x="5682907" y="1391584"/>
                  </a:lnTo>
                  <a:lnTo>
                    <a:pt x="5683575" y="1392117"/>
                  </a:lnTo>
                  <a:lnTo>
                    <a:pt x="5684243" y="1379356"/>
                  </a:lnTo>
                  <a:lnTo>
                    <a:pt x="5684911" y="1376317"/>
                  </a:lnTo>
                  <a:lnTo>
                    <a:pt x="5685579" y="1377761"/>
                  </a:lnTo>
                  <a:lnTo>
                    <a:pt x="5686247" y="1361811"/>
                  </a:lnTo>
                  <a:lnTo>
                    <a:pt x="5686915" y="1365798"/>
                  </a:lnTo>
                  <a:lnTo>
                    <a:pt x="5687583" y="1377761"/>
                  </a:lnTo>
                  <a:lnTo>
                    <a:pt x="5688251" y="1377761"/>
                  </a:lnTo>
                  <a:lnTo>
                    <a:pt x="5688919" y="1377761"/>
                  </a:lnTo>
                  <a:lnTo>
                    <a:pt x="5689587" y="1377761"/>
                  </a:lnTo>
                  <a:lnTo>
                    <a:pt x="5690255" y="1396588"/>
                  </a:lnTo>
                  <a:lnTo>
                    <a:pt x="5690923" y="1393424"/>
                  </a:lnTo>
                  <a:lnTo>
                    <a:pt x="5691591" y="1404498"/>
                  </a:lnTo>
                  <a:lnTo>
                    <a:pt x="5692259" y="1416003"/>
                  </a:lnTo>
                  <a:lnTo>
                    <a:pt x="5692927" y="1397699"/>
                  </a:lnTo>
                  <a:lnTo>
                    <a:pt x="5693595" y="1408458"/>
                  </a:lnTo>
                  <a:lnTo>
                    <a:pt x="5694264" y="1422922"/>
                  </a:lnTo>
                  <a:lnTo>
                    <a:pt x="5694932" y="1421057"/>
                  </a:lnTo>
                  <a:lnTo>
                    <a:pt x="5695600" y="1404341"/>
                  </a:lnTo>
                  <a:lnTo>
                    <a:pt x="5696268" y="1422655"/>
                  </a:lnTo>
                  <a:lnTo>
                    <a:pt x="5696936" y="1422655"/>
                  </a:lnTo>
                  <a:lnTo>
                    <a:pt x="5697604" y="1422655"/>
                  </a:lnTo>
                  <a:lnTo>
                    <a:pt x="5698272" y="1422655"/>
                  </a:lnTo>
                  <a:lnTo>
                    <a:pt x="5698940" y="1422655"/>
                  </a:lnTo>
                  <a:lnTo>
                    <a:pt x="5699608" y="1421094"/>
                  </a:lnTo>
                  <a:lnTo>
                    <a:pt x="5700276" y="1414917"/>
                  </a:lnTo>
                  <a:lnTo>
                    <a:pt x="5700944" y="1397294"/>
                  </a:lnTo>
                  <a:lnTo>
                    <a:pt x="5701612" y="1412919"/>
                  </a:lnTo>
                  <a:lnTo>
                    <a:pt x="5702280" y="1412919"/>
                  </a:lnTo>
                  <a:lnTo>
                    <a:pt x="5702948" y="1430776"/>
                  </a:lnTo>
                  <a:lnTo>
                    <a:pt x="5703616" y="1435240"/>
                  </a:lnTo>
                  <a:lnTo>
                    <a:pt x="5704284" y="1435240"/>
                  </a:lnTo>
                  <a:lnTo>
                    <a:pt x="5704952" y="1435240"/>
                  </a:lnTo>
                  <a:lnTo>
                    <a:pt x="5705620" y="1435240"/>
                  </a:lnTo>
                  <a:lnTo>
                    <a:pt x="5706288" y="1414035"/>
                  </a:lnTo>
                  <a:lnTo>
                    <a:pt x="5706956" y="1412919"/>
                  </a:lnTo>
                  <a:lnTo>
                    <a:pt x="5707624" y="1434198"/>
                  </a:lnTo>
                  <a:lnTo>
                    <a:pt x="5708292" y="1435289"/>
                  </a:lnTo>
                  <a:lnTo>
                    <a:pt x="5708960" y="1435289"/>
                  </a:lnTo>
                  <a:lnTo>
                    <a:pt x="5709628" y="1432727"/>
                  </a:lnTo>
                  <a:lnTo>
                    <a:pt x="5710296" y="1422655"/>
                  </a:lnTo>
                  <a:lnTo>
                    <a:pt x="5710964" y="1422655"/>
                  </a:lnTo>
                  <a:lnTo>
                    <a:pt x="5711632" y="1422655"/>
                  </a:lnTo>
                  <a:lnTo>
                    <a:pt x="5712300" y="1407088"/>
                  </a:lnTo>
                  <a:lnTo>
                    <a:pt x="5712968" y="1392437"/>
                  </a:lnTo>
                  <a:lnTo>
                    <a:pt x="5713636" y="1386027"/>
                  </a:lnTo>
                  <a:lnTo>
                    <a:pt x="5714304" y="1376870"/>
                  </a:lnTo>
                  <a:lnTo>
                    <a:pt x="5714972" y="1367713"/>
                  </a:lnTo>
                  <a:lnTo>
                    <a:pt x="5715640" y="1367713"/>
                  </a:lnTo>
                  <a:lnTo>
                    <a:pt x="5716308" y="1385111"/>
                  </a:lnTo>
                  <a:lnTo>
                    <a:pt x="5716976" y="1386027"/>
                  </a:lnTo>
                  <a:lnTo>
                    <a:pt x="5717644" y="1378485"/>
                  </a:lnTo>
                  <a:lnTo>
                    <a:pt x="5718312" y="1378485"/>
                  </a:lnTo>
                  <a:lnTo>
                    <a:pt x="5718981" y="1374366"/>
                  </a:lnTo>
                  <a:lnTo>
                    <a:pt x="5719649" y="1333679"/>
                  </a:lnTo>
                  <a:lnTo>
                    <a:pt x="5720317" y="1345956"/>
                  </a:lnTo>
                  <a:lnTo>
                    <a:pt x="5720985" y="1345956"/>
                  </a:lnTo>
                  <a:lnTo>
                    <a:pt x="5721653" y="1345956"/>
                  </a:lnTo>
                  <a:lnTo>
                    <a:pt x="5722321" y="1364929"/>
                  </a:lnTo>
                  <a:lnTo>
                    <a:pt x="5722989" y="1361581"/>
                  </a:lnTo>
                  <a:lnTo>
                    <a:pt x="5723657" y="1368277"/>
                  </a:lnTo>
                  <a:lnTo>
                    <a:pt x="5724325" y="1379437"/>
                  </a:lnTo>
                  <a:lnTo>
                    <a:pt x="5724993" y="1390598"/>
                  </a:lnTo>
                  <a:lnTo>
                    <a:pt x="5725661" y="1413174"/>
                  </a:lnTo>
                  <a:lnTo>
                    <a:pt x="5726329" y="1416621"/>
                  </a:lnTo>
                  <a:lnTo>
                    <a:pt x="5726997" y="1416621"/>
                  </a:lnTo>
                  <a:lnTo>
                    <a:pt x="5727665" y="1421094"/>
                  </a:lnTo>
                  <a:lnTo>
                    <a:pt x="5728333" y="1404341"/>
                  </a:lnTo>
                  <a:lnTo>
                    <a:pt x="5729001" y="1405257"/>
                  </a:lnTo>
                  <a:lnTo>
                    <a:pt x="5729669" y="1427743"/>
                  </a:lnTo>
                  <a:lnTo>
                    <a:pt x="5730337" y="1404877"/>
                  </a:lnTo>
                  <a:lnTo>
                    <a:pt x="5731005" y="1393712"/>
                  </a:lnTo>
                  <a:lnTo>
                    <a:pt x="5731673" y="1393712"/>
                  </a:lnTo>
                  <a:lnTo>
                    <a:pt x="5732341" y="1393712"/>
                  </a:lnTo>
                  <a:lnTo>
                    <a:pt x="5733009" y="1408864"/>
                  </a:lnTo>
                  <a:lnTo>
                    <a:pt x="5733677" y="1395307"/>
                  </a:lnTo>
                  <a:lnTo>
                    <a:pt x="5734345" y="1380049"/>
                  </a:lnTo>
                  <a:lnTo>
                    <a:pt x="5735013" y="1367825"/>
                  </a:lnTo>
                  <a:lnTo>
                    <a:pt x="5735681" y="1359273"/>
                  </a:lnTo>
                  <a:lnTo>
                    <a:pt x="5736349" y="1329448"/>
                  </a:lnTo>
                  <a:lnTo>
                    <a:pt x="5737017" y="1340530"/>
                  </a:lnTo>
                  <a:lnTo>
                    <a:pt x="5737685" y="1274930"/>
                  </a:lnTo>
                  <a:lnTo>
                    <a:pt x="5738353" y="1269142"/>
                  </a:lnTo>
                  <a:lnTo>
                    <a:pt x="5739021" y="1239209"/>
                  </a:lnTo>
                  <a:lnTo>
                    <a:pt x="5739689" y="1322870"/>
                  </a:lnTo>
                  <a:lnTo>
                    <a:pt x="5740357" y="1349310"/>
                  </a:lnTo>
                  <a:lnTo>
                    <a:pt x="5741025" y="1350402"/>
                  </a:lnTo>
                  <a:lnTo>
                    <a:pt x="5741693" y="1370052"/>
                  </a:lnTo>
                  <a:lnTo>
                    <a:pt x="5742361" y="1359185"/>
                  </a:lnTo>
                  <a:lnTo>
                    <a:pt x="5743029" y="1347817"/>
                  </a:lnTo>
                  <a:lnTo>
                    <a:pt x="5743698" y="1357898"/>
                  </a:lnTo>
                  <a:lnTo>
                    <a:pt x="5744366" y="1363192"/>
                  </a:lnTo>
                  <a:lnTo>
                    <a:pt x="5745034" y="1360389"/>
                  </a:lnTo>
                  <a:lnTo>
                    <a:pt x="5745702" y="1357276"/>
                  </a:lnTo>
                  <a:lnTo>
                    <a:pt x="5746370" y="1366150"/>
                  </a:lnTo>
                  <a:lnTo>
                    <a:pt x="5747038" y="1372533"/>
                  </a:lnTo>
                  <a:lnTo>
                    <a:pt x="5747706" y="1387946"/>
                  </a:lnTo>
                  <a:lnTo>
                    <a:pt x="5748374" y="1398533"/>
                  </a:lnTo>
                  <a:lnTo>
                    <a:pt x="5749042" y="1415658"/>
                  </a:lnTo>
                  <a:lnTo>
                    <a:pt x="5749710" y="1421544"/>
                  </a:lnTo>
                  <a:lnTo>
                    <a:pt x="5750378" y="1422051"/>
                  </a:lnTo>
                  <a:lnTo>
                    <a:pt x="5751046" y="1420524"/>
                  </a:lnTo>
                  <a:lnTo>
                    <a:pt x="5751714" y="1415116"/>
                  </a:lnTo>
                  <a:lnTo>
                    <a:pt x="5752382" y="1421373"/>
                  </a:lnTo>
                  <a:lnTo>
                    <a:pt x="5753050" y="1411059"/>
                  </a:lnTo>
                  <a:lnTo>
                    <a:pt x="5753718" y="1420793"/>
                  </a:lnTo>
                  <a:lnTo>
                    <a:pt x="5754386" y="1405500"/>
                  </a:lnTo>
                  <a:lnTo>
                    <a:pt x="5755054" y="1410017"/>
                  </a:lnTo>
                  <a:lnTo>
                    <a:pt x="5755722" y="1408006"/>
                  </a:lnTo>
                  <a:lnTo>
                    <a:pt x="5756390" y="1412417"/>
                  </a:lnTo>
                  <a:lnTo>
                    <a:pt x="5757058" y="1420945"/>
                  </a:lnTo>
                  <a:lnTo>
                    <a:pt x="5757726" y="1426239"/>
                  </a:lnTo>
                  <a:lnTo>
                    <a:pt x="5758394" y="1413942"/>
                  </a:lnTo>
                  <a:lnTo>
                    <a:pt x="5759062" y="1417536"/>
                  </a:lnTo>
                  <a:lnTo>
                    <a:pt x="5759730" y="1392577"/>
                  </a:lnTo>
                  <a:lnTo>
                    <a:pt x="5760398" y="1394864"/>
                  </a:lnTo>
                  <a:lnTo>
                    <a:pt x="5761066" y="1394485"/>
                  </a:lnTo>
                  <a:lnTo>
                    <a:pt x="5761734" y="1371373"/>
                  </a:lnTo>
                  <a:lnTo>
                    <a:pt x="5762402" y="1379999"/>
                  </a:lnTo>
                  <a:lnTo>
                    <a:pt x="5763070" y="1373233"/>
                  </a:lnTo>
                  <a:lnTo>
                    <a:pt x="5763738" y="1373865"/>
                  </a:lnTo>
                  <a:lnTo>
                    <a:pt x="5764406" y="1368177"/>
                  </a:lnTo>
                  <a:lnTo>
                    <a:pt x="5765074" y="1371969"/>
                  </a:lnTo>
                  <a:lnTo>
                    <a:pt x="5765742" y="1368177"/>
                  </a:lnTo>
                  <a:lnTo>
                    <a:pt x="5766410" y="1379554"/>
                  </a:lnTo>
                  <a:lnTo>
                    <a:pt x="5767078" y="1380186"/>
                  </a:lnTo>
                  <a:lnTo>
                    <a:pt x="5767746" y="1392195"/>
                  </a:lnTo>
                  <a:lnTo>
                    <a:pt x="5768415" y="1395987"/>
                  </a:lnTo>
                  <a:lnTo>
                    <a:pt x="5769083" y="1407364"/>
                  </a:lnTo>
                  <a:lnTo>
                    <a:pt x="5769751" y="1428343"/>
                  </a:lnTo>
                  <a:lnTo>
                    <a:pt x="5770419" y="1425351"/>
                  </a:lnTo>
                  <a:lnTo>
                    <a:pt x="5771087" y="1419708"/>
                  </a:lnTo>
                  <a:lnTo>
                    <a:pt x="5771755" y="1421057"/>
                  </a:lnTo>
                  <a:lnTo>
                    <a:pt x="5772423" y="1405257"/>
                  </a:lnTo>
                  <a:lnTo>
                    <a:pt x="5773091" y="1422655"/>
                  </a:lnTo>
                  <a:lnTo>
                    <a:pt x="5773759" y="1430896"/>
                  </a:lnTo>
                  <a:lnTo>
                    <a:pt x="5774427" y="1435289"/>
                  </a:lnTo>
                  <a:lnTo>
                    <a:pt x="5775095" y="1426312"/>
                  </a:lnTo>
                  <a:lnTo>
                    <a:pt x="5775763" y="1435240"/>
                  </a:lnTo>
                  <a:lnTo>
                    <a:pt x="5776431" y="1435240"/>
                  </a:lnTo>
                  <a:lnTo>
                    <a:pt x="5777099" y="1435240"/>
                  </a:lnTo>
                  <a:lnTo>
                    <a:pt x="5777767" y="1435240"/>
                  </a:lnTo>
                  <a:lnTo>
                    <a:pt x="5778435" y="1435240"/>
                  </a:lnTo>
                  <a:lnTo>
                    <a:pt x="5779103" y="1435240"/>
                  </a:lnTo>
                  <a:lnTo>
                    <a:pt x="5779771" y="1435240"/>
                  </a:lnTo>
                  <a:lnTo>
                    <a:pt x="5780439" y="1435240"/>
                  </a:lnTo>
                  <a:lnTo>
                    <a:pt x="5781107" y="1435240"/>
                  </a:lnTo>
                  <a:lnTo>
                    <a:pt x="5781775" y="1435240"/>
                  </a:lnTo>
                  <a:lnTo>
                    <a:pt x="5782443" y="1435240"/>
                  </a:lnTo>
                  <a:lnTo>
                    <a:pt x="5783111" y="1435240"/>
                  </a:lnTo>
                  <a:lnTo>
                    <a:pt x="5783779" y="1435240"/>
                  </a:lnTo>
                  <a:lnTo>
                    <a:pt x="5784447" y="1435240"/>
                  </a:lnTo>
                  <a:lnTo>
                    <a:pt x="5785115" y="1435240"/>
                  </a:lnTo>
                  <a:lnTo>
                    <a:pt x="5785783" y="1435240"/>
                  </a:lnTo>
                  <a:lnTo>
                    <a:pt x="5786451" y="1435240"/>
                  </a:lnTo>
                  <a:lnTo>
                    <a:pt x="5787119" y="1435240"/>
                  </a:lnTo>
                  <a:lnTo>
                    <a:pt x="5787787" y="1435240"/>
                  </a:lnTo>
                  <a:lnTo>
                    <a:pt x="5788455" y="1435240"/>
                  </a:lnTo>
                  <a:lnTo>
                    <a:pt x="5789123" y="1435240"/>
                  </a:lnTo>
                  <a:lnTo>
                    <a:pt x="5789791" y="1435240"/>
                  </a:lnTo>
                  <a:lnTo>
                    <a:pt x="5790459" y="1435240"/>
                  </a:lnTo>
                  <a:lnTo>
                    <a:pt x="5791127" y="1435240"/>
                  </a:lnTo>
                  <a:lnTo>
                    <a:pt x="5791795" y="1435240"/>
                  </a:lnTo>
                  <a:lnTo>
                    <a:pt x="5792464" y="1435240"/>
                  </a:lnTo>
                  <a:lnTo>
                    <a:pt x="5793132" y="1435240"/>
                  </a:lnTo>
                  <a:lnTo>
                    <a:pt x="5793800" y="1435240"/>
                  </a:lnTo>
                  <a:lnTo>
                    <a:pt x="5794468" y="1435240"/>
                  </a:lnTo>
                  <a:lnTo>
                    <a:pt x="5795136" y="1435240"/>
                  </a:lnTo>
                  <a:lnTo>
                    <a:pt x="5795804" y="1435240"/>
                  </a:lnTo>
                  <a:lnTo>
                    <a:pt x="5796472" y="1435240"/>
                  </a:lnTo>
                  <a:lnTo>
                    <a:pt x="5797140" y="1435240"/>
                  </a:lnTo>
                  <a:lnTo>
                    <a:pt x="5797808" y="1435240"/>
                  </a:lnTo>
                  <a:lnTo>
                    <a:pt x="5798476" y="1435240"/>
                  </a:lnTo>
                  <a:lnTo>
                    <a:pt x="5799144" y="1435240"/>
                  </a:lnTo>
                  <a:lnTo>
                    <a:pt x="5799812" y="1435240"/>
                  </a:lnTo>
                  <a:lnTo>
                    <a:pt x="5800480" y="1435240"/>
                  </a:lnTo>
                  <a:lnTo>
                    <a:pt x="5801148" y="1435240"/>
                  </a:lnTo>
                  <a:lnTo>
                    <a:pt x="5801816" y="1435289"/>
                  </a:lnTo>
                  <a:lnTo>
                    <a:pt x="5802484" y="1435289"/>
                  </a:lnTo>
                  <a:lnTo>
                    <a:pt x="5803152" y="1435289"/>
                  </a:lnTo>
                  <a:lnTo>
                    <a:pt x="5803820" y="1435289"/>
                  </a:lnTo>
                  <a:lnTo>
                    <a:pt x="5804488" y="1435289"/>
                  </a:lnTo>
                  <a:lnTo>
                    <a:pt x="5805156" y="1435289"/>
                  </a:lnTo>
                  <a:lnTo>
                    <a:pt x="5805824" y="1435289"/>
                  </a:lnTo>
                  <a:lnTo>
                    <a:pt x="5806492" y="1422655"/>
                  </a:lnTo>
                  <a:lnTo>
                    <a:pt x="5807160" y="1422655"/>
                  </a:lnTo>
                  <a:lnTo>
                    <a:pt x="5807828" y="1422655"/>
                  </a:lnTo>
                  <a:lnTo>
                    <a:pt x="5808496" y="1422655"/>
                  </a:lnTo>
                  <a:lnTo>
                    <a:pt x="5809164" y="1422655"/>
                  </a:lnTo>
                  <a:lnTo>
                    <a:pt x="5809832" y="1422655"/>
                  </a:lnTo>
                  <a:lnTo>
                    <a:pt x="5810500" y="1422655"/>
                  </a:lnTo>
                  <a:lnTo>
                    <a:pt x="5811168" y="1422655"/>
                  </a:lnTo>
                  <a:lnTo>
                    <a:pt x="5811836" y="1421094"/>
                  </a:lnTo>
                  <a:lnTo>
                    <a:pt x="5812504" y="1416621"/>
                  </a:lnTo>
                  <a:lnTo>
                    <a:pt x="5813172" y="1416621"/>
                  </a:lnTo>
                  <a:lnTo>
                    <a:pt x="5813840" y="1416621"/>
                  </a:lnTo>
                  <a:lnTo>
                    <a:pt x="5814508" y="1416621"/>
                  </a:lnTo>
                  <a:lnTo>
                    <a:pt x="5815176" y="1418528"/>
                  </a:lnTo>
                  <a:lnTo>
                    <a:pt x="5815844" y="1415124"/>
                  </a:lnTo>
                  <a:lnTo>
                    <a:pt x="5816512" y="1390598"/>
                  </a:lnTo>
                  <a:lnTo>
                    <a:pt x="5817181" y="1390598"/>
                  </a:lnTo>
                  <a:lnTo>
                    <a:pt x="5817849" y="1390598"/>
                  </a:lnTo>
                  <a:lnTo>
                    <a:pt x="5818517" y="1390598"/>
                  </a:lnTo>
                  <a:lnTo>
                    <a:pt x="5819185" y="1390598"/>
                  </a:lnTo>
                  <a:lnTo>
                    <a:pt x="5819853" y="1390598"/>
                  </a:lnTo>
                  <a:lnTo>
                    <a:pt x="5820521" y="1390598"/>
                  </a:lnTo>
                  <a:lnTo>
                    <a:pt x="5821189" y="1390598"/>
                  </a:lnTo>
                  <a:lnTo>
                    <a:pt x="5821857" y="1390598"/>
                  </a:lnTo>
                  <a:lnTo>
                    <a:pt x="5822525" y="1390598"/>
                  </a:lnTo>
                  <a:lnTo>
                    <a:pt x="5823193" y="1390598"/>
                  </a:lnTo>
                  <a:lnTo>
                    <a:pt x="5823861" y="1390598"/>
                  </a:lnTo>
                  <a:lnTo>
                    <a:pt x="5824529" y="1390598"/>
                  </a:lnTo>
                  <a:lnTo>
                    <a:pt x="5825197" y="1392830"/>
                  </a:lnTo>
                  <a:lnTo>
                    <a:pt x="5825865" y="1414035"/>
                  </a:lnTo>
                  <a:lnTo>
                    <a:pt x="5826533" y="1435240"/>
                  </a:lnTo>
                  <a:lnTo>
                    <a:pt x="5827201" y="1435240"/>
                  </a:lnTo>
                  <a:lnTo>
                    <a:pt x="5827869" y="1435240"/>
                  </a:lnTo>
                  <a:lnTo>
                    <a:pt x="5828537" y="1435240"/>
                  </a:lnTo>
                  <a:lnTo>
                    <a:pt x="5829205" y="1435240"/>
                  </a:lnTo>
                  <a:lnTo>
                    <a:pt x="5829873" y="1435240"/>
                  </a:lnTo>
                  <a:lnTo>
                    <a:pt x="5830541" y="1435240"/>
                  </a:lnTo>
                  <a:lnTo>
                    <a:pt x="5831209" y="1435240"/>
                  </a:lnTo>
                  <a:lnTo>
                    <a:pt x="5831877" y="1435240"/>
                  </a:lnTo>
                  <a:lnTo>
                    <a:pt x="5832545" y="1435240"/>
                  </a:lnTo>
                  <a:lnTo>
                    <a:pt x="5833213" y="1435240"/>
                  </a:lnTo>
                  <a:lnTo>
                    <a:pt x="5833881" y="1435240"/>
                  </a:lnTo>
                  <a:lnTo>
                    <a:pt x="5834549" y="1435240"/>
                  </a:lnTo>
                  <a:lnTo>
                    <a:pt x="5835217" y="1435240"/>
                  </a:lnTo>
                  <a:lnTo>
                    <a:pt x="5835885" y="1435240"/>
                  </a:lnTo>
                  <a:lnTo>
                    <a:pt x="5836553" y="1435240"/>
                  </a:lnTo>
                  <a:lnTo>
                    <a:pt x="5837221" y="1418499"/>
                  </a:lnTo>
                  <a:lnTo>
                    <a:pt x="5837889" y="1412919"/>
                  </a:lnTo>
                  <a:lnTo>
                    <a:pt x="5838557" y="1412919"/>
                  </a:lnTo>
                  <a:lnTo>
                    <a:pt x="5839225" y="1412919"/>
                  </a:lnTo>
                  <a:lnTo>
                    <a:pt x="5839893" y="1400643"/>
                  </a:lnTo>
                  <a:lnTo>
                    <a:pt x="5840561" y="1390598"/>
                  </a:lnTo>
                  <a:lnTo>
                    <a:pt x="5841229" y="1390598"/>
                  </a:lnTo>
                  <a:lnTo>
                    <a:pt x="5841898" y="1386134"/>
                  </a:lnTo>
                  <a:lnTo>
                    <a:pt x="5842566" y="1368277"/>
                  </a:lnTo>
                  <a:lnTo>
                    <a:pt x="5843234" y="1360465"/>
                  </a:lnTo>
                  <a:lnTo>
                    <a:pt x="5843902" y="1345956"/>
                  </a:lnTo>
                  <a:lnTo>
                    <a:pt x="5844570" y="1345956"/>
                  </a:lnTo>
                  <a:lnTo>
                    <a:pt x="5845238" y="1345956"/>
                  </a:lnTo>
                  <a:lnTo>
                    <a:pt x="5845906" y="1339260"/>
                  </a:lnTo>
                  <a:lnTo>
                    <a:pt x="5846574" y="1323635"/>
                  </a:lnTo>
                  <a:lnTo>
                    <a:pt x="5847242" y="1328099"/>
                  </a:lnTo>
                  <a:lnTo>
                    <a:pt x="5847910" y="1323635"/>
                  </a:lnTo>
                  <a:lnTo>
                    <a:pt x="5848578" y="1323635"/>
                  </a:lnTo>
                  <a:lnTo>
                    <a:pt x="5849246" y="1323635"/>
                  </a:lnTo>
                  <a:lnTo>
                    <a:pt x="5849914" y="1335912"/>
                  </a:lnTo>
                  <a:lnTo>
                    <a:pt x="5850582" y="1345956"/>
                  </a:lnTo>
                  <a:lnTo>
                    <a:pt x="5851250" y="1345956"/>
                  </a:lnTo>
                  <a:lnTo>
                    <a:pt x="5851918" y="1350420"/>
                  </a:lnTo>
                  <a:lnTo>
                    <a:pt x="5852586" y="1368277"/>
                  </a:lnTo>
                  <a:lnTo>
                    <a:pt x="5853254" y="1376089"/>
                  </a:lnTo>
                  <a:lnTo>
                    <a:pt x="5853922" y="1390598"/>
                  </a:lnTo>
                  <a:lnTo>
                    <a:pt x="5854590" y="1390598"/>
                  </a:lnTo>
                  <a:lnTo>
                    <a:pt x="5855258" y="1390598"/>
                  </a:lnTo>
                  <a:lnTo>
                    <a:pt x="5855926" y="1397294"/>
                  </a:lnTo>
                  <a:lnTo>
                    <a:pt x="5856594" y="1412919"/>
                  </a:lnTo>
                  <a:lnTo>
                    <a:pt x="5857262" y="1425196"/>
                  </a:lnTo>
                  <a:lnTo>
                    <a:pt x="5857930" y="1435240"/>
                  </a:lnTo>
                  <a:lnTo>
                    <a:pt x="5858598" y="1435240"/>
                  </a:lnTo>
                  <a:lnTo>
                    <a:pt x="5859266" y="1435240"/>
                  </a:lnTo>
                  <a:lnTo>
                    <a:pt x="5859934" y="1435240"/>
                  </a:lnTo>
                  <a:lnTo>
                    <a:pt x="5860602" y="1435240"/>
                  </a:lnTo>
                  <a:lnTo>
                    <a:pt x="5861270" y="1435240"/>
                  </a:lnTo>
                  <a:lnTo>
                    <a:pt x="5861938" y="1435240"/>
                  </a:lnTo>
                  <a:lnTo>
                    <a:pt x="5862606" y="1435240"/>
                  </a:lnTo>
                  <a:lnTo>
                    <a:pt x="5863274" y="1435240"/>
                  </a:lnTo>
                  <a:lnTo>
                    <a:pt x="5863942" y="1435240"/>
                  </a:lnTo>
                  <a:lnTo>
                    <a:pt x="5864610" y="1435289"/>
                  </a:lnTo>
                  <a:lnTo>
                    <a:pt x="5865278" y="1435289"/>
                  </a:lnTo>
                  <a:lnTo>
                    <a:pt x="5865947" y="1435289"/>
                  </a:lnTo>
                  <a:lnTo>
                    <a:pt x="5866615" y="1435289"/>
                  </a:lnTo>
                  <a:lnTo>
                    <a:pt x="5867283" y="1435289"/>
                  </a:lnTo>
                  <a:lnTo>
                    <a:pt x="5867951" y="1435289"/>
                  </a:lnTo>
                  <a:lnTo>
                    <a:pt x="5868619" y="1429065"/>
                  </a:lnTo>
                  <a:lnTo>
                    <a:pt x="5869287" y="1422655"/>
                  </a:lnTo>
                  <a:lnTo>
                    <a:pt x="5869955" y="1422655"/>
                  </a:lnTo>
                  <a:lnTo>
                    <a:pt x="5870623" y="1422655"/>
                  </a:lnTo>
                  <a:lnTo>
                    <a:pt x="5871291" y="1422655"/>
                  </a:lnTo>
                  <a:lnTo>
                    <a:pt x="5871959" y="1422655"/>
                  </a:lnTo>
                  <a:lnTo>
                    <a:pt x="5872627" y="1422655"/>
                  </a:lnTo>
                  <a:lnTo>
                    <a:pt x="5873295" y="1422655"/>
                  </a:lnTo>
                  <a:lnTo>
                    <a:pt x="5873963" y="1422655"/>
                  </a:lnTo>
                  <a:lnTo>
                    <a:pt x="5874631" y="1416621"/>
                  </a:lnTo>
                  <a:lnTo>
                    <a:pt x="5875299" y="1414101"/>
                  </a:lnTo>
                  <a:lnTo>
                    <a:pt x="5875967" y="1390598"/>
                  </a:lnTo>
                  <a:lnTo>
                    <a:pt x="5876635" y="1390598"/>
                  </a:lnTo>
                  <a:lnTo>
                    <a:pt x="5877303" y="1390598"/>
                  </a:lnTo>
                  <a:lnTo>
                    <a:pt x="5877971" y="1408455"/>
                  </a:lnTo>
                  <a:lnTo>
                    <a:pt x="5878639" y="1435289"/>
                  </a:lnTo>
                  <a:lnTo>
                    <a:pt x="5879307" y="1435289"/>
                  </a:lnTo>
                  <a:lnTo>
                    <a:pt x="5879975" y="1435289"/>
                  </a:lnTo>
                  <a:lnTo>
                    <a:pt x="5880643" y="1435289"/>
                  </a:lnTo>
                  <a:lnTo>
                    <a:pt x="5881311" y="1435289"/>
                  </a:lnTo>
                  <a:lnTo>
                    <a:pt x="5881979" y="1435289"/>
                  </a:lnTo>
                  <a:lnTo>
                    <a:pt x="5882647" y="1425061"/>
                  </a:lnTo>
                  <a:lnTo>
                    <a:pt x="5883315" y="1417484"/>
                  </a:lnTo>
                  <a:lnTo>
                    <a:pt x="5883983" y="1413938"/>
                  </a:lnTo>
                  <a:lnTo>
                    <a:pt x="5884651" y="1413382"/>
                  </a:lnTo>
                  <a:lnTo>
                    <a:pt x="5885319" y="1402811"/>
                  </a:lnTo>
                  <a:lnTo>
                    <a:pt x="5885987" y="1386669"/>
                  </a:lnTo>
                  <a:lnTo>
                    <a:pt x="5886655" y="1389596"/>
                  </a:lnTo>
                  <a:lnTo>
                    <a:pt x="5887323" y="1406441"/>
                  </a:lnTo>
                  <a:lnTo>
                    <a:pt x="5887991" y="1433132"/>
                  </a:lnTo>
                  <a:lnTo>
                    <a:pt x="5888659" y="1435289"/>
                  </a:lnTo>
                  <a:lnTo>
                    <a:pt x="5889327" y="1435289"/>
                  </a:lnTo>
                  <a:lnTo>
                    <a:pt x="5889995" y="1435289"/>
                  </a:lnTo>
                  <a:lnTo>
                    <a:pt x="5890664" y="1435289"/>
                  </a:lnTo>
                  <a:lnTo>
                    <a:pt x="5891332" y="1435289"/>
                  </a:lnTo>
                  <a:lnTo>
                    <a:pt x="5892000" y="1435289"/>
                  </a:lnTo>
                  <a:lnTo>
                    <a:pt x="5892668" y="1435289"/>
                  </a:lnTo>
                  <a:lnTo>
                    <a:pt x="5893336" y="1435289"/>
                  </a:lnTo>
                  <a:lnTo>
                    <a:pt x="5894004" y="1435289"/>
                  </a:lnTo>
                  <a:lnTo>
                    <a:pt x="5894672" y="1435289"/>
                  </a:lnTo>
                  <a:lnTo>
                    <a:pt x="5895340" y="1435289"/>
                  </a:lnTo>
                  <a:lnTo>
                    <a:pt x="5896008" y="1435289"/>
                  </a:lnTo>
                  <a:lnTo>
                    <a:pt x="5896676" y="1435289"/>
                  </a:lnTo>
                  <a:lnTo>
                    <a:pt x="5897344" y="1435289"/>
                  </a:lnTo>
                  <a:lnTo>
                    <a:pt x="5898012" y="1435289"/>
                  </a:lnTo>
                  <a:lnTo>
                    <a:pt x="5898680" y="1435289"/>
                  </a:lnTo>
                  <a:lnTo>
                    <a:pt x="5899348" y="1435289"/>
                  </a:lnTo>
                  <a:lnTo>
                    <a:pt x="5900016" y="1431751"/>
                  </a:lnTo>
                  <a:lnTo>
                    <a:pt x="5900684" y="1415777"/>
                  </a:lnTo>
                  <a:lnTo>
                    <a:pt x="5901352" y="1393352"/>
                  </a:lnTo>
                  <a:lnTo>
                    <a:pt x="5902020" y="1367600"/>
                  </a:lnTo>
                  <a:lnTo>
                    <a:pt x="5902688" y="1371420"/>
                  </a:lnTo>
                  <a:lnTo>
                    <a:pt x="5903356" y="1360246"/>
                  </a:lnTo>
                  <a:lnTo>
                    <a:pt x="5904024" y="1332917"/>
                  </a:lnTo>
                  <a:lnTo>
                    <a:pt x="5904692" y="1347976"/>
                  </a:lnTo>
                  <a:lnTo>
                    <a:pt x="5905360" y="1340349"/>
                  </a:lnTo>
                  <a:lnTo>
                    <a:pt x="5906028" y="1340349"/>
                  </a:lnTo>
                  <a:lnTo>
                    <a:pt x="5906696" y="1340349"/>
                  </a:lnTo>
                  <a:lnTo>
                    <a:pt x="5907364" y="1340349"/>
                  </a:lnTo>
                  <a:lnTo>
                    <a:pt x="5908032" y="1340349"/>
                  </a:lnTo>
                  <a:lnTo>
                    <a:pt x="5908700" y="1356557"/>
                  </a:lnTo>
                  <a:lnTo>
                    <a:pt x="5909368" y="1381345"/>
                  </a:lnTo>
                  <a:lnTo>
                    <a:pt x="5910036" y="1411854"/>
                  </a:lnTo>
                  <a:lnTo>
                    <a:pt x="5910704" y="1419482"/>
                  </a:lnTo>
                  <a:lnTo>
                    <a:pt x="5911372" y="1412919"/>
                  </a:lnTo>
                  <a:lnTo>
                    <a:pt x="5912040" y="1412919"/>
                  </a:lnTo>
                  <a:lnTo>
                    <a:pt x="5912708" y="1412919"/>
                  </a:lnTo>
                  <a:lnTo>
                    <a:pt x="5913376" y="1412919"/>
                  </a:lnTo>
                  <a:lnTo>
                    <a:pt x="5914044" y="1412919"/>
                  </a:lnTo>
                  <a:lnTo>
                    <a:pt x="5914712" y="1418499"/>
                  </a:lnTo>
                  <a:lnTo>
                    <a:pt x="5915381" y="1435240"/>
                  </a:lnTo>
                  <a:lnTo>
                    <a:pt x="5916049" y="1435240"/>
                  </a:lnTo>
                  <a:lnTo>
                    <a:pt x="5916717" y="1435240"/>
                  </a:lnTo>
                  <a:lnTo>
                    <a:pt x="5917385" y="1435240"/>
                  </a:lnTo>
                  <a:lnTo>
                    <a:pt x="5918053" y="1435240"/>
                  </a:lnTo>
                  <a:lnTo>
                    <a:pt x="5918721" y="1435240"/>
                  </a:lnTo>
                  <a:lnTo>
                    <a:pt x="5919389" y="1435240"/>
                  </a:lnTo>
                  <a:lnTo>
                    <a:pt x="5920057" y="1435240"/>
                  </a:lnTo>
                  <a:lnTo>
                    <a:pt x="5920725" y="1431892"/>
                  </a:lnTo>
                  <a:lnTo>
                    <a:pt x="5921393" y="1412919"/>
                  </a:lnTo>
                  <a:lnTo>
                    <a:pt x="5922061" y="1398410"/>
                  </a:lnTo>
                  <a:lnTo>
                    <a:pt x="5922729" y="1413174"/>
                  </a:lnTo>
                  <a:lnTo>
                    <a:pt x="5923397" y="1416621"/>
                  </a:lnTo>
                  <a:lnTo>
                    <a:pt x="5924065" y="1421094"/>
                  </a:lnTo>
                  <a:lnTo>
                    <a:pt x="5924733" y="1435289"/>
                  </a:lnTo>
                  <a:lnTo>
                    <a:pt x="5925401" y="1435289"/>
                  </a:lnTo>
                  <a:lnTo>
                    <a:pt x="5926069" y="1435289"/>
                  </a:lnTo>
                  <a:lnTo>
                    <a:pt x="5926737" y="1435289"/>
                  </a:lnTo>
                  <a:lnTo>
                    <a:pt x="5927405" y="1432790"/>
                  </a:lnTo>
                  <a:lnTo>
                    <a:pt x="5928073" y="1425612"/>
                  </a:lnTo>
                  <a:lnTo>
                    <a:pt x="5928741" y="1435289"/>
                  </a:lnTo>
                  <a:lnTo>
                    <a:pt x="5929409" y="1415661"/>
                  </a:lnTo>
                  <a:lnTo>
                    <a:pt x="5930077" y="1421637"/>
                  </a:lnTo>
                  <a:lnTo>
                    <a:pt x="5930745" y="1423649"/>
                  </a:lnTo>
                  <a:lnTo>
                    <a:pt x="5931413" y="1435049"/>
                  </a:lnTo>
                  <a:lnTo>
                    <a:pt x="5932081" y="1435289"/>
                  </a:lnTo>
                  <a:lnTo>
                    <a:pt x="5932749" y="1435289"/>
                  </a:lnTo>
                  <a:lnTo>
                    <a:pt x="5933417" y="1435289"/>
                  </a:lnTo>
                  <a:lnTo>
                    <a:pt x="5934085" y="1435289"/>
                  </a:lnTo>
                  <a:lnTo>
                    <a:pt x="5934753" y="1434699"/>
                  </a:lnTo>
                  <a:lnTo>
                    <a:pt x="5935421" y="1409662"/>
                  </a:lnTo>
                  <a:lnTo>
                    <a:pt x="5936089" y="1409662"/>
                  </a:lnTo>
                  <a:lnTo>
                    <a:pt x="5936757" y="1409662"/>
                  </a:lnTo>
                  <a:lnTo>
                    <a:pt x="5937425" y="1418435"/>
                  </a:lnTo>
                  <a:lnTo>
                    <a:pt x="5938093" y="1424529"/>
                  </a:lnTo>
                  <a:lnTo>
                    <a:pt x="5938761" y="1404341"/>
                  </a:lnTo>
                  <a:lnTo>
                    <a:pt x="5939429" y="1429969"/>
                  </a:lnTo>
                  <a:lnTo>
                    <a:pt x="5940098" y="1412919"/>
                  </a:lnTo>
                  <a:lnTo>
                    <a:pt x="5940766" y="1412919"/>
                  </a:lnTo>
                  <a:lnTo>
                    <a:pt x="5941434" y="1412919"/>
                  </a:lnTo>
                  <a:lnTo>
                    <a:pt x="5942102" y="1434198"/>
                  </a:lnTo>
                  <a:lnTo>
                    <a:pt x="5942770" y="1435289"/>
                  </a:lnTo>
                  <a:lnTo>
                    <a:pt x="5943438" y="1435289"/>
                  </a:lnTo>
                  <a:lnTo>
                    <a:pt x="5944106" y="1435289"/>
                  </a:lnTo>
                  <a:lnTo>
                    <a:pt x="5944774" y="1435289"/>
                  </a:lnTo>
                  <a:lnTo>
                    <a:pt x="5945442" y="1435289"/>
                  </a:lnTo>
                  <a:lnTo>
                    <a:pt x="5946110" y="1435289"/>
                  </a:lnTo>
                  <a:lnTo>
                    <a:pt x="5946778" y="1429319"/>
                  </a:lnTo>
                  <a:lnTo>
                    <a:pt x="5947446" y="1423239"/>
                  </a:lnTo>
                  <a:lnTo>
                    <a:pt x="5948114" y="1423239"/>
                  </a:lnTo>
                  <a:lnTo>
                    <a:pt x="5948782" y="1423239"/>
                  </a:lnTo>
                  <a:lnTo>
                    <a:pt x="5949450" y="1423239"/>
                  </a:lnTo>
                  <a:lnTo>
                    <a:pt x="5950118" y="1423239"/>
                  </a:lnTo>
                  <a:lnTo>
                    <a:pt x="5950786" y="1423239"/>
                  </a:lnTo>
                  <a:lnTo>
                    <a:pt x="5951454" y="1423239"/>
                  </a:lnTo>
                  <a:lnTo>
                    <a:pt x="5952122" y="1423239"/>
                  </a:lnTo>
                  <a:lnTo>
                    <a:pt x="5952790" y="1423239"/>
                  </a:lnTo>
                  <a:lnTo>
                    <a:pt x="5953458" y="1411376"/>
                  </a:lnTo>
                  <a:lnTo>
                    <a:pt x="5954126" y="1423495"/>
                  </a:lnTo>
                  <a:lnTo>
                    <a:pt x="5954794" y="1421171"/>
                  </a:lnTo>
                  <a:lnTo>
                    <a:pt x="5955462" y="1435289"/>
                  </a:lnTo>
                  <a:lnTo>
                    <a:pt x="5956130" y="1435289"/>
                  </a:lnTo>
                  <a:lnTo>
                    <a:pt x="5956798" y="1435289"/>
                  </a:lnTo>
                  <a:lnTo>
                    <a:pt x="5957466" y="1435289"/>
                  </a:lnTo>
                  <a:lnTo>
                    <a:pt x="5958134" y="1435289"/>
                  </a:lnTo>
                  <a:lnTo>
                    <a:pt x="5958802" y="1435289"/>
                  </a:lnTo>
                  <a:lnTo>
                    <a:pt x="5959470" y="1435289"/>
                  </a:lnTo>
                  <a:lnTo>
                    <a:pt x="5960138" y="1435289"/>
                  </a:lnTo>
                  <a:lnTo>
                    <a:pt x="5960806" y="1435289"/>
                  </a:lnTo>
                  <a:lnTo>
                    <a:pt x="5961474" y="1435289"/>
                  </a:lnTo>
                  <a:lnTo>
                    <a:pt x="5962142" y="1435289"/>
                  </a:lnTo>
                  <a:lnTo>
                    <a:pt x="5962810" y="1435289"/>
                  </a:lnTo>
                  <a:lnTo>
                    <a:pt x="5963478" y="1435289"/>
                  </a:lnTo>
                  <a:lnTo>
                    <a:pt x="5964147" y="1435289"/>
                  </a:lnTo>
                  <a:lnTo>
                    <a:pt x="5964815" y="1435289"/>
                  </a:lnTo>
                  <a:lnTo>
                    <a:pt x="5965483" y="1435289"/>
                  </a:lnTo>
                  <a:lnTo>
                    <a:pt x="5966151" y="1435289"/>
                  </a:lnTo>
                  <a:lnTo>
                    <a:pt x="5966819" y="1435289"/>
                  </a:lnTo>
                  <a:lnTo>
                    <a:pt x="5967487" y="1435289"/>
                  </a:lnTo>
                  <a:lnTo>
                    <a:pt x="5968155" y="1435289"/>
                  </a:lnTo>
                  <a:lnTo>
                    <a:pt x="5968823" y="1435289"/>
                  </a:lnTo>
                  <a:lnTo>
                    <a:pt x="5969491" y="1431803"/>
                  </a:lnTo>
                  <a:lnTo>
                    <a:pt x="5970159" y="1431006"/>
                  </a:lnTo>
                  <a:lnTo>
                    <a:pt x="5970827" y="1435289"/>
                  </a:lnTo>
                  <a:lnTo>
                    <a:pt x="5971495" y="1425692"/>
                  </a:lnTo>
                  <a:lnTo>
                    <a:pt x="5972163" y="1431803"/>
                  </a:lnTo>
                  <a:lnTo>
                    <a:pt x="5972831" y="1435289"/>
                  </a:lnTo>
                  <a:lnTo>
                    <a:pt x="5973499" y="1435289"/>
                  </a:lnTo>
                  <a:lnTo>
                    <a:pt x="5974167" y="1426076"/>
                  </a:lnTo>
                  <a:lnTo>
                    <a:pt x="5974835" y="1419371"/>
                  </a:lnTo>
                  <a:lnTo>
                    <a:pt x="5975503" y="1429380"/>
                  </a:lnTo>
                  <a:lnTo>
                    <a:pt x="5976171" y="1411357"/>
                  </a:lnTo>
                  <a:lnTo>
                    <a:pt x="5976839" y="1411357"/>
                  </a:lnTo>
                  <a:lnTo>
                    <a:pt x="5977507" y="1411357"/>
                  </a:lnTo>
                  <a:lnTo>
                    <a:pt x="5978175" y="1418530"/>
                  </a:lnTo>
                  <a:lnTo>
                    <a:pt x="5978843" y="1425703"/>
                  </a:lnTo>
                  <a:lnTo>
                    <a:pt x="5979511" y="1435289"/>
                  </a:lnTo>
                  <a:lnTo>
                    <a:pt x="5980179" y="1435289"/>
                  </a:lnTo>
                  <a:lnTo>
                    <a:pt x="5980847" y="1435289"/>
                  </a:lnTo>
                  <a:lnTo>
                    <a:pt x="5981515" y="1435289"/>
                  </a:lnTo>
                  <a:lnTo>
                    <a:pt x="5982183" y="1435240"/>
                  </a:lnTo>
                  <a:lnTo>
                    <a:pt x="5982851" y="1435240"/>
                  </a:lnTo>
                  <a:lnTo>
                    <a:pt x="5983519" y="1435240"/>
                  </a:lnTo>
                  <a:lnTo>
                    <a:pt x="5984187" y="1435240"/>
                  </a:lnTo>
                  <a:lnTo>
                    <a:pt x="5984855" y="1435240"/>
                  </a:lnTo>
                  <a:lnTo>
                    <a:pt x="5985523" y="1435240"/>
                  </a:lnTo>
                  <a:lnTo>
                    <a:pt x="5986191" y="1435289"/>
                  </a:lnTo>
                  <a:lnTo>
                    <a:pt x="5986859" y="1435289"/>
                  </a:lnTo>
                  <a:lnTo>
                    <a:pt x="5987527" y="1435289"/>
                  </a:lnTo>
                  <a:lnTo>
                    <a:pt x="5988195" y="1435289"/>
                  </a:lnTo>
                  <a:lnTo>
                    <a:pt x="5988864" y="1435289"/>
                  </a:lnTo>
                  <a:lnTo>
                    <a:pt x="5989532" y="1435289"/>
                  </a:lnTo>
                  <a:lnTo>
                    <a:pt x="5990200" y="1435289"/>
                  </a:lnTo>
                  <a:lnTo>
                    <a:pt x="5990868" y="1435289"/>
                  </a:lnTo>
                  <a:lnTo>
                    <a:pt x="5991536" y="1435289"/>
                  </a:lnTo>
                  <a:lnTo>
                    <a:pt x="5992204" y="1435289"/>
                  </a:lnTo>
                  <a:lnTo>
                    <a:pt x="5992872" y="1435289"/>
                  </a:lnTo>
                  <a:lnTo>
                    <a:pt x="5993540" y="1435289"/>
                  </a:lnTo>
                  <a:lnTo>
                    <a:pt x="5994208" y="1435289"/>
                  </a:lnTo>
                  <a:lnTo>
                    <a:pt x="5994876" y="1435289"/>
                  </a:lnTo>
                  <a:lnTo>
                    <a:pt x="5995544" y="1435289"/>
                  </a:lnTo>
                  <a:lnTo>
                    <a:pt x="5996212" y="1435289"/>
                  </a:lnTo>
                  <a:lnTo>
                    <a:pt x="5996880" y="1435289"/>
                  </a:lnTo>
                  <a:lnTo>
                    <a:pt x="5997548" y="1435289"/>
                  </a:lnTo>
                  <a:lnTo>
                    <a:pt x="5998216" y="1435289"/>
                  </a:lnTo>
                  <a:lnTo>
                    <a:pt x="5998884" y="1435289"/>
                  </a:lnTo>
                  <a:lnTo>
                    <a:pt x="5999552" y="1435240"/>
                  </a:lnTo>
                  <a:lnTo>
                    <a:pt x="6000220" y="1435240"/>
                  </a:lnTo>
                  <a:lnTo>
                    <a:pt x="6000888" y="1435240"/>
                  </a:lnTo>
                  <a:lnTo>
                    <a:pt x="6001556" y="1435289"/>
                  </a:lnTo>
                  <a:lnTo>
                    <a:pt x="6002224" y="1435289"/>
                  </a:lnTo>
                  <a:lnTo>
                    <a:pt x="6002892" y="1435289"/>
                  </a:lnTo>
                  <a:lnTo>
                    <a:pt x="6003560" y="1435289"/>
                  </a:lnTo>
                  <a:lnTo>
                    <a:pt x="6004228" y="1435289"/>
                  </a:lnTo>
                  <a:lnTo>
                    <a:pt x="6004896" y="1435289"/>
                  </a:lnTo>
                  <a:lnTo>
                    <a:pt x="6005564" y="1435289"/>
                  </a:lnTo>
                  <a:lnTo>
                    <a:pt x="6006232" y="1435289"/>
                  </a:lnTo>
                  <a:lnTo>
                    <a:pt x="6006900" y="1435289"/>
                  </a:lnTo>
                  <a:lnTo>
                    <a:pt x="6007568" y="1435289"/>
                  </a:lnTo>
                  <a:lnTo>
                    <a:pt x="6008236" y="1435289"/>
                  </a:lnTo>
                  <a:lnTo>
                    <a:pt x="6008904" y="1435289"/>
                  </a:lnTo>
                  <a:lnTo>
                    <a:pt x="6009572" y="1425612"/>
                  </a:lnTo>
                  <a:lnTo>
                    <a:pt x="6010240" y="1425612"/>
                  </a:lnTo>
                  <a:lnTo>
                    <a:pt x="6010908" y="1424815"/>
                  </a:lnTo>
                  <a:lnTo>
                    <a:pt x="6011576" y="1414083"/>
                  </a:lnTo>
                  <a:lnTo>
                    <a:pt x="6012244" y="1408458"/>
                  </a:lnTo>
                  <a:lnTo>
                    <a:pt x="6012912" y="1378485"/>
                  </a:lnTo>
                  <a:lnTo>
                    <a:pt x="6013581" y="1378485"/>
                  </a:lnTo>
                  <a:lnTo>
                    <a:pt x="6014249" y="1378485"/>
                  </a:lnTo>
                  <a:lnTo>
                    <a:pt x="6014917" y="1378523"/>
                  </a:lnTo>
                  <a:lnTo>
                    <a:pt x="6015585" y="1359417"/>
                  </a:lnTo>
                  <a:lnTo>
                    <a:pt x="6016253" y="1367713"/>
                  </a:lnTo>
                  <a:lnTo>
                    <a:pt x="6016921" y="1353978"/>
                  </a:lnTo>
                  <a:lnTo>
                    <a:pt x="6017589" y="1369218"/>
                  </a:lnTo>
                  <a:lnTo>
                    <a:pt x="6018257" y="1377761"/>
                  </a:lnTo>
                  <a:lnTo>
                    <a:pt x="6018925" y="1396588"/>
                  </a:lnTo>
                  <a:lnTo>
                    <a:pt x="6019593" y="1401314"/>
                  </a:lnTo>
                  <a:lnTo>
                    <a:pt x="6020261" y="1392707"/>
                  </a:lnTo>
                  <a:lnTo>
                    <a:pt x="6020929" y="1392802"/>
                  </a:lnTo>
                  <a:lnTo>
                    <a:pt x="6021597" y="1382073"/>
                  </a:lnTo>
                  <a:lnTo>
                    <a:pt x="6022265" y="1381402"/>
                  </a:lnTo>
                  <a:lnTo>
                    <a:pt x="6022933" y="1367990"/>
                  </a:lnTo>
                  <a:lnTo>
                    <a:pt x="6023601" y="1367990"/>
                  </a:lnTo>
                  <a:lnTo>
                    <a:pt x="6024269" y="1367990"/>
                  </a:lnTo>
                  <a:lnTo>
                    <a:pt x="6024937" y="1365308"/>
                  </a:lnTo>
                  <a:lnTo>
                    <a:pt x="6025605" y="1366913"/>
                  </a:lnTo>
                  <a:lnTo>
                    <a:pt x="6026273" y="1348543"/>
                  </a:lnTo>
                  <a:lnTo>
                    <a:pt x="6026941" y="1339735"/>
                  </a:lnTo>
                  <a:lnTo>
                    <a:pt x="6027609" y="1346688"/>
                  </a:lnTo>
                  <a:lnTo>
                    <a:pt x="6028277" y="1314344"/>
                  </a:lnTo>
                  <a:lnTo>
                    <a:pt x="6028945" y="1314344"/>
                  </a:lnTo>
                  <a:lnTo>
                    <a:pt x="6029613" y="1312332"/>
                  </a:lnTo>
                  <a:lnTo>
                    <a:pt x="6030281" y="1315014"/>
                  </a:lnTo>
                  <a:lnTo>
                    <a:pt x="6030949" y="1317026"/>
                  </a:lnTo>
                  <a:lnTo>
                    <a:pt x="6031617" y="1340496"/>
                  </a:lnTo>
                  <a:lnTo>
                    <a:pt x="6032285" y="1354579"/>
                  </a:lnTo>
                  <a:lnTo>
                    <a:pt x="6032953" y="1367990"/>
                  </a:lnTo>
                  <a:lnTo>
                    <a:pt x="6033621" y="1367990"/>
                  </a:lnTo>
                  <a:lnTo>
                    <a:pt x="6034289" y="1363296"/>
                  </a:lnTo>
                  <a:lnTo>
                    <a:pt x="6034957" y="1361285"/>
                  </a:lnTo>
                  <a:lnTo>
                    <a:pt x="6035625" y="1368318"/>
                  </a:lnTo>
                  <a:lnTo>
                    <a:pt x="6036293" y="1374774"/>
                  </a:lnTo>
                  <a:lnTo>
                    <a:pt x="6036961" y="1409531"/>
                  </a:lnTo>
                  <a:lnTo>
                    <a:pt x="6037629" y="1402484"/>
                  </a:lnTo>
                  <a:lnTo>
                    <a:pt x="6038298" y="1425612"/>
                  </a:lnTo>
                  <a:lnTo>
                    <a:pt x="6038966" y="1424529"/>
                  </a:lnTo>
                  <a:lnTo>
                    <a:pt x="6039634" y="1412582"/>
                  </a:lnTo>
                  <a:lnTo>
                    <a:pt x="6040302" y="1402320"/>
                  </a:lnTo>
                  <a:lnTo>
                    <a:pt x="6040970" y="1414101"/>
                  </a:lnTo>
                  <a:lnTo>
                    <a:pt x="6041638" y="1390598"/>
                  </a:lnTo>
                  <a:lnTo>
                    <a:pt x="6042306" y="1385018"/>
                  </a:lnTo>
                  <a:lnTo>
                    <a:pt x="6042974" y="1368277"/>
                  </a:lnTo>
                  <a:lnTo>
                    <a:pt x="6043642" y="1356000"/>
                  </a:lnTo>
                  <a:lnTo>
                    <a:pt x="6044310" y="1341492"/>
                  </a:lnTo>
                  <a:lnTo>
                    <a:pt x="6044978" y="1345956"/>
                  </a:lnTo>
                  <a:lnTo>
                    <a:pt x="6045646" y="1329215"/>
                  </a:lnTo>
                  <a:lnTo>
                    <a:pt x="6046314" y="1323635"/>
                  </a:lnTo>
                  <a:lnTo>
                    <a:pt x="6046982" y="1323635"/>
                  </a:lnTo>
                  <a:lnTo>
                    <a:pt x="6047650" y="1323635"/>
                  </a:lnTo>
                  <a:lnTo>
                    <a:pt x="6048318" y="1319171"/>
                  </a:lnTo>
                  <a:lnTo>
                    <a:pt x="6048986" y="1301314"/>
                  </a:lnTo>
                  <a:lnTo>
                    <a:pt x="6049654" y="1291269"/>
                  </a:lnTo>
                  <a:lnTo>
                    <a:pt x="6050322" y="1278993"/>
                  </a:lnTo>
                  <a:lnTo>
                    <a:pt x="6050990" y="1278993"/>
                  </a:lnTo>
                  <a:lnTo>
                    <a:pt x="6051658" y="1278993"/>
                  </a:lnTo>
                  <a:lnTo>
                    <a:pt x="6052326" y="1284573"/>
                  </a:lnTo>
                  <a:lnTo>
                    <a:pt x="6052994" y="1301314"/>
                  </a:lnTo>
                  <a:lnTo>
                    <a:pt x="6053662" y="1313591"/>
                  </a:lnTo>
                  <a:lnTo>
                    <a:pt x="6054330" y="1335912"/>
                  </a:lnTo>
                  <a:lnTo>
                    <a:pt x="6054998" y="1345956"/>
                  </a:lnTo>
                  <a:lnTo>
                    <a:pt x="6055666" y="1362697"/>
                  </a:lnTo>
                  <a:lnTo>
                    <a:pt x="6056334" y="1368277"/>
                  </a:lnTo>
                  <a:lnTo>
                    <a:pt x="6057002" y="1368277"/>
                  </a:lnTo>
                  <a:lnTo>
                    <a:pt x="6057670" y="1368277"/>
                  </a:lnTo>
                  <a:lnTo>
                    <a:pt x="6058338" y="1372741"/>
                  </a:lnTo>
                  <a:lnTo>
                    <a:pt x="6059006" y="1390598"/>
                  </a:lnTo>
                  <a:lnTo>
                    <a:pt x="6059674" y="1409571"/>
                  </a:lnTo>
                  <a:lnTo>
                    <a:pt x="6060342" y="1435240"/>
                  </a:lnTo>
                  <a:lnTo>
                    <a:pt x="6061010" y="1435240"/>
                  </a:lnTo>
                  <a:lnTo>
                    <a:pt x="6061678" y="1435240"/>
                  </a:lnTo>
                  <a:lnTo>
                    <a:pt x="6062347" y="1435240"/>
                  </a:lnTo>
                  <a:lnTo>
                    <a:pt x="6063015" y="1435240"/>
                  </a:lnTo>
                  <a:lnTo>
                    <a:pt x="6063683" y="1434124"/>
                  </a:lnTo>
                  <a:lnTo>
                    <a:pt x="6064351" y="1412919"/>
                  </a:lnTo>
                  <a:lnTo>
                    <a:pt x="6065019" y="1412919"/>
                  </a:lnTo>
                  <a:lnTo>
                    <a:pt x="6065687" y="1393946"/>
                  </a:lnTo>
                  <a:lnTo>
                    <a:pt x="6066355" y="1390598"/>
                  </a:lnTo>
                  <a:lnTo>
                    <a:pt x="6067023" y="1394718"/>
                  </a:lnTo>
                  <a:lnTo>
                    <a:pt x="6067691" y="1395181"/>
                  </a:lnTo>
                  <a:lnTo>
                    <a:pt x="6068359" y="1385111"/>
                  </a:lnTo>
                  <a:lnTo>
                    <a:pt x="6069027" y="1367713"/>
                  </a:lnTo>
                  <a:lnTo>
                    <a:pt x="6069695" y="1363134"/>
                  </a:lnTo>
                  <a:lnTo>
                    <a:pt x="6070363" y="1349399"/>
                  </a:lnTo>
                  <a:lnTo>
                    <a:pt x="6071031" y="1349399"/>
                  </a:lnTo>
                  <a:lnTo>
                    <a:pt x="6071699" y="1335664"/>
                  </a:lnTo>
                  <a:lnTo>
                    <a:pt x="6072367" y="1312771"/>
                  </a:lnTo>
                  <a:lnTo>
                    <a:pt x="6073035" y="1312771"/>
                  </a:lnTo>
                  <a:lnTo>
                    <a:pt x="6073703" y="1313687"/>
                  </a:lnTo>
                  <a:lnTo>
                    <a:pt x="6074371" y="1331085"/>
                  </a:lnTo>
                  <a:lnTo>
                    <a:pt x="6075039" y="1310940"/>
                  </a:lnTo>
                  <a:lnTo>
                    <a:pt x="6075707" y="1310024"/>
                  </a:lnTo>
                  <a:lnTo>
                    <a:pt x="6076375" y="1312771"/>
                  </a:lnTo>
                  <a:lnTo>
                    <a:pt x="6077043" y="1321281"/>
                  </a:lnTo>
                  <a:lnTo>
                    <a:pt x="6077711" y="1312340"/>
                  </a:lnTo>
                  <a:lnTo>
                    <a:pt x="6078379" y="1261136"/>
                  </a:lnTo>
                  <a:lnTo>
                    <a:pt x="6079047" y="1258904"/>
                  </a:lnTo>
                  <a:lnTo>
                    <a:pt x="6079715" y="1262252"/>
                  </a:lnTo>
                  <a:lnTo>
                    <a:pt x="6080383" y="1274529"/>
                  </a:lnTo>
                  <a:lnTo>
                    <a:pt x="6081051" y="1236583"/>
                  </a:lnTo>
                  <a:lnTo>
                    <a:pt x="6081719" y="1251092"/>
                  </a:lnTo>
                  <a:lnTo>
                    <a:pt x="6082387" y="1278993"/>
                  </a:lnTo>
                  <a:lnTo>
                    <a:pt x="6083055" y="1275645"/>
                  </a:lnTo>
                  <a:lnTo>
                    <a:pt x="6083723" y="1246628"/>
                  </a:lnTo>
                  <a:lnTo>
                    <a:pt x="6084391" y="1189709"/>
                  </a:lnTo>
                  <a:lnTo>
                    <a:pt x="6085059" y="1191941"/>
                  </a:lnTo>
                  <a:lnTo>
                    <a:pt x="6085727" y="1201985"/>
                  </a:lnTo>
                  <a:lnTo>
                    <a:pt x="6086395" y="1189709"/>
                  </a:lnTo>
                  <a:lnTo>
                    <a:pt x="6087064" y="1189709"/>
                  </a:lnTo>
                  <a:lnTo>
                    <a:pt x="6087732" y="1204218"/>
                  </a:lnTo>
                  <a:lnTo>
                    <a:pt x="6088400" y="1231003"/>
                  </a:lnTo>
                  <a:lnTo>
                    <a:pt x="6089068" y="1254440"/>
                  </a:lnTo>
                  <a:lnTo>
                    <a:pt x="6089736" y="1252208"/>
                  </a:lnTo>
                  <a:lnTo>
                    <a:pt x="6090404" y="1224306"/>
                  </a:lnTo>
                  <a:lnTo>
                    <a:pt x="6091072" y="1254440"/>
                  </a:lnTo>
                  <a:lnTo>
                    <a:pt x="6091740" y="1256672"/>
                  </a:lnTo>
                  <a:lnTo>
                    <a:pt x="6092408" y="1256672"/>
                  </a:lnTo>
                  <a:lnTo>
                    <a:pt x="6093076" y="1260020"/>
                  </a:lnTo>
                  <a:lnTo>
                    <a:pt x="6093744" y="1289037"/>
                  </a:lnTo>
                  <a:lnTo>
                    <a:pt x="6094412" y="1345956"/>
                  </a:lnTo>
                  <a:lnTo>
                    <a:pt x="6095080" y="1349304"/>
                  </a:lnTo>
                  <a:lnTo>
                    <a:pt x="6095748" y="1356000"/>
                  </a:lnTo>
                  <a:lnTo>
                    <a:pt x="6096416" y="1368277"/>
                  </a:lnTo>
                  <a:lnTo>
                    <a:pt x="6097084" y="1368277"/>
                  </a:lnTo>
                  <a:lnTo>
                    <a:pt x="6097752" y="1368277"/>
                  </a:lnTo>
                  <a:lnTo>
                    <a:pt x="6098420" y="1368277"/>
                  </a:lnTo>
                  <a:lnTo>
                    <a:pt x="6099088" y="1368277"/>
                  </a:lnTo>
                  <a:lnTo>
                    <a:pt x="6099756" y="1340376"/>
                  </a:lnTo>
                  <a:lnTo>
                    <a:pt x="6100424" y="1350420"/>
                  </a:lnTo>
                  <a:lnTo>
                    <a:pt x="6101092" y="1345956"/>
                  </a:lnTo>
                  <a:lnTo>
                    <a:pt x="6101760" y="1345956"/>
                  </a:lnTo>
                  <a:lnTo>
                    <a:pt x="6102428" y="1345956"/>
                  </a:lnTo>
                  <a:lnTo>
                    <a:pt x="6103096" y="1345956"/>
                  </a:lnTo>
                  <a:lnTo>
                    <a:pt x="6103764" y="1345956"/>
                  </a:lnTo>
                  <a:lnTo>
                    <a:pt x="6104432" y="1345956"/>
                  </a:lnTo>
                  <a:lnTo>
                    <a:pt x="6105100" y="1364929"/>
                  </a:lnTo>
                  <a:lnTo>
                    <a:pt x="6105768" y="1368277"/>
                  </a:lnTo>
                  <a:lnTo>
                    <a:pt x="6106436" y="1368277"/>
                  </a:lnTo>
                  <a:lnTo>
                    <a:pt x="6107104" y="1368277"/>
                  </a:lnTo>
                  <a:lnTo>
                    <a:pt x="6107772" y="1368277"/>
                  </a:lnTo>
                  <a:lnTo>
                    <a:pt x="6108440" y="1368277"/>
                  </a:lnTo>
                  <a:lnTo>
                    <a:pt x="6109108" y="1368277"/>
                  </a:lnTo>
                  <a:lnTo>
                    <a:pt x="6109776" y="1400643"/>
                  </a:lnTo>
                  <a:lnTo>
                    <a:pt x="6110444" y="1422963"/>
                  </a:lnTo>
                  <a:lnTo>
                    <a:pt x="6111112" y="1435240"/>
                  </a:lnTo>
                  <a:lnTo>
                    <a:pt x="6111781" y="1435240"/>
                  </a:lnTo>
                  <a:lnTo>
                    <a:pt x="6112449" y="1435240"/>
                  </a:lnTo>
                  <a:lnTo>
                    <a:pt x="6113117" y="1435240"/>
                  </a:lnTo>
                  <a:lnTo>
                    <a:pt x="6113785" y="1426312"/>
                  </a:lnTo>
                  <a:lnTo>
                    <a:pt x="6114453" y="1412919"/>
                  </a:lnTo>
                  <a:lnTo>
                    <a:pt x="6115121" y="1412919"/>
                  </a:lnTo>
                  <a:lnTo>
                    <a:pt x="6115789" y="1412919"/>
                  </a:lnTo>
                  <a:lnTo>
                    <a:pt x="6116457" y="1412919"/>
                  </a:lnTo>
                  <a:lnTo>
                    <a:pt x="6117125" y="1412919"/>
                  </a:lnTo>
                  <a:lnTo>
                    <a:pt x="6117793" y="1412919"/>
                  </a:lnTo>
                  <a:lnTo>
                    <a:pt x="6118461" y="1412919"/>
                  </a:lnTo>
                  <a:lnTo>
                    <a:pt x="6119129" y="1412919"/>
                  </a:lnTo>
                  <a:lnTo>
                    <a:pt x="6119797" y="1412919"/>
                  </a:lnTo>
                  <a:lnTo>
                    <a:pt x="6120465" y="1412919"/>
                  </a:lnTo>
                  <a:lnTo>
                    <a:pt x="6121133" y="1393946"/>
                  </a:lnTo>
                  <a:lnTo>
                    <a:pt x="6121801" y="1390598"/>
                  </a:lnTo>
                  <a:lnTo>
                    <a:pt x="6122469" y="1390598"/>
                  </a:lnTo>
                  <a:lnTo>
                    <a:pt x="6123137" y="1390598"/>
                  </a:lnTo>
                  <a:lnTo>
                    <a:pt x="6123805" y="1399526"/>
                  </a:lnTo>
                  <a:lnTo>
                    <a:pt x="6124473" y="1433484"/>
                  </a:lnTo>
                  <a:lnTo>
                    <a:pt x="6125141" y="1435289"/>
                  </a:lnTo>
                  <a:lnTo>
                    <a:pt x="6125809" y="1435289"/>
                  </a:lnTo>
                  <a:lnTo>
                    <a:pt x="6126477" y="1435289"/>
                  </a:lnTo>
                  <a:lnTo>
                    <a:pt x="6127145" y="1431812"/>
                  </a:lnTo>
                  <a:lnTo>
                    <a:pt x="6127813" y="1422655"/>
                  </a:lnTo>
                  <a:lnTo>
                    <a:pt x="6128481" y="1422655"/>
                  </a:lnTo>
                  <a:lnTo>
                    <a:pt x="6129149" y="1422655"/>
                  </a:lnTo>
                  <a:lnTo>
                    <a:pt x="6129817" y="1422655"/>
                  </a:lnTo>
                  <a:lnTo>
                    <a:pt x="6130485" y="1419908"/>
                  </a:lnTo>
                  <a:lnTo>
                    <a:pt x="6131153" y="1435045"/>
                  </a:lnTo>
                  <a:lnTo>
                    <a:pt x="6131821" y="1434172"/>
                  </a:lnTo>
                  <a:lnTo>
                    <a:pt x="6132489" y="1418435"/>
                  </a:lnTo>
                  <a:lnTo>
                    <a:pt x="6133157" y="1409662"/>
                  </a:lnTo>
                  <a:lnTo>
                    <a:pt x="6133825" y="1409662"/>
                  </a:lnTo>
                  <a:lnTo>
                    <a:pt x="6134493" y="1408458"/>
                  </a:lnTo>
                  <a:lnTo>
                    <a:pt x="6135161" y="1404600"/>
                  </a:lnTo>
                  <a:lnTo>
                    <a:pt x="6135829" y="1386027"/>
                  </a:lnTo>
                  <a:lnTo>
                    <a:pt x="6136498" y="1386027"/>
                  </a:lnTo>
                  <a:lnTo>
                    <a:pt x="6137166" y="1395184"/>
                  </a:lnTo>
                  <a:lnTo>
                    <a:pt x="6137834" y="1404341"/>
                  </a:lnTo>
                  <a:lnTo>
                    <a:pt x="6138502" y="1404341"/>
                  </a:lnTo>
                  <a:lnTo>
                    <a:pt x="6139170" y="1404341"/>
                  </a:lnTo>
                  <a:lnTo>
                    <a:pt x="6139838" y="1404341"/>
                  </a:lnTo>
                  <a:lnTo>
                    <a:pt x="6140506" y="1407088"/>
                  </a:lnTo>
                  <a:lnTo>
                    <a:pt x="6141174" y="1416621"/>
                  </a:lnTo>
                  <a:lnTo>
                    <a:pt x="6141842" y="1421855"/>
                  </a:lnTo>
                  <a:lnTo>
                    <a:pt x="6142510" y="1422963"/>
                  </a:lnTo>
                  <a:lnTo>
                    <a:pt x="6143178" y="1420731"/>
                  </a:lnTo>
                  <a:lnTo>
                    <a:pt x="6143846" y="1412919"/>
                  </a:lnTo>
                  <a:lnTo>
                    <a:pt x="6144514" y="1412919"/>
                  </a:lnTo>
                  <a:lnTo>
                    <a:pt x="6145182" y="1412919"/>
                  </a:lnTo>
                  <a:lnTo>
                    <a:pt x="6145850" y="1397294"/>
                  </a:lnTo>
                  <a:lnTo>
                    <a:pt x="6146518" y="1390598"/>
                  </a:lnTo>
                  <a:lnTo>
                    <a:pt x="6147186" y="1390598"/>
                  </a:lnTo>
                  <a:lnTo>
                    <a:pt x="6147854" y="1390598"/>
                  </a:lnTo>
                  <a:lnTo>
                    <a:pt x="6148522" y="1390598"/>
                  </a:lnTo>
                  <a:lnTo>
                    <a:pt x="6149190" y="1390598"/>
                  </a:lnTo>
                  <a:lnTo>
                    <a:pt x="6149858" y="1372741"/>
                  </a:lnTo>
                  <a:lnTo>
                    <a:pt x="6150526" y="1368277"/>
                  </a:lnTo>
                  <a:lnTo>
                    <a:pt x="6151194" y="1368277"/>
                  </a:lnTo>
                  <a:lnTo>
                    <a:pt x="6151862" y="1348188"/>
                  </a:lnTo>
                  <a:lnTo>
                    <a:pt x="6152530" y="1345956"/>
                  </a:lnTo>
                  <a:lnTo>
                    <a:pt x="6153198" y="1360465"/>
                  </a:lnTo>
                  <a:lnTo>
                    <a:pt x="6153866" y="1353768"/>
                  </a:lnTo>
                  <a:lnTo>
                    <a:pt x="6154534" y="1345956"/>
                  </a:lnTo>
                  <a:lnTo>
                    <a:pt x="6155202" y="1340376"/>
                  </a:lnTo>
                  <a:lnTo>
                    <a:pt x="6155870" y="1369520"/>
                  </a:lnTo>
                  <a:lnTo>
                    <a:pt x="6156538" y="1359417"/>
                  </a:lnTo>
                  <a:lnTo>
                    <a:pt x="6157206" y="1359417"/>
                  </a:lnTo>
                  <a:lnTo>
                    <a:pt x="6157874" y="1358163"/>
                  </a:lnTo>
                  <a:lnTo>
                    <a:pt x="6158542" y="1349399"/>
                  </a:lnTo>
                  <a:lnTo>
                    <a:pt x="6159210" y="1376317"/>
                  </a:lnTo>
                  <a:lnTo>
                    <a:pt x="6159878" y="1389174"/>
                  </a:lnTo>
                  <a:lnTo>
                    <a:pt x="6160547" y="1393712"/>
                  </a:lnTo>
                  <a:lnTo>
                    <a:pt x="6161215" y="1393712"/>
                  </a:lnTo>
                  <a:lnTo>
                    <a:pt x="6161883" y="1408067"/>
                  </a:lnTo>
                  <a:lnTo>
                    <a:pt x="6162551" y="1398497"/>
                  </a:lnTo>
                  <a:lnTo>
                    <a:pt x="6163219" y="1392117"/>
                  </a:lnTo>
                  <a:lnTo>
                    <a:pt x="6163887" y="1388129"/>
                  </a:lnTo>
                  <a:lnTo>
                    <a:pt x="6164555" y="1393712"/>
                  </a:lnTo>
                  <a:lnTo>
                    <a:pt x="6165223" y="1397699"/>
                  </a:lnTo>
                  <a:lnTo>
                    <a:pt x="6165891" y="1408458"/>
                  </a:lnTo>
                  <a:lnTo>
                    <a:pt x="6166559" y="1424529"/>
                  </a:lnTo>
                  <a:lnTo>
                    <a:pt x="6167227" y="1424529"/>
                  </a:lnTo>
                  <a:lnTo>
                    <a:pt x="6167895" y="1430958"/>
                  </a:lnTo>
                  <a:lnTo>
                    <a:pt x="6168563" y="1435289"/>
                  </a:lnTo>
                  <a:lnTo>
                    <a:pt x="6169231" y="1435289"/>
                  </a:lnTo>
                  <a:lnTo>
                    <a:pt x="6169899" y="1435289"/>
                  </a:lnTo>
                  <a:lnTo>
                    <a:pt x="6170567" y="1422655"/>
                  </a:lnTo>
                  <a:lnTo>
                    <a:pt x="6171235" y="1418076"/>
                  </a:lnTo>
                  <a:lnTo>
                    <a:pt x="6171903" y="1404341"/>
                  </a:lnTo>
                  <a:lnTo>
                    <a:pt x="6172571" y="1416245"/>
                  </a:lnTo>
                  <a:lnTo>
                    <a:pt x="6173239" y="1406172"/>
                  </a:lnTo>
                  <a:lnTo>
                    <a:pt x="6173907" y="1422655"/>
                  </a:lnTo>
                  <a:lnTo>
                    <a:pt x="6174575" y="1422655"/>
                  </a:lnTo>
                  <a:lnTo>
                    <a:pt x="6175243" y="1422655"/>
                  </a:lnTo>
                  <a:lnTo>
                    <a:pt x="6175911" y="1422655"/>
                  </a:lnTo>
                  <a:lnTo>
                    <a:pt x="6176579" y="1416245"/>
                  </a:lnTo>
                  <a:lnTo>
                    <a:pt x="6177247" y="1386027"/>
                  </a:lnTo>
                  <a:lnTo>
                    <a:pt x="6177915" y="1378485"/>
                  </a:lnTo>
                  <a:lnTo>
                    <a:pt x="6178583" y="1378485"/>
                  </a:lnTo>
                  <a:lnTo>
                    <a:pt x="6179251" y="1359552"/>
                  </a:lnTo>
                  <a:lnTo>
                    <a:pt x="6179919" y="1278993"/>
                  </a:lnTo>
                  <a:lnTo>
                    <a:pt x="6180587" y="1265600"/>
                  </a:lnTo>
                  <a:lnTo>
                    <a:pt x="6181255" y="1262252"/>
                  </a:lnTo>
                  <a:lnTo>
                    <a:pt x="6181923" y="1304587"/>
                  </a:lnTo>
                  <a:lnTo>
                    <a:pt x="6182591" y="1301711"/>
                  </a:lnTo>
                  <a:lnTo>
                    <a:pt x="6183259" y="1312771"/>
                  </a:lnTo>
                  <a:lnTo>
                    <a:pt x="6183927" y="1312771"/>
                  </a:lnTo>
                  <a:lnTo>
                    <a:pt x="6184595" y="1309108"/>
                  </a:lnTo>
                  <a:lnTo>
                    <a:pt x="6185264" y="1294457"/>
                  </a:lnTo>
                  <a:lnTo>
                    <a:pt x="6185932" y="1294457"/>
                  </a:lnTo>
                  <a:lnTo>
                    <a:pt x="6186600" y="1300867"/>
                  </a:lnTo>
                  <a:lnTo>
                    <a:pt x="6187268" y="1331085"/>
                  </a:lnTo>
                  <a:lnTo>
                    <a:pt x="6187936" y="1312771"/>
                  </a:lnTo>
                  <a:lnTo>
                    <a:pt x="6188604" y="1312771"/>
                  </a:lnTo>
                  <a:lnTo>
                    <a:pt x="6189272" y="1326507"/>
                  </a:lnTo>
                  <a:lnTo>
                    <a:pt x="6189940" y="1367713"/>
                  </a:lnTo>
                  <a:lnTo>
                    <a:pt x="6190608" y="1378701"/>
                  </a:lnTo>
                  <a:lnTo>
                    <a:pt x="6191276" y="1379617"/>
                  </a:lnTo>
                  <a:lnTo>
                    <a:pt x="6191944" y="1362277"/>
                  </a:lnTo>
                  <a:lnTo>
                    <a:pt x="6192612" y="1346260"/>
                  </a:lnTo>
                  <a:lnTo>
                    <a:pt x="6193280" y="1323635"/>
                  </a:lnTo>
                  <a:lnTo>
                    <a:pt x="6193948" y="1323635"/>
                  </a:lnTo>
                  <a:lnTo>
                    <a:pt x="6194616" y="1311358"/>
                  </a:lnTo>
                  <a:lnTo>
                    <a:pt x="6195284" y="1277877"/>
                  </a:lnTo>
                  <a:lnTo>
                    <a:pt x="6195952" y="1236583"/>
                  </a:lnTo>
                  <a:lnTo>
                    <a:pt x="6196620" y="1232119"/>
                  </a:lnTo>
                  <a:lnTo>
                    <a:pt x="6197288" y="1212030"/>
                  </a:lnTo>
                  <a:lnTo>
                    <a:pt x="6197956" y="1212030"/>
                  </a:lnTo>
                  <a:lnTo>
                    <a:pt x="6198624" y="1212030"/>
                  </a:lnTo>
                  <a:lnTo>
                    <a:pt x="6199292" y="1204218"/>
                  </a:lnTo>
                  <a:lnTo>
                    <a:pt x="6199960" y="1155111"/>
                  </a:lnTo>
                  <a:lnTo>
                    <a:pt x="6200628" y="1124978"/>
                  </a:lnTo>
                  <a:lnTo>
                    <a:pt x="6201296" y="1065827"/>
                  </a:lnTo>
                  <a:lnTo>
                    <a:pt x="6201964" y="1131484"/>
                  </a:lnTo>
                  <a:lnTo>
                    <a:pt x="6202632" y="1135367"/>
                  </a:lnTo>
                  <a:lnTo>
                    <a:pt x="6203300" y="1133279"/>
                  </a:lnTo>
                  <a:lnTo>
                    <a:pt x="6203968" y="1174208"/>
                  </a:lnTo>
                  <a:lnTo>
                    <a:pt x="6204636" y="1183468"/>
                  </a:lnTo>
                  <a:lnTo>
                    <a:pt x="6205304" y="1216413"/>
                  </a:lnTo>
                  <a:lnTo>
                    <a:pt x="6205972" y="1219852"/>
                  </a:lnTo>
                  <a:lnTo>
                    <a:pt x="6206640" y="1191141"/>
                  </a:lnTo>
                  <a:lnTo>
                    <a:pt x="6207308" y="1172001"/>
                  </a:lnTo>
                  <a:lnTo>
                    <a:pt x="6207976" y="1159241"/>
                  </a:lnTo>
                  <a:lnTo>
                    <a:pt x="6208644" y="1106604"/>
                  </a:lnTo>
                  <a:lnTo>
                    <a:pt x="6209312" y="1112187"/>
                  </a:lnTo>
                  <a:lnTo>
                    <a:pt x="6209981" y="1147278"/>
                  </a:lnTo>
                  <a:lnTo>
                    <a:pt x="6210649" y="1160038"/>
                  </a:lnTo>
                  <a:lnTo>
                    <a:pt x="6211317" y="1164823"/>
                  </a:lnTo>
                  <a:lnTo>
                    <a:pt x="6211985" y="1170611"/>
                  </a:lnTo>
                  <a:lnTo>
                    <a:pt x="6212653" y="1166593"/>
                  </a:lnTo>
                  <a:lnTo>
                    <a:pt x="6213321" y="1133889"/>
                  </a:lnTo>
                  <a:lnTo>
                    <a:pt x="6213989" y="1067572"/>
                  </a:lnTo>
                  <a:lnTo>
                    <a:pt x="6214657" y="1031446"/>
                  </a:lnTo>
                  <a:lnTo>
                    <a:pt x="6215325" y="1026439"/>
                  </a:lnTo>
                  <a:lnTo>
                    <a:pt x="6215993" y="984356"/>
                  </a:lnTo>
                  <a:lnTo>
                    <a:pt x="6216661" y="1028998"/>
                  </a:lnTo>
                  <a:lnTo>
                    <a:pt x="6217329" y="1062479"/>
                  </a:lnTo>
                  <a:lnTo>
                    <a:pt x="6217997" y="1080336"/>
                  </a:lnTo>
                  <a:lnTo>
                    <a:pt x="6218665" y="1145067"/>
                  </a:lnTo>
                  <a:lnTo>
                    <a:pt x="6219333" y="1124978"/>
                  </a:lnTo>
                  <a:lnTo>
                    <a:pt x="6220001" y="1122746"/>
                  </a:lnTo>
                  <a:lnTo>
                    <a:pt x="6220669" y="1135022"/>
                  </a:lnTo>
                  <a:lnTo>
                    <a:pt x="6221337" y="1195289"/>
                  </a:lnTo>
                  <a:lnTo>
                    <a:pt x="6222005" y="1212030"/>
                  </a:lnTo>
                  <a:lnTo>
                    <a:pt x="6222673" y="1243279"/>
                  </a:lnTo>
                  <a:lnTo>
                    <a:pt x="6223341" y="1278993"/>
                  </a:lnTo>
                  <a:lnTo>
                    <a:pt x="6224009" y="1302430"/>
                  </a:lnTo>
                  <a:lnTo>
                    <a:pt x="6224677" y="1311358"/>
                  </a:lnTo>
                  <a:lnTo>
                    <a:pt x="6225345" y="1334203"/>
                  </a:lnTo>
                  <a:lnTo>
                    <a:pt x="6226013" y="1321012"/>
                  </a:lnTo>
                  <a:lnTo>
                    <a:pt x="6226681" y="1320671"/>
                  </a:lnTo>
                  <a:lnTo>
                    <a:pt x="6227349" y="1346253"/>
                  </a:lnTo>
                  <a:lnTo>
                    <a:pt x="6228017" y="1347691"/>
                  </a:lnTo>
                  <a:lnTo>
                    <a:pt x="6228685" y="1338908"/>
                  </a:lnTo>
                  <a:lnTo>
                    <a:pt x="6229353" y="1338191"/>
                  </a:lnTo>
                  <a:lnTo>
                    <a:pt x="6230021" y="1339625"/>
                  </a:lnTo>
                  <a:lnTo>
                    <a:pt x="6230689" y="1315236"/>
                  </a:lnTo>
                  <a:lnTo>
                    <a:pt x="6231357" y="1280088"/>
                  </a:lnTo>
                  <a:lnTo>
                    <a:pt x="6232025" y="1267894"/>
                  </a:lnTo>
                  <a:lnTo>
                    <a:pt x="6232693" y="1244940"/>
                  </a:lnTo>
                  <a:lnTo>
                    <a:pt x="6233361" y="1239201"/>
                  </a:lnTo>
                  <a:lnTo>
                    <a:pt x="6234029" y="1239918"/>
                  </a:lnTo>
                  <a:lnTo>
                    <a:pt x="6234698" y="1239201"/>
                  </a:lnTo>
                  <a:lnTo>
                    <a:pt x="6235366" y="1192575"/>
                  </a:lnTo>
                  <a:lnTo>
                    <a:pt x="6236034" y="1141695"/>
                  </a:lnTo>
                  <a:lnTo>
                    <a:pt x="6236702" y="1137666"/>
                  </a:lnTo>
                  <a:lnTo>
                    <a:pt x="6237370" y="1075302"/>
                  </a:lnTo>
                  <a:lnTo>
                    <a:pt x="6238038" y="1084589"/>
                  </a:lnTo>
                  <a:lnTo>
                    <a:pt x="6238706" y="1034578"/>
                  </a:lnTo>
                  <a:lnTo>
                    <a:pt x="6239374" y="1033462"/>
                  </a:lnTo>
                  <a:lnTo>
                    <a:pt x="6240042" y="1026766"/>
                  </a:lnTo>
                  <a:lnTo>
                    <a:pt x="6240710" y="1031230"/>
                  </a:lnTo>
                  <a:lnTo>
                    <a:pt x="6241378" y="1079220"/>
                  </a:lnTo>
                  <a:lnTo>
                    <a:pt x="6242046" y="1053551"/>
                  </a:lnTo>
                  <a:lnTo>
                    <a:pt x="6242714" y="1030114"/>
                  </a:lnTo>
                  <a:lnTo>
                    <a:pt x="6243382" y="1015605"/>
                  </a:lnTo>
                  <a:lnTo>
                    <a:pt x="6244050" y="965383"/>
                  </a:lnTo>
                  <a:lnTo>
                    <a:pt x="6244718" y="960919"/>
                  </a:lnTo>
                  <a:lnTo>
                    <a:pt x="6245386" y="1017837"/>
                  </a:lnTo>
                  <a:lnTo>
                    <a:pt x="6246054" y="1034578"/>
                  </a:lnTo>
                  <a:lnTo>
                    <a:pt x="6246722" y="1032346"/>
                  </a:lnTo>
                  <a:lnTo>
                    <a:pt x="6247390" y="1026766"/>
                  </a:lnTo>
                  <a:lnTo>
                    <a:pt x="6248058" y="1067066"/>
                  </a:lnTo>
                  <a:lnTo>
                    <a:pt x="6248726" y="1042887"/>
                  </a:lnTo>
                  <a:lnTo>
                    <a:pt x="6249394" y="976148"/>
                  </a:lnTo>
                  <a:lnTo>
                    <a:pt x="6250062" y="956518"/>
                  </a:lnTo>
                  <a:lnTo>
                    <a:pt x="6250730" y="957481"/>
                  </a:lnTo>
                  <a:lnTo>
                    <a:pt x="6251398" y="895214"/>
                  </a:lnTo>
                  <a:lnTo>
                    <a:pt x="6252066" y="890635"/>
                  </a:lnTo>
                  <a:lnTo>
                    <a:pt x="6252734" y="909865"/>
                  </a:lnTo>
                  <a:lnTo>
                    <a:pt x="6253402" y="911697"/>
                  </a:lnTo>
                  <a:lnTo>
                    <a:pt x="6254070" y="966855"/>
                  </a:lnTo>
                  <a:lnTo>
                    <a:pt x="6254738" y="981780"/>
                  </a:lnTo>
                  <a:lnTo>
                    <a:pt x="6255406" y="959063"/>
                  </a:lnTo>
                  <a:lnTo>
                    <a:pt x="6256074" y="998221"/>
                  </a:lnTo>
                  <a:lnTo>
                    <a:pt x="6256742" y="961547"/>
                  </a:lnTo>
                  <a:lnTo>
                    <a:pt x="6257410" y="935059"/>
                  </a:lnTo>
                  <a:lnTo>
                    <a:pt x="6258078" y="948688"/>
                  </a:lnTo>
                  <a:lnTo>
                    <a:pt x="6258747" y="973772"/>
                  </a:lnTo>
                  <a:lnTo>
                    <a:pt x="6259415" y="1034174"/>
                  </a:lnTo>
                  <a:lnTo>
                    <a:pt x="6260083" y="989369"/>
                  </a:lnTo>
                  <a:lnTo>
                    <a:pt x="6260751" y="963050"/>
                  </a:lnTo>
                  <a:lnTo>
                    <a:pt x="6261419" y="1064375"/>
                  </a:lnTo>
                  <a:lnTo>
                    <a:pt x="6262087" y="1080914"/>
                  </a:lnTo>
                  <a:lnTo>
                    <a:pt x="6262755" y="1064893"/>
                  </a:lnTo>
                  <a:lnTo>
                    <a:pt x="6263423" y="1054134"/>
                  </a:lnTo>
                  <a:lnTo>
                    <a:pt x="6264091" y="1075161"/>
                  </a:lnTo>
                  <a:lnTo>
                    <a:pt x="6264759" y="1029245"/>
                  </a:lnTo>
                  <a:lnTo>
                    <a:pt x="6265427" y="1058919"/>
                  </a:lnTo>
                  <a:lnTo>
                    <a:pt x="6266095" y="1067758"/>
                  </a:lnTo>
                  <a:lnTo>
                    <a:pt x="6266763" y="1091102"/>
                  </a:lnTo>
                  <a:lnTo>
                    <a:pt x="6267431" y="1043557"/>
                  </a:lnTo>
                  <a:lnTo>
                    <a:pt x="6268099" y="984036"/>
                  </a:lnTo>
                  <a:lnTo>
                    <a:pt x="6268767" y="934589"/>
                  </a:lnTo>
                  <a:lnTo>
                    <a:pt x="6269435" y="902540"/>
                  </a:lnTo>
                  <a:lnTo>
                    <a:pt x="6270103" y="869574"/>
                  </a:lnTo>
                  <a:lnTo>
                    <a:pt x="6270771" y="863047"/>
                  </a:lnTo>
                  <a:lnTo>
                    <a:pt x="6271439" y="801675"/>
                  </a:lnTo>
                  <a:lnTo>
                    <a:pt x="6272107" y="791172"/>
                  </a:lnTo>
                  <a:lnTo>
                    <a:pt x="6272775" y="700879"/>
                  </a:lnTo>
                  <a:lnTo>
                    <a:pt x="6273443" y="698647"/>
                  </a:lnTo>
                  <a:lnTo>
                    <a:pt x="6274111" y="691950"/>
                  </a:lnTo>
                  <a:lnTo>
                    <a:pt x="6274779" y="626104"/>
                  </a:lnTo>
                  <a:lnTo>
                    <a:pt x="6275447" y="522311"/>
                  </a:lnTo>
                  <a:lnTo>
                    <a:pt x="6276115" y="459812"/>
                  </a:lnTo>
                  <a:lnTo>
                    <a:pt x="6276783" y="435259"/>
                  </a:lnTo>
                  <a:lnTo>
                    <a:pt x="6277451" y="387269"/>
                  </a:lnTo>
                  <a:lnTo>
                    <a:pt x="6278119" y="414054"/>
                  </a:lnTo>
                  <a:lnTo>
                    <a:pt x="6278787" y="420750"/>
                  </a:lnTo>
                  <a:lnTo>
                    <a:pt x="6279455" y="415170"/>
                  </a:lnTo>
                  <a:lnTo>
                    <a:pt x="6280123" y="458696"/>
                  </a:lnTo>
                  <a:lnTo>
                    <a:pt x="6280791" y="491061"/>
                  </a:lnTo>
                  <a:lnTo>
                    <a:pt x="6281459" y="446419"/>
                  </a:lnTo>
                  <a:lnTo>
                    <a:pt x="6282127" y="380572"/>
                  </a:lnTo>
                  <a:lnTo>
                    <a:pt x="6282795" y="319189"/>
                  </a:lnTo>
                  <a:lnTo>
                    <a:pt x="6283464" y="291288"/>
                  </a:lnTo>
                  <a:lnTo>
                    <a:pt x="6284132" y="281244"/>
                  </a:lnTo>
                  <a:lnTo>
                    <a:pt x="6284800" y="372760"/>
                  </a:lnTo>
                  <a:lnTo>
                    <a:pt x="6285468" y="495525"/>
                  </a:lnTo>
                  <a:lnTo>
                    <a:pt x="6286136" y="558024"/>
                  </a:lnTo>
                  <a:lnTo>
                    <a:pt x="6286804" y="554676"/>
                  </a:lnTo>
                  <a:lnTo>
                    <a:pt x="6287472" y="590390"/>
                  </a:lnTo>
                  <a:lnTo>
                    <a:pt x="6288140" y="607130"/>
                  </a:lnTo>
                  <a:lnTo>
                    <a:pt x="6288808" y="574765"/>
                  </a:lnTo>
                  <a:lnTo>
                    <a:pt x="6289476" y="612711"/>
                  </a:lnTo>
                  <a:lnTo>
                    <a:pt x="6290144" y="609363"/>
                  </a:lnTo>
                  <a:lnTo>
                    <a:pt x="6290812" y="642844"/>
                  </a:lnTo>
                  <a:lnTo>
                    <a:pt x="6291480" y="706459"/>
                  </a:lnTo>
                  <a:lnTo>
                    <a:pt x="6292148" y="764494"/>
                  </a:lnTo>
                  <a:lnTo>
                    <a:pt x="6292816" y="822528"/>
                  </a:lnTo>
                  <a:lnTo>
                    <a:pt x="6293484" y="896188"/>
                  </a:lnTo>
                  <a:lnTo>
                    <a:pt x="6294152" y="944178"/>
                  </a:lnTo>
                  <a:lnTo>
                    <a:pt x="6294820" y="944178"/>
                  </a:lnTo>
                  <a:lnTo>
                    <a:pt x="6295488" y="944178"/>
                  </a:lnTo>
                  <a:lnTo>
                    <a:pt x="6296156" y="993284"/>
                  </a:lnTo>
                  <a:lnTo>
                    <a:pt x="6296824" y="1068059"/>
                  </a:lnTo>
                  <a:lnTo>
                    <a:pt x="6297492" y="1122746"/>
                  </a:lnTo>
                  <a:lnTo>
                    <a:pt x="6298160" y="1123862"/>
                  </a:lnTo>
                  <a:lnTo>
                    <a:pt x="6298828" y="1181897"/>
                  </a:lnTo>
                  <a:lnTo>
                    <a:pt x="6299496" y="1172968"/>
                  </a:lnTo>
                  <a:lnTo>
                    <a:pt x="6300164" y="1170736"/>
                  </a:lnTo>
                  <a:lnTo>
                    <a:pt x="6300832" y="1167388"/>
                  </a:lnTo>
                  <a:lnTo>
                    <a:pt x="6301500" y="1194173"/>
                  </a:lnTo>
                  <a:lnTo>
                    <a:pt x="6302168" y="1275129"/>
                  </a:lnTo>
                  <a:lnTo>
                    <a:pt x="6302836" y="1314607"/>
                  </a:lnTo>
                  <a:lnTo>
                    <a:pt x="6303504" y="1331085"/>
                  </a:lnTo>
                  <a:lnTo>
                    <a:pt x="6304172" y="1313687"/>
                  </a:lnTo>
                  <a:lnTo>
                    <a:pt x="6304840" y="1304530"/>
                  </a:lnTo>
                  <a:lnTo>
                    <a:pt x="6305508" y="1281638"/>
                  </a:lnTo>
                  <a:lnTo>
                    <a:pt x="6306176" y="1234937"/>
                  </a:lnTo>
                  <a:lnTo>
                    <a:pt x="6306844" y="1221202"/>
                  </a:lnTo>
                  <a:lnTo>
                    <a:pt x="6307512" y="1221202"/>
                  </a:lnTo>
                  <a:lnTo>
                    <a:pt x="6308181" y="1253251"/>
                  </a:lnTo>
                  <a:lnTo>
                    <a:pt x="6308849" y="1269733"/>
                  </a:lnTo>
                  <a:lnTo>
                    <a:pt x="6309517" y="1276143"/>
                  </a:lnTo>
                  <a:lnTo>
                    <a:pt x="6310185" y="1270649"/>
                  </a:lnTo>
                  <a:lnTo>
                    <a:pt x="6310853" y="1214792"/>
                  </a:lnTo>
                  <a:lnTo>
                    <a:pt x="6311521" y="1191899"/>
                  </a:lnTo>
                  <a:lnTo>
                    <a:pt x="6312189" y="1149668"/>
                  </a:lnTo>
                  <a:lnTo>
                    <a:pt x="6312857" y="1149668"/>
                  </a:lnTo>
                  <a:lnTo>
                    <a:pt x="6313525" y="1078104"/>
                  </a:lnTo>
                  <a:lnTo>
                    <a:pt x="6314193" y="1099309"/>
                  </a:lnTo>
                  <a:lnTo>
                    <a:pt x="6314861" y="1094845"/>
                  </a:lnTo>
                  <a:lnTo>
                    <a:pt x="6315529" y="1090380"/>
                  </a:lnTo>
                  <a:lnTo>
                    <a:pt x="6316197" y="1103773"/>
                  </a:lnTo>
                  <a:lnTo>
                    <a:pt x="6316865" y="1034578"/>
                  </a:lnTo>
                  <a:lnTo>
                    <a:pt x="6317533" y="1004445"/>
                  </a:lnTo>
                  <a:lnTo>
                    <a:pt x="6318201" y="968731"/>
                  </a:lnTo>
                  <a:lnTo>
                    <a:pt x="6318869" y="954222"/>
                  </a:lnTo>
                  <a:lnTo>
                    <a:pt x="6319537" y="1029294"/>
                  </a:lnTo>
                  <a:lnTo>
                    <a:pt x="6320205" y="1066646"/>
                  </a:lnTo>
                  <a:lnTo>
                    <a:pt x="6320873" y="1138789"/>
                  </a:lnTo>
                  <a:lnTo>
                    <a:pt x="6321541" y="1173585"/>
                  </a:lnTo>
                  <a:lnTo>
                    <a:pt x="6322209" y="1183658"/>
                  </a:lnTo>
                  <a:lnTo>
                    <a:pt x="6322877" y="1144283"/>
                  </a:lnTo>
                  <a:lnTo>
                    <a:pt x="6323545" y="1115897"/>
                  </a:lnTo>
                  <a:lnTo>
                    <a:pt x="6324213" y="1111318"/>
                  </a:lnTo>
                  <a:lnTo>
                    <a:pt x="6324881" y="1110402"/>
                  </a:lnTo>
                  <a:lnTo>
                    <a:pt x="6325549" y="1132379"/>
                  </a:lnTo>
                  <a:lnTo>
                    <a:pt x="6326217" y="1134210"/>
                  </a:lnTo>
                  <a:lnTo>
                    <a:pt x="6326885" y="1189842"/>
                  </a:lnTo>
                  <a:lnTo>
                    <a:pt x="6327553" y="1167216"/>
                  </a:lnTo>
                  <a:lnTo>
                    <a:pt x="6328221" y="1160731"/>
                  </a:lnTo>
                  <a:lnTo>
                    <a:pt x="6328889" y="1089282"/>
                  </a:lnTo>
                  <a:lnTo>
                    <a:pt x="6329557" y="1094576"/>
                  </a:lnTo>
                  <a:lnTo>
                    <a:pt x="6330225" y="1045195"/>
                  </a:lnTo>
                  <a:lnTo>
                    <a:pt x="6330893" y="1008509"/>
                  </a:lnTo>
                  <a:lnTo>
                    <a:pt x="6331561" y="983786"/>
                  </a:lnTo>
                  <a:lnTo>
                    <a:pt x="6332229" y="988571"/>
                  </a:lnTo>
                  <a:lnTo>
                    <a:pt x="6332898" y="991761"/>
                  </a:lnTo>
                  <a:lnTo>
                    <a:pt x="6333566" y="943112"/>
                  </a:lnTo>
                  <a:lnTo>
                    <a:pt x="6334234" y="850600"/>
                  </a:lnTo>
                  <a:lnTo>
                    <a:pt x="6334902" y="801154"/>
                  </a:lnTo>
                  <a:lnTo>
                    <a:pt x="6335570" y="779621"/>
                  </a:lnTo>
                  <a:lnTo>
                    <a:pt x="6336238" y="797964"/>
                  </a:lnTo>
                  <a:lnTo>
                    <a:pt x="6336906" y="800984"/>
                  </a:lnTo>
                  <a:lnTo>
                    <a:pt x="6337574" y="733136"/>
                  </a:lnTo>
                  <a:lnTo>
                    <a:pt x="6338242" y="721759"/>
                  </a:lnTo>
                  <a:lnTo>
                    <a:pt x="6338910" y="655121"/>
                  </a:lnTo>
                  <a:lnTo>
                    <a:pt x="6339578" y="584810"/>
                  </a:lnTo>
                  <a:lnTo>
                    <a:pt x="6340246" y="570301"/>
                  </a:lnTo>
                  <a:lnTo>
                    <a:pt x="6340914" y="612711"/>
                  </a:lnTo>
                  <a:lnTo>
                    <a:pt x="6341582" y="651773"/>
                  </a:lnTo>
                  <a:lnTo>
                    <a:pt x="6342250" y="645076"/>
                  </a:lnTo>
                  <a:lnTo>
                    <a:pt x="6342918" y="685254"/>
                  </a:lnTo>
                  <a:lnTo>
                    <a:pt x="6343586" y="787931"/>
                  </a:lnTo>
                  <a:lnTo>
                    <a:pt x="6344254" y="922973"/>
                  </a:lnTo>
                  <a:lnTo>
                    <a:pt x="6344922" y="1008909"/>
                  </a:lnTo>
                  <a:lnTo>
                    <a:pt x="6345590" y="1044622"/>
                  </a:lnTo>
                  <a:lnTo>
                    <a:pt x="6346258" y="1060247"/>
                  </a:lnTo>
                  <a:lnTo>
                    <a:pt x="6346926" y="1118282"/>
                  </a:lnTo>
                  <a:lnTo>
                    <a:pt x="6347594" y="1148415"/>
                  </a:lnTo>
                  <a:lnTo>
                    <a:pt x="6348262" y="1217610"/>
                  </a:lnTo>
                  <a:lnTo>
                    <a:pt x="6348930" y="1285689"/>
                  </a:lnTo>
                  <a:lnTo>
                    <a:pt x="6349598" y="1337028"/>
                  </a:lnTo>
                  <a:lnTo>
                    <a:pt x="6350266" y="1319475"/>
                  </a:lnTo>
                  <a:lnTo>
                    <a:pt x="6350934" y="1282276"/>
                  </a:lnTo>
                  <a:lnTo>
                    <a:pt x="6351602" y="1211877"/>
                  </a:lnTo>
                  <a:lnTo>
                    <a:pt x="6352270" y="1185180"/>
                  </a:lnTo>
                  <a:lnTo>
                    <a:pt x="6352938" y="1154668"/>
                  </a:lnTo>
                  <a:lnTo>
                    <a:pt x="6353606" y="1129258"/>
                  </a:lnTo>
                  <a:lnTo>
                    <a:pt x="6354274" y="1066903"/>
                  </a:lnTo>
                  <a:lnTo>
                    <a:pt x="6354942" y="1011400"/>
                  </a:lnTo>
                  <a:lnTo>
                    <a:pt x="6355610" y="1016048"/>
                  </a:lnTo>
                  <a:lnTo>
                    <a:pt x="6356278" y="1013953"/>
                  </a:lnTo>
                  <a:lnTo>
                    <a:pt x="6356947" y="1050688"/>
                  </a:lnTo>
                  <a:lnTo>
                    <a:pt x="6357615" y="1023632"/>
                  </a:lnTo>
                  <a:lnTo>
                    <a:pt x="6358283" y="1013044"/>
                  </a:lnTo>
                  <a:lnTo>
                    <a:pt x="6358951" y="1010398"/>
                  </a:lnTo>
                  <a:lnTo>
                    <a:pt x="6359619" y="1019220"/>
                  </a:lnTo>
                  <a:lnTo>
                    <a:pt x="6360287" y="1040101"/>
                  </a:lnTo>
                  <a:lnTo>
                    <a:pt x="6360955" y="1038042"/>
                  </a:lnTo>
                  <a:lnTo>
                    <a:pt x="6361623" y="1069804"/>
                  </a:lnTo>
                  <a:lnTo>
                    <a:pt x="6362291" y="1074215"/>
                  </a:lnTo>
                  <a:lnTo>
                    <a:pt x="6362959" y="1074082"/>
                  </a:lnTo>
                  <a:lnTo>
                    <a:pt x="6363627" y="1077343"/>
                  </a:lnTo>
                  <a:lnTo>
                    <a:pt x="6364295" y="1107063"/>
                  </a:lnTo>
                  <a:lnTo>
                    <a:pt x="6364963" y="1202727"/>
                  </a:lnTo>
                  <a:lnTo>
                    <a:pt x="6365631" y="1229583"/>
                  </a:lnTo>
                  <a:lnTo>
                    <a:pt x="6366299" y="1244244"/>
                  </a:lnTo>
                  <a:lnTo>
                    <a:pt x="6366967" y="1229760"/>
                  </a:lnTo>
                  <a:lnTo>
                    <a:pt x="6367635" y="1249961"/>
                  </a:lnTo>
                  <a:lnTo>
                    <a:pt x="6368303" y="1275784"/>
                  </a:lnTo>
                  <a:lnTo>
                    <a:pt x="6368971" y="1281536"/>
                  </a:lnTo>
                  <a:lnTo>
                    <a:pt x="6369639" y="1269312"/>
                  </a:lnTo>
                  <a:lnTo>
                    <a:pt x="6370307" y="1231815"/>
                  </a:lnTo>
                  <a:lnTo>
                    <a:pt x="6370975" y="1277941"/>
                  </a:lnTo>
                  <a:lnTo>
                    <a:pt x="6371643" y="1275064"/>
                  </a:lnTo>
                  <a:lnTo>
                    <a:pt x="6372311" y="1300261"/>
                  </a:lnTo>
                  <a:lnTo>
                    <a:pt x="6372979" y="1311293"/>
                  </a:lnTo>
                  <a:lnTo>
                    <a:pt x="6373647" y="1303709"/>
                  </a:lnTo>
                  <a:lnTo>
                    <a:pt x="6374315" y="1295492"/>
                  </a:lnTo>
                  <a:lnTo>
                    <a:pt x="6374983" y="1278427"/>
                  </a:lnTo>
                  <a:lnTo>
                    <a:pt x="6375651" y="1278427"/>
                  </a:lnTo>
                  <a:lnTo>
                    <a:pt x="6376319" y="1291379"/>
                  </a:lnTo>
                  <a:lnTo>
                    <a:pt x="6376987" y="1271750"/>
                  </a:lnTo>
                  <a:lnTo>
                    <a:pt x="6377655" y="1259258"/>
                  </a:lnTo>
                  <a:lnTo>
                    <a:pt x="6378323" y="1226542"/>
                  </a:lnTo>
                  <a:lnTo>
                    <a:pt x="6378991" y="1194421"/>
                  </a:lnTo>
                  <a:lnTo>
                    <a:pt x="6379659" y="1169438"/>
                  </a:lnTo>
                  <a:lnTo>
                    <a:pt x="6380327" y="1145645"/>
                  </a:lnTo>
                  <a:lnTo>
                    <a:pt x="6380995" y="1115993"/>
                  </a:lnTo>
                  <a:lnTo>
                    <a:pt x="6381664" y="1136218"/>
                  </a:lnTo>
                  <a:lnTo>
                    <a:pt x="6382332" y="1145356"/>
                  </a:lnTo>
                  <a:lnTo>
                    <a:pt x="6383000" y="1129452"/>
                  </a:lnTo>
                  <a:lnTo>
                    <a:pt x="6383668" y="1131274"/>
                  </a:lnTo>
                  <a:lnTo>
                    <a:pt x="6384336" y="1092151"/>
                  </a:lnTo>
                  <a:lnTo>
                    <a:pt x="6385004" y="1092419"/>
                  </a:lnTo>
                  <a:lnTo>
                    <a:pt x="6385672" y="1024460"/>
                  </a:lnTo>
                  <a:lnTo>
                    <a:pt x="6386340" y="993833"/>
                  </a:lnTo>
                  <a:lnTo>
                    <a:pt x="6387008" y="1022760"/>
                  </a:lnTo>
                  <a:lnTo>
                    <a:pt x="6387676" y="1003059"/>
                  </a:lnTo>
                  <a:lnTo>
                    <a:pt x="6388344" y="961144"/>
                  </a:lnTo>
                  <a:lnTo>
                    <a:pt x="6389012" y="1010592"/>
                  </a:lnTo>
                  <a:lnTo>
                    <a:pt x="6389680" y="1057292"/>
                  </a:lnTo>
                  <a:lnTo>
                    <a:pt x="6390348" y="1097583"/>
                  </a:lnTo>
                  <a:lnTo>
                    <a:pt x="6391016" y="1142452"/>
                  </a:lnTo>
                  <a:lnTo>
                    <a:pt x="6391684" y="1123099"/>
                  </a:lnTo>
                  <a:lnTo>
                    <a:pt x="6392352" y="1105811"/>
                  </a:lnTo>
                  <a:lnTo>
                    <a:pt x="6393020" y="1124324"/>
                  </a:lnTo>
                  <a:lnTo>
                    <a:pt x="6393688" y="1114934"/>
                  </a:lnTo>
                  <a:lnTo>
                    <a:pt x="6394356" y="1111585"/>
                  </a:lnTo>
                  <a:lnTo>
                    <a:pt x="6395024" y="1070291"/>
                  </a:lnTo>
                  <a:lnTo>
                    <a:pt x="6395692" y="1016721"/>
                  </a:lnTo>
                  <a:lnTo>
                    <a:pt x="6396360" y="972079"/>
                  </a:lnTo>
                  <a:lnTo>
                    <a:pt x="6397028" y="945294"/>
                  </a:lnTo>
                  <a:lnTo>
                    <a:pt x="6397696" y="954222"/>
                  </a:lnTo>
                  <a:lnTo>
                    <a:pt x="6398364" y="988820"/>
                  </a:lnTo>
                  <a:lnTo>
                    <a:pt x="6399032" y="988820"/>
                  </a:lnTo>
                  <a:lnTo>
                    <a:pt x="6399700" y="997748"/>
                  </a:lnTo>
                  <a:lnTo>
                    <a:pt x="6400368" y="992168"/>
                  </a:lnTo>
                  <a:lnTo>
                    <a:pt x="6401036" y="1069082"/>
                  </a:lnTo>
                  <a:lnTo>
                    <a:pt x="6401704" y="1089603"/>
                  </a:lnTo>
                  <a:lnTo>
                    <a:pt x="6402372" y="1156106"/>
                  </a:lnTo>
                  <a:lnTo>
                    <a:pt x="6403040" y="1153737"/>
                  </a:lnTo>
                  <a:lnTo>
                    <a:pt x="6403708" y="1141695"/>
                  </a:lnTo>
                  <a:lnTo>
                    <a:pt x="6404376" y="1168811"/>
                  </a:lnTo>
                  <a:lnTo>
                    <a:pt x="6405044" y="1226232"/>
                  </a:lnTo>
                  <a:lnTo>
                    <a:pt x="6405712" y="1277274"/>
                  </a:lnTo>
                  <a:lnTo>
                    <a:pt x="6406381" y="1316352"/>
                  </a:lnTo>
                  <a:lnTo>
                    <a:pt x="6407049" y="1329112"/>
                  </a:lnTo>
                  <a:lnTo>
                    <a:pt x="6407717" y="1337885"/>
                  </a:lnTo>
                  <a:lnTo>
                    <a:pt x="6408385" y="1318745"/>
                  </a:lnTo>
                  <a:lnTo>
                    <a:pt x="6409053" y="1283654"/>
                  </a:lnTo>
                  <a:lnTo>
                    <a:pt x="6409721" y="1232612"/>
                  </a:lnTo>
                  <a:lnTo>
                    <a:pt x="6410389" y="1187951"/>
                  </a:lnTo>
                  <a:lnTo>
                    <a:pt x="6411057" y="1144898"/>
                  </a:lnTo>
                  <a:lnTo>
                    <a:pt x="6411725" y="1104267"/>
                  </a:lnTo>
                  <a:lnTo>
                    <a:pt x="6412393" y="1033353"/>
                  </a:lnTo>
                  <a:lnTo>
                    <a:pt x="6413061" y="1016369"/>
                  </a:lnTo>
                  <a:lnTo>
                    <a:pt x="6413729" y="922973"/>
                  </a:lnTo>
                  <a:lnTo>
                    <a:pt x="6414397" y="899536"/>
                  </a:lnTo>
                  <a:lnTo>
                    <a:pt x="6415065" y="873867"/>
                  </a:lnTo>
                  <a:lnTo>
                    <a:pt x="6415733" y="840385"/>
                  </a:lnTo>
                  <a:lnTo>
                    <a:pt x="6416401" y="852662"/>
                  </a:lnTo>
                  <a:lnTo>
                    <a:pt x="6417069" y="863822"/>
                  </a:lnTo>
                  <a:lnTo>
                    <a:pt x="6417737" y="866054"/>
                  </a:lnTo>
                  <a:lnTo>
                    <a:pt x="6418405" y="862706"/>
                  </a:lnTo>
                  <a:lnTo>
                    <a:pt x="6419073" y="893955"/>
                  </a:lnTo>
                  <a:lnTo>
                    <a:pt x="6419741" y="933017"/>
                  </a:lnTo>
                  <a:lnTo>
                    <a:pt x="6420409" y="998864"/>
                  </a:lnTo>
                  <a:lnTo>
                    <a:pt x="6421077" y="1025649"/>
                  </a:lnTo>
                  <a:lnTo>
                    <a:pt x="6421745" y="1064711"/>
                  </a:lnTo>
                  <a:lnTo>
                    <a:pt x="6422413" y="1074756"/>
                  </a:lnTo>
                  <a:lnTo>
                    <a:pt x="6423081" y="1104889"/>
                  </a:lnTo>
                  <a:lnTo>
                    <a:pt x="6423749" y="1139487"/>
                  </a:lnTo>
                  <a:lnTo>
                    <a:pt x="6424417" y="1167388"/>
                  </a:lnTo>
                  <a:lnTo>
                    <a:pt x="6425085" y="1171852"/>
                  </a:lnTo>
                  <a:lnTo>
                    <a:pt x="6425753" y="1141719"/>
                  </a:lnTo>
                  <a:lnTo>
                    <a:pt x="6426421" y="1114934"/>
                  </a:lnTo>
                  <a:lnTo>
                    <a:pt x="6427089" y="1084800"/>
                  </a:lnTo>
                  <a:lnTo>
                    <a:pt x="6427757" y="1005561"/>
                  </a:lnTo>
                  <a:lnTo>
                    <a:pt x="6428425" y="1015605"/>
                  </a:lnTo>
                  <a:lnTo>
                    <a:pt x="6429093" y="994400"/>
                  </a:lnTo>
                  <a:lnTo>
                    <a:pt x="6429761" y="1024533"/>
                  </a:lnTo>
                  <a:lnTo>
                    <a:pt x="6430430" y="1040158"/>
                  </a:lnTo>
                  <a:lnTo>
                    <a:pt x="6431098" y="1049087"/>
                  </a:lnTo>
                  <a:lnTo>
                    <a:pt x="6431766" y="1035694"/>
                  </a:lnTo>
                  <a:lnTo>
                    <a:pt x="6432434" y="1052435"/>
                  </a:lnTo>
                  <a:lnTo>
                    <a:pt x="6433102" y="1014489"/>
                  </a:lnTo>
                  <a:lnTo>
                    <a:pt x="6433770" y="993284"/>
                  </a:lnTo>
                  <a:lnTo>
                    <a:pt x="6434438" y="974311"/>
                  </a:lnTo>
                  <a:lnTo>
                    <a:pt x="6435106" y="969847"/>
                  </a:lnTo>
                  <a:lnTo>
                    <a:pt x="6435774" y="987704"/>
                  </a:lnTo>
                  <a:lnTo>
                    <a:pt x="6436442" y="984356"/>
                  </a:lnTo>
                  <a:lnTo>
                    <a:pt x="6437110" y="987704"/>
                  </a:lnTo>
                  <a:lnTo>
                    <a:pt x="6437778" y="1023417"/>
                  </a:lnTo>
                  <a:lnTo>
                    <a:pt x="6438446" y="1031230"/>
                  </a:lnTo>
                  <a:lnTo>
                    <a:pt x="6439114" y="1053551"/>
                  </a:lnTo>
                  <a:lnTo>
                    <a:pt x="6439782" y="989936"/>
                  </a:lnTo>
                  <a:lnTo>
                    <a:pt x="6440450" y="929669"/>
                  </a:lnTo>
                  <a:lnTo>
                    <a:pt x="6441118" y="896188"/>
                  </a:lnTo>
                  <a:lnTo>
                    <a:pt x="6441786" y="835921"/>
                  </a:lnTo>
                  <a:lnTo>
                    <a:pt x="6442454" y="802439"/>
                  </a:lnTo>
                  <a:lnTo>
                    <a:pt x="6443122" y="829225"/>
                  </a:lnTo>
                  <a:lnTo>
                    <a:pt x="6443790" y="850430"/>
                  </a:lnTo>
                  <a:lnTo>
                    <a:pt x="6444458" y="857126"/>
                  </a:lnTo>
                  <a:lnTo>
                    <a:pt x="6445126" y="861590"/>
                  </a:lnTo>
                  <a:lnTo>
                    <a:pt x="6445794" y="900652"/>
                  </a:lnTo>
                  <a:lnTo>
                    <a:pt x="6446462" y="955338"/>
                  </a:lnTo>
                  <a:lnTo>
                    <a:pt x="6447130" y="1056234"/>
                  </a:lnTo>
                  <a:lnTo>
                    <a:pt x="6447798" y="1074975"/>
                  </a:lnTo>
                  <a:lnTo>
                    <a:pt x="6448466" y="1049966"/>
                  </a:lnTo>
                  <a:lnTo>
                    <a:pt x="6449134" y="1056376"/>
                  </a:lnTo>
                  <a:lnTo>
                    <a:pt x="6449802" y="1099414"/>
                  </a:lnTo>
                  <a:lnTo>
                    <a:pt x="6450470" y="1123222"/>
                  </a:lnTo>
                  <a:lnTo>
                    <a:pt x="6451138" y="1151609"/>
                  </a:lnTo>
                  <a:lnTo>
                    <a:pt x="6451806" y="1192815"/>
                  </a:lnTo>
                  <a:lnTo>
                    <a:pt x="6452474" y="1192815"/>
                  </a:lnTo>
                  <a:lnTo>
                    <a:pt x="6453142" y="1144283"/>
                  </a:lnTo>
                  <a:lnTo>
                    <a:pt x="6453810" y="1094836"/>
                  </a:lnTo>
                  <a:lnTo>
                    <a:pt x="6454478" y="1084763"/>
                  </a:lnTo>
                  <a:lnTo>
                    <a:pt x="6455147" y="1100330"/>
                  </a:lnTo>
                  <a:lnTo>
                    <a:pt x="6455815" y="1079269"/>
                  </a:lnTo>
                  <a:lnTo>
                    <a:pt x="6456483" y="1075606"/>
                  </a:lnTo>
                  <a:lnTo>
                    <a:pt x="6457151" y="1047654"/>
                  </a:lnTo>
                  <a:lnTo>
                    <a:pt x="6457819" y="1050492"/>
                  </a:lnTo>
                  <a:lnTo>
                    <a:pt x="6458487" y="1024533"/>
                  </a:lnTo>
                  <a:lnTo>
                    <a:pt x="6459155" y="1033462"/>
                  </a:lnTo>
                  <a:lnTo>
                    <a:pt x="6459823" y="1046854"/>
                  </a:lnTo>
                  <a:lnTo>
                    <a:pt x="6460491" y="1078104"/>
                  </a:lnTo>
                  <a:lnTo>
                    <a:pt x="6461159" y="1100425"/>
                  </a:lnTo>
                  <a:lnTo>
                    <a:pt x="6461827" y="1131674"/>
                  </a:lnTo>
                  <a:lnTo>
                    <a:pt x="6462495" y="1168504"/>
                  </a:lnTo>
                  <a:lnTo>
                    <a:pt x="6463163" y="1237699"/>
                  </a:lnTo>
                  <a:lnTo>
                    <a:pt x="6463831" y="1264484"/>
                  </a:lnTo>
                  <a:lnTo>
                    <a:pt x="6464499" y="1277877"/>
                  </a:lnTo>
                  <a:lnTo>
                    <a:pt x="6465167" y="1239931"/>
                  </a:lnTo>
                  <a:lnTo>
                    <a:pt x="6465835" y="1228771"/>
                  </a:lnTo>
                  <a:lnTo>
                    <a:pt x="6466503" y="1212030"/>
                  </a:lnTo>
                  <a:lnTo>
                    <a:pt x="6467171" y="1226539"/>
                  </a:lnTo>
                  <a:lnTo>
                    <a:pt x="6467839" y="1234351"/>
                  </a:lnTo>
                  <a:lnTo>
                    <a:pt x="6468507" y="1234351"/>
                  </a:lnTo>
                  <a:lnTo>
                    <a:pt x="6469175" y="1234351"/>
                  </a:lnTo>
                  <a:lnTo>
                    <a:pt x="6469843" y="1234351"/>
                  </a:lnTo>
                  <a:lnTo>
                    <a:pt x="6470511" y="1225423"/>
                  </a:lnTo>
                  <a:lnTo>
                    <a:pt x="6471179" y="1212030"/>
                  </a:lnTo>
                  <a:lnTo>
                    <a:pt x="6471847" y="1195289"/>
                  </a:lnTo>
                  <a:lnTo>
                    <a:pt x="6472515" y="1167388"/>
                  </a:lnTo>
                  <a:lnTo>
                    <a:pt x="6473183" y="1147299"/>
                  </a:lnTo>
                  <a:lnTo>
                    <a:pt x="6473851" y="1179664"/>
                  </a:lnTo>
                  <a:lnTo>
                    <a:pt x="6474519" y="1190825"/>
                  </a:lnTo>
                  <a:lnTo>
                    <a:pt x="6475187" y="1231003"/>
                  </a:lnTo>
                  <a:lnTo>
                    <a:pt x="6475855" y="1278993"/>
                  </a:lnTo>
                  <a:lnTo>
                    <a:pt x="6476523" y="1301314"/>
                  </a:lnTo>
                  <a:lnTo>
                    <a:pt x="6477191" y="1322519"/>
                  </a:lnTo>
                  <a:lnTo>
                    <a:pt x="6477859" y="1331447"/>
                  </a:lnTo>
                  <a:lnTo>
                    <a:pt x="6478527" y="1323635"/>
                  </a:lnTo>
                  <a:lnTo>
                    <a:pt x="6479195" y="1323635"/>
                  </a:lnTo>
                  <a:lnTo>
                    <a:pt x="6479864" y="1323635"/>
                  </a:lnTo>
                  <a:lnTo>
                    <a:pt x="6480532" y="1332563"/>
                  </a:lnTo>
                  <a:lnTo>
                    <a:pt x="6481200" y="1345956"/>
                  </a:lnTo>
                  <a:lnTo>
                    <a:pt x="6481868" y="1324751"/>
                  </a:lnTo>
                  <a:lnTo>
                    <a:pt x="6482536" y="1345956"/>
                  </a:lnTo>
                  <a:lnTo>
                    <a:pt x="6483204" y="1367161"/>
                  </a:lnTo>
                  <a:lnTo>
                    <a:pt x="6483872" y="1364929"/>
                  </a:lnTo>
                  <a:lnTo>
                    <a:pt x="6484540" y="1375625"/>
                  </a:lnTo>
                  <a:lnTo>
                    <a:pt x="6485208" y="1333675"/>
                  </a:lnTo>
                  <a:lnTo>
                    <a:pt x="6485876" y="1309108"/>
                  </a:lnTo>
                  <a:lnTo>
                    <a:pt x="6486544" y="1270649"/>
                  </a:lnTo>
                  <a:lnTo>
                    <a:pt x="6487212" y="1257829"/>
                  </a:lnTo>
                  <a:lnTo>
                    <a:pt x="6487880" y="1252335"/>
                  </a:lnTo>
                  <a:lnTo>
                    <a:pt x="6488548" y="1257829"/>
                  </a:lnTo>
                  <a:lnTo>
                    <a:pt x="6489216" y="1257829"/>
                  </a:lnTo>
                  <a:lnTo>
                    <a:pt x="6489884" y="1257829"/>
                  </a:lnTo>
                  <a:lnTo>
                    <a:pt x="6490552" y="1246841"/>
                  </a:lnTo>
                  <a:lnTo>
                    <a:pt x="6491220" y="1239516"/>
                  </a:lnTo>
                  <a:lnTo>
                    <a:pt x="6491888" y="1270649"/>
                  </a:lnTo>
                  <a:lnTo>
                    <a:pt x="6492556" y="1245925"/>
                  </a:lnTo>
                  <a:lnTo>
                    <a:pt x="6493224" y="1238600"/>
                  </a:lnTo>
                  <a:lnTo>
                    <a:pt x="6493892" y="1223949"/>
                  </a:lnTo>
                  <a:lnTo>
                    <a:pt x="6494560" y="1214500"/>
                  </a:lnTo>
                  <a:lnTo>
                    <a:pt x="6495228" y="1248135"/>
                  </a:lnTo>
                  <a:lnTo>
                    <a:pt x="6495896" y="1217610"/>
                  </a:lnTo>
                  <a:lnTo>
                    <a:pt x="6496564" y="1238815"/>
                  </a:lnTo>
                  <a:lnTo>
                    <a:pt x="6497232" y="1231003"/>
                  </a:lnTo>
                  <a:lnTo>
                    <a:pt x="6497900" y="1267890"/>
                  </a:lnTo>
                  <a:lnTo>
                    <a:pt x="6498568" y="1192508"/>
                  </a:lnTo>
                  <a:lnTo>
                    <a:pt x="6499236" y="1115897"/>
                  </a:lnTo>
                  <a:lnTo>
                    <a:pt x="6499904" y="1131327"/>
                  </a:lnTo>
                  <a:lnTo>
                    <a:pt x="6500572" y="1134626"/>
                  </a:lnTo>
                  <a:lnTo>
                    <a:pt x="6501240" y="1181374"/>
                  </a:lnTo>
                  <a:lnTo>
                    <a:pt x="6501908" y="1219360"/>
                  </a:lnTo>
                  <a:lnTo>
                    <a:pt x="6502576" y="1229480"/>
                  </a:lnTo>
                  <a:lnTo>
                    <a:pt x="6503244" y="1235690"/>
                  </a:lnTo>
                  <a:lnTo>
                    <a:pt x="6503912" y="1254796"/>
                  </a:lnTo>
                  <a:lnTo>
                    <a:pt x="6504581" y="1236496"/>
                  </a:lnTo>
                  <a:lnTo>
                    <a:pt x="6505249" y="1217542"/>
                  </a:lnTo>
                  <a:lnTo>
                    <a:pt x="6505917" y="1187151"/>
                  </a:lnTo>
                  <a:lnTo>
                    <a:pt x="6506585" y="1177674"/>
                  </a:lnTo>
                  <a:lnTo>
                    <a:pt x="6507253" y="1163295"/>
                  </a:lnTo>
                  <a:lnTo>
                    <a:pt x="6507921" y="1162315"/>
                  </a:lnTo>
                  <a:lnTo>
                    <a:pt x="6508589" y="1189438"/>
                  </a:lnTo>
                  <a:lnTo>
                    <a:pt x="6509257" y="1208065"/>
                  </a:lnTo>
                  <a:lnTo>
                    <a:pt x="6509925" y="1220483"/>
                  </a:lnTo>
                  <a:lnTo>
                    <a:pt x="6510593" y="1190448"/>
                  </a:lnTo>
                  <a:lnTo>
                    <a:pt x="6511261" y="1181326"/>
                  </a:lnTo>
                  <a:lnTo>
                    <a:pt x="6511929" y="1133817"/>
                  </a:lnTo>
                  <a:lnTo>
                    <a:pt x="6512597" y="1157327"/>
                  </a:lnTo>
                  <a:lnTo>
                    <a:pt x="6513265" y="1141131"/>
                  </a:lnTo>
                  <a:lnTo>
                    <a:pt x="6513933" y="1166911"/>
                  </a:lnTo>
                  <a:lnTo>
                    <a:pt x="6514601" y="1179357"/>
                  </a:lnTo>
                  <a:lnTo>
                    <a:pt x="6515269" y="1189135"/>
                  </a:lnTo>
                  <a:lnTo>
                    <a:pt x="6515937" y="1246505"/>
                  </a:lnTo>
                  <a:lnTo>
                    <a:pt x="6516605" y="1238803"/>
                  </a:lnTo>
                  <a:lnTo>
                    <a:pt x="6517273" y="1241641"/>
                  </a:lnTo>
                  <a:lnTo>
                    <a:pt x="6517941" y="1273634"/>
                  </a:lnTo>
                  <a:lnTo>
                    <a:pt x="6518609" y="1258675"/>
                  </a:lnTo>
                  <a:lnTo>
                    <a:pt x="6519277" y="1262689"/>
                  </a:lnTo>
                  <a:lnTo>
                    <a:pt x="6519945" y="1268526"/>
                  </a:lnTo>
                  <a:lnTo>
                    <a:pt x="6520613" y="1293336"/>
                  </a:lnTo>
                  <a:lnTo>
                    <a:pt x="6521281" y="1313768"/>
                  </a:lnTo>
                  <a:lnTo>
                    <a:pt x="6521949" y="1302922"/>
                  </a:lnTo>
                  <a:lnTo>
                    <a:pt x="6522617" y="1314479"/>
                  </a:lnTo>
                  <a:lnTo>
                    <a:pt x="6523285" y="1307730"/>
                  </a:lnTo>
                  <a:lnTo>
                    <a:pt x="6523953" y="1272619"/>
                  </a:lnTo>
                  <a:lnTo>
                    <a:pt x="6524621" y="1296543"/>
                  </a:lnTo>
                  <a:lnTo>
                    <a:pt x="6525289" y="1319355"/>
                  </a:lnTo>
                  <a:lnTo>
                    <a:pt x="6525957" y="1333017"/>
                  </a:lnTo>
                  <a:lnTo>
                    <a:pt x="6526625" y="1351112"/>
                  </a:lnTo>
                  <a:lnTo>
                    <a:pt x="6527293" y="1351102"/>
                  </a:lnTo>
                  <a:lnTo>
                    <a:pt x="6527961" y="1328908"/>
                  </a:lnTo>
                  <a:lnTo>
                    <a:pt x="6528630" y="1317467"/>
                  </a:lnTo>
                  <a:lnTo>
                    <a:pt x="6529298" y="1321281"/>
                  </a:lnTo>
                  <a:lnTo>
                    <a:pt x="6529966" y="1331085"/>
                  </a:lnTo>
                  <a:lnTo>
                    <a:pt x="6530634" y="1365927"/>
                  </a:lnTo>
                  <a:lnTo>
                    <a:pt x="6531302" y="1376317"/>
                  </a:lnTo>
                  <a:lnTo>
                    <a:pt x="6531970" y="1377761"/>
                  </a:lnTo>
                  <a:lnTo>
                    <a:pt x="6532638" y="1349050"/>
                  </a:lnTo>
                  <a:lnTo>
                    <a:pt x="6533306" y="1351286"/>
                  </a:lnTo>
                  <a:lnTo>
                    <a:pt x="6533974" y="1330433"/>
                  </a:lnTo>
                  <a:lnTo>
                    <a:pt x="6534642" y="1324681"/>
                  </a:lnTo>
                  <a:lnTo>
                    <a:pt x="6535310" y="1313175"/>
                  </a:lnTo>
                  <a:lnTo>
                    <a:pt x="6535978" y="1286570"/>
                  </a:lnTo>
                  <a:lnTo>
                    <a:pt x="6536646" y="1295918"/>
                  </a:lnTo>
                  <a:lnTo>
                    <a:pt x="6537314" y="1277219"/>
                  </a:lnTo>
                  <a:lnTo>
                    <a:pt x="6537982" y="1252830"/>
                  </a:lnTo>
                  <a:lnTo>
                    <a:pt x="6538650" y="1263379"/>
                  </a:lnTo>
                  <a:lnTo>
                    <a:pt x="6539318" y="1244222"/>
                  </a:lnTo>
                  <a:lnTo>
                    <a:pt x="6539986" y="1238391"/>
                  </a:lnTo>
                  <a:lnTo>
                    <a:pt x="6540654" y="1203104"/>
                  </a:lnTo>
                  <a:lnTo>
                    <a:pt x="6541322" y="1215864"/>
                  </a:lnTo>
                  <a:lnTo>
                    <a:pt x="6541990" y="1199539"/>
                  </a:lnTo>
                  <a:lnTo>
                    <a:pt x="6542658" y="1180911"/>
                  </a:lnTo>
                  <a:lnTo>
                    <a:pt x="6543326" y="1187321"/>
                  </a:lnTo>
                  <a:lnTo>
                    <a:pt x="6543994" y="1213876"/>
                  </a:lnTo>
                  <a:lnTo>
                    <a:pt x="6544662" y="1221202"/>
                  </a:lnTo>
                  <a:lnTo>
                    <a:pt x="6545330" y="1235853"/>
                  </a:lnTo>
                  <a:lnTo>
                    <a:pt x="6545998" y="1266986"/>
                  </a:lnTo>
                  <a:lnTo>
                    <a:pt x="6546666" y="1248673"/>
                  </a:lnTo>
                  <a:lnTo>
                    <a:pt x="6547334" y="1247869"/>
                  </a:lnTo>
                  <a:lnTo>
                    <a:pt x="6548002" y="1296158"/>
                  </a:lnTo>
                  <a:lnTo>
                    <a:pt x="6548670" y="1291531"/>
                  </a:lnTo>
                  <a:lnTo>
                    <a:pt x="6549338" y="1306361"/>
                  </a:lnTo>
                  <a:lnTo>
                    <a:pt x="6550006" y="1312771"/>
                  </a:lnTo>
                  <a:lnTo>
                    <a:pt x="6550674" y="1312771"/>
                  </a:lnTo>
                  <a:lnTo>
                    <a:pt x="6551342" y="1288047"/>
                  </a:lnTo>
                  <a:lnTo>
                    <a:pt x="6552010" y="1288963"/>
                  </a:lnTo>
                  <a:lnTo>
                    <a:pt x="6552678" y="1276143"/>
                  </a:lnTo>
                  <a:lnTo>
                    <a:pt x="6553347" y="1274312"/>
                  </a:lnTo>
                  <a:lnTo>
                    <a:pt x="6554015" y="1257829"/>
                  </a:lnTo>
                  <a:lnTo>
                    <a:pt x="6554683" y="1257829"/>
                  </a:lnTo>
                  <a:lnTo>
                    <a:pt x="6555351" y="1257829"/>
                  </a:lnTo>
                  <a:lnTo>
                    <a:pt x="6556019" y="1261492"/>
                  </a:lnTo>
                  <a:lnTo>
                    <a:pt x="6556687" y="1277059"/>
                  </a:lnTo>
                  <a:lnTo>
                    <a:pt x="6557355" y="1289879"/>
                  </a:lnTo>
                  <a:lnTo>
                    <a:pt x="6558023" y="1296158"/>
                  </a:lnTo>
                  <a:lnTo>
                    <a:pt x="6558691" y="1324675"/>
                  </a:lnTo>
                  <a:lnTo>
                    <a:pt x="6559359" y="1310427"/>
                  </a:lnTo>
                  <a:lnTo>
                    <a:pt x="6560027" y="1298009"/>
                  </a:lnTo>
                  <a:lnTo>
                    <a:pt x="6560695" y="1285249"/>
                  </a:lnTo>
                  <a:lnTo>
                    <a:pt x="6561363" y="1280464"/>
                  </a:lnTo>
                  <a:lnTo>
                    <a:pt x="6562031" y="1286844"/>
                  </a:lnTo>
                  <a:lnTo>
                    <a:pt x="6562699" y="1274881"/>
                  </a:lnTo>
                  <a:lnTo>
                    <a:pt x="6563367" y="1267703"/>
                  </a:lnTo>
                  <a:lnTo>
                    <a:pt x="6564035" y="1271691"/>
                  </a:lnTo>
                  <a:lnTo>
                    <a:pt x="6564703" y="1266108"/>
                  </a:lnTo>
                  <a:lnTo>
                    <a:pt x="6565371" y="1266108"/>
                  </a:lnTo>
                  <a:lnTo>
                    <a:pt x="6566039" y="1266108"/>
                  </a:lnTo>
                  <a:lnTo>
                    <a:pt x="6566707" y="1273286"/>
                  </a:lnTo>
                  <a:lnTo>
                    <a:pt x="6567375" y="1271691"/>
                  </a:lnTo>
                  <a:lnTo>
                    <a:pt x="6568043" y="1279892"/>
                  </a:lnTo>
                  <a:lnTo>
                    <a:pt x="6568711" y="1278707"/>
                  </a:lnTo>
                  <a:lnTo>
                    <a:pt x="6569379" y="1264006"/>
                  </a:lnTo>
                  <a:lnTo>
                    <a:pt x="6570047" y="1234351"/>
                  </a:lnTo>
                  <a:lnTo>
                    <a:pt x="6570715" y="1252208"/>
                  </a:lnTo>
                  <a:lnTo>
                    <a:pt x="6571383" y="1292386"/>
                  </a:lnTo>
                  <a:lnTo>
                    <a:pt x="6572051" y="1301314"/>
                  </a:lnTo>
                  <a:lnTo>
                    <a:pt x="6572719" y="1333679"/>
                  </a:lnTo>
                  <a:lnTo>
                    <a:pt x="6573387" y="1352652"/>
                  </a:lnTo>
                  <a:lnTo>
                    <a:pt x="6574055" y="1360465"/>
                  </a:lnTo>
                  <a:lnTo>
                    <a:pt x="6574723" y="1368277"/>
                  </a:lnTo>
                  <a:lnTo>
                    <a:pt x="6575391" y="1368277"/>
                  </a:lnTo>
                  <a:lnTo>
                    <a:pt x="6576059" y="1368277"/>
                  </a:lnTo>
                  <a:lnTo>
                    <a:pt x="6576727" y="1368277"/>
                  </a:lnTo>
                  <a:lnTo>
                    <a:pt x="6577395" y="1376089"/>
                  </a:lnTo>
                  <a:lnTo>
                    <a:pt x="6578064" y="1352652"/>
                  </a:lnTo>
                  <a:lnTo>
                    <a:pt x="6578732" y="1345956"/>
                  </a:lnTo>
                  <a:lnTo>
                    <a:pt x="6579400" y="1362697"/>
                  </a:lnTo>
                  <a:lnTo>
                    <a:pt x="6580068" y="1368277"/>
                  </a:lnTo>
                  <a:lnTo>
                    <a:pt x="6580736" y="1368277"/>
                  </a:lnTo>
                  <a:lnTo>
                    <a:pt x="6581404" y="1368277"/>
                  </a:lnTo>
                  <a:lnTo>
                    <a:pt x="6582072" y="1368277"/>
                  </a:lnTo>
                  <a:lnTo>
                    <a:pt x="6582740" y="1356000"/>
                  </a:lnTo>
                  <a:lnTo>
                    <a:pt x="6583408" y="1350420"/>
                  </a:lnTo>
                  <a:lnTo>
                    <a:pt x="6584076" y="1297966"/>
                  </a:lnTo>
                  <a:lnTo>
                    <a:pt x="6584744" y="1278993"/>
                  </a:lnTo>
                  <a:lnTo>
                    <a:pt x="6585412" y="1278993"/>
                  </a:lnTo>
                  <a:lnTo>
                    <a:pt x="6586080" y="1278993"/>
                  </a:lnTo>
                  <a:lnTo>
                    <a:pt x="6586748" y="1278993"/>
                  </a:lnTo>
                  <a:lnTo>
                    <a:pt x="6587416" y="1286805"/>
                  </a:lnTo>
                  <a:lnTo>
                    <a:pt x="6588084" y="1294618"/>
                  </a:lnTo>
                  <a:lnTo>
                    <a:pt x="6588752" y="1293502"/>
                  </a:lnTo>
                  <a:lnTo>
                    <a:pt x="6589420" y="1232119"/>
                  </a:lnTo>
                  <a:lnTo>
                    <a:pt x="6590088" y="1212030"/>
                  </a:lnTo>
                  <a:lnTo>
                    <a:pt x="6590756" y="1212030"/>
                  </a:lnTo>
                  <a:lnTo>
                    <a:pt x="6591424" y="1189709"/>
                  </a:lnTo>
                  <a:lnTo>
                    <a:pt x="6592092" y="1189709"/>
                  </a:lnTo>
                  <a:lnTo>
                    <a:pt x="6592760" y="1201985"/>
                  </a:lnTo>
                  <a:lnTo>
                    <a:pt x="6593428" y="1208682"/>
                  </a:lnTo>
                  <a:lnTo>
                    <a:pt x="6594096" y="1260020"/>
                  </a:lnTo>
                  <a:lnTo>
                    <a:pt x="6594764" y="1278993"/>
                  </a:lnTo>
                  <a:lnTo>
                    <a:pt x="6595432" y="1270065"/>
                  </a:lnTo>
                  <a:lnTo>
                    <a:pt x="6596100" y="1214262"/>
                  </a:lnTo>
                  <a:lnTo>
                    <a:pt x="6596768" y="1172968"/>
                  </a:lnTo>
                  <a:lnTo>
                    <a:pt x="6597436" y="1143951"/>
                  </a:lnTo>
                  <a:lnTo>
                    <a:pt x="6598104" y="1140603"/>
                  </a:lnTo>
                  <a:lnTo>
                    <a:pt x="6598772" y="1078104"/>
                  </a:lnTo>
                  <a:lnTo>
                    <a:pt x="6599440" y="1124978"/>
                  </a:lnTo>
                  <a:lnTo>
                    <a:pt x="6600108" y="1132790"/>
                  </a:lnTo>
                  <a:lnTo>
                    <a:pt x="6600776" y="1092613"/>
                  </a:lnTo>
                  <a:lnTo>
                    <a:pt x="6601444" y="1100425"/>
                  </a:lnTo>
                  <a:lnTo>
                    <a:pt x="6602112" y="1087032"/>
                  </a:lnTo>
                  <a:lnTo>
                    <a:pt x="6602781" y="1034578"/>
                  </a:lnTo>
                  <a:lnTo>
                    <a:pt x="6603449" y="1027882"/>
                  </a:lnTo>
                  <a:lnTo>
                    <a:pt x="6604117" y="996632"/>
                  </a:lnTo>
                  <a:lnTo>
                    <a:pt x="6604785" y="946410"/>
                  </a:lnTo>
                  <a:lnTo>
                    <a:pt x="6605453" y="889491"/>
                  </a:lnTo>
                  <a:lnTo>
                    <a:pt x="6606121" y="916277"/>
                  </a:lnTo>
                  <a:lnTo>
                    <a:pt x="6606789" y="916277"/>
                  </a:lnTo>
                  <a:lnTo>
                    <a:pt x="6607457" y="898420"/>
                  </a:lnTo>
                  <a:lnTo>
                    <a:pt x="6608125" y="881679"/>
                  </a:lnTo>
                  <a:lnTo>
                    <a:pt x="6608793" y="931901"/>
                  </a:lnTo>
                  <a:lnTo>
                    <a:pt x="6609461" y="854894"/>
                  </a:lnTo>
                  <a:lnTo>
                    <a:pt x="6610129" y="779002"/>
                  </a:lnTo>
                  <a:lnTo>
                    <a:pt x="6610797" y="782351"/>
                  </a:lnTo>
                  <a:lnTo>
                    <a:pt x="6611465" y="760030"/>
                  </a:lnTo>
                  <a:lnTo>
                    <a:pt x="6612133" y="735476"/>
                  </a:lnTo>
                  <a:lnTo>
                    <a:pt x="6612801" y="824913"/>
                  </a:lnTo>
                  <a:lnTo>
                    <a:pt x="6613469" y="836209"/>
                  </a:lnTo>
                  <a:lnTo>
                    <a:pt x="6614137" y="965143"/>
                  </a:lnTo>
                  <a:lnTo>
                    <a:pt x="6614805" y="978380"/>
                  </a:lnTo>
                  <a:lnTo>
                    <a:pt x="6615473" y="950398"/>
                  </a:lnTo>
                  <a:lnTo>
                    <a:pt x="6616141" y="914255"/>
                  </a:lnTo>
                  <a:lnTo>
                    <a:pt x="6616809" y="874813"/>
                  </a:lnTo>
                  <a:lnTo>
                    <a:pt x="6617477" y="869243"/>
                  </a:lnTo>
                  <a:lnTo>
                    <a:pt x="6618145" y="868304"/>
                  </a:lnTo>
                  <a:lnTo>
                    <a:pt x="6618813" y="894889"/>
                  </a:lnTo>
                  <a:lnTo>
                    <a:pt x="6619481" y="908224"/>
                  </a:lnTo>
                  <a:lnTo>
                    <a:pt x="6620149" y="908224"/>
                  </a:lnTo>
                  <a:lnTo>
                    <a:pt x="6620817" y="913558"/>
                  </a:lnTo>
                  <a:lnTo>
                    <a:pt x="6621485" y="875777"/>
                  </a:lnTo>
                  <a:lnTo>
                    <a:pt x="6622153" y="832217"/>
                  </a:lnTo>
                  <a:lnTo>
                    <a:pt x="6622821" y="883714"/>
                  </a:lnTo>
                  <a:lnTo>
                    <a:pt x="6623489" y="856555"/>
                  </a:lnTo>
                  <a:lnTo>
                    <a:pt x="6624157" y="854528"/>
                  </a:lnTo>
                  <a:lnTo>
                    <a:pt x="6624825" y="776657"/>
                  </a:lnTo>
                  <a:lnTo>
                    <a:pt x="6625493" y="844800"/>
                  </a:lnTo>
                  <a:lnTo>
                    <a:pt x="6626161" y="878850"/>
                  </a:lnTo>
                  <a:lnTo>
                    <a:pt x="6626830" y="833995"/>
                  </a:lnTo>
                  <a:lnTo>
                    <a:pt x="6627498" y="808660"/>
                  </a:lnTo>
                  <a:lnTo>
                    <a:pt x="6628166" y="789103"/>
                  </a:lnTo>
                  <a:lnTo>
                    <a:pt x="6628834" y="779324"/>
                  </a:lnTo>
                  <a:lnTo>
                    <a:pt x="6629502" y="824938"/>
                  </a:lnTo>
                  <a:lnTo>
                    <a:pt x="6630170" y="796158"/>
                  </a:lnTo>
                  <a:lnTo>
                    <a:pt x="6630838" y="756433"/>
                  </a:lnTo>
                  <a:lnTo>
                    <a:pt x="6631506" y="796563"/>
                  </a:lnTo>
                  <a:lnTo>
                    <a:pt x="6632174" y="814399"/>
                  </a:lnTo>
                  <a:lnTo>
                    <a:pt x="6632842" y="769990"/>
                  </a:lnTo>
                  <a:lnTo>
                    <a:pt x="6633510" y="817105"/>
                  </a:lnTo>
                  <a:lnTo>
                    <a:pt x="6634178" y="779551"/>
                  </a:lnTo>
                  <a:lnTo>
                    <a:pt x="6634846" y="780516"/>
                  </a:lnTo>
                  <a:lnTo>
                    <a:pt x="6635514" y="819587"/>
                  </a:lnTo>
                  <a:lnTo>
                    <a:pt x="6636182" y="789198"/>
                  </a:lnTo>
                  <a:lnTo>
                    <a:pt x="6636850" y="802704"/>
                  </a:lnTo>
                  <a:lnTo>
                    <a:pt x="6637518" y="831646"/>
                  </a:lnTo>
                  <a:lnTo>
                    <a:pt x="6638186" y="833904"/>
                  </a:lnTo>
                  <a:lnTo>
                    <a:pt x="6638854" y="810274"/>
                  </a:lnTo>
                  <a:lnTo>
                    <a:pt x="6639522" y="763167"/>
                  </a:lnTo>
                  <a:lnTo>
                    <a:pt x="6640190" y="803597"/>
                  </a:lnTo>
                  <a:lnTo>
                    <a:pt x="6640858" y="813612"/>
                  </a:lnTo>
                  <a:lnTo>
                    <a:pt x="6641526" y="795252"/>
                  </a:lnTo>
                  <a:lnTo>
                    <a:pt x="6642194" y="814389"/>
                  </a:lnTo>
                  <a:lnTo>
                    <a:pt x="6642862" y="753732"/>
                  </a:lnTo>
                  <a:lnTo>
                    <a:pt x="6643530" y="669340"/>
                  </a:lnTo>
                  <a:lnTo>
                    <a:pt x="6644198" y="739321"/>
                  </a:lnTo>
                  <a:lnTo>
                    <a:pt x="6644866" y="781160"/>
                  </a:lnTo>
                  <a:lnTo>
                    <a:pt x="6645534" y="804067"/>
                  </a:lnTo>
                  <a:lnTo>
                    <a:pt x="6646202" y="880623"/>
                  </a:lnTo>
                  <a:lnTo>
                    <a:pt x="6646870" y="885525"/>
                  </a:lnTo>
                  <a:lnTo>
                    <a:pt x="6647538" y="944522"/>
                  </a:lnTo>
                  <a:lnTo>
                    <a:pt x="6648206" y="981987"/>
                  </a:lnTo>
                  <a:lnTo>
                    <a:pt x="6648874" y="958075"/>
                  </a:lnTo>
                  <a:lnTo>
                    <a:pt x="6649542" y="999412"/>
                  </a:lnTo>
                  <a:lnTo>
                    <a:pt x="6650210" y="1002736"/>
                  </a:lnTo>
                  <a:lnTo>
                    <a:pt x="6650878" y="1025675"/>
                  </a:lnTo>
                  <a:lnTo>
                    <a:pt x="6651547" y="991154"/>
                  </a:lnTo>
                  <a:lnTo>
                    <a:pt x="6652215" y="980151"/>
                  </a:lnTo>
                  <a:lnTo>
                    <a:pt x="6652883" y="1025968"/>
                  </a:lnTo>
                  <a:lnTo>
                    <a:pt x="6653551" y="1020889"/>
                  </a:lnTo>
                  <a:lnTo>
                    <a:pt x="6654219" y="1029288"/>
                  </a:lnTo>
                  <a:lnTo>
                    <a:pt x="6654887" y="1033585"/>
                  </a:lnTo>
                  <a:lnTo>
                    <a:pt x="6655555" y="1053313"/>
                  </a:lnTo>
                  <a:lnTo>
                    <a:pt x="6656223" y="998921"/>
                  </a:lnTo>
                  <a:lnTo>
                    <a:pt x="6656891" y="981229"/>
                  </a:lnTo>
                  <a:lnTo>
                    <a:pt x="6657559" y="970657"/>
                  </a:lnTo>
                  <a:lnTo>
                    <a:pt x="6658227" y="989428"/>
                  </a:lnTo>
                  <a:lnTo>
                    <a:pt x="6658895" y="937689"/>
                  </a:lnTo>
                  <a:lnTo>
                    <a:pt x="6659563" y="951695"/>
                  </a:lnTo>
                  <a:lnTo>
                    <a:pt x="6660231" y="954544"/>
                  </a:lnTo>
                  <a:lnTo>
                    <a:pt x="6660899" y="916095"/>
                  </a:lnTo>
                  <a:lnTo>
                    <a:pt x="6661567" y="928317"/>
                  </a:lnTo>
                  <a:lnTo>
                    <a:pt x="6662235" y="911844"/>
                  </a:lnTo>
                  <a:lnTo>
                    <a:pt x="6662903" y="918486"/>
                  </a:lnTo>
                  <a:lnTo>
                    <a:pt x="6663571" y="913438"/>
                  </a:lnTo>
                  <a:lnTo>
                    <a:pt x="6664239" y="819240"/>
                  </a:lnTo>
                  <a:lnTo>
                    <a:pt x="6664907" y="814535"/>
                  </a:lnTo>
                  <a:lnTo>
                    <a:pt x="6665575" y="804242"/>
                  </a:lnTo>
                  <a:lnTo>
                    <a:pt x="6666243" y="801595"/>
                  </a:lnTo>
                  <a:lnTo>
                    <a:pt x="6666911" y="742392"/>
                  </a:lnTo>
                  <a:lnTo>
                    <a:pt x="6667579" y="771476"/>
                  </a:lnTo>
                  <a:lnTo>
                    <a:pt x="6668247" y="774417"/>
                  </a:lnTo>
                  <a:lnTo>
                    <a:pt x="6668915" y="777358"/>
                  </a:lnTo>
                  <a:lnTo>
                    <a:pt x="6669583" y="763633"/>
                  </a:lnTo>
                  <a:lnTo>
                    <a:pt x="6670251" y="661044"/>
                  </a:lnTo>
                  <a:lnTo>
                    <a:pt x="6670919" y="628937"/>
                  </a:lnTo>
                  <a:lnTo>
                    <a:pt x="6671587" y="616167"/>
                  </a:lnTo>
                  <a:lnTo>
                    <a:pt x="6672255" y="645721"/>
                  </a:lnTo>
                  <a:lnTo>
                    <a:pt x="6672923" y="492634"/>
                  </a:lnTo>
                  <a:lnTo>
                    <a:pt x="6673591" y="551306"/>
                  </a:lnTo>
                  <a:lnTo>
                    <a:pt x="6674259" y="500750"/>
                  </a:lnTo>
                  <a:lnTo>
                    <a:pt x="6674927" y="380827"/>
                  </a:lnTo>
                  <a:lnTo>
                    <a:pt x="6675595" y="326786"/>
                  </a:lnTo>
                  <a:lnTo>
                    <a:pt x="6676264" y="341252"/>
                  </a:lnTo>
                  <a:lnTo>
                    <a:pt x="6676932" y="344033"/>
                  </a:lnTo>
                  <a:lnTo>
                    <a:pt x="6677600" y="386318"/>
                  </a:lnTo>
                  <a:lnTo>
                    <a:pt x="6678268" y="377416"/>
                  </a:lnTo>
                  <a:lnTo>
                    <a:pt x="6678936" y="313473"/>
                  </a:lnTo>
                  <a:lnTo>
                    <a:pt x="6679604" y="298764"/>
                  </a:lnTo>
                  <a:lnTo>
                    <a:pt x="6680272" y="363864"/>
                  </a:lnTo>
                  <a:lnTo>
                    <a:pt x="6680940" y="416323"/>
                  </a:lnTo>
                  <a:lnTo>
                    <a:pt x="6681608" y="475103"/>
                  </a:lnTo>
                  <a:lnTo>
                    <a:pt x="6682276" y="478263"/>
                  </a:lnTo>
                  <a:lnTo>
                    <a:pt x="6682944" y="451717"/>
                  </a:lnTo>
                  <a:lnTo>
                    <a:pt x="6683612" y="453614"/>
                  </a:lnTo>
                  <a:lnTo>
                    <a:pt x="6684280" y="492800"/>
                  </a:lnTo>
                  <a:lnTo>
                    <a:pt x="6684948" y="564221"/>
                  </a:lnTo>
                  <a:lnTo>
                    <a:pt x="6685616" y="624265"/>
                  </a:lnTo>
                  <a:lnTo>
                    <a:pt x="6686284" y="602852"/>
                  </a:lnTo>
                  <a:lnTo>
                    <a:pt x="6686952" y="578040"/>
                  </a:lnTo>
                  <a:lnTo>
                    <a:pt x="6687620" y="453311"/>
                  </a:lnTo>
                  <a:lnTo>
                    <a:pt x="6688288" y="473207"/>
                  </a:lnTo>
                  <a:lnTo>
                    <a:pt x="6688956" y="482688"/>
                  </a:lnTo>
                  <a:lnTo>
                    <a:pt x="6689624" y="497857"/>
                  </a:lnTo>
                  <a:lnTo>
                    <a:pt x="6690292" y="470679"/>
                  </a:lnTo>
                  <a:lnTo>
                    <a:pt x="6690960" y="460566"/>
                  </a:lnTo>
                  <a:lnTo>
                    <a:pt x="6691628" y="422644"/>
                  </a:lnTo>
                  <a:lnTo>
                    <a:pt x="6692296" y="345347"/>
                  </a:lnTo>
                  <a:lnTo>
                    <a:pt x="6692964" y="391042"/>
                  </a:lnTo>
                  <a:lnTo>
                    <a:pt x="6693632" y="259512"/>
                  </a:lnTo>
                  <a:lnTo>
                    <a:pt x="6694300" y="338582"/>
                  </a:lnTo>
                  <a:lnTo>
                    <a:pt x="6694968" y="340479"/>
                  </a:lnTo>
                  <a:lnTo>
                    <a:pt x="6695636" y="339215"/>
                  </a:lnTo>
                  <a:lnTo>
                    <a:pt x="6696304" y="355648"/>
                  </a:lnTo>
                  <a:lnTo>
                    <a:pt x="6696972" y="303771"/>
                  </a:lnTo>
                  <a:lnTo>
                    <a:pt x="6697640" y="357418"/>
                  </a:lnTo>
                  <a:lnTo>
                    <a:pt x="6698308" y="377535"/>
                  </a:lnTo>
                  <a:lnTo>
                    <a:pt x="6698976" y="434020"/>
                  </a:lnTo>
                  <a:lnTo>
                    <a:pt x="6699644" y="466346"/>
                  </a:lnTo>
                  <a:lnTo>
                    <a:pt x="6700312" y="456828"/>
                  </a:lnTo>
                  <a:lnTo>
                    <a:pt x="6700981" y="455044"/>
                  </a:lnTo>
                  <a:lnTo>
                    <a:pt x="6701649" y="501441"/>
                  </a:lnTo>
                  <a:lnTo>
                    <a:pt x="6702317" y="554976"/>
                  </a:lnTo>
                  <a:lnTo>
                    <a:pt x="6702985" y="542731"/>
                  </a:lnTo>
                  <a:lnTo>
                    <a:pt x="6703653" y="618576"/>
                  </a:lnTo>
                  <a:lnTo>
                    <a:pt x="6704321" y="558594"/>
                  </a:lnTo>
                  <a:lnTo>
                    <a:pt x="6704989" y="543840"/>
                  </a:lnTo>
                  <a:lnTo>
                    <a:pt x="6705657" y="480806"/>
                  </a:lnTo>
                  <a:lnTo>
                    <a:pt x="6706325" y="455994"/>
                  </a:lnTo>
                  <a:lnTo>
                    <a:pt x="6706993" y="445935"/>
                  </a:lnTo>
                  <a:lnTo>
                    <a:pt x="6707661" y="482147"/>
                  </a:lnTo>
                  <a:lnTo>
                    <a:pt x="6708329" y="451589"/>
                  </a:lnTo>
                  <a:lnTo>
                    <a:pt x="6708997" y="457327"/>
                  </a:lnTo>
                  <a:lnTo>
                    <a:pt x="6709665" y="379266"/>
                  </a:lnTo>
                  <a:lnTo>
                    <a:pt x="6710333" y="291770"/>
                  </a:lnTo>
                  <a:lnTo>
                    <a:pt x="6711001" y="344041"/>
                  </a:lnTo>
                  <a:lnTo>
                    <a:pt x="6711669" y="417453"/>
                  </a:lnTo>
                  <a:lnTo>
                    <a:pt x="6712337" y="453682"/>
                  </a:lnTo>
                  <a:lnTo>
                    <a:pt x="6713005" y="510887"/>
                  </a:lnTo>
                  <a:lnTo>
                    <a:pt x="6713673" y="531861"/>
                  </a:lnTo>
                  <a:lnTo>
                    <a:pt x="6714341" y="575718"/>
                  </a:lnTo>
                  <a:lnTo>
                    <a:pt x="6715009" y="635783"/>
                  </a:lnTo>
                  <a:lnTo>
                    <a:pt x="6715677" y="725403"/>
                  </a:lnTo>
                  <a:lnTo>
                    <a:pt x="6716345" y="779757"/>
                  </a:lnTo>
                  <a:lnTo>
                    <a:pt x="6717013" y="865912"/>
                  </a:lnTo>
                  <a:lnTo>
                    <a:pt x="6717681" y="883668"/>
                  </a:lnTo>
                  <a:lnTo>
                    <a:pt x="6718349" y="878901"/>
                  </a:lnTo>
                  <a:lnTo>
                    <a:pt x="6719017" y="927829"/>
                  </a:lnTo>
                  <a:lnTo>
                    <a:pt x="6719685" y="915359"/>
                  </a:lnTo>
                  <a:lnTo>
                    <a:pt x="6720353" y="901624"/>
                  </a:lnTo>
                  <a:lnTo>
                    <a:pt x="6721021" y="831115"/>
                  </a:lnTo>
                  <a:lnTo>
                    <a:pt x="6721689" y="702002"/>
                  </a:lnTo>
                  <a:lnTo>
                    <a:pt x="6722357" y="639735"/>
                  </a:lnTo>
                  <a:lnTo>
                    <a:pt x="6723025" y="583877"/>
                  </a:lnTo>
                  <a:lnTo>
                    <a:pt x="6723693" y="499633"/>
                  </a:lnTo>
                  <a:lnTo>
                    <a:pt x="6724361" y="424546"/>
                  </a:lnTo>
                  <a:lnTo>
                    <a:pt x="6725030" y="428209"/>
                  </a:lnTo>
                  <a:lnTo>
                    <a:pt x="6725698" y="435534"/>
                  </a:lnTo>
                  <a:lnTo>
                    <a:pt x="6726366" y="382738"/>
                  </a:lnTo>
                  <a:lnTo>
                    <a:pt x="6727034" y="297324"/>
                  </a:lnTo>
                  <a:lnTo>
                    <a:pt x="6727702" y="290650"/>
                  </a:lnTo>
                  <a:lnTo>
                    <a:pt x="6728370" y="295417"/>
                  </a:lnTo>
                  <a:lnTo>
                    <a:pt x="6729038" y="255907"/>
                  </a:lnTo>
                  <a:lnTo>
                    <a:pt x="6729706" y="104908"/>
                  </a:lnTo>
                  <a:lnTo>
                    <a:pt x="6730374" y="0"/>
                  </a:lnTo>
                  <a:lnTo>
                    <a:pt x="6731042" y="56918"/>
                  </a:lnTo>
                  <a:lnTo>
                    <a:pt x="6731710" y="170755"/>
                  </a:lnTo>
                  <a:lnTo>
                    <a:pt x="6732378" y="241066"/>
                  </a:lnTo>
                  <a:lnTo>
                    <a:pt x="6733046" y="202004"/>
                  </a:lnTo>
                  <a:lnTo>
                    <a:pt x="6733714" y="457700"/>
                  </a:lnTo>
                  <a:lnTo>
                    <a:pt x="6734382" y="530767"/>
                  </a:lnTo>
                  <a:lnTo>
                    <a:pt x="6735050" y="669203"/>
                  </a:lnTo>
                  <a:lnTo>
                    <a:pt x="6735718" y="724972"/>
                  </a:lnTo>
                  <a:lnTo>
                    <a:pt x="6736386" y="709822"/>
                  </a:lnTo>
                  <a:lnTo>
                    <a:pt x="6737054" y="726321"/>
                  </a:lnTo>
                  <a:lnTo>
                    <a:pt x="6737722" y="694759"/>
                  </a:lnTo>
                  <a:lnTo>
                    <a:pt x="6738390" y="665349"/>
                  </a:lnTo>
                  <a:lnTo>
                    <a:pt x="6739058" y="661045"/>
                  </a:lnTo>
                  <a:lnTo>
                    <a:pt x="6739726" y="638808"/>
                  </a:lnTo>
                  <a:lnTo>
                    <a:pt x="6740394" y="695476"/>
                  </a:lnTo>
                  <a:lnTo>
                    <a:pt x="6741062" y="681847"/>
                  </a:lnTo>
                  <a:lnTo>
                    <a:pt x="6741730" y="681130"/>
                  </a:lnTo>
                  <a:lnTo>
                    <a:pt x="6742398" y="673239"/>
                  </a:lnTo>
                  <a:lnTo>
                    <a:pt x="6743066" y="725603"/>
                  </a:lnTo>
                  <a:lnTo>
                    <a:pt x="6743734" y="633675"/>
                  </a:lnTo>
                  <a:lnTo>
                    <a:pt x="6744402" y="662775"/>
                  </a:lnTo>
                  <a:lnTo>
                    <a:pt x="6745070" y="656648"/>
                  </a:lnTo>
                  <a:lnTo>
                    <a:pt x="6745738" y="569998"/>
                  </a:lnTo>
                  <a:lnTo>
                    <a:pt x="6746406" y="489945"/>
                  </a:lnTo>
                  <a:lnTo>
                    <a:pt x="6747074" y="539051"/>
                  </a:lnTo>
                  <a:lnTo>
                    <a:pt x="6747742" y="592622"/>
                  </a:lnTo>
                  <a:lnTo>
                    <a:pt x="6748410" y="658469"/>
                  </a:lnTo>
                  <a:lnTo>
                    <a:pt x="6749078" y="726548"/>
                  </a:lnTo>
                  <a:lnTo>
                    <a:pt x="6749747" y="747753"/>
                  </a:lnTo>
                  <a:lnTo>
                    <a:pt x="6750415" y="784583"/>
                  </a:lnTo>
                  <a:lnTo>
                    <a:pt x="6751083" y="810252"/>
                  </a:lnTo>
                  <a:lnTo>
                    <a:pt x="6751751" y="859358"/>
                  </a:lnTo>
                  <a:lnTo>
                    <a:pt x="6752419" y="897304"/>
                  </a:lnTo>
                  <a:lnTo>
                    <a:pt x="6753087" y="877215"/>
                  </a:lnTo>
                  <a:lnTo>
                    <a:pt x="6753755" y="926321"/>
                  </a:lnTo>
                  <a:lnTo>
                    <a:pt x="6754423" y="921857"/>
                  </a:lnTo>
                  <a:lnTo>
                    <a:pt x="6755091" y="920741"/>
                  </a:lnTo>
                  <a:lnTo>
                    <a:pt x="6755759" y="910696"/>
                  </a:lnTo>
                  <a:lnTo>
                    <a:pt x="6756427" y="924089"/>
                  </a:lnTo>
                  <a:lnTo>
                    <a:pt x="6757095" y="885027"/>
                  </a:lnTo>
                  <a:lnTo>
                    <a:pt x="6757763" y="874983"/>
                  </a:lnTo>
                  <a:lnTo>
                    <a:pt x="6758431" y="869403"/>
                  </a:lnTo>
                  <a:lnTo>
                    <a:pt x="6759099" y="962475"/>
                  </a:lnTo>
                  <a:lnTo>
                    <a:pt x="6759767" y="994263"/>
                  </a:lnTo>
                  <a:lnTo>
                    <a:pt x="6760435" y="936420"/>
                  </a:lnTo>
                  <a:lnTo>
                    <a:pt x="6761103" y="880563"/>
                  </a:lnTo>
                  <a:lnTo>
                    <a:pt x="6761771" y="840272"/>
                  </a:lnTo>
                  <a:lnTo>
                    <a:pt x="6762439" y="779836"/>
                  </a:lnTo>
                  <a:lnTo>
                    <a:pt x="6763107" y="775258"/>
                  </a:lnTo>
                  <a:lnTo>
                    <a:pt x="6763775" y="799066"/>
                  </a:lnTo>
                  <a:lnTo>
                    <a:pt x="6764443" y="818295"/>
                  </a:lnTo>
                  <a:lnTo>
                    <a:pt x="6765111" y="909257"/>
                  </a:lnTo>
                  <a:lnTo>
                    <a:pt x="6765779" y="948031"/>
                  </a:lnTo>
                  <a:lnTo>
                    <a:pt x="6766447" y="936781"/>
                  </a:lnTo>
                  <a:lnTo>
                    <a:pt x="6767115" y="964646"/>
                  </a:lnTo>
                  <a:lnTo>
                    <a:pt x="6767783" y="941517"/>
                  </a:lnTo>
                  <a:lnTo>
                    <a:pt x="6768451" y="889679"/>
                  </a:lnTo>
                  <a:lnTo>
                    <a:pt x="6769119" y="862053"/>
                  </a:lnTo>
                  <a:lnTo>
                    <a:pt x="6769787" y="851658"/>
                  </a:lnTo>
                  <a:lnTo>
                    <a:pt x="6770455" y="797234"/>
                  </a:lnTo>
                  <a:lnTo>
                    <a:pt x="6771123" y="826537"/>
                  </a:lnTo>
                  <a:lnTo>
                    <a:pt x="6771791" y="789909"/>
                  </a:lnTo>
                  <a:lnTo>
                    <a:pt x="6772459" y="819211"/>
                  </a:lnTo>
                  <a:lnTo>
                    <a:pt x="6773127" y="818295"/>
                  </a:lnTo>
                  <a:lnTo>
                    <a:pt x="6773795" y="805580"/>
                  </a:lnTo>
                  <a:lnTo>
                    <a:pt x="6774464" y="701464"/>
                  </a:lnTo>
                  <a:lnTo>
                    <a:pt x="6775132" y="710590"/>
                  </a:lnTo>
                  <a:lnTo>
                    <a:pt x="6775800" y="668884"/>
                  </a:lnTo>
                  <a:lnTo>
                    <a:pt x="6776468" y="652345"/>
                  </a:lnTo>
                  <a:lnTo>
                    <a:pt x="6777136" y="611550"/>
                  </a:lnTo>
                  <a:lnTo>
                    <a:pt x="6777804" y="628048"/>
                  </a:lnTo>
                  <a:lnTo>
                    <a:pt x="6778472" y="714169"/>
                  </a:lnTo>
                  <a:lnTo>
                    <a:pt x="6779140" y="761418"/>
                  </a:lnTo>
                  <a:lnTo>
                    <a:pt x="6779808" y="762050"/>
                  </a:lnTo>
                  <a:lnTo>
                    <a:pt x="6780476" y="776587"/>
                  </a:lnTo>
                  <a:lnTo>
                    <a:pt x="6781144" y="786067"/>
                  </a:lnTo>
                  <a:lnTo>
                    <a:pt x="6781812" y="793652"/>
                  </a:lnTo>
                  <a:lnTo>
                    <a:pt x="6782480" y="797444"/>
                  </a:lnTo>
                  <a:lnTo>
                    <a:pt x="6783148" y="791756"/>
                  </a:lnTo>
                  <a:lnTo>
                    <a:pt x="6783816" y="813877"/>
                  </a:lnTo>
                  <a:lnTo>
                    <a:pt x="6784484" y="824816"/>
                  </a:lnTo>
                  <a:lnTo>
                    <a:pt x="6785152" y="834635"/>
                  </a:lnTo>
                  <a:lnTo>
                    <a:pt x="6785820" y="876957"/>
                  </a:lnTo>
                  <a:lnTo>
                    <a:pt x="6786488" y="916246"/>
                  </a:lnTo>
                  <a:lnTo>
                    <a:pt x="6787156" y="885691"/>
                  </a:lnTo>
                  <a:lnTo>
                    <a:pt x="6787824" y="901426"/>
                  </a:lnTo>
                  <a:lnTo>
                    <a:pt x="6788492" y="817380"/>
                  </a:lnTo>
                  <a:lnTo>
                    <a:pt x="6789160" y="798265"/>
                  </a:lnTo>
                  <a:lnTo>
                    <a:pt x="6789828" y="717775"/>
                  </a:lnTo>
                  <a:lnTo>
                    <a:pt x="6790496" y="712055"/>
                  </a:lnTo>
                  <a:lnTo>
                    <a:pt x="6791164" y="722378"/>
                  </a:lnTo>
                  <a:lnTo>
                    <a:pt x="6791832" y="783499"/>
                  </a:lnTo>
                  <a:lnTo>
                    <a:pt x="6792500" y="795403"/>
                  </a:lnTo>
                  <a:lnTo>
                    <a:pt x="6793168" y="813717"/>
                  </a:lnTo>
                  <a:lnTo>
                    <a:pt x="6793836" y="843935"/>
                  </a:lnTo>
                  <a:lnTo>
                    <a:pt x="6794504" y="890635"/>
                  </a:lnTo>
                  <a:lnTo>
                    <a:pt x="6795172" y="790825"/>
                  </a:lnTo>
                  <a:lnTo>
                    <a:pt x="6795840" y="849999"/>
                  </a:lnTo>
                  <a:lnTo>
                    <a:pt x="6796508" y="788930"/>
                  </a:lnTo>
                  <a:lnTo>
                    <a:pt x="6797176" y="768038"/>
                  </a:lnTo>
                  <a:lnTo>
                    <a:pt x="6797844" y="750910"/>
                  </a:lnTo>
                  <a:lnTo>
                    <a:pt x="6798512" y="729377"/>
                  </a:lnTo>
                  <a:lnTo>
                    <a:pt x="6799181" y="714201"/>
                  </a:lnTo>
                  <a:lnTo>
                    <a:pt x="6799849" y="765628"/>
                  </a:lnTo>
                  <a:lnTo>
                    <a:pt x="6800517" y="800180"/>
                  </a:lnTo>
                  <a:lnTo>
                    <a:pt x="6801185" y="700171"/>
                  </a:lnTo>
                  <a:lnTo>
                    <a:pt x="6801853" y="670868"/>
                  </a:lnTo>
                  <a:lnTo>
                    <a:pt x="6802521" y="689182"/>
                  </a:lnTo>
                  <a:lnTo>
                    <a:pt x="6803189" y="681857"/>
                  </a:lnTo>
                  <a:lnTo>
                    <a:pt x="6803857" y="767730"/>
                  </a:lnTo>
                  <a:lnTo>
                    <a:pt x="6804525" y="777681"/>
                  </a:lnTo>
                  <a:lnTo>
                    <a:pt x="6805193" y="854821"/>
                  </a:lnTo>
                  <a:lnTo>
                    <a:pt x="6805861" y="900622"/>
                  </a:lnTo>
                  <a:lnTo>
                    <a:pt x="6806529" y="934371"/>
                  </a:lnTo>
                  <a:lnTo>
                    <a:pt x="6807197" y="896091"/>
                  </a:lnTo>
                  <a:lnTo>
                    <a:pt x="6807865" y="806391"/>
                  </a:lnTo>
                  <a:lnTo>
                    <a:pt x="6808533" y="827452"/>
                  </a:lnTo>
                  <a:lnTo>
                    <a:pt x="6809201" y="875984"/>
                  </a:lnTo>
                  <a:lnTo>
                    <a:pt x="6809869" y="890635"/>
                  </a:lnTo>
                  <a:lnTo>
                    <a:pt x="6810537" y="898877"/>
                  </a:lnTo>
                  <a:lnTo>
                    <a:pt x="6811205" y="919938"/>
                  </a:lnTo>
                  <a:lnTo>
                    <a:pt x="6811873" y="964807"/>
                  </a:lnTo>
                  <a:lnTo>
                    <a:pt x="6812541" y="956565"/>
                  </a:lnTo>
                  <a:lnTo>
                    <a:pt x="6813209" y="964807"/>
                  </a:lnTo>
                  <a:lnTo>
                    <a:pt x="6813877" y="968521"/>
                  </a:lnTo>
                  <a:lnTo>
                    <a:pt x="6814545" y="966647"/>
                  </a:lnTo>
                  <a:lnTo>
                    <a:pt x="6815213" y="876099"/>
                  </a:lnTo>
                  <a:lnTo>
                    <a:pt x="6815881" y="854894"/>
                  </a:lnTo>
                  <a:lnTo>
                    <a:pt x="6816549" y="857126"/>
                  </a:lnTo>
                  <a:lnTo>
                    <a:pt x="6817217" y="919625"/>
                  </a:lnTo>
                  <a:lnTo>
                    <a:pt x="6817885" y="984356"/>
                  </a:lnTo>
                  <a:lnTo>
                    <a:pt x="6818553" y="1016721"/>
                  </a:lnTo>
                  <a:lnTo>
                    <a:pt x="6819221" y="954222"/>
                  </a:lnTo>
                  <a:lnTo>
                    <a:pt x="6819889" y="921857"/>
                  </a:lnTo>
                  <a:lnTo>
                    <a:pt x="6820557" y="908464"/>
                  </a:lnTo>
                  <a:lnTo>
                    <a:pt x="6821225" y="889491"/>
                  </a:lnTo>
                  <a:lnTo>
                    <a:pt x="6821893" y="839269"/>
                  </a:lnTo>
                  <a:lnTo>
                    <a:pt x="6822561" y="929598"/>
                  </a:lnTo>
                  <a:lnTo>
                    <a:pt x="6823230" y="989496"/>
                  </a:lnTo>
                  <a:lnTo>
                    <a:pt x="6823898" y="1037147"/>
                  </a:lnTo>
                  <a:lnTo>
                    <a:pt x="6824566" y="1039894"/>
                  </a:lnTo>
                  <a:lnTo>
                    <a:pt x="6825234" y="1029821"/>
                  </a:lnTo>
                  <a:lnTo>
                    <a:pt x="6825902" y="1017917"/>
                  </a:lnTo>
                  <a:lnTo>
                    <a:pt x="6826570" y="1022496"/>
                  </a:lnTo>
                  <a:lnTo>
                    <a:pt x="6827238" y="1002350"/>
                  </a:lnTo>
                  <a:lnTo>
                    <a:pt x="6827906" y="1001435"/>
                  </a:lnTo>
                  <a:lnTo>
                    <a:pt x="6828574" y="1029821"/>
                  </a:lnTo>
                  <a:lnTo>
                    <a:pt x="6829242" y="1085679"/>
                  </a:lnTo>
                  <a:lnTo>
                    <a:pt x="6829910" y="1097583"/>
                  </a:lnTo>
                  <a:lnTo>
                    <a:pt x="6830578" y="1100330"/>
                  </a:lnTo>
                  <a:lnTo>
                    <a:pt x="6831246" y="1131464"/>
                  </a:lnTo>
                  <a:lnTo>
                    <a:pt x="6831914" y="1179080"/>
                  </a:lnTo>
                  <a:lnTo>
                    <a:pt x="6832582" y="1198986"/>
                  </a:lnTo>
                  <a:lnTo>
                    <a:pt x="6833250" y="1131484"/>
                  </a:lnTo>
                  <a:lnTo>
                    <a:pt x="6833918" y="1055783"/>
                  </a:lnTo>
                  <a:lnTo>
                    <a:pt x="6834586" y="1068059"/>
                  </a:lnTo>
                  <a:lnTo>
                    <a:pt x="6835254" y="1082568"/>
                  </a:lnTo>
                  <a:lnTo>
                    <a:pt x="6835922" y="1090380"/>
                  </a:lnTo>
                  <a:lnTo>
                    <a:pt x="6836590" y="1095961"/>
                  </a:lnTo>
                  <a:lnTo>
                    <a:pt x="6837258" y="1143951"/>
                  </a:lnTo>
                  <a:lnTo>
                    <a:pt x="6837926" y="1167388"/>
                  </a:lnTo>
                  <a:lnTo>
                    <a:pt x="6838594" y="1166272"/>
                  </a:lnTo>
                  <a:lnTo>
                    <a:pt x="6839262" y="1159576"/>
                  </a:lnTo>
                  <a:lnTo>
                    <a:pt x="6839930" y="1132790"/>
                  </a:lnTo>
                  <a:lnTo>
                    <a:pt x="6840598" y="1116050"/>
                  </a:lnTo>
                  <a:lnTo>
                    <a:pt x="6841266" y="1041274"/>
                  </a:lnTo>
                  <a:lnTo>
                    <a:pt x="6841934" y="979891"/>
                  </a:lnTo>
                  <a:lnTo>
                    <a:pt x="6842602" y="966499"/>
                  </a:lnTo>
                  <a:lnTo>
                    <a:pt x="6843270" y="1012257"/>
                  </a:lnTo>
                  <a:lnTo>
                    <a:pt x="6843938" y="1011141"/>
                  </a:lnTo>
                  <a:lnTo>
                    <a:pt x="6844606" y="1016721"/>
                  </a:lnTo>
                  <a:lnTo>
                    <a:pt x="6845274" y="1024533"/>
                  </a:lnTo>
                  <a:lnTo>
                    <a:pt x="6845942" y="983240"/>
                  </a:lnTo>
                  <a:lnTo>
                    <a:pt x="6846610" y="931901"/>
                  </a:lnTo>
                  <a:lnTo>
                    <a:pt x="6847278" y="964702"/>
                  </a:lnTo>
                  <a:lnTo>
                    <a:pt x="6847947" y="922758"/>
                  </a:lnTo>
                  <a:lnTo>
                    <a:pt x="6848615" y="886183"/>
                  </a:lnTo>
                  <a:lnTo>
                    <a:pt x="6849283" y="831115"/>
                  </a:lnTo>
                  <a:lnTo>
                    <a:pt x="6849951" y="829284"/>
                  </a:lnTo>
                  <a:lnTo>
                    <a:pt x="6850619" y="813717"/>
                  </a:lnTo>
                  <a:lnTo>
                    <a:pt x="6851287" y="830199"/>
                  </a:lnTo>
                  <a:lnTo>
                    <a:pt x="6851955" y="825621"/>
                  </a:lnTo>
                  <a:lnTo>
                    <a:pt x="6852623" y="801813"/>
                  </a:lnTo>
                  <a:lnTo>
                    <a:pt x="6853291" y="724894"/>
                  </a:lnTo>
                  <a:lnTo>
                    <a:pt x="6853959" y="687351"/>
                  </a:lnTo>
                  <a:lnTo>
                    <a:pt x="6854627" y="731769"/>
                  </a:lnTo>
                  <a:lnTo>
                    <a:pt x="6855295" y="709439"/>
                  </a:lnTo>
                  <a:lnTo>
                    <a:pt x="6855963" y="801639"/>
                  </a:lnTo>
                  <a:lnTo>
                    <a:pt x="6856631" y="818137"/>
                  </a:lnTo>
                  <a:lnTo>
                    <a:pt x="6857299" y="814856"/>
                  </a:lnTo>
                  <a:lnTo>
                    <a:pt x="6857967" y="822047"/>
                  </a:lnTo>
                  <a:lnTo>
                    <a:pt x="6858635" y="740542"/>
                  </a:lnTo>
                  <a:lnTo>
                    <a:pt x="6859303" y="776431"/>
                  </a:lnTo>
                  <a:lnTo>
                    <a:pt x="6859971" y="794774"/>
                  </a:lnTo>
                  <a:lnTo>
                    <a:pt x="6860639" y="892516"/>
                  </a:lnTo>
                  <a:lnTo>
                    <a:pt x="6861307" y="894674"/>
                  </a:lnTo>
                  <a:lnTo>
                    <a:pt x="6861975" y="905460"/>
                  </a:lnTo>
                  <a:lnTo>
                    <a:pt x="6862643" y="920560"/>
                  </a:lnTo>
                  <a:lnTo>
                    <a:pt x="6863311" y="972360"/>
                  </a:lnTo>
                  <a:lnTo>
                    <a:pt x="6863979" y="983119"/>
                  </a:lnTo>
                  <a:lnTo>
                    <a:pt x="6864647" y="960658"/>
                  </a:lnTo>
                  <a:lnTo>
                    <a:pt x="6865315" y="956066"/>
                  </a:lnTo>
                  <a:lnTo>
                    <a:pt x="6865983" y="895214"/>
                  </a:lnTo>
                  <a:lnTo>
                    <a:pt x="6866651" y="854923"/>
                  </a:lnTo>
                  <a:lnTo>
                    <a:pt x="6867319" y="830199"/>
                  </a:lnTo>
                  <a:lnTo>
                    <a:pt x="6867987" y="877320"/>
                  </a:lnTo>
                  <a:lnTo>
                    <a:pt x="6868655" y="893391"/>
                  </a:lnTo>
                  <a:lnTo>
                    <a:pt x="6869323" y="901641"/>
                  </a:lnTo>
                  <a:lnTo>
                    <a:pt x="6869991" y="888083"/>
                  </a:lnTo>
                  <a:lnTo>
                    <a:pt x="6870659" y="837143"/>
                  </a:lnTo>
                  <a:lnTo>
                    <a:pt x="6871327" y="876516"/>
                  </a:lnTo>
                  <a:lnTo>
                    <a:pt x="6871995" y="892587"/>
                  </a:lnTo>
                  <a:lnTo>
                    <a:pt x="6872664" y="795403"/>
                  </a:lnTo>
                  <a:lnTo>
                    <a:pt x="6873332" y="806391"/>
                  </a:lnTo>
                  <a:lnTo>
                    <a:pt x="6874000" y="830199"/>
                  </a:lnTo>
                  <a:lnTo>
                    <a:pt x="6874668" y="852176"/>
                  </a:lnTo>
                  <a:lnTo>
                    <a:pt x="6875336" y="904371"/>
                  </a:lnTo>
                  <a:lnTo>
                    <a:pt x="6876004" y="925432"/>
                  </a:lnTo>
                  <a:lnTo>
                    <a:pt x="6876672" y="999603"/>
                  </a:lnTo>
                  <a:lnTo>
                    <a:pt x="6877340" y="1077437"/>
                  </a:lnTo>
                  <a:lnTo>
                    <a:pt x="6878008" y="1145854"/>
                  </a:lnTo>
                  <a:lnTo>
                    <a:pt x="6878676" y="1146909"/>
                  </a:lnTo>
                  <a:lnTo>
                    <a:pt x="6879344" y="1103773"/>
                  </a:lnTo>
                  <a:lnTo>
                    <a:pt x="6880012" y="1131674"/>
                  </a:lnTo>
                  <a:lnTo>
                    <a:pt x="6880680" y="1214262"/>
                  </a:lnTo>
                  <a:lnTo>
                    <a:pt x="6881348" y="1234351"/>
                  </a:lnTo>
                  <a:lnTo>
                    <a:pt x="6882016" y="1243279"/>
                  </a:lnTo>
                  <a:lnTo>
                    <a:pt x="6882684" y="1227655"/>
                  </a:lnTo>
                  <a:lnTo>
                    <a:pt x="6883352" y="1234351"/>
                  </a:lnTo>
                  <a:lnTo>
                    <a:pt x="6884020" y="1219842"/>
                  </a:lnTo>
                  <a:lnTo>
                    <a:pt x="6884688" y="1212030"/>
                  </a:lnTo>
                  <a:lnTo>
                    <a:pt x="6885356" y="1196405"/>
                  </a:lnTo>
                  <a:lnTo>
                    <a:pt x="6886024" y="1187477"/>
                  </a:lnTo>
                  <a:lnTo>
                    <a:pt x="6886692" y="1188593"/>
                  </a:lnTo>
                  <a:lnTo>
                    <a:pt x="6887360" y="1167388"/>
                  </a:lnTo>
                  <a:lnTo>
                    <a:pt x="6888028" y="1169620"/>
                  </a:lnTo>
                  <a:lnTo>
                    <a:pt x="6888696" y="1208682"/>
                  </a:lnTo>
                  <a:lnTo>
                    <a:pt x="6889364" y="1227655"/>
                  </a:lnTo>
                  <a:lnTo>
                    <a:pt x="6890032" y="1246628"/>
                  </a:lnTo>
                  <a:lnTo>
                    <a:pt x="6890700" y="1246628"/>
                  </a:lnTo>
                  <a:lnTo>
                    <a:pt x="6891368" y="1233235"/>
                  </a:lnTo>
                  <a:lnTo>
                    <a:pt x="6892036" y="1231003"/>
                  </a:lnTo>
                  <a:lnTo>
                    <a:pt x="6892704" y="1235467"/>
                  </a:lnTo>
                  <a:lnTo>
                    <a:pt x="6893372" y="1279949"/>
                  </a:lnTo>
                  <a:lnTo>
                    <a:pt x="6894040" y="1302213"/>
                  </a:lnTo>
                  <a:lnTo>
                    <a:pt x="6894708" y="1331085"/>
                  </a:lnTo>
                  <a:lnTo>
                    <a:pt x="6895376" y="1355425"/>
                  </a:lnTo>
                  <a:lnTo>
                    <a:pt x="6896044" y="1353014"/>
                  </a:lnTo>
                  <a:lnTo>
                    <a:pt x="6896712" y="1344979"/>
                  </a:lnTo>
                  <a:lnTo>
                    <a:pt x="6897381" y="1347455"/>
                  </a:lnTo>
                  <a:lnTo>
                    <a:pt x="6898049" y="1266108"/>
                  </a:lnTo>
                  <a:lnTo>
                    <a:pt x="6898717" y="1207889"/>
                  </a:lnTo>
                  <a:lnTo>
                    <a:pt x="6899385" y="1183964"/>
                  </a:lnTo>
                  <a:lnTo>
                    <a:pt x="6900053" y="1159241"/>
                  </a:lnTo>
                  <a:lnTo>
                    <a:pt x="6900721" y="1148075"/>
                  </a:lnTo>
                  <a:lnTo>
                    <a:pt x="6901389" y="1132922"/>
                  </a:lnTo>
                  <a:lnTo>
                    <a:pt x="6902057" y="1132922"/>
                  </a:lnTo>
                  <a:lnTo>
                    <a:pt x="6902725" y="1135315"/>
                  </a:lnTo>
                  <a:lnTo>
                    <a:pt x="6903393" y="1082222"/>
                  </a:lnTo>
                  <a:lnTo>
                    <a:pt x="6904061" y="996243"/>
                  </a:lnTo>
                  <a:lnTo>
                    <a:pt x="6904729" y="900991"/>
                  </a:lnTo>
                  <a:lnTo>
                    <a:pt x="6905397" y="844578"/>
                  </a:lnTo>
                  <a:lnTo>
                    <a:pt x="6906065" y="845532"/>
                  </a:lnTo>
                  <a:lnTo>
                    <a:pt x="6906733" y="827229"/>
                  </a:lnTo>
                  <a:lnTo>
                    <a:pt x="6907401" y="715388"/>
                  </a:lnTo>
                  <a:lnTo>
                    <a:pt x="6908069" y="773422"/>
                  </a:lnTo>
                  <a:lnTo>
                    <a:pt x="6908737" y="847081"/>
                  </a:lnTo>
                  <a:lnTo>
                    <a:pt x="6909405" y="880563"/>
                  </a:lnTo>
                  <a:lnTo>
                    <a:pt x="6910073" y="898420"/>
                  </a:lnTo>
                  <a:lnTo>
                    <a:pt x="6910741" y="905116"/>
                  </a:lnTo>
                  <a:lnTo>
                    <a:pt x="6911409" y="905116"/>
                  </a:lnTo>
                  <a:lnTo>
                    <a:pt x="6912077" y="893955"/>
                  </a:lnTo>
                  <a:lnTo>
                    <a:pt x="6912745" y="887259"/>
                  </a:lnTo>
                  <a:lnTo>
                    <a:pt x="6913413" y="918509"/>
                  </a:lnTo>
                  <a:lnTo>
                    <a:pt x="6914081" y="981008"/>
                  </a:lnTo>
                  <a:lnTo>
                    <a:pt x="6914749" y="967615"/>
                  </a:lnTo>
                  <a:lnTo>
                    <a:pt x="6915417" y="994400"/>
                  </a:lnTo>
                  <a:lnTo>
                    <a:pt x="6916085" y="1001096"/>
                  </a:lnTo>
                  <a:lnTo>
                    <a:pt x="6916753" y="1012257"/>
                  </a:lnTo>
                  <a:lnTo>
                    <a:pt x="6917421" y="1036810"/>
                  </a:lnTo>
                  <a:lnTo>
                    <a:pt x="6918089" y="1064711"/>
                  </a:lnTo>
                  <a:lnTo>
                    <a:pt x="6918757" y="969847"/>
                  </a:lnTo>
                  <a:lnTo>
                    <a:pt x="6919425" y="921857"/>
                  </a:lnTo>
                  <a:lnTo>
                    <a:pt x="6920093" y="938597"/>
                  </a:lnTo>
                  <a:lnTo>
                    <a:pt x="6920761" y="957570"/>
                  </a:lnTo>
                  <a:lnTo>
                    <a:pt x="6921430" y="978775"/>
                  </a:lnTo>
                  <a:lnTo>
                    <a:pt x="6922098" y="957570"/>
                  </a:lnTo>
                  <a:lnTo>
                    <a:pt x="6922766" y="943062"/>
                  </a:lnTo>
                  <a:lnTo>
                    <a:pt x="6923434" y="958687"/>
                  </a:lnTo>
                  <a:lnTo>
                    <a:pt x="6924102" y="983240"/>
                  </a:lnTo>
                  <a:lnTo>
                    <a:pt x="6924770" y="968731"/>
                  </a:lnTo>
                  <a:lnTo>
                    <a:pt x="6925438" y="985472"/>
                  </a:lnTo>
                  <a:lnTo>
                    <a:pt x="6926106" y="967615"/>
                  </a:lnTo>
                  <a:lnTo>
                    <a:pt x="6926774" y="1023194"/>
                  </a:lnTo>
                  <a:lnTo>
                    <a:pt x="6927442" y="1024772"/>
                  </a:lnTo>
                  <a:lnTo>
                    <a:pt x="6928110" y="1025725"/>
                  </a:lnTo>
                  <a:lnTo>
                    <a:pt x="6928778" y="1112234"/>
                  </a:lnTo>
                  <a:lnTo>
                    <a:pt x="6929446" y="1147946"/>
                  </a:lnTo>
                  <a:lnTo>
                    <a:pt x="6930114" y="1147946"/>
                  </a:lnTo>
                  <a:lnTo>
                    <a:pt x="6930782" y="1144283"/>
                  </a:lnTo>
                  <a:lnTo>
                    <a:pt x="6931450" y="1140620"/>
                  </a:lnTo>
                  <a:lnTo>
                    <a:pt x="6932118" y="1176332"/>
                  </a:lnTo>
                  <a:lnTo>
                    <a:pt x="6932786" y="1199225"/>
                  </a:lnTo>
                  <a:lnTo>
                    <a:pt x="6933454" y="1194646"/>
                  </a:lnTo>
                  <a:lnTo>
                    <a:pt x="6934122" y="1207466"/>
                  </a:lnTo>
                  <a:lnTo>
                    <a:pt x="6934790" y="1224864"/>
                  </a:lnTo>
                  <a:lnTo>
                    <a:pt x="6935458" y="1237684"/>
                  </a:lnTo>
                  <a:lnTo>
                    <a:pt x="6936126" y="1265155"/>
                  </a:lnTo>
                  <a:lnTo>
                    <a:pt x="6936794" y="1291531"/>
                  </a:lnTo>
                  <a:lnTo>
                    <a:pt x="6937462" y="1293632"/>
                  </a:lnTo>
                  <a:lnTo>
                    <a:pt x="6938130" y="1316514"/>
                  </a:lnTo>
                  <a:lnTo>
                    <a:pt x="6938798" y="1296850"/>
                  </a:lnTo>
                  <a:lnTo>
                    <a:pt x="6939466" y="1300198"/>
                  </a:lnTo>
                  <a:lnTo>
                    <a:pt x="6940134" y="1260020"/>
                  </a:lnTo>
                  <a:lnTo>
                    <a:pt x="6940802" y="1244395"/>
                  </a:lnTo>
                  <a:lnTo>
                    <a:pt x="6941470" y="1223190"/>
                  </a:lnTo>
                  <a:lnTo>
                    <a:pt x="6942138" y="1212030"/>
                  </a:lnTo>
                  <a:lnTo>
                    <a:pt x="6942806" y="1200869"/>
                  </a:lnTo>
                  <a:lnTo>
                    <a:pt x="6943474" y="1236583"/>
                  </a:lnTo>
                  <a:lnTo>
                    <a:pt x="6944142" y="1206450"/>
                  </a:lnTo>
                  <a:lnTo>
                    <a:pt x="6944810" y="1206450"/>
                  </a:lnTo>
                  <a:lnTo>
                    <a:pt x="6945478" y="1212030"/>
                  </a:lnTo>
                  <a:lnTo>
                    <a:pt x="6946147" y="1212030"/>
                  </a:lnTo>
                  <a:lnTo>
                    <a:pt x="6946815" y="1212030"/>
                  </a:lnTo>
                  <a:lnTo>
                    <a:pt x="6947483" y="1212030"/>
                  </a:lnTo>
                  <a:lnTo>
                    <a:pt x="6948151" y="1189709"/>
                  </a:lnTo>
                  <a:lnTo>
                    <a:pt x="6948819" y="1164040"/>
                  </a:lnTo>
                  <a:lnTo>
                    <a:pt x="6949487" y="1124978"/>
                  </a:lnTo>
                  <a:lnTo>
                    <a:pt x="6950155" y="1136139"/>
                  </a:lnTo>
                  <a:lnTo>
                    <a:pt x="6950823" y="1113817"/>
                  </a:lnTo>
                  <a:lnTo>
                    <a:pt x="6951491" y="1104889"/>
                  </a:lnTo>
                  <a:lnTo>
                    <a:pt x="6952159" y="1109353"/>
                  </a:lnTo>
                  <a:lnTo>
                    <a:pt x="6952827" y="1121630"/>
                  </a:lnTo>
                  <a:lnTo>
                    <a:pt x="6953495" y="1045739"/>
                  </a:lnTo>
                  <a:lnTo>
                    <a:pt x="6954163" y="1036810"/>
                  </a:lnTo>
                  <a:lnTo>
                    <a:pt x="6954831" y="1103972"/>
                  </a:lnTo>
                  <a:lnTo>
                    <a:pt x="6955499" y="1107366"/>
                  </a:lnTo>
                  <a:lnTo>
                    <a:pt x="6956167" y="1151326"/>
                  </a:lnTo>
                  <a:lnTo>
                    <a:pt x="6956835" y="1154455"/>
                  </a:lnTo>
                  <a:lnTo>
                    <a:pt x="6957503" y="1154455"/>
                  </a:lnTo>
                  <a:lnTo>
                    <a:pt x="6958171" y="1157646"/>
                  </a:lnTo>
                  <a:lnTo>
                    <a:pt x="6958839" y="1172798"/>
                  </a:lnTo>
                  <a:lnTo>
                    <a:pt x="6959507" y="1201509"/>
                  </a:lnTo>
                  <a:lnTo>
                    <a:pt x="6960175" y="1241268"/>
                  </a:lnTo>
                  <a:lnTo>
                    <a:pt x="6960843" y="1234077"/>
                  </a:lnTo>
                  <a:lnTo>
                    <a:pt x="6961511" y="1252054"/>
                  </a:lnTo>
                  <a:lnTo>
                    <a:pt x="6962179" y="1232745"/>
                  </a:lnTo>
                  <a:lnTo>
                    <a:pt x="6962847" y="1261367"/>
                  </a:lnTo>
                  <a:lnTo>
                    <a:pt x="6963515" y="1305626"/>
                  </a:lnTo>
                  <a:lnTo>
                    <a:pt x="6964183" y="1323061"/>
                  </a:lnTo>
                  <a:lnTo>
                    <a:pt x="6964851" y="1327755"/>
                  </a:lnTo>
                  <a:lnTo>
                    <a:pt x="6965519" y="1313802"/>
                  </a:lnTo>
                  <a:lnTo>
                    <a:pt x="6966187" y="1310299"/>
                  </a:lnTo>
                  <a:lnTo>
                    <a:pt x="6966855" y="1279379"/>
                  </a:lnTo>
                  <a:lnTo>
                    <a:pt x="6967523" y="1282155"/>
                  </a:lnTo>
                  <a:lnTo>
                    <a:pt x="6968191" y="1245273"/>
                  </a:lnTo>
                  <a:lnTo>
                    <a:pt x="6968859" y="1247285"/>
                  </a:lnTo>
                  <a:lnTo>
                    <a:pt x="6969527" y="1234544"/>
                  </a:lnTo>
                  <a:lnTo>
                    <a:pt x="6970195" y="1247956"/>
                  </a:lnTo>
                  <a:lnTo>
                    <a:pt x="6970864" y="1280144"/>
                  </a:lnTo>
                  <a:lnTo>
                    <a:pt x="6971532" y="1288861"/>
                  </a:lnTo>
                  <a:lnTo>
                    <a:pt x="6972200" y="1275067"/>
                  </a:lnTo>
                  <a:lnTo>
                    <a:pt x="6972868" y="1237672"/>
                  </a:lnTo>
                  <a:lnTo>
                    <a:pt x="6973536" y="1174393"/>
                  </a:lnTo>
                  <a:lnTo>
                    <a:pt x="6974204" y="1193534"/>
                  </a:lnTo>
                  <a:lnTo>
                    <a:pt x="6974872" y="1202307"/>
                  </a:lnTo>
                  <a:lnTo>
                    <a:pt x="6975540" y="1208687"/>
                  </a:lnTo>
                  <a:lnTo>
                    <a:pt x="6976208" y="1215864"/>
                  </a:lnTo>
                  <a:lnTo>
                    <a:pt x="6976876" y="1179080"/>
                  </a:lnTo>
                  <a:lnTo>
                    <a:pt x="6977544" y="1131484"/>
                  </a:lnTo>
                  <a:lnTo>
                    <a:pt x="6978212" y="1023417"/>
                  </a:lnTo>
                  <a:lnTo>
                    <a:pt x="6978880" y="965383"/>
                  </a:lnTo>
                  <a:lnTo>
                    <a:pt x="6979548" y="965383"/>
                  </a:lnTo>
                  <a:lnTo>
                    <a:pt x="6980216" y="966499"/>
                  </a:lnTo>
                  <a:lnTo>
                    <a:pt x="6980884" y="966499"/>
                  </a:lnTo>
                  <a:lnTo>
                    <a:pt x="6981552" y="972079"/>
                  </a:lnTo>
                  <a:lnTo>
                    <a:pt x="6982220" y="1011141"/>
                  </a:lnTo>
                  <a:lnTo>
                    <a:pt x="6982888" y="1079220"/>
                  </a:lnTo>
                  <a:lnTo>
                    <a:pt x="6983556" y="1094845"/>
                  </a:lnTo>
                  <a:lnTo>
                    <a:pt x="6984224" y="1056899"/>
                  </a:lnTo>
                  <a:lnTo>
                    <a:pt x="6984892" y="1021185"/>
                  </a:lnTo>
                  <a:lnTo>
                    <a:pt x="6985560" y="1018953"/>
                  </a:lnTo>
                  <a:lnTo>
                    <a:pt x="6986228" y="1036810"/>
                  </a:lnTo>
                  <a:lnTo>
                    <a:pt x="6986896" y="1053551"/>
                  </a:lnTo>
                  <a:lnTo>
                    <a:pt x="6987564" y="1102657"/>
                  </a:lnTo>
                  <a:lnTo>
                    <a:pt x="6988232" y="1245482"/>
                  </a:lnTo>
                  <a:lnTo>
                    <a:pt x="6988900" y="1263123"/>
                  </a:lnTo>
                  <a:lnTo>
                    <a:pt x="6989568" y="1298455"/>
                  </a:lnTo>
                  <a:lnTo>
                    <a:pt x="6990236" y="1283654"/>
                  </a:lnTo>
                  <a:lnTo>
                    <a:pt x="6990904" y="1269328"/>
                  </a:lnTo>
                  <a:lnTo>
                    <a:pt x="6991572" y="1243505"/>
                  </a:lnTo>
                  <a:lnTo>
                    <a:pt x="6992240" y="1259355"/>
                  </a:lnTo>
                  <a:lnTo>
                    <a:pt x="6992908" y="1247285"/>
                  </a:lnTo>
                  <a:lnTo>
                    <a:pt x="6993576" y="1253320"/>
                  </a:lnTo>
                  <a:lnTo>
                    <a:pt x="6994244" y="1273438"/>
                  </a:lnTo>
                  <a:lnTo>
                    <a:pt x="6994912" y="1280144"/>
                  </a:lnTo>
                  <a:lnTo>
                    <a:pt x="6995581" y="1263379"/>
                  </a:lnTo>
                  <a:lnTo>
                    <a:pt x="6996249" y="1253320"/>
                  </a:lnTo>
                  <a:lnTo>
                    <a:pt x="6996917" y="1209732"/>
                  </a:lnTo>
                  <a:lnTo>
                    <a:pt x="6997585" y="1210799"/>
                  </a:lnTo>
                  <a:lnTo>
                    <a:pt x="6998253" y="1215223"/>
                  </a:lnTo>
                  <a:lnTo>
                    <a:pt x="6998921" y="1221803"/>
                  </a:lnTo>
                  <a:lnTo>
                    <a:pt x="6999589" y="1227167"/>
                  </a:lnTo>
                  <a:lnTo>
                    <a:pt x="7000257" y="1215530"/>
                  </a:lnTo>
                  <a:lnTo>
                    <a:pt x="7000925" y="1211079"/>
                  </a:lnTo>
                  <a:lnTo>
                    <a:pt x="7001593" y="1229422"/>
                  </a:lnTo>
                  <a:lnTo>
                    <a:pt x="7002261" y="1223840"/>
                  </a:lnTo>
                  <a:lnTo>
                    <a:pt x="7002929" y="1257807"/>
                  </a:lnTo>
                  <a:lnTo>
                    <a:pt x="7003597" y="1242706"/>
                  </a:lnTo>
                  <a:lnTo>
                    <a:pt x="7004265" y="1226167"/>
                  </a:lnTo>
                  <a:lnTo>
                    <a:pt x="7004933" y="1225448"/>
                  </a:lnTo>
                  <a:lnTo>
                    <a:pt x="7005601" y="1248459"/>
                  </a:lnTo>
                  <a:lnTo>
                    <a:pt x="7006269" y="1246301"/>
                  </a:lnTo>
                  <a:lnTo>
                    <a:pt x="7006937" y="1257336"/>
                  </a:lnTo>
                  <a:lnTo>
                    <a:pt x="7007605" y="1285517"/>
                  </a:lnTo>
                  <a:lnTo>
                    <a:pt x="7008273" y="1284714"/>
                  </a:lnTo>
                  <a:lnTo>
                    <a:pt x="7008941" y="1272947"/>
                  </a:lnTo>
                  <a:lnTo>
                    <a:pt x="7009609" y="1256914"/>
                  </a:lnTo>
                  <a:lnTo>
                    <a:pt x="7010277" y="1267902"/>
                  </a:lnTo>
                  <a:lnTo>
                    <a:pt x="7010945" y="1282553"/>
                  </a:lnTo>
                  <a:lnTo>
                    <a:pt x="7011613" y="1283145"/>
                  </a:lnTo>
                  <a:lnTo>
                    <a:pt x="7012281" y="1294410"/>
                  </a:lnTo>
                  <a:lnTo>
                    <a:pt x="7012949" y="1271181"/>
                  </a:lnTo>
                  <a:lnTo>
                    <a:pt x="7013617" y="1310242"/>
                  </a:lnTo>
                  <a:lnTo>
                    <a:pt x="7014285" y="1320287"/>
                  </a:lnTo>
                  <a:lnTo>
                    <a:pt x="7014953" y="1304662"/>
                  </a:lnTo>
                  <a:lnTo>
                    <a:pt x="7015621" y="1237699"/>
                  </a:lnTo>
                  <a:lnTo>
                    <a:pt x="7016289" y="1256672"/>
                  </a:lnTo>
                  <a:lnTo>
                    <a:pt x="7016957" y="1276761"/>
                  </a:lnTo>
                  <a:lnTo>
                    <a:pt x="7017625" y="1274529"/>
                  </a:lnTo>
                  <a:lnTo>
                    <a:pt x="7018293" y="1272297"/>
                  </a:lnTo>
                  <a:lnTo>
                    <a:pt x="7018961" y="1318511"/>
                  </a:lnTo>
                  <a:lnTo>
                    <a:pt x="7019630" y="1350293"/>
                  </a:lnTo>
                  <a:lnTo>
                    <a:pt x="7020298" y="1335336"/>
                  </a:lnTo>
                  <a:lnTo>
                    <a:pt x="7020966" y="1339062"/>
                  </a:lnTo>
                  <a:lnTo>
                    <a:pt x="7021634" y="1315333"/>
                  </a:lnTo>
                  <a:lnTo>
                    <a:pt x="7022302" y="1295152"/>
                  </a:lnTo>
                  <a:lnTo>
                    <a:pt x="7022970" y="1277219"/>
                  </a:lnTo>
                  <a:lnTo>
                    <a:pt x="7023638" y="1269328"/>
                  </a:lnTo>
                  <a:lnTo>
                    <a:pt x="7024306" y="1282240"/>
                  </a:lnTo>
                  <a:lnTo>
                    <a:pt x="7024974" y="1308781"/>
                  </a:lnTo>
                  <a:lnTo>
                    <a:pt x="7025642" y="1348950"/>
                  </a:lnTo>
                  <a:lnTo>
                    <a:pt x="7026310" y="1339625"/>
                  </a:lnTo>
                  <a:lnTo>
                    <a:pt x="7026978" y="1339625"/>
                  </a:lnTo>
                  <a:lnTo>
                    <a:pt x="7027646" y="1342494"/>
                  </a:lnTo>
                  <a:lnTo>
                    <a:pt x="7028314" y="1351102"/>
                  </a:lnTo>
                  <a:lnTo>
                    <a:pt x="7028982" y="1339625"/>
                  </a:lnTo>
                  <a:lnTo>
                    <a:pt x="7029650" y="1343376"/>
                  </a:lnTo>
                  <a:lnTo>
                    <a:pt x="7030318" y="1338683"/>
                  </a:lnTo>
                  <a:lnTo>
                    <a:pt x="7030986" y="1360246"/>
                  </a:lnTo>
                  <a:lnTo>
                    <a:pt x="7031654" y="1382384"/>
                  </a:lnTo>
                  <a:lnTo>
                    <a:pt x="7032322" y="1380533"/>
                  </a:lnTo>
                  <a:lnTo>
                    <a:pt x="7032990" y="1392437"/>
                  </a:lnTo>
                  <a:lnTo>
                    <a:pt x="7033658" y="1392437"/>
                  </a:lnTo>
                  <a:lnTo>
                    <a:pt x="7034326" y="1386027"/>
                  </a:lnTo>
                  <a:lnTo>
                    <a:pt x="7034994" y="1369544"/>
                  </a:lnTo>
                  <a:lnTo>
                    <a:pt x="7035662" y="1354893"/>
                  </a:lnTo>
                  <a:lnTo>
                    <a:pt x="7036330" y="1350315"/>
                  </a:lnTo>
                  <a:lnTo>
                    <a:pt x="7036998" y="1331085"/>
                  </a:lnTo>
                  <a:lnTo>
                    <a:pt x="7037666" y="1311891"/>
                  </a:lnTo>
                  <a:lnTo>
                    <a:pt x="7038334" y="1295539"/>
                  </a:lnTo>
                  <a:lnTo>
                    <a:pt x="7039002" y="1222074"/>
                  </a:lnTo>
                  <a:lnTo>
                    <a:pt x="7039670" y="1234521"/>
                  </a:lnTo>
                  <a:lnTo>
                    <a:pt x="7040338" y="1205919"/>
                  </a:lnTo>
                  <a:lnTo>
                    <a:pt x="7041006" y="1180477"/>
                  </a:lnTo>
                  <a:lnTo>
                    <a:pt x="7041674" y="1225252"/>
                  </a:lnTo>
                  <a:lnTo>
                    <a:pt x="7042342" y="1199914"/>
                  </a:lnTo>
                  <a:lnTo>
                    <a:pt x="7043010" y="1239201"/>
                  </a:lnTo>
                  <a:lnTo>
                    <a:pt x="7043678" y="1248526"/>
                  </a:lnTo>
                  <a:lnTo>
                    <a:pt x="7044347" y="1253547"/>
                  </a:lnTo>
                  <a:lnTo>
                    <a:pt x="7045015" y="1255332"/>
                  </a:lnTo>
                  <a:lnTo>
                    <a:pt x="7045683" y="1251979"/>
                  </a:lnTo>
                  <a:lnTo>
                    <a:pt x="7046351" y="1260026"/>
                  </a:lnTo>
                  <a:lnTo>
                    <a:pt x="7047019" y="1269414"/>
                  </a:lnTo>
                  <a:lnTo>
                    <a:pt x="7047687" y="1272767"/>
                  </a:lnTo>
                  <a:lnTo>
                    <a:pt x="7048355" y="1281485"/>
                  </a:lnTo>
                  <a:lnTo>
                    <a:pt x="7049023" y="1308308"/>
                  </a:lnTo>
                  <a:lnTo>
                    <a:pt x="7049691" y="1335132"/>
                  </a:lnTo>
                  <a:lnTo>
                    <a:pt x="7050359" y="1355249"/>
                  </a:lnTo>
                  <a:lnTo>
                    <a:pt x="7051027" y="1354689"/>
                  </a:lnTo>
                  <a:lnTo>
                    <a:pt x="7051695" y="1359196"/>
                  </a:lnTo>
                  <a:lnTo>
                    <a:pt x="7052363" y="1358639"/>
                  </a:lnTo>
                  <a:lnTo>
                    <a:pt x="7053031" y="1331085"/>
                  </a:lnTo>
                  <a:lnTo>
                    <a:pt x="7053699" y="1331085"/>
                  </a:lnTo>
                  <a:lnTo>
                    <a:pt x="7054367" y="1321281"/>
                  </a:lnTo>
                  <a:lnTo>
                    <a:pt x="7055035" y="1360527"/>
                  </a:lnTo>
                  <a:lnTo>
                    <a:pt x="7055703" y="1360465"/>
                  </a:lnTo>
                  <a:lnTo>
                    <a:pt x="7056371" y="1356000"/>
                  </a:lnTo>
                  <a:lnTo>
                    <a:pt x="7057039" y="1353768"/>
                  </a:lnTo>
                  <a:lnTo>
                    <a:pt x="7057707" y="1347072"/>
                  </a:lnTo>
                  <a:lnTo>
                    <a:pt x="7058375" y="1345956"/>
                  </a:lnTo>
                  <a:lnTo>
                    <a:pt x="7059043" y="1374176"/>
                  </a:lnTo>
                  <a:lnTo>
                    <a:pt x="7059711" y="1378485"/>
                  </a:lnTo>
                  <a:lnTo>
                    <a:pt x="7060379" y="1374123"/>
                  </a:lnTo>
                  <a:lnTo>
                    <a:pt x="7061047" y="1372291"/>
                  </a:lnTo>
                  <a:lnTo>
                    <a:pt x="7061715" y="1367713"/>
                  </a:lnTo>
                  <a:lnTo>
                    <a:pt x="7062383" y="1353062"/>
                  </a:lnTo>
                  <a:lnTo>
                    <a:pt x="7063051" y="1349399"/>
                  </a:lnTo>
                  <a:lnTo>
                    <a:pt x="7063719" y="1349399"/>
                  </a:lnTo>
                  <a:lnTo>
                    <a:pt x="7064387" y="1349399"/>
                  </a:lnTo>
                  <a:lnTo>
                    <a:pt x="7065055" y="1349399"/>
                  </a:lnTo>
                  <a:lnTo>
                    <a:pt x="7065723" y="1349399"/>
                  </a:lnTo>
                  <a:lnTo>
                    <a:pt x="7066391" y="1359472"/>
                  </a:lnTo>
                  <a:lnTo>
                    <a:pt x="7067059" y="1392388"/>
                  </a:lnTo>
                  <a:lnTo>
                    <a:pt x="7067727" y="1381138"/>
                  </a:lnTo>
                  <a:lnTo>
                    <a:pt x="7068395" y="1350645"/>
                  </a:lnTo>
                  <a:lnTo>
                    <a:pt x="7069064" y="1324087"/>
                  </a:lnTo>
                  <a:lnTo>
                    <a:pt x="7069732" y="1305861"/>
                  </a:lnTo>
                  <a:lnTo>
                    <a:pt x="7070400" y="1287132"/>
                  </a:lnTo>
                  <a:lnTo>
                    <a:pt x="7071068" y="1275228"/>
                  </a:lnTo>
                  <a:lnTo>
                    <a:pt x="7071736" y="1267902"/>
                  </a:lnTo>
                  <a:lnTo>
                    <a:pt x="7072404" y="1245925"/>
                  </a:lnTo>
                  <a:lnTo>
                    <a:pt x="7073072" y="1196478"/>
                  </a:lnTo>
                  <a:lnTo>
                    <a:pt x="7073740" y="1136042"/>
                  </a:lnTo>
                  <a:lnTo>
                    <a:pt x="7074408" y="1076522"/>
                  </a:lnTo>
                  <a:lnTo>
                    <a:pt x="7075076" y="1032568"/>
                  </a:lnTo>
                  <a:lnTo>
                    <a:pt x="7075744" y="1001435"/>
                  </a:lnTo>
                  <a:lnTo>
                    <a:pt x="7076412" y="972132"/>
                  </a:lnTo>
                  <a:lnTo>
                    <a:pt x="7077080" y="891295"/>
                  </a:lnTo>
                  <a:lnTo>
                    <a:pt x="7077748" y="854799"/>
                  </a:lnTo>
                  <a:lnTo>
                    <a:pt x="7078416" y="771190"/>
                  </a:lnTo>
                  <a:lnTo>
                    <a:pt x="7079084" y="781234"/>
                  </a:lnTo>
                  <a:lnTo>
                    <a:pt x="7079752" y="766726"/>
                  </a:lnTo>
                  <a:lnTo>
                    <a:pt x="7080420" y="763378"/>
                  </a:lnTo>
                  <a:lnTo>
                    <a:pt x="7081088" y="855502"/>
                  </a:lnTo>
                  <a:lnTo>
                    <a:pt x="7081756" y="829324"/>
                  </a:lnTo>
                  <a:lnTo>
                    <a:pt x="7082424" y="852206"/>
                  </a:lnTo>
                  <a:lnTo>
                    <a:pt x="7083092" y="908457"/>
                  </a:lnTo>
                  <a:lnTo>
                    <a:pt x="7083760" y="971381"/>
                  </a:lnTo>
                  <a:lnTo>
                    <a:pt x="7084428" y="1028586"/>
                  </a:lnTo>
                  <a:lnTo>
                    <a:pt x="7085096" y="1060048"/>
                  </a:lnTo>
                  <a:lnTo>
                    <a:pt x="7085764" y="1092464"/>
                  </a:lnTo>
                  <a:lnTo>
                    <a:pt x="7086432" y="1140620"/>
                  </a:lnTo>
                  <a:lnTo>
                    <a:pt x="7087100" y="1194646"/>
                  </a:lnTo>
                  <a:lnTo>
                    <a:pt x="7087768" y="1252335"/>
                  </a:lnTo>
                  <a:lnTo>
                    <a:pt x="7088436" y="1266071"/>
                  </a:lnTo>
                  <a:lnTo>
                    <a:pt x="7089104" y="1286216"/>
                  </a:lnTo>
                  <a:lnTo>
                    <a:pt x="7089772" y="1311856"/>
                  </a:lnTo>
                  <a:lnTo>
                    <a:pt x="7090440" y="1305446"/>
                  </a:lnTo>
                  <a:lnTo>
                    <a:pt x="7091108" y="1335027"/>
                  </a:lnTo>
                  <a:lnTo>
                    <a:pt x="7091776" y="1373718"/>
                  </a:lnTo>
                  <a:lnTo>
                    <a:pt x="7092444" y="1391833"/>
                  </a:lnTo>
                  <a:lnTo>
                    <a:pt x="7093113" y="1397553"/>
                  </a:lnTo>
                  <a:lnTo>
                    <a:pt x="7093781" y="1397553"/>
                  </a:lnTo>
                  <a:lnTo>
                    <a:pt x="7094449" y="1402320"/>
                  </a:lnTo>
                  <a:lnTo>
                    <a:pt x="7095117" y="1402320"/>
                  </a:lnTo>
                  <a:lnTo>
                    <a:pt x="7095785" y="1397553"/>
                  </a:lnTo>
                  <a:lnTo>
                    <a:pt x="7096453" y="1319171"/>
                  </a:lnTo>
                  <a:lnTo>
                    <a:pt x="7097121" y="1301314"/>
                  </a:lnTo>
                  <a:lnTo>
                    <a:pt x="7097789" y="1301314"/>
                  </a:lnTo>
                  <a:lnTo>
                    <a:pt x="7098457" y="1301314"/>
                  </a:lnTo>
                  <a:lnTo>
                    <a:pt x="7099125" y="1301314"/>
                  </a:lnTo>
                  <a:lnTo>
                    <a:pt x="7099793" y="1301314"/>
                  </a:lnTo>
                  <a:lnTo>
                    <a:pt x="7100461" y="1313591"/>
                  </a:lnTo>
                  <a:lnTo>
                    <a:pt x="7101129" y="1323635"/>
                  </a:lnTo>
                  <a:lnTo>
                    <a:pt x="7101797" y="1309126"/>
                  </a:lnTo>
                  <a:lnTo>
                    <a:pt x="7102465" y="1296850"/>
                  </a:lnTo>
                  <a:lnTo>
                    <a:pt x="7103133" y="1277877"/>
                  </a:lnTo>
                  <a:lnTo>
                    <a:pt x="7103801" y="1228771"/>
                  </a:lnTo>
                  <a:lnTo>
                    <a:pt x="7104469" y="1193057"/>
                  </a:lnTo>
                  <a:lnTo>
                    <a:pt x="7105137" y="1184129"/>
                  </a:lnTo>
                  <a:lnTo>
                    <a:pt x="7105805" y="1189709"/>
                  </a:lnTo>
                  <a:lnTo>
                    <a:pt x="7106473" y="1232119"/>
                  </a:lnTo>
                  <a:lnTo>
                    <a:pt x="7107141" y="1216494"/>
                  </a:lnTo>
                  <a:lnTo>
                    <a:pt x="7107809" y="1166272"/>
                  </a:lnTo>
                  <a:lnTo>
                    <a:pt x="7108477" y="1145067"/>
                  </a:lnTo>
                  <a:lnTo>
                    <a:pt x="7109145" y="1135022"/>
                  </a:lnTo>
                  <a:lnTo>
                    <a:pt x="7109813" y="1122746"/>
                  </a:lnTo>
                  <a:lnTo>
                    <a:pt x="7110481" y="1122746"/>
                  </a:lnTo>
                  <a:lnTo>
                    <a:pt x="7111149" y="1102657"/>
                  </a:lnTo>
                  <a:lnTo>
                    <a:pt x="7111817" y="1126094"/>
                  </a:lnTo>
                  <a:lnTo>
                    <a:pt x="7112485" y="1126094"/>
                  </a:lnTo>
                  <a:lnTo>
                    <a:pt x="7113153" y="1101541"/>
                  </a:lnTo>
                  <a:lnTo>
                    <a:pt x="7113821" y="1150647"/>
                  </a:lnTo>
                  <a:lnTo>
                    <a:pt x="7114489" y="1177432"/>
                  </a:lnTo>
                  <a:lnTo>
                    <a:pt x="7115157" y="1157343"/>
                  </a:lnTo>
                  <a:lnTo>
                    <a:pt x="7115825" y="1145067"/>
                  </a:lnTo>
                  <a:lnTo>
                    <a:pt x="7116493" y="1151763"/>
                  </a:lnTo>
                  <a:lnTo>
                    <a:pt x="7117161" y="1185245"/>
                  </a:lnTo>
                  <a:lnTo>
                    <a:pt x="7117830" y="1235467"/>
                  </a:lnTo>
                  <a:lnTo>
                    <a:pt x="7118498" y="1256672"/>
                  </a:lnTo>
                  <a:lnTo>
                    <a:pt x="7119166" y="1253324"/>
                  </a:lnTo>
                  <a:lnTo>
                    <a:pt x="7119834" y="1256672"/>
                  </a:lnTo>
                  <a:lnTo>
                    <a:pt x="7120502" y="1256672"/>
                  </a:lnTo>
                  <a:lnTo>
                    <a:pt x="7121170" y="1276761"/>
                  </a:lnTo>
                  <a:lnTo>
                    <a:pt x="7121838" y="1278993"/>
                  </a:lnTo>
                  <a:lnTo>
                    <a:pt x="7122506" y="1302430"/>
                  </a:lnTo>
                  <a:lnTo>
                    <a:pt x="7123174" y="1345956"/>
                  </a:lnTo>
                  <a:lnTo>
                    <a:pt x="7123842" y="1345956"/>
                  </a:lnTo>
                  <a:lnTo>
                    <a:pt x="7124510" y="1354884"/>
                  </a:lnTo>
                  <a:lnTo>
                    <a:pt x="7125178" y="1400642"/>
                  </a:lnTo>
                  <a:lnTo>
                    <a:pt x="7125846" y="1412919"/>
                  </a:lnTo>
                  <a:lnTo>
                    <a:pt x="7126514" y="1412919"/>
                  </a:lnTo>
                  <a:lnTo>
                    <a:pt x="7127182" y="1412919"/>
                  </a:lnTo>
                  <a:lnTo>
                    <a:pt x="7127850" y="1412919"/>
                  </a:lnTo>
                  <a:lnTo>
                    <a:pt x="7128518" y="1412919"/>
                  </a:lnTo>
                  <a:lnTo>
                    <a:pt x="7129186" y="1435289"/>
                  </a:lnTo>
                  <a:lnTo>
                    <a:pt x="7129854" y="1435289"/>
                  </a:lnTo>
                  <a:lnTo>
                    <a:pt x="7130522" y="1435289"/>
                  </a:lnTo>
                  <a:lnTo>
                    <a:pt x="7131190" y="1435289"/>
                  </a:lnTo>
                  <a:lnTo>
                    <a:pt x="7131858" y="1435289"/>
                  </a:lnTo>
                  <a:lnTo>
                    <a:pt x="7132526" y="1435289"/>
                  </a:lnTo>
                  <a:lnTo>
                    <a:pt x="7133194" y="1435289"/>
                  </a:lnTo>
                  <a:lnTo>
                    <a:pt x="7133862" y="1435289"/>
                  </a:lnTo>
                  <a:lnTo>
                    <a:pt x="7134530" y="1435289"/>
                  </a:lnTo>
                  <a:lnTo>
                    <a:pt x="7135198" y="1435289"/>
                  </a:lnTo>
                  <a:lnTo>
                    <a:pt x="7135866" y="1435289"/>
                  </a:lnTo>
                  <a:lnTo>
                    <a:pt x="7136534" y="1435289"/>
                  </a:lnTo>
                  <a:lnTo>
                    <a:pt x="7137202" y="1435289"/>
                  </a:lnTo>
                  <a:lnTo>
                    <a:pt x="7137870" y="1435289"/>
                  </a:lnTo>
                  <a:lnTo>
                    <a:pt x="7138538" y="1435289"/>
                  </a:lnTo>
                  <a:lnTo>
                    <a:pt x="7139206" y="1435289"/>
                  </a:lnTo>
                  <a:lnTo>
                    <a:pt x="7139874" y="1435289"/>
                  </a:lnTo>
                  <a:lnTo>
                    <a:pt x="7140542" y="1434198"/>
                  </a:lnTo>
                  <a:lnTo>
                    <a:pt x="7141210" y="1412919"/>
                  </a:lnTo>
                  <a:lnTo>
                    <a:pt x="7141878" y="1412919"/>
                  </a:lnTo>
                  <a:lnTo>
                    <a:pt x="7142547" y="1434198"/>
                  </a:lnTo>
                  <a:lnTo>
                    <a:pt x="7143215" y="1435289"/>
                  </a:lnTo>
                  <a:lnTo>
                    <a:pt x="7143883" y="1426318"/>
                  </a:lnTo>
                  <a:lnTo>
                    <a:pt x="7144551" y="1390605"/>
                  </a:lnTo>
                  <a:lnTo>
                    <a:pt x="7145219" y="1386027"/>
                  </a:lnTo>
                  <a:lnTo>
                    <a:pt x="7145887" y="1386027"/>
                  </a:lnTo>
                  <a:lnTo>
                    <a:pt x="7146555" y="1386027"/>
                  </a:lnTo>
                  <a:lnTo>
                    <a:pt x="7147223" y="1386027"/>
                  </a:lnTo>
                  <a:lnTo>
                    <a:pt x="7147891" y="1386027"/>
                  </a:lnTo>
                  <a:lnTo>
                    <a:pt x="7148559" y="1396100"/>
                  </a:lnTo>
                  <a:lnTo>
                    <a:pt x="7149227" y="1387858"/>
                  </a:lnTo>
                  <a:lnTo>
                    <a:pt x="7149895" y="1367713"/>
                  </a:lnTo>
                  <a:lnTo>
                    <a:pt x="7150563" y="1367713"/>
                  </a:lnTo>
                  <a:lnTo>
                    <a:pt x="7151231" y="1367713"/>
                  </a:lnTo>
                  <a:lnTo>
                    <a:pt x="7151899" y="1352146"/>
                  </a:lnTo>
                  <a:lnTo>
                    <a:pt x="7152567" y="1340349"/>
                  </a:lnTo>
                  <a:lnTo>
                    <a:pt x="7153235" y="1337792"/>
                  </a:lnTo>
                  <a:lnTo>
                    <a:pt x="7153903" y="1319171"/>
                  </a:lnTo>
                  <a:lnTo>
                    <a:pt x="7154571" y="1362697"/>
                  </a:lnTo>
                  <a:lnTo>
                    <a:pt x="7155239" y="1361581"/>
                  </a:lnTo>
                  <a:lnTo>
                    <a:pt x="7155907" y="1345956"/>
                  </a:lnTo>
                  <a:lnTo>
                    <a:pt x="7156575" y="1345956"/>
                  </a:lnTo>
                  <a:lnTo>
                    <a:pt x="7157243" y="1345956"/>
                  </a:lnTo>
                  <a:lnTo>
                    <a:pt x="7157911" y="1345956"/>
                  </a:lnTo>
                  <a:lnTo>
                    <a:pt x="7158579" y="1345956"/>
                  </a:lnTo>
                  <a:lnTo>
                    <a:pt x="7159247" y="1366045"/>
                  </a:lnTo>
                  <a:lnTo>
                    <a:pt x="7159915" y="1390598"/>
                  </a:lnTo>
                  <a:lnTo>
                    <a:pt x="7160583" y="1390598"/>
                  </a:lnTo>
                  <a:lnTo>
                    <a:pt x="7161251" y="1414917"/>
                  </a:lnTo>
                  <a:lnTo>
                    <a:pt x="7161919" y="1432829"/>
                  </a:lnTo>
                  <a:lnTo>
                    <a:pt x="7162587" y="1435289"/>
                  </a:lnTo>
                  <a:lnTo>
                    <a:pt x="7163255" y="1435289"/>
                  </a:lnTo>
                  <a:lnTo>
                    <a:pt x="7163923" y="1435289"/>
                  </a:lnTo>
                  <a:lnTo>
                    <a:pt x="7164591" y="1435289"/>
                  </a:lnTo>
                  <a:lnTo>
                    <a:pt x="7165259" y="1435289"/>
                  </a:lnTo>
                  <a:lnTo>
                    <a:pt x="7165927" y="1435289"/>
                  </a:lnTo>
                  <a:lnTo>
                    <a:pt x="7166595" y="1435289"/>
                  </a:lnTo>
                  <a:lnTo>
                    <a:pt x="7167264" y="1435289"/>
                  </a:lnTo>
                  <a:lnTo>
                    <a:pt x="7167932" y="1435289"/>
                  </a:lnTo>
                  <a:lnTo>
                    <a:pt x="7168600" y="1435289"/>
                  </a:lnTo>
                  <a:lnTo>
                    <a:pt x="7169268" y="1435289"/>
                  </a:lnTo>
                  <a:lnTo>
                    <a:pt x="7169936" y="1435289"/>
                  </a:lnTo>
                  <a:lnTo>
                    <a:pt x="7170604" y="1435289"/>
                  </a:lnTo>
                  <a:lnTo>
                    <a:pt x="7171272" y="1435289"/>
                  </a:lnTo>
                  <a:lnTo>
                    <a:pt x="7171940" y="1435289"/>
                  </a:lnTo>
                  <a:lnTo>
                    <a:pt x="7172608" y="1435240"/>
                  </a:lnTo>
                  <a:lnTo>
                    <a:pt x="7173276" y="1435240"/>
                  </a:lnTo>
                  <a:lnTo>
                    <a:pt x="7173944" y="1435240"/>
                  </a:lnTo>
                  <a:lnTo>
                    <a:pt x="7174612" y="1435240"/>
                  </a:lnTo>
                  <a:lnTo>
                    <a:pt x="7175280" y="1435240"/>
                  </a:lnTo>
                  <a:lnTo>
                    <a:pt x="7175948" y="1435240"/>
                  </a:lnTo>
                  <a:lnTo>
                    <a:pt x="7176616" y="1435240"/>
                  </a:lnTo>
                  <a:lnTo>
                    <a:pt x="7177284" y="1435240"/>
                  </a:lnTo>
                  <a:lnTo>
                    <a:pt x="7177952" y="1435240"/>
                  </a:lnTo>
                  <a:lnTo>
                    <a:pt x="7178620" y="1435240"/>
                  </a:lnTo>
                  <a:lnTo>
                    <a:pt x="7179288" y="1435240"/>
                  </a:lnTo>
                  <a:lnTo>
                    <a:pt x="7179956" y="1435240"/>
                  </a:lnTo>
                  <a:lnTo>
                    <a:pt x="7180624" y="1435240"/>
                  </a:lnTo>
                  <a:lnTo>
                    <a:pt x="7181292" y="1435240"/>
                  </a:lnTo>
                  <a:lnTo>
                    <a:pt x="7181960" y="1435240"/>
                  </a:lnTo>
                  <a:lnTo>
                    <a:pt x="7182628" y="1435240"/>
                  </a:lnTo>
                  <a:lnTo>
                    <a:pt x="7183296" y="1435240"/>
                  </a:lnTo>
                  <a:lnTo>
                    <a:pt x="7183964" y="1435240"/>
                  </a:lnTo>
                  <a:lnTo>
                    <a:pt x="7184632" y="1435240"/>
                  </a:lnTo>
                  <a:lnTo>
                    <a:pt x="7185300" y="1435240"/>
                  </a:lnTo>
                  <a:lnTo>
                    <a:pt x="7185968" y="1435240"/>
                  </a:lnTo>
                  <a:lnTo>
                    <a:pt x="7186636" y="1435240"/>
                  </a:lnTo>
                  <a:lnTo>
                    <a:pt x="7187304" y="1435240"/>
                  </a:lnTo>
                  <a:lnTo>
                    <a:pt x="7187972" y="1435240"/>
                  </a:lnTo>
                  <a:lnTo>
                    <a:pt x="7188640" y="1435240"/>
                  </a:lnTo>
                  <a:lnTo>
                    <a:pt x="7189308" y="1435240"/>
                  </a:lnTo>
                  <a:lnTo>
                    <a:pt x="7189976" y="1435240"/>
                  </a:lnTo>
                  <a:lnTo>
                    <a:pt x="7190644" y="1435240"/>
                  </a:lnTo>
                  <a:lnTo>
                    <a:pt x="7191313" y="1435240"/>
                  </a:lnTo>
                  <a:lnTo>
                    <a:pt x="7191981" y="1435240"/>
                  </a:lnTo>
                  <a:lnTo>
                    <a:pt x="7192649" y="1422963"/>
                  </a:lnTo>
                  <a:lnTo>
                    <a:pt x="7193317" y="1412919"/>
                  </a:lnTo>
                  <a:lnTo>
                    <a:pt x="7193985" y="1412919"/>
                  </a:lnTo>
                  <a:lnTo>
                    <a:pt x="7194653" y="1412919"/>
                  </a:lnTo>
                  <a:lnTo>
                    <a:pt x="7195321" y="1412919"/>
                  </a:lnTo>
                  <a:lnTo>
                    <a:pt x="7195989" y="1412919"/>
                  </a:lnTo>
                  <a:lnTo>
                    <a:pt x="7196657" y="1412919"/>
                  </a:lnTo>
                  <a:lnTo>
                    <a:pt x="7197325" y="1408455"/>
                  </a:lnTo>
                  <a:lnTo>
                    <a:pt x="7197993" y="1395687"/>
                  </a:lnTo>
                  <a:lnTo>
                    <a:pt x="7198661" y="1371811"/>
                  </a:lnTo>
                  <a:lnTo>
                    <a:pt x="7199329" y="1345736"/>
                  </a:lnTo>
                  <a:lnTo>
                    <a:pt x="7199997" y="1312771"/>
                  </a:lnTo>
                  <a:lnTo>
                    <a:pt x="7200665" y="1294457"/>
                  </a:lnTo>
                  <a:lnTo>
                    <a:pt x="7201333" y="1279806"/>
                  </a:lnTo>
                  <a:lnTo>
                    <a:pt x="7202001" y="1276143"/>
                  </a:lnTo>
                  <a:lnTo>
                    <a:pt x="7202669" y="1286216"/>
                  </a:lnTo>
                  <a:lnTo>
                    <a:pt x="7203337" y="1294457"/>
                  </a:lnTo>
                  <a:lnTo>
                    <a:pt x="7204005" y="1294457"/>
                  </a:lnTo>
                  <a:lnTo>
                    <a:pt x="7204673" y="1288963"/>
                  </a:lnTo>
                  <a:lnTo>
                    <a:pt x="7205341" y="1276143"/>
                  </a:lnTo>
                  <a:lnTo>
                    <a:pt x="7206009" y="1265155"/>
                  </a:lnTo>
                  <a:lnTo>
                    <a:pt x="7206677" y="1257829"/>
                  </a:lnTo>
                  <a:lnTo>
                    <a:pt x="7207345" y="1261492"/>
                  </a:lnTo>
                  <a:lnTo>
                    <a:pt x="7208013" y="1290605"/>
                  </a:lnTo>
                  <a:lnTo>
                    <a:pt x="7208681" y="1308887"/>
                  </a:lnTo>
                  <a:lnTo>
                    <a:pt x="7209349" y="1305778"/>
                  </a:lnTo>
                  <a:lnTo>
                    <a:pt x="7210017" y="1345956"/>
                  </a:lnTo>
                  <a:lnTo>
                    <a:pt x="7210685" y="1368277"/>
                  </a:lnTo>
                  <a:lnTo>
                    <a:pt x="7211353" y="1364929"/>
                  </a:lnTo>
                  <a:lnTo>
                    <a:pt x="7212021" y="1368277"/>
                  </a:lnTo>
                  <a:lnTo>
                    <a:pt x="7212689" y="1368277"/>
                  </a:lnTo>
                  <a:lnTo>
                    <a:pt x="7213357" y="1368277"/>
                  </a:lnTo>
                  <a:lnTo>
                    <a:pt x="7214025" y="1368277"/>
                  </a:lnTo>
                  <a:lnTo>
                    <a:pt x="7214693" y="1374973"/>
                  </a:lnTo>
                  <a:lnTo>
                    <a:pt x="7215361" y="1390598"/>
                  </a:lnTo>
                  <a:lnTo>
                    <a:pt x="7216030" y="1391714"/>
                  </a:lnTo>
                  <a:lnTo>
                    <a:pt x="7216698" y="1368277"/>
                  </a:lnTo>
                  <a:lnTo>
                    <a:pt x="7217366" y="1368277"/>
                  </a:lnTo>
                  <a:lnTo>
                    <a:pt x="7218034" y="1368277"/>
                  </a:lnTo>
                  <a:lnTo>
                    <a:pt x="7218702" y="1368277"/>
                  </a:lnTo>
                  <a:lnTo>
                    <a:pt x="7219370" y="1368277"/>
                  </a:lnTo>
                  <a:lnTo>
                    <a:pt x="7220038" y="1362697"/>
                  </a:lnTo>
                  <a:lnTo>
                    <a:pt x="7220706" y="1341492"/>
                  </a:lnTo>
                  <a:lnTo>
                    <a:pt x="7221374" y="1311358"/>
                  </a:lnTo>
                  <a:lnTo>
                    <a:pt x="7222042" y="1347058"/>
                  </a:lnTo>
                  <a:lnTo>
                    <a:pt x="7222710" y="1349399"/>
                  </a:lnTo>
                  <a:lnTo>
                    <a:pt x="7223378" y="1377761"/>
                  </a:lnTo>
                  <a:lnTo>
                    <a:pt x="7224046" y="1383645"/>
                  </a:lnTo>
                  <a:lnTo>
                    <a:pt x="7224714" y="1374056"/>
                  </a:lnTo>
                  <a:lnTo>
                    <a:pt x="7225382" y="1333790"/>
                  </a:lnTo>
                  <a:lnTo>
                    <a:pt x="7226050" y="1331108"/>
                  </a:lnTo>
                  <a:lnTo>
                    <a:pt x="7226718" y="1349216"/>
                  </a:lnTo>
                  <a:lnTo>
                    <a:pt x="7227386" y="1341631"/>
                  </a:lnTo>
                  <a:lnTo>
                    <a:pt x="7228054" y="1341631"/>
                  </a:lnTo>
                  <a:lnTo>
                    <a:pt x="7228722" y="1341631"/>
                  </a:lnTo>
                  <a:lnTo>
                    <a:pt x="7229390" y="1333415"/>
                  </a:lnTo>
                  <a:lnTo>
                    <a:pt x="7230058" y="1332151"/>
                  </a:lnTo>
                  <a:lnTo>
                    <a:pt x="7230726" y="1338471"/>
                  </a:lnTo>
                  <a:lnTo>
                    <a:pt x="7231394" y="1360593"/>
                  </a:lnTo>
                  <a:lnTo>
                    <a:pt x="7232062" y="1366913"/>
                  </a:lnTo>
                  <a:lnTo>
                    <a:pt x="7232730" y="1354904"/>
                  </a:lnTo>
                  <a:lnTo>
                    <a:pt x="7233398" y="1341167"/>
                  </a:lnTo>
                  <a:lnTo>
                    <a:pt x="7234066" y="1338191"/>
                  </a:lnTo>
                  <a:lnTo>
                    <a:pt x="7234734" y="1348233"/>
                  </a:lnTo>
                  <a:lnTo>
                    <a:pt x="7235402" y="1404498"/>
                  </a:lnTo>
                  <a:lnTo>
                    <a:pt x="7236070" y="1398497"/>
                  </a:lnTo>
                  <a:lnTo>
                    <a:pt x="7236738" y="1375039"/>
                  </a:lnTo>
                  <a:lnTo>
                    <a:pt x="7237406" y="1386027"/>
                  </a:lnTo>
                  <a:lnTo>
                    <a:pt x="7238074" y="1375039"/>
                  </a:lnTo>
                  <a:lnTo>
                    <a:pt x="7238742" y="1349399"/>
                  </a:lnTo>
                  <a:lnTo>
                    <a:pt x="7239410" y="1361303"/>
                  </a:lnTo>
                  <a:lnTo>
                    <a:pt x="7240078" y="1367713"/>
                  </a:lnTo>
                  <a:lnTo>
                    <a:pt x="7240747" y="1375954"/>
                  </a:lnTo>
                  <a:lnTo>
                    <a:pt x="7241415" y="1386027"/>
                  </a:lnTo>
                  <a:lnTo>
                    <a:pt x="7242083" y="1378485"/>
                  </a:lnTo>
                  <a:lnTo>
                    <a:pt x="7242751" y="1354983"/>
                  </a:lnTo>
                  <a:lnTo>
                    <a:pt x="7243419" y="1282341"/>
                  </a:lnTo>
                  <a:lnTo>
                    <a:pt x="7244087" y="1278993"/>
                  </a:lnTo>
                  <a:lnTo>
                    <a:pt x="7244755" y="1278993"/>
                  </a:lnTo>
                  <a:lnTo>
                    <a:pt x="7245423" y="1278993"/>
                  </a:lnTo>
                  <a:lnTo>
                    <a:pt x="7246091" y="1278993"/>
                  </a:lnTo>
                  <a:lnTo>
                    <a:pt x="7246759" y="1301314"/>
                  </a:lnTo>
                  <a:lnTo>
                    <a:pt x="7247427" y="1301314"/>
                  </a:lnTo>
                  <a:lnTo>
                    <a:pt x="7248095" y="1314707"/>
                  </a:lnTo>
                  <a:lnTo>
                    <a:pt x="7248763" y="1345956"/>
                  </a:lnTo>
                  <a:lnTo>
                    <a:pt x="7249431" y="1345956"/>
                  </a:lnTo>
                  <a:lnTo>
                    <a:pt x="7250099" y="1335912"/>
                  </a:lnTo>
                  <a:lnTo>
                    <a:pt x="7250767" y="1319171"/>
                  </a:lnTo>
                  <a:lnTo>
                    <a:pt x="7251435" y="1301314"/>
                  </a:lnTo>
                  <a:lnTo>
                    <a:pt x="7252103" y="1301314"/>
                  </a:lnTo>
                  <a:lnTo>
                    <a:pt x="7252771" y="1326983"/>
                  </a:lnTo>
                  <a:lnTo>
                    <a:pt x="7253439" y="1310242"/>
                  </a:lnTo>
                  <a:lnTo>
                    <a:pt x="7254107" y="1278993"/>
                  </a:lnTo>
                  <a:lnTo>
                    <a:pt x="7254775" y="1251092"/>
                  </a:lnTo>
                  <a:lnTo>
                    <a:pt x="7255443" y="1200869"/>
                  </a:lnTo>
                  <a:lnTo>
                    <a:pt x="7256111" y="1189709"/>
                  </a:lnTo>
                  <a:lnTo>
                    <a:pt x="7256779" y="1189709"/>
                  </a:lnTo>
                  <a:lnTo>
                    <a:pt x="7257447" y="1189709"/>
                  </a:lnTo>
                  <a:lnTo>
                    <a:pt x="7258115" y="1189709"/>
                  </a:lnTo>
                  <a:lnTo>
                    <a:pt x="7258783" y="1189709"/>
                  </a:lnTo>
                  <a:lnTo>
                    <a:pt x="7259451" y="1189709"/>
                  </a:lnTo>
                  <a:lnTo>
                    <a:pt x="7260119" y="1198637"/>
                  </a:lnTo>
                  <a:lnTo>
                    <a:pt x="7260787" y="1177432"/>
                  </a:lnTo>
                  <a:lnTo>
                    <a:pt x="7261455" y="1164040"/>
                  </a:lnTo>
                  <a:lnTo>
                    <a:pt x="7262123" y="1145067"/>
                  </a:lnTo>
                  <a:lnTo>
                    <a:pt x="7262791" y="1148415"/>
                  </a:lnTo>
                  <a:lnTo>
                    <a:pt x="7263459" y="1233783"/>
                  </a:lnTo>
                  <a:lnTo>
                    <a:pt x="7264127" y="1264077"/>
                  </a:lnTo>
                  <a:lnTo>
                    <a:pt x="7264795" y="1296158"/>
                  </a:lnTo>
                  <a:lnTo>
                    <a:pt x="7265464" y="1340242"/>
                  </a:lnTo>
                  <a:lnTo>
                    <a:pt x="7266132" y="1349399"/>
                  </a:lnTo>
                  <a:lnTo>
                    <a:pt x="7266800" y="1349399"/>
                  </a:lnTo>
                  <a:lnTo>
                    <a:pt x="7267468" y="1371687"/>
                  </a:lnTo>
                  <a:lnTo>
                    <a:pt x="7268136" y="1376317"/>
                  </a:lnTo>
                  <a:lnTo>
                    <a:pt x="7268804" y="1377761"/>
                  </a:lnTo>
                  <a:lnTo>
                    <a:pt x="7269472" y="1365001"/>
                  </a:lnTo>
                  <a:lnTo>
                    <a:pt x="7270140" y="1362608"/>
                  </a:lnTo>
                  <a:lnTo>
                    <a:pt x="7270808" y="1389724"/>
                  </a:lnTo>
                  <a:lnTo>
                    <a:pt x="7271476" y="1412055"/>
                  </a:lnTo>
                  <a:lnTo>
                    <a:pt x="7272144" y="1425612"/>
                  </a:lnTo>
                  <a:lnTo>
                    <a:pt x="7272812" y="1435289"/>
                  </a:lnTo>
                  <a:lnTo>
                    <a:pt x="7273480" y="1435289"/>
                  </a:lnTo>
                  <a:lnTo>
                    <a:pt x="7274148" y="1435289"/>
                  </a:lnTo>
                  <a:lnTo>
                    <a:pt x="7274816" y="1435289"/>
                  </a:lnTo>
                  <a:lnTo>
                    <a:pt x="7275484" y="1426318"/>
                  </a:lnTo>
                  <a:lnTo>
                    <a:pt x="7276152" y="1422655"/>
                  </a:lnTo>
                  <a:lnTo>
                    <a:pt x="7276820" y="1422655"/>
                  </a:lnTo>
                  <a:lnTo>
                    <a:pt x="7277488" y="1411854"/>
                  </a:lnTo>
                  <a:lnTo>
                    <a:pt x="7278156" y="1394718"/>
                  </a:lnTo>
                  <a:lnTo>
                    <a:pt x="7278824" y="1367161"/>
                  </a:lnTo>
                  <a:lnTo>
                    <a:pt x="7279492" y="1390842"/>
                  </a:lnTo>
                  <a:lnTo>
                    <a:pt x="7280160" y="1397553"/>
                  </a:lnTo>
                  <a:lnTo>
                    <a:pt x="7280828" y="1371376"/>
                  </a:lnTo>
                  <a:lnTo>
                    <a:pt x="7281496" y="1347568"/>
                  </a:lnTo>
                  <a:lnTo>
                    <a:pt x="7282164" y="1331085"/>
                  </a:lnTo>
                  <a:lnTo>
                    <a:pt x="7282832" y="1360246"/>
                  </a:lnTo>
                  <a:lnTo>
                    <a:pt x="7283500" y="1348193"/>
                  </a:lnTo>
                  <a:lnTo>
                    <a:pt x="7284168" y="1344175"/>
                  </a:lnTo>
                  <a:lnTo>
                    <a:pt x="7284836" y="1344175"/>
                  </a:lnTo>
                  <a:lnTo>
                    <a:pt x="7285504" y="1357032"/>
                  </a:lnTo>
                  <a:lnTo>
                    <a:pt x="7286172" y="1360246"/>
                  </a:lnTo>
                  <a:lnTo>
                    <a:pt x="7286840" y="1348997"/>
                  </a:lnTo>
                  <a:lnTo>
                    <a:pt x="7287508" y="1348193"/>
                  </a:lnTo>
                  <a:lnTo>
                    <a:pt x="7288176" y="1360246"/>
                  </a:lnTo>
                  <a:lnTo>
                    <a:pt x="7288844" y="1362608"/>
                  </a:lnTo>
                  <a:lnTo>
                    <a:pt x="7289513" y="1376317"/>
                  </a:lnTo>
                  <a:lnTo>
                    <a:pt x="7290181" y="1376317"/>
                  </a:lnTo>
                  <a:lnTo>
                    <a:pt x="7290849" y="1382364"/>
                  </a:lnTo>
                  <a:lnTo>
                    <a:pt x="7291517" y="1406172"/>
                  </a:lnTo>
                  <a:lnTo>
                    <a:pt x="7292185" y="1421094"/>
                  </a:lnTo>
                  <a:lnTo>
                    <a:pt x="7292853" y="1416621"/>
                  </a:lnTo>
                  <a:lnTo>
                    <a:pt x="7293521" y="1430922"/>
                  </a:lnTo>
                  <a:lnTo>
                    <a:pt x="7294189" y="1435289"/>
                  </a:lnTo>
                  <a:lnTo>
                    <a:pt x="7294857" y="1435289"/>
                  </a:lnTo>
                  <a:lnTo>
                    <a:pt x="7295525" y="1435289"/>
                  </a:lnTo>
                  <a:lnTo>
                    <a:pt x="7296193" y="1435289"/>
                  </a:lnTo>
                  <a:lnTo>
                    <a:pt x="7296861" y="1435289"/>
                  </a:lnTo>
                  <a:lnTo>
                    <a:pt x="7297529" y="1435289"/>
                  </a:lnTo>
                  <a:lnTo>
                    <a:pt x="7298197" y="1435289"/>
                  </a:lnTo>
                  <a:lnTo>
                    <a:pt x="7298865" y="1435240"/>
                  </a:lnTo>
                  <a:lnTo>
                    <a:pt x="7299533" y="1435289"/>
                  </a:lnTo>
                  <a:lnTo>
                    <a:pt x="7300201" y="1432829"/>
                  </a:lnTo>
                  <a:lnTo>
                    <a:pt x="7300869" y="1422655"/>
                  </a:lnTo>
                  <a:lnTo>
                    <a:pt x="7301537" y="1422655"/>
                  </a:lnTo>
                  <a:lnTo>
                    <a:pt x="7302205" y="1422655"/>
                  </a:lnTo>
                  <a:lnTo>
                    <a:pt x="7302873" y="1422655"/>
                  </a:lnTo>
                  <a:lnTo>
                    <a:pt x="7303541" y="1422655"/>
                  </a:lnTo>
                  <a:lnTo>
                    <a:pt x="7304209" y="1422655"/>
                  </a:lnTo>
                  <a:lnTo>
                    <a:pt x="7304877" y="1422655"/>
                  </a:lnTo>
                  <a:lnTo>
                    <a:pt x="7305545" y="1422655"/>
                  </a:lnTo>
                  <a:lnTo>
                    <a:pt x="7306213" y="1422655"/>
                  </a:lnTo>
                  <a:lnTo>
                    <a:pt x="7306881" y="1422655"/>
                  </a:lnTo>
                  <a:lnTo>
                    <a:pt x="7307549" y="1422655"/>
                  </a:lnTo>
                  <a:lnTo>
                    <a:pt x="7308217" y="1422655"/>
                  </a:lnTo>
                  <a:lnTo>
                    <a:pt x="7308885" y="1422655"/>
                  </a:lnTo>
                  <a:lnTo>
                    <a:pt x="7309553" y="1424796"/>
                  </a:lnTo>
                  <a:lnTo>
                    <a:pt x="7310221" y="1435289"/>
                  </a:lnTo>
                  <a:lnTo>
                    <a:pt x="7310889" y="1435240"/>
                  </a:lnTo>
                  <a:lnTo>
                    <a:pt x="7311557" y="1435240"/>
                  </a:lnTo>
                  <a:lnTo>
                    <a:pt x="7312225" y="1435240"/>
                  </a:lnTo>
                  <a:lnTo>
                    <a:pt x="7312893" y="1435240"/>
                  </a:lnTo>
                  <a:lnTo>
                    <a:pt x="7313561" y="1435240"/>
                  </a:lnTo>
                  <a:lnTo>
                    <a:pt x="7314230" y="1435240"/>
                  </a:lnTo>
                  <a:lnTo>
                    <a:pt x="7314898" y="1435240"/>
                  </a:lnTo>
                  <a:lnTo>
                    <a:pt x="7315566" y="1435240"/>
                  </a:lnTo>
                  <a:lnTo>
                    <a:pt x="7316234" y="1435240"/>
                  </a:lnTo>
                  <a:lnTo>
                    <a:pt x="7316902" y="1435240"/>
                  </a:lnTo>
                  <a:lnTo>
                    <a:pt x="7317570" y="1435240"/>
                  </a:lnTo>
                  <a:lnTo>
                    <a:pt x="7318238" y="1435240"/>
                  </a:lnTo>
                  <a:lnTo>
                    <a:pt x="7318906" y="1435240"/>
                  </a:lnTo>
                  <a:lnTo>
                    <a:pt x="7319574" y="1435240"/>
                  </a:lnTo>
                  <a:lnTo>
                    <a:pt x="7320242" y="1435240"/>
                  </a:lnTo>
                  <a:lnTo>
                    <a:pt x="7320910" y="1435240"/>
                  </a:lnTo>
                  <a:lnTo>
                    <a:pt x="7321578" y="1435240"/>
                  </a:lnTo>
                  <a:lnTo>
                    <a:pt x="7322246" y="1435240"/>
                  </a:lnTo>
                  <a:lnTo>
                    <a:pt x="7322914" y="1435240"/>
                  </a:lnTo>
                  <a:lnTo>
                    <a:pt x="7323582" y="1435240"/>
                  </a:lnTo>
                  <a:lnTo>
                    <a:pt x="7324250" y="1435240"/>
                  </a:lnTo>
                  <a:lnTo>
                    <a:pt x="7324918" y="1435240"/>
                  </a:lnTo>
                  <a:lnTo>
                    <a:pt x="7325586" y="1435240"/>
                  </a:lnTo>
                  <a:lnTo>
                    <a:pt x="7326254" y="1416267"/>
                  </a:lnTo>
                  <a:lnTo>
                    <a:pt x="7326922" y="1412919"/>
                  </a:lnTo>
                  <a:lnTo>
                    <a:pt x="7327590" y="1411803"/>
                  </a:lnTo>
                  <a:lnTo>
                    <a:pt x="7328258" y="1389482"/>
                  </a:lnTo>
                  <a:lnTo>
                    <a:pt x="7328926" y="1364929"/>
                  </a:lnTo>
                  <a:lnTo>
                    <a:pt x="7329594" y="1344840"/>
                  </a:lnTo>
                  <a:lnTo>
                    <a:pt x="7330262" y="1323635"/>
                  </a:lnTo>
                  <a:lnTo>
                    <a:pt x="7330930" y="1323635"/>
                  </a:lnTo>
                  <a:lnTo>
                    <a:pt x="7331598" y="1323635"/>
                  </a:lnTo>
                  <a:lnTo>
                    <a:pt x="7332266" y="1323635"/>
                  </a:lnTo>
                  <a:lnTo>
                    <a:pt x="7332934" y="1302430"/>
                  </a:lnTo>
                  <a:lnTo>
                    <a:pt x="7333602" y="1301314"/>
                  </a:lnTo>
                  <a:lnTo>
                    <a:pt x="7334270" y="1301314"/>
                  </a:lnTo>
                  <a:lnTo>
                    <a:pt x="7334938" y="1301314"/>
                  </a:lnTo>
                  <a:lnTo>
                    <a:pt x="7335606" y="1301314"/>
                  </a:lnTo>
                  <a:lnTo>
                    <a:pt x="7336274" y="1320287"/>
                  </a:lnTo>
                  <a:lnTo>
                    <a:pt x="7336942" y="1323635"/>
                  </a:lnTo>
                  <a:lnTo>
                    <a:pt x="7337610" y="1319171"/>
                  </a:lnTo>
                  <a:lnTo>
                    <a:pt x="7338278" y="1324751"/>
                  </a:lnTo>
                  <a:lnTo>
                    <a:pt x="7338947" y="1349304"/>
                  </a:lnTo>
                  <a:lnTo>
                    <a:pt x="7339615" y="1369393"/>
                  </a:lnTo>
                  <a:lnTo>
                    <a:pt x="7340283" y="1390598"/>
                  </a:lnTo>
                  <a:lnTo>
                    <a:pt x="7340951" y="1390598"/>
                  </a:lnTo>
                  <a:lnTo>
                    <a:pt x="7341619" y="1390598"/>
                  </a:lnTo>
                  <a:lnTo>
                    <a:pt x="7342287" y="1390598"/>
                  </a:lnTo>
                  <a:lnTo>
                    <a:pt x="7342955" y="1406223"/>
                  </a:lnTo>
                  <a:lnTo>
                    <a:pt x="7343623" y="1374973"/>
                  </a:lnTo>
                  <a:lnTo>
                    <a:pt x="7344291" y="1368277"/>
                  </a:lnTo>
                  <a:lnTo>
                    <a:pt x="7344959" y="1368277"/>
                  </a:lnTo>
                  <a:lnTo>
                    <a:pt x="7345627" y="1368277"/>
                  </a:lnTo>
                  <a:lnTo>
                    <a:pt x="7346295" y="1368277"/>
                  </a:lnTo>
                  <a:lnTo>
                    <a:pt x="7346963" y="1363813"/>
                  </a:lnTo>
                  <a:lnTo>
                    <a:pt x="7347631" y="1350420"/>
                  </a:lnTo>
                  <a:lnTo>
                    <a:pt x="7348299" y="1345956"/>
                  </a:lnTo>
                  <a:lnTo>
                    <a:pt x="7348967" y="1345956"/>
                  </a:lnTo>
                  <a:lnTo>
                    <a:pt x="7349635" y="1345956"/>
                  </a:lnTo>
                  <a:lnTo>
                    <a:pt x="7350303" y="1345956"/>
                  </a:lnTo>
                  <a:lnTo>
                    <a:pt x="7350971" y="1340376"/>
                  </a:lnTo>
                  <a:lnTo>
                    <a:pt x="7351639" y="1320287"/>
                  </a:lnTo>
                  <a:lnTo>
                    <a:pt x="7352307" y="1280109"/>
                  </a:lnTo>
                  <a:lnTo>
                    <a:pt x="7352975" y="1284573"/>
                  </a:lnTo>
                  <a:lnTo>
                    <a:pt x="7353643" y="1300198"/>
                  </a:lnTo>
                  <a:lnTo>
                    <a:pt x="7354311" y="1301314"/>
                  </a:lnTo>
                  <a:lnTo>
                    <a:pt x="7354979" y="1337792"/>
                  </a:lnTo>
                  <a:lnTo>
                    <a:pt x="7355647" y="1340349"/>
                  </a:lnTo>
                  <a:lnTo>
                    <a:pt x="7356315" y="1349399"/>
                  </a:lnTo>
                  <a:lnTo>
                    <a:pt x="7356983" y="1344821"/>
                  </a:lnTo>
                  <a:lnTo>
                    <a:pt x="7357651" y="1332001"/>
                  </a:lnTo>
                  <a:lnTo>
                    <a:pt x="7358319" y="1349399"/>
                  </a:lnTo>
                  <a:lnTo>
                    <a:pt x="7358987" y="1332001"/>
                  </a:lnTo>
                  <a:lnTo>
                    <a:pt x="7359655" y="1331085"/>
                  </a:lnTo>
                  <a:lnTo>
                    <a:pt x="7360323" y="1331085"/>
                  </a:lnTo>
                  <a:lnTo>
                    <a:pt x="7360991" y="1335664"/>
                  </a:lnTo>
                  <a:lnTo>
                    <a:pt x="7361659" y="1352146"/>
                  </a:lnTo>
                  <a:lnTo>
                    <a:pt x="7362327" y="1403777"/>
                  </a:lnTo>
                  <a:lnTo>
                    <a:pt x="7362995" y="1408458"/>
                  </a:lnTo>
                  <a:lnTo>
                    <a:pt x="7363664" y="1413280"/>
                  </a:lnTo>
                  <a:lnTo>
                    <a:pt x="7364332" y="1409662"/>
                  </a:lnTo>
                  <a:lnTo>
                    <a:pt x="7365000" y="1396405"/>
                  </a:lnTo>
                  <a:lnTo>
                    <a:pt x="7365668" y="1388144"/>
                  </a:lnTo>
                  <a:lnTo>
                    <a:pt x="7366336" y="1367713"/>
                  </a:lnTo>
                  <a:lnTo>
                    <a:pt x="7367004" y="1375954"/>
                  </a:lnTo>
                  <a:lnTo>
                    <a:pt x="7367672" y="1404341"/>
                  </a:lnTo>
                  <a:lnTo>
                    <a:pt x="7368340" y="1404341"/>
                  </a:lnTo>
                  <a:lnTo>
                    <a:pt x="7369008" y="1421739"/>
                  </a:lnTo>
                  <a:lnTo>
                    <a:pt x="7369676" y="1422655"/>
                  </a:lnTo>
                  <a:lnTo>
                    <a:pt x="7370344" y="1422655"/>
                  </a:lnTo>
                  <a:lnTo>
                    <a:pt x="7371012" y="1422655"/>
                  </a:lnTo>
                  <a:lnTo>
                    <a:pt x="7371680" y="1416245"/>
                  </a:lnTo>
                  <a:lnTo>
                    <a:pt x="7372348" y="1385159"/>
                  </a:lnTo>
                  <a:lnTo>
                    <a:pt x="7373016" y="1349883"/>
                  </a:lnTo>
                  <a:lnTo>
                    <a:pt x="7373684" y="1343952"/>
                  </a:lnTo>
                  <a:lnTo>
                    <a:pt x="7374352" y="1311358"/>
                  </a:lnTo>
                  <a:lnTo>
                    <a:pt x="7375020" y="1318055"/>
                  </a:lnTo>
                  <a:lnTo>
                    <a:pt x="7375688" y="1323635"/>
                  </a:lnTo>
                  <a:lnTo>
                    <a:pt x="7376356" y="1323635"/>
                  </a:lnTo>
                  <a:lnTo>
                    <a:pt x="7377024" y="1323635"/>
                  </a:lnTo>
                  <a:lnTo>
                    <a:pt x="7377692" y="1318055"/>
                  </a:lnTo>
                  <a:lnTo>
                    <a:pt x="7378360" y="1264484"/>
                  </a:lnTo>
                  <a:lnTo>
                    <a:pt x="7379028" y="1204218"/>
                  </a:lnTo>
                  <a:lnTo>
                    <a:pt x="7379696" y="1189709"/>
                  </a:lnTo>
                  <a:lnTo>
                    <a:pt x="7380364" y="1189709"/>
                  </a:lnTo>
                  <a:lnTo>
                    <a:pt x="7381032" y="1186361"/>
                  </a:lnTo>
                  <a:lnTo>
                    <a:pt x="7381700" y="1160692"/>
                  </a:lnTo>
                  <a:lnTo>
                    <a:pt x="7382368" y="1181897"/>
                  </a:lnTo>
                  <a:lnTo>
                    <a:pt x="7383036" y="1217610"/>
                  </a:lnTo>
                  <a:lnTo>
                    <a:pt x="7383704" y="1164040"/>
                  </a:lnTo>
                  <a:lnTo>
                    <a:pt x="7384372" y="1114934"/>
                  </a:lnTo>
                  <a:lnTo>
                    <a:pt x="7385040" y="1100425"/>
                  </a:lnTo>
                  <a:lnTo>
                    <a:pt x="7385708" y="1071408"/>
                  </a:lnTo>
                  <a:lnTo>
                    <a:pt x="7386376" y="1072442"/>
                  </a:lnTo>
                  <a:lnTo>
                    <a:pt x="7387044" y="1036231"/>
                  </a:lnTo>
                  <a:lnTo>
                    <a:pt x="7387713" y="970301"/>
                  </a:lnTo>
                  <a:lnTo>
                    <a:pt x="7388381" y="981289"/>
                  </a:lnTo>
                  <a:lnTo>
                    <a:pt x="7389049" y="984952"/>
                  </a:lnTo>
                  <a:lnTo>
                    <a:pt x="7389717" y="971217"/>
                  </a:lnTo>
                  <a:lnTo>
                    <a:pt x="7390385" y="946493"/>
                  </a:lnTo>
                  <a:lnTo>
                    <a:pt x="7391053" y="1025171"/>
                  </a:lnTo>
                  <a:lnTo>
                    <a:pt x="7391721" y="1048473"/>
                  </a:lnTo>
                  <a:lnTo>
                    <a:pt x="7392389" y="1027650"/>
                  </a:lnTo>
                  <a:lnTo>
                    <a:pt x="7393057" y="1050713"/>
                  </a:lnTo>
                  <a:lnTo>
                    <a:pt x="7393725" y="1083544"/>
                  </a:lnTo>
                  <a:lnTo>
                    <a:pt x="7394393" y="1102911"/>
                  </a:lnTo>
                  <a:lnTo>
                    <a:pt x="7395061" y="1083543"/>
                  </a:lnTo>
                  <a:lnTo>
                    <a:pt x="7395729" y="1099324"/>
                  </a:lnTo>
                  <a:lnTo>
                    <a:pt x="7396397" y="1138440"/>
                  </a:lnTo>
                  <a:lnTo>
                    <a:pt x="7397065" y="1140100"/>
                  </a:lnTo>
                  <a:lnTo>
                    <a:pt x="7397733" y="1201509"/>
                  </a:lnTo>
                  <a:lnTo>
                    <a:pt x="7398401" y="1199117"/>
                  </a:lnTo>
                  <a:lnTo>
                    <a:pt x="7399069" y="1214270"/>
                  </a:lnTo>
                  <a:lnTo>
                    <a:pt x="7399737" y="1247740"/>
                  </a:lnTo>
                  <a:lnTo>
                    <a:pt x="7400405" y="1267894"/>
                  </a:lnTo>
                  <a:lnTo>
                    <a:pt x="7401073" y="1255649"/>
                  </a:lnTo>
                  <a:lnTo>
                    <a:pt x="7401741" y="1207092"/>
                  </a:lnTo>
                  <a:lnTo>
                    <a:pt x="7402409" y="1230220"/>
                  </a:lnTo>
                  <a:lnTo>
                    <a:pt x="7403077" y="1252572"/>
                  </a:lnTo>
                  <a:lnTo>
                    <a:pt x="7403745" y="1221202"/>
                  </a:lnTo>
                  <a:lnTo>
                    <a:pt x="7404413" y="1246841"/>
                  </a:lnTo>
                  <a:lnTo>
                    <a:pt x="7405081" y="1277975"/>
                  </a:lnTo>
                  <a:lnTo>
                    <a:pt x="7405749" y="1262408"/>
                  </a:lnTo>
                  <a:lnTo>
                    <a:pt x="7406417" y="1276143"/>
                  </a:lnTo>
                  <a:lnTo>
                    <a:pt x="7407085" y="1267902"/>
                  </a:lnTo>
                  <a:lnTo>
                    <a:pt x="7407753" y="1253251"/>
                  </a:lnTo>
                  <a:lnTo>
                    <a:pt x="7408421" y="1275228"/>
                  </a:lnTo>
                  <a:lnTo>
                    <a:pt x="7409089" y="1300785"/>
                  </a:lnTo>
                  <a:lnTo>
                    <a:pt x="7409757" y="1331085"/>
                  </a:lnTo>
                  <a:lnTo>
                    <a:pt x="7410425" y="1328549"/>
                  </a:lnTo>
                  <a:lnTo>
                    <a:pt x="7411093" y="1371496"/>
                  </a:lnTo>
                  <a:lnTo>
                    <a:pt x="7411761" y="1342670"/>
                  </a:lnTo>
                  <a:lnTo>
                    <a:pt x="7412430" y="1368544"/>
                  </a:lnTo>
                  <a:lnTo>
                    <a:pt x="7413098" y="1381402"/>
                  </a:lnTo>
                  <a:lnTo>
                    <a:pt x="7413766" y="1369332"/>
                  </a:lnTo>
                  <a:lnTo>
                    <a:pt x="7414434" y="1345190"/>
                  </a:lnTo>
                  <a:lnTo>
                    <a:pt x="7415102" y="1345861"/>
                  </a:lnTo>
                  <a:lnTo>
                    <a:pt x="7415770" y="1362164"/>
                  </a:lnTo>
                  <a:lnTo>
                    <a:pt x="7416438" y="1347293"/>
                  </a:lnTo>
                  <a:lnTo>
                    <a:pt x="7417106" y="1352737"/>
                  </a:lnTo>
                  <a:lnTo>
                    <a:pt x="7417774" y="1349399"/>
                  </a:lnTo>
                  <a:lnTo>
                    <a:pt x="7418442" y="1357744"/>
                  </a:lnTo>
                  <a:lnTo>
                    <a:pt x="7419110" y="1349399"/>
                  </a:lnTo>
                  <a:lnTo>
                    <a:pt x="7419778" y="1328257"/>
                  </a:lnTo>
                  <a:lnTo>
                    <a:pt x="7420446" y="1307440"/>
                  </a:lnTo>
                  <a:lnTo>
                    <a:pt x="7421114" y="1308629"/>
                  </a:lnTo>
                  <a:lnTo>
                    <a:pt x="7421782" y="1311293"/>
                  </a:lnTo>
                  <a:lnTo>
                    <a:pt x="7422450" y="1305605"/>
                  </a:lnTo>
                  <a:lnTo>
                    <a:pt x="7423118" y="1300932"/>
                  </a:lnTo>
                  <a:lnTo>
                    <a:pt x="7423786" y="1274108"/>
                  </a:lnTo>
                  <a:lnTo>
                    <a:pt x="7424454" y="1242591"/>
                  </a:lnTo>
                  <a:lnTo>
                    <a:pt x="7425122" y="1215381"/>
                  </a:lnTo>
                  <a:lnTo>
                    <a:pt x="7425790" y="1193956"/>
                  </a:lnTo>
                  <a:lnTo>
                    <a:pt x="7426458" y="1166595"/>
                  </a:lnTo>
                  <a:lnTo>
                    <a:pt x="7427126" y="1162062"/>
                  </a:lnTo>
                  <a:lnTo>
                    <a:pt x="7427794" y="1168736"/>
                  </a:lnTo>
                  <a:lnTo>
                    <a:pt x="7428462" y="1168736"/>
                  </a:lnTo>
                  <a:lnTo>
                    <a:pt x="7429130" y="1117166"/>
                  </a:lnTo>
                  <a:lnTo>
                    <a:pt x="7429798" y="1159576"/>
                  </a:lnTo>
                  <a:lnTo>
                    <a:pt x="7430466" y="1167388"/>
                  </a:lnTo>
                  <a:lnTo>
                    <a:pt x="7431134" y="1167388"/>
                  </a:lnTo>
                  <a:lnTo>
                    <a:pt x="7431802" y="1197521"/>
                  </a:lnTo>
                  <a:lnTo>
                    <a:pt x="7432470" y="1212030"/>
                  </a:lnTo>
                  <a:lnTo>
                    <a:pt x="7433138" y="1210914"/>
                  </a:lnTo>
                  <a:lnTo>
                    <a:pt x="7433806" y="1254440"/>
                  </a:lnTo>
                  <a:lnTo>
                    <a:pt x="7434474" y="1347072"/>
                  </a:lnTo>
                  <a:lnTo>
                    <a:pt x="7435142" y="1343724"/>
                  </a:lnTo>
                  <a:lnTo>
                    <a:pt x="7435810" y="1322519"/>
                  </a:lnTo>
                  <a:lnTo>
                    <a:pt x="7436478" y="1310242"/>
                  </a:lnTo>
                  <a:lnTo>
                    <a:pt x="7437147" y="1308010"/>
                  </a:lnTo>
                  <a:lnTo>
                    <a:pt x="7437815" y="1323635"/>
                  </a:lnTo>
                  <a:lnTo>
                    <a:pt x="7438483" y="1323635"/>
                  </a:lnTo>
                  <a:lnTo>
                    <a:pt x="7439151" y="1323635"/>
                  </a:lnTo>
                  <a:lnTo>
                    <a:pt x="7439819" y="1302430"/>
                  </a:lnTo>
                  <a:lnTo>
                    <a:pt x="7440487" y="1301314"/>
                  </a:lnTo>
                  <a:lnTo>
                    <a:pt x="7441155" y="1301314"/>
                  </a:lnTo>
                  <a:lnTo>
                    <a:pt x="7441823" y="1271181"/>
                  </a:lnTo>
                  <a:lnTo>
                    <a:pt x="7442491" y="1234351"/>
                  </a:lnTo>
                  <a:lnTo>
                    <a:pt x="7443159" y="1227655"/>
                  </a:lnTo>
                  <a:lnTo>
                    <a:pt x="7443827" y="1234351"/>
                  </a:lnTo>
                  <a:lnTo>
                    <a:pt x="7444495" y="1231003"/>
                  </a:lnTo>
                  <a:lnTo>
                    <a:pt x="7445163" y="1236583"/>
                  </a:lnTo>
                  <a:lnTo>
                    <a:pt x="7445831" y="1286173"/>
                  </a:lnTo>
                  <a:lnTo>
                    <a:pt x="7446499" y="1277059"/>
                  </a:lnTo>
                  <a:lnTo>
                    <a:pt x="7447167" y="1290227"/>
                  </a:lnTo>
                  <a:lnTo>
                    <a:pt x="7447835" y="1273286"/>
                  </a:lnTo>
                  <a:lnTo>
                    <a:pt x="7448503" y="1258133"/>
                  </a:lnTo>
                  <a:lnTo>
                    <a:pt x="7449171" y="1250158"/>
                  </a:lnTo>
                  <a:lnTo>
                    <a:pt x="7449839" y="1265311"/>
                  </a:lnTo>
                  <a:lnTo>
                    <a:pt x="7450507" y="1266108"/>
                  </a:lnTo>
                  <a:lnTo>
                    <a:pt x="7451175" y="1256538"/>
                  </a:lnTo>
                  <a:lnTo>
                    <a:pt x="7451843" y="1261323"/>
                  </a:lnTo>
                  <a:lnTo>
                    <a:pt x="7452511" y="1282059"/>
                  </a:lnTo>
                  <a:lnTo>
                    <a:pt x="7453179" y="1287641"/>
                  </a:lnTo>
                  <a:lnTo>
                    <a:pt x="7453847" y="1298009"/>
                  </a:lnTo>
                  <a:lnTo>
                    <a:pt x="7454515" y="1300402"/>
                  </a:lnTo>
                  <a:lnTo>
                    <a:pt x="7455183" y="1313960"/>
                  </a:lnTo>
                  <a:lnTo>
                    <a:pt x="7455851" y="1322480"/>
                  </a:lnTo>
                  <a:lnTo>
                    <a:pt x="7456519" y="1330169"/>
                  </a:lnTo>
                  <a:lnTo>
                    <a:pt x="7457187" y="1357510"/>
                  </a:lnTo>
                  <a:lnTo>
                    <a:pt x="7457855" y="1358233"/>
                  </a:lnTo>
                  <a:lnTo>
                    <a:pt x="7458523" y="1379437"/>
                  </a:lnTo>
                  <a:lnTo>
                    <a:pt x="7459191" y="1390598"/>
                  </a:lnTo>
                  <a:lnTo>
                    <a:pt x="7459859" y="1378321"/>
                  </a:lnTo>
                  <a:lnTo>
                    <a:pt x="7460527" y="1345956"/>
                  </a:lnTo>
                  <a:lnTo>
                    <a:pt x="7461195" y="1356000"/>
                  </a:lnTo>
                  <a:lnTo>
                    <a:pt x="7461864" y="1356000"/>
                  </a:lnTo>
                  <a:lnTo>
                    <a:pt x="7462532" y="1332563"/>
                  </a:lnTo>
                  <a:lnTo>
                    <a:pt x="7463200" y="1323635"/>
                  </a:lnTo>
                  <a:lnTo>
                    <a:pt x="7463868" y="1323635"/>
                  </a:lnTo>
                  <a:lnTo>
                    <a:pt x="7464536" y="1314707"/>
                  </a:lnTo>
                  <a:lnTo>
                    <a:pt x="7465204" y="1281225"/>
                  </a:lnTo>
                  <a:lnTo>
                    <a:pt x="7465872" y="1256672"/>
                  </a:lnTo>
                  <a:lnTo>
                    <a:pt x="7466540" y="1256672"/>
                  </a:lnTo>
                  <a:lnTo>
                    <a:pt x="7467208" y="1274543"/>
                  </a:lnTo>
                  <a:lnTo>
                    <a:pt x="7467876" y="1264077"/>
                  </a:lnTo>
                  <a:lnTo>
                    <a:pt x="7468544" y="1258356"/>
                  </a:lnTo>
                  <a:lnTo>
                    <a:pt x="7469212" y="1247109"/>
                  </a:lnTo>
                  <a:lnTo>
                    <a:pt x="7469880" y="1249588"/>
                  </a:lnTo>
                  <a:lnTo>
                    <a:pt x="7470548" y="1276143"/>
                  </a:lnTo>
                  <a:lnTo>
                    <a:pt x="7471216" y="1278890"/>
                  </a:lnTo>
                  <a:lnTo>
                    <a:pt x="7471884" y="1298120"/>
                  </a:lnTo>
                  <a:lnTo>
                    <a:pt x="7472552" y="1306361"/>
                  </a:lnTo>
                  <a:lnTo>
                    <a:pt x="7473220" y="1312771"/>
                  </a:lnTo>
                  <a:lnTo>
                    <a:pt x="7473888" y="1312771"/>
                  </a:lnTo>
                  <a:lnTo>
                    <a:pt x="7474556" y="1320097"/>
                  </a:lnTo>
                  <a:lnTo>
                    <a:pt x="7475224" y="1347568"/>
                  </a:lnTo>
                  <a:lnTo>
                    <a:pt x="7475892" y="1367713"/>
                  </a:lnTo>
                  <a:lnTo>
                    <a:pt x="7476560" y="1353062"/>
                  </a:lnTo>
                  <a:lnTo>
                    <a:pt x="7477228" y="1350760"/>
                  </a:lnTo>
                  <a:lnTo>
                    <a:pt x="7477896" y="1359417"/>
                  </a:lnTo>
                  <a:lnTo>
                    <a:pt x="7478564" y="1365137"/>
                  </a:lnTo>
                  <a:lnTo>
                    <a:pt x="7479232" y="1381001"/>
                  </a:lnTo>
                  <a:lnTo>
                    <a:pt x="7479900" y="1345956"/>
                  </a:lnTo>
                  <a:lnTo>
                    <a:pt x="7480568" y="1345956"/>
                  </a:lnTo>
                  <a:lnTo>
                    <a:pt x="7481236" y="1375335"/>
                  </a:lnTo>
                  <a:lnTo>
                    <a:pt x="7481904" y="1378485"/>
                  </a:lnTo>
                  <a:lnTo>
                    <a:pt x="7482572" y="1377532"/>
                  </a:lnTo>
                  <a:lnTo>
                    <a:pt x="7483240" y="1357510"/>
                  </a:lnTo>
                  <a:lnTo>
                    <a:pt x="7483908" y="1349399"/>
                  </a:lnTo>
                  <a:lnTo>
                    <a:pt x="7484576" y="1349399"/>
                  </a:lnTo>
                  <a:lnTo>
                    <a:pt x="7485244" y="1350604"/>
                  </a:lnTo>
                  <a:lnTo>
                    <a:pt x="7485913" y="1336290"/>
                  </a:lnTo>
                  <a:lnTo>
                    <a:pt x="7486581" y="1364949"/>
                  </a:lnTo>
                  <a:lnTo>
                    <a:pt x="7487249" y="1370470"/>
                  </a:lnTo>
                  <a:lnTo>
                    <a:pt x="7487917" y="1334604"/>
                  </a:lnTo>
                  <a:lnTo>
                    <a:pt x="7488585" y="1323844"/>
                  </a:lnTo>
                  <a:lnTo>
                    <a:pt x="7489253" y="1311650"/>
                  </a:lnTo>
                  <a:lnTo>
                    <a:pt x="7489921" y="1318823"/>
                  </a:lnTo>
                  <a:lnTo>
                    <a:pt x="7490589" y="1310933"/>
                  </a:lnTo>
                  <a:lnTo>
                    <a:pt x="7491257" y="1305626"/>
                  </a:lnTo>
                  <a:lnTo>
                    <a:pt x="7491925" y="1310029"/>
                  </a:lnTo>
                  <a:lnTo>
                    <a:pt x="7492593" y="1330043"/>
                  </a:lnTo>
                  <a:lnTo>
                    <a:pt x="7493261" y="1342722"/>
                  </a:lnTo>
                  <a:lnTo>
                    <a:pt x="7493929" y="1346617"/>
                  </a:lnTo>
                  <a:lnTo>
                    <a:pt x="7494597" y="1346617"/>
                  </a:lnTo>
                  <a:lnTo>
                    <a:pt x="7495265" y="1350268"/>
                  </a:lnTo>
                  <a:lnTo>
                    <a:pt x="7495933" y="1362164"/>
                  </a:lnTo>
                  <a:lnTo>
                    <a:pt x="7496601" y="1366923"/>
                  </a:lnTo>
                  <a:lnTo>
                    <a:pt x="7497269" y="1354272"/>
                  </a:lnTo>
                  <a:lnTo>
                    <a:pt x="7497937" y="1381450"/>
                  </a:lnTo>
                  <a:lnTo>
                    <a:pt x="7498605" y="1380818"/>
                  </a:lnTo>
                  <a:lnTo>
                    <a:pt x="7499273" y="1402613"/>
                  </a:lnTo>
                  <a:lnTo>
                    <a:pt x="7499941" y="1407966"/>
                  </a:lnTo>
                  <a:lnTo>
                    <a:pt x="7500609" y="1414510"/>
                  </a:lnTo>
                  <a:lnTo>
                    <a:pt x="7501277" y="1424429"/>
                  </a:lnTo>
                  <a:lnTo>
                    <a:pt x="7501945" y="1414931"/>
                  </a:lnTo>
                  <a:lnTo>
                    <a:pt x="7502613" y="1422978"/>
                  </a:lnTo>
                  <a:lnTo>
                    <a:pt x="7503281" y="1430355"/>
                  </a:lnTo>
                  <a:lnTo>
                    <a:pt x="7503949" y="1425703"/>
                  </a:lnTo>
                  <a:lnTo>
                    <a:pt x="7504617" y="1425703"/>
                  </a:lnTo>
                  <a:lnTo>
                    <a:pt x="7505285" y="1411357"/>
                  </a:lnTo>
                  <a:lnTo>
                    <a:pt x="7505953" y="1408487"/>
                  </a:lnTo>
                  <a:lnTo>
                    <a:pt x="7506621" y="1387685"/>
                  </a:lnTo>
                  <a:lnTo>
                    <a:pt x="7507289" y="1386251"/>
                  </a:lnTo>
                  <a:lnTo>
                    <a:pt x="7507957" y="1385533"/>
                  </a:lnTo>
                  <a:lnTo>
                    <a:pt x="7508625" y="1397010"/>
                  </a:lnTo>
                  <a:lnTo>
                    <a:pt x="7509293" y="1389397"/>
                  </a:lnTo>
                  <a:lnTo>
                    <a:pt x="7509961" y="1382207"/>
                  </a:lnTo>
                  <a:lnTo>
                    <a:pt x="7510630" y="1361811"/>
                  </a:lnTo>
                  <a:lnTo>
                    <a:pt x="7511298" y="1356229"/>
                  </a:lnTo>
                  <a:lnTo>
                    <a:pt x="7511966" y="1360246"/>
                  </a:lnTo>
                  <a:lnTo>
                    <a:pt x="7512634" y="1331085"/>
                  </a:lnTo>
                  <a:lnTo>
                    <a:pt x="7513302" y="1345736"/>
                  </a:lnTo>
                  <a:lnTo>
                    <a:pt x="7513970" y="1340349"/>
                  </a:lnTo>
                  <a:lnTo>
                    <a:pt x="7514638" y="1338442"/>
                  </a:lnTo>
                  <a:lnTo>
                    <a:pt x="7515306" y="1340349"/>
                  </a:lnTo>
                  <a:lnTo>
                    <a:pt x="7515974" y="1327001"/>
                  </a:lnTo>
                  <a:lnTo>
                    <a:pt x="7516642" y="1352743"/>
                  </a:lnTo>
                  <a:lnTo>
                    <a:pt x="7517310" y="1365137"/>
                  </a:lnTo>
                  <a:lnTo>
                    <a:pt x="7517978" y="1359417"/>
                  </a:lnTo>
                  <a:lnTo>
                    <a:pt x="7518646" y="1359417"/>
                  </a:lnTo>
                  <a:lnTo>
                    <a:pt x="7519314" y="1361324"/>
                  </a:lnTo>
                  <a:lnTo>
                    <a:pt x="7519982" y="1359417"/>
                  </a:lnTo>
                  <a:lnTo>
                    <a:pt x="7520650" y="1359417"/>
                  </a:lnTo>
                  <a:lnTo>
                    <a:pt x="7521318" y="1366091"/>
                  </a:lnTo>
                  <a:lnTo>
                    <a:pt x="7521986" y="1378485"/>
                  </a:lnTo>
                  <a:lnTo>
                    <a:pt x="7522654" y="1375335"/>
                  </a:lnTo>
                  <a:lnTo>
                    <a:pt x="7523322" y="1345956"/>
                  </a:lnTo>
                  <a:lnTo>
                    <a:pt x="7523990" y="1344840"/>
                  </a:lnTo>
                  <a:lnTo>
                    <a:pt x="7524658" y="1359001"/>
                  </a:lnTo>
                  <a:lnTo>
                    <a:pt x="7525326" y="1378485"/>
                  </a:lnTo>
                  <a:lnTo>
                    <a:pt x="7525994" y="1395646"/>
                  </a:lnTo>
                  <a:lnTo>
                    <a:pt x="7526662" y="1397553"/>
                  </a:lnTo>
                  <a:lnTo>
                    <a:pt x="7527330" y="1384206"/>
                  </a:lnTo>
                  <a:lnTo>
                    <a:pt x="7527998" y="1368629"/>
                  </a:lnTo>
                  <a:lnTo>
                    <a:pt x="7528666" y="1350293"/>
                  </a:lnTo>
                  <a:lnTo>
                    <a:pt x="7529334" y="1337088"/>
                  </a:lnTo>
                  <a:lnTo>
                    <a:pt x="7530002" y="1367825"/>
                  </a:lnTo>
                  <a:lnTo>
                    <a:pt x="7530670" y="1368318"/>
                  </a:lnTo>
                  <a:lnTo>
                    <a:pt x="7531338" y="1353971"/>
                  </a:lnTo>
                  <a:lnTo>
                    <a:pt x="7532006" y="1342494"/>
                  </a:lnTo>
                  <a:lnTo>
                    <a:pt x="7532674" y="1332452"/>
                  </a:lnTo>
                  <a:lnTo>
                    <a:pt x="7533342" y="1316671"/>
                  </a:lnTo>
                  <a:lnTo>
                    <a:pt x="7534010" y="1311650"/>
                  </a:lnTo>
                  <a:lnTo>
                    <a:pt x="7534678" y="1325279"/>
                  </a:lnTo>
                  <a:lnTo>
                    <a:pt x="7535347" y="1328426"/>
                  </a:lnTo>
                  <a:lnTo>
                    <a:pt x="7536015" y="1327085"/>
                  </a:lnTo>
                  <a:lnTo>
                    <a:pt x="7536683" y="1314344"/>
                  </a:lnTo>
                  <a:lnTo>
                    <a:pt x="7537351" y="1337207"/>
                  </a:lnTo>
                  <a:lnTo>
                    <a:pt x="7538019" y="1340496"/>
                  </a:lnTo>
                  <a:lnTo>
                    <a:pt x="7538687" y="1364637"/>
                  </a:lnTo>
                  <a:lnTo>
                    <a:pt x="7539355" y="1367320"/>
                  </a:lnTo>
                  <a:lnTo>
                    <a:pt x="7540023" y="1353971"/>
                  </a:lnTo>
                  <a:lnTo>
                    <a:pt x="7540691" y="1341219"/>
                  </a:lnTo>
                  <a:lnTo>
                    <a:pt x="7541359" y="1353444"/>
                  </a:lnTo>
                  <a:lnTo>
                    <a:pt x="7542027" y="1364949"/>
                  </a:lnTo>
                  <a:lnTo>
                    <a:pt x="7542695" y="1375491"/>
                  </a:lnTo>
                  <a:lnTo>
                    <a:pt x="7543363" y="1379795"/>
                  </a:lnTo>
                  <a:lnTo>
                    <a:pt x="7544031" y="1379795"/>
                  </a:lnTo>
                  <a:lnTo>
                    <a:pt x="7544699" y="1367825"/>
                  </a:lnTo>
                  <a:lnTo>
                    <a:pt x="7545367" y="1361013"/>
                  </a:lnTo>
                  <a:lnTo>
                    <a:pt x="7546035" y="1362608"/>
                  </a:lnTo>
                  <a:lnTo>
                    <a:pt x="7546703" y="1363460"/>
                  </a:lnTo>
                  <a:lnTo>
                    <a:pt x="7547371" y="1365871"/>
                  </a:lnTo>
                  <a:lnTo>
                    <a:pt x="7548039" y="1376317"/>
                  </a:lnTo>
                  <a:lnTo>
                    <a:pt x="7548707" y="1359472"/>
                  </a:lnTo>
                  <a:lnTo>
                    <a:pt x="7549375" y="1375039"/>
                  </a:lnTo>
                  <a:lnTo>
                    <a:pt x="7550043" y="1364966"/>
                  </a:lnTo>
                  <a:lnTo>
                    <a:pt x="7550711" y="1359472"/>
                  </a:lnTo>
                  <a:lnTo>
                    <a:pt x="7551379" y="1347058"/>
                  </a:lnTo>
                  <a:lnTo>
                    <a:pt x="7552047" y="1306980"/>
                  </a:lnTo>
                  <a:lnTo>
                    <a:pt x="7552715" y="1227655"/>
                  </a:lnTo>
                  <a:lnTo>
                    <a:pt x="7553383" y="1225423"/>
                  </a:lnTo>
                  <a:lnTo>
                    <a:pt x="7554051" y="1216494"/>
                  </a:lnTo>
                  <a:lnTo>
                    <a:pt x="7554719" y="1234351"/>
                  </a:lnTo>
                  <a:lnTo>
                    <a:pt x="7555387" y="1234351"/>
                  </a:lnTo>
                  <a:lnTo>
                    <a:pt x="7556055" y="1234351"/>
                  </a:lnTo>
                  <a:lnTo>
                    <a:pt x="7556723" y="1252208"/>
                  </a:lnTo>
                  <a:lnTo>
                    <a:pt x="7557391" y="1256672"/>
                  </a:lnTo>
                  <a:lnTo>
                    <a:pt x="7558059" y="1256672"/>
                  </a:lnTo>
                  <a:lnTo>
                    <a:pt x="7558727" y="1256672"/>
                  </a:lnTo>
                  <a:lnTo>
                    <a:pt x="7559395" y="1270065"/>
                  </a:lnTo>
                  <a:lnTo>
                    <a:pt x="7560064" y="1282341"/>
                  </a:lnTo>
                  <a:lnTo>
                    <a:pt x="7560732" y="1308010"/>
                  </a:lnTo>
                  <a:lnTo>
                    <a:pt x="7561400" y="1323635"/>
                  </a:lnTo>
                  <a:lnTo>
                    <a:pt x="7562068" y="1362697"/>
                  </a:lnTo>
                  <a:lnTo>
                    <a:pt x="7562736" y="1393946"/>
                  </a:lnTo>
                  <a:lnTo>
                    <a:pt x="7563404" y="1395062"/>
                  </a:lnTo>
                  <a:lnTo>
                    <a:pt x="7564072" y="1412919"/>
                  </a:lnTo>
                  <a:lnTo>
                    <a:pt x="7564740" y="1412919"/>
                  </a:lnTo>
                  <a:lnTo>
                    <a:pt x="7565408" y="1412919"/>
                  </a:lnTo>
                  <a:lnTo>
                    <a:pt x="7566076" y="1412919"/>
                  </a:lnTo>
                  <a:lnTo>
                    <a:pt x="7566744" y="1395062"/>
                  </a:lnTo>
                  <a:lnTo>
                    <a:pt x="7567412" y="1390598"/>
                  </a:lnTo>
                  <a:lnTo>
                    <a:pt x="7568080" y="1390598"/>
                  </a:lnTo>
                  <a:lnTo>
                    <a:pt x="7568748" y="1390598"/>
                  </a:lnTo>
                  <a:lnTo>
                    <a:pt x="7569416" y="1390598"/>
                  </a:lnTo>
                  <a:lnTo>
                    <a:pt x="7570084" y="1390598"/>
                  </a:lnTo>
                  <a:lnTo>
                    <a:pt x="7570752" y="1380554"/>
                  </a:lnTo>
                  <a:lnTo>
                    <a:pt x="7571420" y="1338144"/>
                  </a:lnTo>
                  <a:lnTo>
                    <a:pt x="7572088" y="1323635"/>
                  </a:lnTo>
                  <a:lnTo>
                    <a:pt x="7572756" y="1326983"/>
                  </a:lnTo>
                  <a:lnTo>
                    <a:pt x="7573424" y="1345956"/>
                  </a:lnTo>
                  <a:lnTo>
                    <a:pt x="7574092" y="1345956"/>
                  </a:lnTo>
                  <a:lnTo>
                    <a:pt x="7574760" y="1345956"/>
                  </a:lnTo>
                  <a:lnTo>
                    <a:pt x="7575428" y="1345956"/>
                  </a:lnTo>
                  <a:lnTo>
                    <a:pt x="7576096" y="1363822"/>
                  </a:lnTo>
                  <a:lnTo>
                    <a:pt x="7576764" y="1357510"/>
                  </a:lnTo>
                  <a:lnTo>
                    <a:pt x="7577432" y="1367713"/>
                  </a:lnTo>
                  <a:lnTo>
                    <a:pt x="7578100" y="1347568"/>
                  </a:lnTo>
                  <a:lnTo>
                    <a:pt x="7578768" y="1331085"/>
                  </a:lnTo>
                  <a:lnTo>
                    <a:pt x="7579436" y="1318265"/>
                  </a:lnTo>
                  <a:lnTo>
                    <a:pt x="7580104" y="1294457"/>
                  </a:lnTo>
                  <a:lnTo>
                    <a:pt x="7580772" y="1302699"/>
                  </a:lnTo>
                  <a:lnTo>
                    <a:pt x="7581440" y="1329254"/>
                  </a:lnTo>
                  <a:lnTo>
                    <a:pt x="7582108" y="1319181"/>
                  </a:lnTo>
                  <a:lnTo>
                    <a:pt x="7582776" y="1312771"/>
                  </a:lnTo>
                  <a:lnTo>
                    <a:pt x="7583444" y="1304530"/>
                  </a:lnTo>
                  <a:lnTo>
                    <a:pt x="7584113" y="1302569"/>
                  </a:lnTo>
                  <a:lnTo>
                    <a:pt x="7584781" y="1279892"/>
                  </a:lnTo>
                  <a:lnTo>
                    <a:pt x="7585449" y="1279892"/>
                  </a:lnTo>
                  <a:lnTo>
                    <a:pt x="7586117" y="1290338"/>
                  </a:lnTo>
                  <a:lnTo>
                    <a:pt x="7586785" y="1310427"/>
                  </a:lnTo>
                  <a:lnTo>
                    <a:pt x="7587453" y="1276143"/>
                  </a:lnTo>
                  <a:lnTo>
                    <a:pt x="7588121" y="1277059"/>
                  </a:lnTo>
                  <a:lnTo>
                    <a:pt x="7588789" y="1272481"/>
                  </a:lnTo>
                  <a:lnTo>
                    <a:pt x="7589457" y="1274593"/>
                  </a:lnTo>
                  <a:lnTo>
                    <a:pt x="7590125" y="1283106"/>
                  </a:lnTo>
                  <a:lnTo>
                    <a:pt x="7590793" y="1282059"/>
                  </a:lnTo>
                  <a:lnTo>
                    <a:pt x="7591461" y="1289236"/>
                  </a:lnTo>
                  <a:lnTo>
                    <a:pt x="7592129" y="1308377"/>
                  </a:lnTo>
                  <a:lnTo>
                    <a:pt x="7592797" y="1313960"/>
                  </a:lnTo>
                  <a:lnTo>
                    <a:pt x="7593465" y="1321137"/>
                  </a:lnTo>
                  <a:lnTo>
                    <a:pt x="7594133" y="1335493"/>
                  </a:lnTo>
                  <a:lnTo>
                    <a:pt x="7594801" y="1352241"/>
                  </a:lnTo>
                  <a:lnTo>
                    <a:pt x="7595469" y="1334695"/>
                  </a:lnTo>
                  <a:lnTo>
                    <a:pt x="7596137" y="1319542"/>
                  </a:lnTo>
                  <a:lnTo>
                    <a:pt x="7596805" y="1313960"/>
                  </a:lnTo>
                  <a:lnTo>
                    <a:pt x="7597473" y="1313960"/>
                  </a:lnTo>
                  <a:lnTo>
                    <a:pt x="7598141" y="1317947"/>
                  </a:lnTo>
                  <a:lnTo>
                    <a:pt x="7598809" y="1333100"/>
                  </a:lnTo>
                  <a:lnTo>
                    <a:pt x="7599477" y="1357032"/>
                  </a:lnTo>
                  <a:lnTo>
                    <a:pt x="7600145" y="1356053"/>
                  </a:lnTo>
                  <a:lnTo>
                    <a:pt x="7600813" y="1331085"/>
                  </a:lnTo>
                  <a:lnTo>
                    <a:pt x="7601481" y="1331085"/>
                  </a:lnTo>
                  <a:lnTo>
                    <a:pt x="7602149" y="1331085"/>
                  </a:lnTo>
                  <a:lnTo>
                    <a:pt x="7602817" y="1324675"/>
                  </a:lnTo>
                  <a:lnTo>
                    <a:pt x="7603485" y="1298120"/>
                  </a:lnTo>
                  <a:lnTo>
                    <a:pt x="7604153" y="1299353"/>
                  </a:lnTo>
                  <a:lnTo>
                    <a:pt x="7604821" y="1309840"/>
                  </a:lnTo>
                  <a:lnTo>
                    <a:pt x="7605489" y="1315560"/>
                  </a:lnTo>
                  <a:lnTo>
                    <a:pt x="7606157" y="1293502"/>
                  </a:lnTo>
                  <a:lnTo>
                    <a:pt x="7606825" y="1266716"/>
                  </a:lnTo>
                  <a:lnTo>
                    <a:pt x="7607493" y="1243279"/>
                  </a:lnTo>
                  <a:lnTo>
                    <a:pt x="7608161" y="1231003"/>
                  </a:lnTo>
                  <a:lnTo>
                    <a:pt x="7608830" y="1255496"/>
                  </a:lnTo>
                  <a:lnTo>
                    <a:pt x="7609498" y="1235853"/>
                  </a:lnTo>
                  <a:lnTo>
                    <a:pt x="7610166" y="1226055"/>
                  </a:lnTo>
                  <a:lnTo>
                    <a:pt x="7610834" y="1215609"/>
                  </a:lnTo>
                  <a:lnTo>
                    <a:pt x="7611502" y="1210282"/>
                  </a:lnTo>
                  <a:lnTo>
                    <a:pt x="7612170" y="1202307"/>
                  </a:lnTo>
                  <a:lnTo>
                    <a:pt x="7612838" y="1207889"/>
                  </a:lnTo>
                  <a:lnTo>
                    <a:pt x="7613506" y="1231017"/>
                  </a:lnTo>
                  <a:lnTo>
                    <a:pt x="7614174" y="1231017"/>
                  </a:lnTo>
                  <a:lnTo>
                    <a:pt x="7614842" y="1206294"/>
                  </a:lnTo>
                  <a:lnTo>
                    <a:pt x="7615510" y="1172798"/>
                  </a:lnTo>
                  <a:lnTo>
                    <a:pt x="7616178" y="1134517"/>
                  </a:lnTo>
                  <a:lnTo>
                    <a:pt x="7616846" y="1124150"/>
                  </a:lnTo>
                  <a:lnTo>
                    <a:pt x="7617514" y="1119365"/>
                  </a:lnTo>
                  <a:lnTo>
                    <a:pt x="7618182" y="1121757"/>
                  </a:lnTo>
                  <a:lnTo>
                    <a:pt x="7618850" y="1140880"/>
                  </a:lnTo>
                  <a:lnTo>
                    <a:pt x="7619518" y="1096261"/>
                  </a:lnTo>
                  <a:lnTo>
                    <a:pt x="7620186" y="1129646"/>
                  </a:lnTo>
                  <a:lnTo>
                    <a:pt x="7620854" y="1120689"/>
                  </a:lnTo>
                  <a:lnTo>
                    <a:pt x="7621522" y="1053551"/>
                  </a:lnTo>
                  <a:lnTo>
                    <a:pt x="7622190" y="1027882"/>
                  </a:lnTo>
                  <a:lnTo>
                    <a:pt x="7622858" y="1011141"/>
                  </a:lnTo>
                  <a:lnTo>
                    <a:pt x="7623526" y="1011141"/>
                  </a:lnTo>
                  <a:lnTo>
                    <a:pt x="7624194" y="1015605"/>
                  </a:lnTo>
                  <a:lnTo>
                    <a:pt x="7624862" y="1047970"/>
                  </a:lnTo>
                  <a:lnTo>
                    <a:pt x="7625530" y="1088148"/>
                  </a:lnTo>
                  <a:lnTo>
                    <a:pt x="7626198" y="1109353"/>
                  </a:lnTo>
                  <a:lnTo>
                    <a:pt x="7626866" y="1100425"/>
                  </a:lnTo>
                  <a:lnTo>
                    <a:pt x="7627534" y="1118282"/>
                  </a:lnTo>
                  <a:lnTo>
                    <a:pt x="7628202" y="1101541"/>
                  </a:lnTo>
                  <a:lnTo>
                    <a:pt x="7628870" y="1102657"/>
                  </a:lnTo>
                  <a:lnTo>
                    <a:pt x="7629538" y="1181615"/>
                  </a:lnTo>
                  <a:lnTo>
                    <a:pt x="7630206" y="1209732"/>
                  </a:lnTo>
                  <a:lnTo>
                    <a:pt x="7630874" y="1225940"/>
                  </a:lnTo>
                  <a:lnTo>
                    <a:pt x="7631542" y="1229443"/>
                  </a:lnTo>
                  <a:lnTo>
                    <a:pt x="7632210" y="1267839"/>
                  </a:lnTo>
                  <a:lnTo>
                    <a:pt x="7632878" y="1271691"/>
                  </a:lnTo>
                  <a:lnTo>
                    <a:pt x="7633547" y="1288008"/>
                  </a:lnTo>
                  <a:lnTo>
                    <a:pt x="7634215" y="1282240"/>
                  </a:lnTo>
                  <a:lnTo>
                    <a:pt x="7634883" y="1302273"/>
                  </a:lnTo>
                  <a:lnTo>
                    <a:pt x="7635551" y="1296908"/>
                  </a:lnTo>
                  <a:lnTo>
                    <a:pt x="7636219" y="1312332"/>
                  </a:lnTo>
                  <a:lnTo>
                    <a:pt x="7636887" y="1347202"/>
                  </a:lnTo>
                  <a:lnTo>
                    <a:pt x="7637555" y="1354579"/>
                  </a:lnTo>
                  <a:lnTo>
                    <a:pt x="7638223" y="1375367"/>
                  </a:lnTo>
                  <a:lnTo>
                    <a:pt x="7638891" y="1358602"/>
                  </a:lnTo>
                  <a:lnTo>
                    <a:pt x="7639559" y="1363296"/>
                  </a:lnTo>
                  <a:lnTo>
                    <a:pt x="7640227" y="1353971"/>
                  </a:lnTo>
                  <a:lnTo>
                    <a:pt x="7640895" y="1353971"/>
                  </a:lnTo>
                  <a:lnTo>
                    <a:pt x="7641563" y="1369982"/>
                  </a:lnTo>
                  <a:lnTo>
                    <a:pt x="7642231" y="1396588"/>
                  </a:lnTo>
                  <a:lnTo>
                    <a:pt x="7642899" y="1386763"/>
                  </a:lnTo>
                  <a:lnTo>
                    <a:pt x="7643567" y="1397195"/>
                  </a:lnTo>
                  <a:lnTo>
                    <a:pt x="7644235" y="1339654"/>
                  </a:lnTo>
                  <a:lnTo>
                    <a:pt x="7644903" y="1321062"/>
                  </a:lnTo>
                  <a:lnTo>
                    <a:pt x="7645571" y="1316939"/>
                  </a:lnTo>
                  <a:lnTo>
                    <a:pt x="7646239" y="1323635"/>
                  </a:lnTo>
                  <a:lnTo>
                    <a:pt x="7646907" y="1323635"/>
                  </a:lnTo>
                  <a:lnTo>
                    <a:pt x="7647575" y="1323635"/>
                  </a:lnTo>
                  <a:lnTo>
                    <a:pt x="7648243" y="1332563"/>
                  </a:lnTo>
                  <a:lnTo>
                    <a:pt x="7648911" y="1361581"/>
                  </a:lnTo>
                  <a:lnTo>
                    <a:pt x="7649579" y="1368277"/>
                  </a:lnTo>
                  <a:lnTo>
                    <a:pt x="7650247" y="1368277"/>
                  </a:lnTo>
                  <a:lnTo>
                    <a:pt x="7650915" y="1354884"/>
                  </a:lnTo>
                  <a:lnTo>
                    <a:pt x="7651583" y="1345956"/>
                  </a:lnTo>
                  <a:lnTo>
                    <a:pt x="7652251" y="1345956"/>
                  </a:lnTo>
                  <a:lnTo>
                    <a:pt x="7652919" y="1345956"/>
                  </a:lnTo>
                  <a:lnTo>
                    <a:pt x="7653587" y="1345956"/>
                  </a:lnTo>
                  <a:lnTo>
                    <a:pt x="7654255" y="1399526"/>
                  </a:lnTo>
                  <a:lnTo>
                    <a:pt x="7654923" y="1412919"/>
                  </a:lnTo>
                  <a:lnTo>
                    <a:pt x="7655591" y="1412919"/>
                  </a:lnTo>
                  <a:lnTo>
                    <a:pt x="7656259" y="1433484"/>
                  </a:lnTo>
                  <a:lnTo>
                    <a:pt x="7656927" y="1435289"/>
                  </a:lnTo>
                  <a:lnTo>
                    <a:pt x="7657595" y="1435289"/>
                  </a:lnTo>
                  <a:lnTo>
                    <a:pt x="7658264" y="1435289"/>
                  </a:lnTo>
                  <a:lnTo>
                    <a:pt x="7658932" y="1435289"/>
                  </a:lnTo>
                  <a:lnTo>
                    <a:pt x="7659600" y="1435289"/>
                  </a:lnTo>
                  <a:lnTo>
                    <a:pt x="7660268" y="1435289"/>
                  </a:lnTo>
                  <a:lnTo>
                    <a:pt x="7660936" y="1435289"/>
                  </a:lnTo>
                  <a:lnTo>
                    <a:pt x="7661604" y="1435289"/>
                  </a:lnTo>
                  <a:lnTo>
                    <a:pt x="7662272" y="1435289"/>
                  </a:lnTo>
                  <a:lnTo>
                    <a:pt x="7662940" y="1435289"/>
                  </a:lnTo>
                  <a:lnTo>
                    <a:pt x="7663608" y="1435289"/>
                  </a:lnTo>
                  <a:lnTo>
                    <a:pt x="7664276" y="1435289"/>
                  </a:lnTo>
                  <a:lnTo>
                    <a:pt x="7664944" y="1435289"/>
                  </a:lnTo>
                  <a:lnTo>
                    <a:pt x="7665612" y="1435289"/>
                  </a:lnTo>
                  <a:lnTo>
                    <a:pt x="7666280" y="1435289"/>
                  </a:lnTo>
                  <a:lnTo>
                    <a:pt x="7666948" y="1435289"/>
                  </a:lnTo>
                  <a:lnTo>
                    <a:pt x="7667616" y="1435289"/>
                  </a:lnTo>
                  <a:lnTo>
                    <a:pt x="7668284" y="1435289"/>
                  </a:lnTo>
                  <a:lnTo>
                    <a:pt x="7668952" y="1435240"/>
                  </a:lnTo>
                  <a:lnTo>
                    <a:pt x="7669620" y="1435240"/>
                  </a:lnTo>
                  <a:lnTo>
                    <a:pt x="7670288" y="1435240"/>
                  </a:lnTo>
                  <a:lnTo>
                    <a:pt x="7670956" y="1435240"/>
                  </a:lnTo>
                  <a:lnTo>
                    <a:pt x="7671624" y="1435240"/>
                  </a:lnTo>
                  <a:lnTo>
                    <a:pt x="7672292" y="1435240"/>
                  </a:lnTo>
                  <a:lnTo>
                    <a:pt x="7672960" y="1435240"/>
                  </a:lnTo>
                  <a:lnTo>
                    <a:pt x="7673628" y="1435240"/>
                  </a:lnTo>
                  <a:lnTo>
                    <a:pt x="7674296" y="1435240"/>
                  </a:lnTo>
                  <a:lnTo>
                    <a:pt x="7674964" y="1435240"/>
                  </a:lnTo>
                  <a:lnTo>
                    <a:pt x="7675632" y="1435240"/>
                  </a:lnTo>
                  <a:lnTo>
                    <a:pt x="7676300" y="1435240"/>
                  </a:lnTo>
                  <a:lnTo>
                    <a:pt x="7676968" y="1435240"/>
                  </a:lnTo>
                  <a:lnTo>
                    <a:pt x="7677636" y="1435240"/>
                  </a:lnTo>
                  <a:lnTo>
                    <a:pt x="7678304" y="1435240"/>
                  </a:lnTo>
                  <a:lnTo>
                    <a:pt x="7678972" y="1418499"/>
                  </a:lnTo>
                  <a:lnTo>
                    <a:pt x="7679640" y="1412919"/>
                  </a:lnTo>
                  <a:lnTo>
                    <a:pt x="7680308" y="1412919"/>
                  </a:lnTo>
                  <a:lnTo>
                    <a:pt x="7680976" y="1412919"/>
                  </a:lnTo>
                  <a:lnTo>
                    <a:pt x="7681644" y="1412919"/>
                  </a:lnTo>
                  <a:lnTo>
                    <a:pt x="7682313" y="1412919"/>
                  </a:lnTo>
                  <a:lnTo>
                    <a:pt x="7682981" y="1412919"/>
                  </a:lnTo>
                  <a:lnTo>
                    <a:pt x="7683649" y="1411803"/>
                  </a:lnTo>
                  <a:lnTo>
                    <a:pt x="7684317" y="1390598"/>
                  </a:lnTo>
                  <a:lnTo>
                    <a:pt x="7684985" y="1390598"/>
                  </a:lnTo>
                  <a:lnTo>
                    <a:pt x="7685653" y="1390598"/>
                  </a:lnTo>
                  <a:lnTo>
                    <a:pt x="7686321" y="1390598"/>
                  </a:lnTo>
                  <a:lnTo>
                    <a:pt x="7686989" y="1390598"/>
                  </a:lnTo>
                  <a:lnTo>
                    <a:pt x="7687657" y="1390598"/>
                  </a:lnTo>
                  <a:lnTo>
                    <a:pt x="7688325" y="1390598"/>
                  </a:lnTo>
                  <a:lnTo>
                    <a:pt x="7688993" y="1407339"/>
                  </a:lnTo>
                  <a:lnTo>
                    <a:pt x="7689661" y="1412919"/>
                  </a:lnTo>
                  <a:lnTo>
                    <a:pt x="7690329" y="1412919"/>
                  </a:lnTo>
                  <a:lnTo>
                    <a:pt x="7690997" y="1412919"/>
                  </a:lnTo>
                  <a:lnTo>
                    <a:pt x="7691665" y="1412919"/>
                  </a:lnTo>
                  <a:lnTo>
                    <a:pt x="7692333" y="1412919"/>
                  </a:lnTo>
                  <a:lnTo>
                    <a:pt x="7693001" y="1408455"/>
                  </a:lnTo>
                  <a:lnTo>
                    <a:pt x="7693669" y="1391714"/>
                  </a:lnTo>
                  <a:lnTo>
                    <a:pt x="7694337" y="1411803"/>
                  </a:lnTo>
                  <a:lnTo>
                    <a:pt x="7695005" y="1390598"/>
                  </a:lnTo>
                  <a:lnTo>
                    <a:pt x="7695673" y="1390598"/>
                  </a:lnTo>
                  <a:lnTo>
                    <a:pt x="7696341" y="1390598"/>
                  </a:lnTo>
                  <a:lnTo>
                    <a:pt x="7697009" y="1390598"/>
                  </a:lnTo>
                  <a:lnTo>
                    <a:pt x="7697677" y="1390598"/>
                  </a:lnTo>
                  <a:lnTo>
                    <a:pt x="7698345" y="1390598"/>
                  </a:lnTo>
                  <a:lnTo>
                    <a:pt x="7699013" y="1390598"/>
                  </a:lnTo>
                  <a:lnTo>
                    <a:pt x="7699681" y="1390598"/>
                  </a:lnTo>
                  <a:lnTo>
                    <a:pt x="7700349" y="1390598"/>
                  </a:lnTo>
                  <a:lnTo>
                    <a:pt x="7701017" y="1390598"/>
                  </a:lnTo>
                  <a:lnTo>
                    <a:pt x="7701685" y="1390598"/>
                  </a:lnTo>
                  <a:lnTo>
                    <a:pt x="7702353" y="1368277"/>
                  </a:lnTo>
                  <a:lnTo>
                    <a:pt x="7703021" y="1350420"/>
                  </a:lnTo>
                  <a:lnTo>
                    <a:pt x="7703689" y="1350420"/>
                  </a:lnTo>
                  <a:lnTo>
                    <a:pt x="7704357" y="1347072"/>
                  </a:lnTo>
                  <a:lnTo>
                    <a:pt x="7705025" y="1368277"/>
                  </a:lnTo>
                  <a:lnTo>
                    <a:pt x="7705693" y="1363813"/>
                  </a:lnTo>
                  <a:lnTo>
                    <a:pt x="7706361" y="1345956"/>
                  </a:lnTo>
                  <a:lnTo>
                    <a:pt x="7707030" y="1334795"/>
                  </a:lnTo>
                  <a:lnTo>
                    <a:pt x="7707698" y="1282341"/>
                  </a:lnTo>
                  <a:lnTo>
                    <a:pt x="7708366" y="1278993"/>
                  </a:lnTo>
                  <a:lnTo>
                    <a:pt x="7709034" y="1278993"/>
                  </a:lnTo>
                  <a:lnTo>
                    <a:pt x="7709702" y="1278993"/>
                  </a:lnTo>
                  <a:lnTo>
                    <a:pt x="7710370" y="1272297"/>
                  </a:lnTo>
                  <a:lnTo>
                    <a:pt x="7711038" y="1256672"/>
                  </a:lnTo>
                  <a:lnTo>
                    <a:pt x="7711706" y="1256672"/>
                  </a:lnTo>
                  <a:lnTo>
                    <a:pt x="7712374" y="1266716"/>
                  </a:lnTo>
                  <a:lnTo>
                    <a:pt x="7713042" y="1260020"/>
                  </a:lnTo>
                  <a:lnTo>
                    <a:pt x="7713710" y="1274529"/>
                  </a:lnTo>
                  <a:lnTo>
                    <a:pt x="7714378" y="1278993"/>
                  </a:lnTo>
                  <a:lnTo>
                    <a:pt x="7715046" y="1278993"/>
                  </a:lnTo>
                  <a:lnTo>
                    <a:pt x="7715714" y="1278993"/>
                  </a:lnTo>
                  <a:lnTo>
                    <a:pt x="7716382" y="1275645"/>
                  </a:lnTo>
                  <a:lnTo>
                    <a:pt x="7717050" y="1267833"/>
                  </a:lnTo>
                  <a:lnTo>
                    <a:pt x="7717718" y="1318055"/>
                  </a:lnTo>
                  <a:lnTo>
                    <a:pt x="7718386" y="1310799"/>
                  </a:lnTo>
                  <a:lnTo>
                    <a:pt x="7719054" y="1289819"/>
                  </a:lnTo>
                  <a:lnTo>
                    <a:pt x="7719722" y="1276143"/>
                  </a:lnTo>
                  <a:lnTo>
                    <a:pt x="7720390" y="1264239"/>
                  </a:lnTo>
                  <a:lnTo>
                    <a:pt x="7721058" y="1276143"/>
                  </a:lnTo>
                  <a:lnTo>
                    <a:pt x="7721726" y="1276143"/>
                  </a:lnTo>
                  <a:lnTo>
                    <a:pt x="7722394" y="1267902"/>
                  </a:lnTo>
                  <a:lnTo>
                    <a:pt x="7723062" y="1291710"/>
                  </a:lnTo>
                  <a:lnTo>
                    <a:pt x="7723730" y="1294457"/>
                  </a:lnTo>
                  <a:lnTo>
                    <a:pt x="7724398" y="1292626"/>
                  </a:lnTo>
                  <a:lnTo>
                    <a:pt x="7725066" y="1305861"/>
                  </a:lnTo>
                  <a:lnTo>
                    <a:pt x="7725734" y="1310427"/>
                  </a:lnTo>
                  <a:lnTo>
                    <a:pt x="7726402" y="1300402"/>
                  </a:lnTo>
                  <a:lnTo>
                    <a:pt x="7727070" y="1313960"/>
                  </a:lnTo>
                  <a:lnTo>
                    <a:pt x="7727738" y="1306782"/>
                  </a:lnTo>
                  <a:lnTo>
                    <a:pt x="7728406" y="1334533"/>
                  </a:lnTo>
                  <a:lnTo>
                    <a:pt x="7729074" y="1349471"/>
                  </a:lnTo>
                  <a:lnTo>
                    <a:pt x="7729742" y="1331085"/>
                  </a:lnTo>
                  <a:lnTo>
                    <a:pt x="7730410" y="1316434"/>
                  </a:lnTo>
                  <a:lnTo>
                    <a:pt x="7731078" y="1304530"/>
                  </a:lnTo>
                  <a:lnTo>
                    <a:pt x="7731747" y="1286216"/>
                  </a:lnTo>
                  <a:lnTo>
                    <a:pt x="7732415" y="1294457"/>
                  </a:lnTo>
                  <a:lnTo>
                    <a:pt x="7733083" y="1287132"/>
                  </a:lnTo>
                  <a:lnTo>
                    <a:pt x="7733751" y="1276143"/>
                  </a:lnTo>
                  <a:lnTo>
                    <a:pt x="7734419" y="1259661"/>
                  </a:lnTo>
                  <a:lnTo>
                    <a:pt x="7735087" y="1257289"/>
                  </a:lnTo>
                  <a:lnTo>
                    <a:pt x="7735755" y="1248822"/>
                  </a:lnTo>
                  <a:lnTo>
                    <a:pt x="7736423" y="1212030"/>
                  </a:lnTo>
                  <a:lnTo>
                    <a:pt x="7737091" y="1212030"/>
                  </a:lnTo>
                  <a:lnTo>
                    <a:pt x="7737759" y="1224306"/>
                  </a:lnTo>
                  <a:lnTo>
                    <a:pt x="7738427" y="1234351"/>
                  </a:lnTo>
                  <a:lnTo>
                    <a:pt x="7739095" y="1205334"/>
                  </a:lnTo>
                  <a:lnTo>
                    <a:pt x="7739763" y="1195289"/>
                  </a:lnTo>
                  <a:lnTo>
                    <a:pt x="7740431" y="1206450"/>
                  </a:lnTo>
                  <a:lnTo>
                    <a:pt x="7741099" y="1219842"/>
                  </a:lnTo>
                  <a:lnTo>
                    <a:pt x="7741767" y="1188593"/>
                  </a:lnTo>
                  <a:lnTo>
                    <a:pt x="7742435" y="1242148"/>
                  </a:lnTo>
                  <a:lnTo>
                    <a:pt x="7743103" y="1264719"/>
                  </a:lnTo>
                  <a:lnTo>
                    <a:pt x="7743771" y="1276678"/>
                  </a:lnTo>
                  <a:lnTo>
                    <a:pt x="7744439" y="1282059"/>
                  </a:lnTo>
                  <a:lnTo>
                    <a:pt x="7745107" y="1286046"/>
                  </a:lnTo>
                  <a:lnTo>
                    <a:pt x="7745775" y="1283654"/>
                  </a:lnTo>
                  <a:lnTo>
                    <a:pt x="7746443" y="1282059"/>
                  </a:lnTo>
                  <a:lnTo>
                    <a:pt x="7747111" y="1262918"/>
                  </a:lnTo>
                  <a:lnTo>
                    <a:pt x="7747779" y="1250158"/>
                  </a:lnTo>
                  <a:lnTo>
                    <a:pt x="7748447" y="1250158"/>
                  </a:lnTo>
                  <a:lnTo>
                    <a:pt x="7749115" y="1270893"/>
                  </a:lnTo>
                  <a:lnTo>
                    <a:pt x="7749783" y="1294022"/>
                  </a:lnTo>
                  <a:lnTo>
                    <a:pt x="7750451" y="1304389"/>
                  </a:lnTo>
                  <a:lnTo>
                    <a:pt x="7751119" y="1299604"/>
                  </a:lnTo>
                  <a:lnTo>
                    <a:pt x="7751787" y="1337885"/>
                  </a:lnTo>
                  <a:lnTo>
                    <a:pt x="7752455" y="1341242"/>
                  </a:lnTo>
                  <a:lnTo>
                    <a:pt x="7753123" y="1338442"/>
                  </a:lnTo>
                  <a:lnTo>
                    <a:pt x="7753791" y="1339078"/>
                  </a:lnTo>
                  <a:lnTo>
                    <a:pt x="7754459" y="1299082"/>
                  </a:lnTo>
                  <a:lnTo>
                    <a:pt x="7755127" y="1330080"/>
                  </a:lnTo>
                  <a:lnTo>
                    <a:pt x="7755796" y="1308887"/>
                  </a:lnTo>
                  <a:lnTo>
                    <a:pt x="7756464" y="1294586"/>
                  </a:lnTo>
                  <a:lnTo>
                    <a:pt x="7757132" y="1286958"/>
                  </a:lnTo>
                  <a:lnTo>
                    <a:pt x="7757800" y="1294341"/>
                  </a:lnTo>
                  <a:lnTo>
                    <a:pt x="7758468" y="1265429"/>
                  </a:lnTo>
                  <a:lnTo>
                    <a:pt x="7759136" y="1259964"/>
                  </a:lnTo>
                  <a:lnTo>
                    <a:pt x="7759804" y="1219116"/>
                  </a:lnTo>
                  <a:lnTo>
                    <a:pt x="7760472" y="1241920"/>
                  </a:lnTo>
                  <a:lnTo>
                    <a:pt x="7761140" y="1241920"/>
                  </a:lnTo>
                  <a:lnTo>
                    <a:pt x="7761808" y="1220462"/>
                  </a:lnTo>
                  <a:lnTo>
                    <a:pt x="7762476" y="1220462"/>
                  </a:lnTo>
                  <a:lnTo>
                    <a:pt x="7763144" y="1220462"/>
                  </a:lnTo>
                  <a:lnTo>
                    <a:pt x="7763812" y="1213756"/>
                  </a:lnTo>
                  <a:lnTo>
                    <a:pt x="7764480" y="1196320"/>
                  </a:lnTo>
                  <a:lnTo>
                    <a:pt x="7765148" y="1167485"/>
                  </a:lnTo>
                  <a:lnTo>
                    <a:pt x="7765816" y="1162121"/>
                  </a:lnTo>
                  <a:lnTo>
                    <a:pt x="7766484" y="1180897"/>
                  </a:lnTo>
                  <a:lnTo>
                    <a:pt x="7767152" y="1153123"/>
                  </a:lnTo>
                  <a:lnTo>
                    <a:pt x="7767820" y="1176551"/>
                  </a:lnTo>
                  <a:lnTo>
                    <a:pt x="7768488" y="1208190"/>
                  </a:lnTo>
                  <a:lnTo>
                    <a:pt x="7769156" y="1200342"/>
                  </a:lnTo>
                  <a:lnTo>
                    <a:pt x="7769824" y="1191899"/>
                  </a:lnTo>
                  <a:lnTo>
                    <a:pt x="7770492" y="1149668"/>
                  </a:lnTo>
                  <a:lnTo>
                    <a:pt x="7771160" y="1105811"/>
                  </a:lnTo>
                  <a:lnTo>
                    <a:pt x="7771828" y="1108989"/>
                  </a:lnTo>
                  <a:lnTo>
                    <a:pt x="7772496" y="1008909"/>
                  </a:lnTo>
                  <a:lnTo>
                    <a:pt x="7773164" y="964267"/>
                  </a:lnTo>
                  <a:lnTo>
                    <a:pt x="7773832" y="939714"/>
                  </a:lnTo>
                  <a:lnTo>
                    <a:pt x="7774500" y="968731"/>
                  </a:lnTo>
                  <a:lnTo>
                    <a:pt x="7775168" y="1010025"/>
                  </a:lnTo>
                  <a:lnTo>
                    <a:pt x="7775836" y="1039042"/>
                  </a:lnTo>
                  <a:lnTo>
                    <a:pt x="7776504" y="1040158"/>
                  </a:lnTo>
                  <a:lnTo>
                    <a:pt x="7777172" y="1055783"/>
                  </a:lnTo>
                  <a:lnTo>
                    <a:pt x="7777840" y="1078104"/>
                  </a:lnTo>
                  <a:lnTo>
                    <a:pt x="7778508" y="1063595"/>
                  </a:lnTo>
                  <a:lnTo>
                    <a:pt x="7779176" y="1037926"/>
                  </a:lnTo>
                  <a:lnTo>
                    <a:pt x="7779844" y="988820"/>
                  </a:lnTo>
                  <a:lnTo>
                    <a:pt x="7780513" y="1013373"/>
                  </a:lnTo>
                  <a:lnTo>
                    <a:pt x="7781181" y="1071408"/>
                  </a:lnTo>
                  <a:lnTo>
                    <a:pt x="7781849" y="1076988"/>
                  </a:lnTo>
                  <a:lnTo>
                    <a:pt x="7782517" y="1102657"/>
                  </a:lnTo>
                  <a:lnTo>
                    <a:pt x="7783185" y="1147299"/>
                  </a:lnTo>
                  <a:lnTo>
                    <a:pt x="7783853" y="1183013"/>
                  </a:lnTo>
                  <a:lnTo>
                    <a:pt x="7784521" y="1191941"/>
                  </a:lnTo>
                  <a:lnTo>
                    <a:pt x="7785189" y="1212030"/>
                  </a:lnTo>
                  <a:lnTo>
                    <a:pt x="7785857" y="1228771"/>
                  </a:lnTo>
                  <a:lnTo>
                    <a:pt x="7786525" y="1225423"/>
                  </a:lnTo>
                  <a:lnTo>
                    <a:pt x="7787193" y="1225423"/>
                  </a:lnTo>
                  <a:lnTo>
                    <a:pt x="7787861" y="1212030"/>
                  </a:lnTo>
                  <a:lnTo>
                    <a:pt x="7788529" y="1212030"/>
                  </a:lnTo>
                  <a:lnTo>
                    <a:pt x="7789197" y="1207566"/>
                  </a:lnTo>
                  <a:lnTo>
                    <a:pt x="7789865" y="1260263"/>
                  </a:lnTo>
                  <a:lnTo>
                    <a:pt x="7790533" y="1248960"/>
                  </a:lnTo>
                  <a:lnTo>
                    <a:pt x="7791201" y="1237684"/>
                  </a:lnTo>
                  <a:lnTo>
                    <a:pt x="7791869" y="1216623"/>
                  </a:lnTo>
                  <a:lnTo>
                    <a:pt x="7792537" y="1221202"/>
                  </a:lnTo>
                  <a:lnTo>
                    <a:pt x="7793205" y="1214792"/>
                  </a:lnTo>
                  <a:lnTo>
                    <a:pt x="7793873" y="1202888"/>
                  </a:lnTo>
                  <a:lnTo>
                    <a:pt x="7794541" y="1215707"/>
                  </a:lnTo>
                  <a:lnTo>
                    <a:pt x="7795209" y="1221202"/>
                  </a:lnTo>
                  <a:lnTo>
                    <a:pt x="7795877" y="1221202"/>
                  </a:lnTo>
                  <a:lnTo>
                    <a:pt x="7796545" y="1229443"/>
                  </a:lnTo>
                  <a:lnTo>
                    <a:pt x="7797213" y="1246841"/>
                  </a:lnTo>
                  <a:lnTo>
                    <a:pt x="7797881" y="1257829"/>
                  </a:lnTo>
                  <a:lnTo>
                    <a:pt x="7798549" y="1269733"/>
                  </a:lnTo>
                  <a:lnTo>
                    <a:pt x="7799217" y="1302699"/>
                  </a:lnTo>
                  <a:lnTo>
                    <a:pt x="7799885" y="1344163"/>
                  </a:lnTo>
                  <a:lnTo>
                    <a:pt x="7800553" y="1379212"/>
                  </a:lnTo>
                  <a:lnTo>
                    <a:pt x="7801221" y="1370509"/>
                  </a:lnTo>
                  <a:lnTo>
                    <a:pt x="7801889" y="1410687"/>
                  </a:lnTo>
                  <a:lnTo>
                    <a:pt x="7802557" y="1412919"/>
                  </a:lnTo>
                  <a:lnTo>
                    <a:pt x="7803225" y="1420731"/>
                  </a:lnTo>
                  <a:lnTo>
                    <a:pt x="7803893" y="1435240"/>
                  </a:lnTo>
                  <a:lnTo>
                    <a:pt x="7804561" y="1435240"/>
                  </a:lnTo>
                  <a:lnTo>
                    <a:pt x="7805230" y="1426312"/>
                  </a:lnTo>
                  <a:lnTo>
                    <a:pt x="7805898" y="1410249"/>
                  </a:lnTo>
                  <a:lnTo>
                    <a:pt x="7806566" y="1367998"/>
                  </a:lnTo>
                  <a:lnTo>
                    <a:pt x="7807234" y="1367713"/>
                  </a:lnTo>
                  <a:lnTo>
                    <a:pt x="7807902" y="1347568"/>
                  </a:lnTo>
                  <a:lnTo>
                    <a:pt x="7808570" y="1312771"/>
                  </a:lnTo>
                  <a:lnTo>
                    <a:pt x="7809238" y="1311856"/>
                  </a:lnTo>
                  <a:lnTo>
                    <a:pt x="7809906" y="1271565"/>
                  </a:lnTo>
                  <a:lnTo>
                    <a:pt x="7810574" y="1211129"/>
                  </a:lnTo>
                  <a:lnTo>
                    <a:pt x="7811242" y="1177248"/>
                  </a:lnTo>
                  <a:lnTo>
                    <a:pt x="7811910" y="1150693"/>
                  </a:lnTo>
                  <a:lnTo>
                    <a:pt x="7812578" y="1121391"/>
                  </a:lnTo>
                  <a:lnTo>
                    <a:pt x="7813246" y="1090257"/>
                  </a:lnTo>
                  <a:lnTo>
                    <a:pt x="7813914" y="1057292"/>
                  </a:lnTo>
                  <a:lnTo>
                    <a:pt x="7814582" y="1038978"/>
                  </a:lnTo>
                  <a:lnTo>
                    <a:pt x="7815250" y="1027990"/>
                  </a:lnTo>
                  <a:lnTo>
                    <a:pt x="7815918" y="1021299"/>
                  </a:lnTo>
                  <a:lnTo>
                    <a:pt x="7816586" y="1020617"/>
                  </a:lnTo>
                  <a:lnTo>
                    <a:pt x="7817254" y="944178"/>
                  </a:lnTo>
                  <a:lnTo>
                    <a:pt x="7817922" y="968731"/>
                  </a:lnTo>
                  <a:lnTo>
                    <a:pt x="7818590" y="1008909"/>
                  </a:lnTo>
                  <a:lnTo>
                    <a:pt x="7819258" y="989936"/>
                  </a:lnTo>
                  <a:lnTo>
                    <a:pt x="7819926" y="1031230"/>
                  </a:lnTo>
                  <a:lnTo>
                    <a:pt x="7820594" y="1050203"/>
                  </a:lnTo>
                  <a:lnTo>
                    <a:pt x="7821262" y="1065827"/>
                  </a:lnTo>
                  <a:lnTo>
                    <a:pt x="7821930" y="1097077"/>
                  </a:lnTo>
                  <a:lnTo>
                    <a:pt x="7822598" y="1127210"/>
                  </a:lnTo>
                  <a:lnTo>
                    <a:pt x="7823266" y="1123862"/>
                  </a:lnTo>
                  <a:lnTo>
                    <a:pt x="7823934" y="1120514"/>
                  </a:lnTo>
                  <a:lnTo>
                    <a:pt x="7824602" y="1111585"/>
                  </a:lnTo>
                  <a:lnTo>
                    <a:pt x="7825270" y="1101541"/>
                  </a:lnTo>
                  <a:lnTo>
                    <a:pt x="7825938" y="1117166"/>
                  </a:lnTo>
                  <a:lnTo>
                    <a:pt x="7826606" y="1145067"/>
                  </a:lnTo>
                  <a:lnTo>
                    <a:pt x="7827274" y="1128326"/>
                  </a:lnTo>
                  <a:lnTo>
                    <a:pt x="7827942" y="1103773"/>
                  </a:lnTo>
                  <a:lnTo>
                    <a:pt x="7828610" y="1102657"/>
                  </a:lnTo>
                  <a:lnTo>
                    <a:pt x="7829278" y="1101541"/>
                  </a:lnTo>
                  <a:lnTo>
                    <a:pt x="7829947" y="1080336"/>
                  </a:lnTo>
                  <a:lnTo>
                    <a:pt x="7830615" y="1058015"/>
                  </a:lnTo>
                  <a:lnTo>
                    <a:pt x="7831283" y="1056899"/>
                  </a:lnTo>
                  <a:lnTo>
                    <a:pt x="7831951" y="1042390"/>
                  </a:lnTo>
                  <a:lnTo>
                    <a:pt x="7832619" y="991052"/>
                  </a:lnTo>
                  <a:lnTo>
                    <a:pt x="7833287" y="962035"/>
                  </a:lnTo>
                  <a:lnTo>
                    <a:pt x="7833955" y="989936"/>
                  </a:lnTo>
                  <a:lnTo>
                    <a:pt x="7834623" y="996632"/>
                  </a:lnTo>
                  <a:lnTo>
                    <a:pt x="7835291" y="984356"/>
                  </a:lnTo>
                  <a:lnTo>
                    <a:pt x="7835959" y="962035"/>
                  </a:lnTo>
                  <a:lnTo>
                    <a:pt x="7836627" y="897304"/>
                  </a:lnTo>
                  <a:lnTo>
                    <a:pt x="7837295" y="853778"/>
                  </a:lnTo>
                  <a:lnTo>
                    <a:pt x="7837963" y="851546"/>
                  </a:lnTo>
                  <a:lnTo>
                    <a:pt x="7838631" y="944223"/>
                  </a:lnTo>
                  <a:lnTo>
                    <a:pt x="7839299" y="947546"/>
                  </a:lnTo>
                  <a:lnTo>
                    <a:pt x="7839967" y="987699"/>
                  </a:lnTo>
                  <a:lnTo>
                    <a:pt x="7840635" y="1050882"/>
                  </a:lnTo>
                  <a:lnTo>
                    <a:pt x="7841303" y="1072859"/>
                  </a:lnTo>
                  <a:lnTo>
                    <a:pt x="7841971" y="1085679"/>
                  </a:lnTo>
                  <a:lnTo>
                    <a:pt x="7842639" y="1132379"/>
                  </a:lnTo>
                  <a:lnTo>
                    <a:pt x="7843307" y="1190068"/>
                  </a:lnTo>
                  <a:lnTo>
                    <a:pt x="7843975" y="1202888"/>
                  </a:lnTo>
                  <a:lnTo>
                    <a:pt x="7844643" y="1223033"/>
                  </a:lnTo>
                  <a:lnTo>
                    <a:pt x="7845311" y="1259661"/>
                  </a:lnTo>
                  <a:lnTo>
                    <a:pt x="7845979" y="1298120"/>
                  </a:lnTo>
                  <a:lnTo>
                    <a:pt x="7846647" y="1351230"/>
                  </a:lnTo>
                  <a:lnTo>
                    <a:pt x="7847315" y="1400678"/>
                  </a:lnTo>
                  <a:lnTo>
                    <a:pt x="7847983" y="1418076"/>
                  </a:lnTo>
                  <a:lnTo>
                    <a:pt x="7848651" y="1403510"/>
                  </a:lnTo>
                  <a:lnTo>
                    <a:pt x="7849319" y="1425521"/>
                  </a:lnTo>
                  <a:lnTo>
                    <a:pt x="7849987" y="1412919"/>
                  </a:lnTo>
                  <a:lnTo>
                    <a:pt x="7850655" y="1412919"/>
                  </a:lnTo>
                  <a:lnTo>
                    <a:pt x="7851323" y="1412919"/>
                  </a:lnTo>
                  <a:lnTo>
                    <a:pt x="7851991" y="1412919"/>
                  </a:lnTo>
                  <a:lnTo>
                    <a:pt x="7852659" y="1412919"/>
                  </a:lnTo>
                  <a:lnTo>
                    <a:pt x="7853327" y="1392830"/>
                  </a:lnTo>
                  <a:lnTo>
                    <a:pt x="7853996" y="1360465"/>
                  </a:lnTo>
                  <a:lnTo>
                    <a:pt x="7854664" y="1330331"/>
                  </a:lnTo>
                  <a:lnTo>
                    <a:pt x="7855332" y="1323635"/>
                  </a:lnTo>
                  <a:lnTo>
                    <a:pt x="7856000" y="1323635"/>
                  </a:lnTo>
                  <a:lnTo>
                    <a:pt x="7856668" y="1323635"/>
                  </a:lnTo>
                  <a:lnTo>
                    <a:pt x="7857336" y="1323635"/>
                  </a:lnTo>
                  <a:lnTo>
                    <a:pt x="7858004" y="1329215"/>
                  </a:lnTo>
                  <a:lnTo>
                    <a:pt x="7858672" y="1339260"/>
                  </a:lnTo>
                  <a:lnTo>
                    <a:pt x="7859340" y="1323635"/>
                  </a:lnTo>
                  <a:lnTo>
                    <a:pt x="7860008" y="1314707"/>
                  </a:lnTo>
                  <a:lnTo>
                    <a:pt x="7860676" y="1301314"/>
                  </a:lnTo>
                  <a:lnTo>
                    <a:pt x="7861344" y="1301314"/>
                  </a:lnTo>
                  <a:lnTo>
                    <a:pt x="7862012" y="1301314"/>
                  </a:lnTo>
                  <a:lnTo>
                    <a:pt x="7862680" y="1293502"/>
                  </a:lnTo>
                  <a:lnTo>
                    <a:pt x="7863348" y="1292386"/>
                  </a:lnTo>
                  <a:lnTo>
                    <a:pt x="7864016" y="1286805"/>
                  </a:lnTo>
                  <a:lnTo>
                    <a:pt x="7864684" y="1316939"/>
                  </a:lnTo>
                  <a:lnTo>
                    <a:pt x="7865352" y="1323635"/>
                  </a:lnTo>
                  <a:lnTo>
                    <a:pt x="7866020" y="1323635"/>
                  </a:lnTo>
                  <a:lnTo>
                    <a:pt x="7866688" y="1323635"/>
                  </a:lnTo>
                  <a:lnTo>
                    <a:pt x="7867356" y="1323635"/>
                  </a:lnTo>
                  <a:lnTo>
                    <a:pt x="7868024" y="1323635"/>
                  </a:lnTo>
                  <a:lnTo>
                    <a:pt x="7868692" y="1315823"/>
                  </a:lnTo>
                  <a:lnTo>
                    <a:pt x="7869360" y="1302430"/>
                  </a:lnTo>
                  <a:lnTo>
                    <a:pt x="7870028" y="1310242"/>
                  </a:lnTo>
                  <a:lnTo>
                    <a:pt x="7870696" y="1323635"/>
                  </a:lnTo>
                  <a:lnTo>
                    <a:pt x="7871364" y="1323635"/>
                  </a:lnTo>
                  <a:lnTo>
                    <a:pt x="7872032" y="1323635"/>
                  </a:lnTo>
                  <a:lnTo>
                    <a:pt x="7872700" y="1331447"/>
                  </a:lnTo>
                  <a:lnTo>
                    <a:pt x="7873368" y="1352652"/>
                  </a:lnTo>
                  <a:lnTo>
                    <a:pt x="7874036" y="1390598"/>
                  </a:lnTo>
                  <a:lnTo>
                    <a:pt x="7874704" y="1390598"/>
                  </a:lnTo>
                  <a:lnTo>
                    <a:pt x="7875372" y="1361581"/>
                  </a:lnTo>
                  <a:lnTo>
                    <a:pt x="7876040" y="1345956"/>
                  </a:lnTo>
                  <a:lnTo>
                    <a:pt x="7876708" y="1334795"/>
                  </a:lnTo>
                  <a:lnTo>
                    <a:pt x="7877376" y="1323635"/>
                  </a:lnTo>
                  <a:lnTo>
                    <a:pt x="7878044" y="1323635"/>
                  </a:lnTo>
                  <a:lnTo>
                    <a:pt x="7878713" y="1338144"/>
                  </a:lnTo>
                  <a:lnTo>
                    <a:pt x="7879381" y="1367161"/>
                  </a:lnTo>
                  <a:lnTo>
                    <a:pt x="7880049" y="1368277"/>
                  </a:lnTo>
                  <a:lnTo>
                    <a:pt x="7880717" y="1358233"/>
                  </a:lnTo>
                  <a:lnTo>
                    <a:pt x="7881385" y="1339260"/>
                  </a:lnTo>
                  <a:lnTo>
                    <a:pt x="7882053" y="1323635"/>
                  </a:lnTo>
                  <a:lnTo>
                    <a:pt x="7882721" y="1323635"/>
                  </a:lnTo>
                  <a:lnTo>
                    <a:pt x="7883389" y="1323635"/>
                  </a:lnTo>
                  <a:lnTo>
                    <a:pt x="7884057" y="1323635"/>
                  </a:lnTo>
                  <a:lnTo>
                    <a:pt x="7884725" y="1323635"/>
                  </a:lnTo>
                  <a:lnTo>
                    <a:pt x="7885393" y="1352652"/>
                  </a:lnTo>
                  <a:lnTo>
                    <a:pt x="7886061" y="1368277"/>
                  </a:lnTo>
                  <a:lnTo>
                    <a:pt x="7886729" y="1403424"/>
                  </a:lnTo>
                  <a:lnTo>
                    <a:pt x="7887397" y="1405257"/>
                  </a:lnTo>
                  <a:lnTo>
                    <a:pt x="7888065" y="1403779"/>
                  </a:lnTo>
                  <a:lnTo>
                    <a:pt x="7888733" y="1385874"/>
                  </a:lnTo>
                  <a:lnTo>
                    <a:pt x="7889401" y="1354904"/>
                  </a:lnTo>
                  <a:lnTo>
                    <a:pt x="7890069" y="1338371"/>
                  </a:lnTo>
                  <a:lnTo>
                    <a:pt x="7890737" y="1313881"/>
                  </a:lnTo>
                  <a:lnTo>
                    <a:pt x="7891405" y="1280125"/>
                  </a:lnTo>
                  <a:lnTo>
                    <a:pt x="7892073" y="1300012"/>
                  </a:lnTo>
                  <a:lnTo>
                    <a:pt x="7892741" y="1286024"/>
                  </a:lnTo>
                  <a:lnTo>
                    <a:pt x="7893409" y="1287366"/>
                  </a:lnTo>
                  <a:lnTo>
                    <a:pt x="7894077" y="1284699"/>
                  </a:lnTo>
                  <a:lnTo>
                    <a:pt x="7894745" y="1284699"/>
                  </a:lnTo>
                  <a:lnTo>
                    <a:pt x="7895413" y="1284699"/>
                  </a:lnTo>
                  <a:lnTo>
                    <a:pt x="7896081" y="1284699"/>
                  </a:lnTo>
                  <a:lnTo>
                    <a:pt x="7896749" y="1284699"/>
                  </a:lnTo>
                  <a:lnTo>
                    <a:pt x="7897417" y="1282032"/>
                  </a:lnTo>
                  <a:lnTo>
                    <a:pt x="7898085" y="1259494"/>
                  </a:lnTo>
                  <a:lnTo>
                    <a:pt x="7898753" y="1257972"/>
                  </a:lnTo>
                  <a:lnTo>
                    <a:pt x="7899421" y="1278015"/>
                  </a:lnTo>
                  <a:lnTo>
                    <a:pt x="7900089" y="1284303"/>
                  </a:lnTo>
                  <a:lnTo>
                    <a:pt x="7900757" y="1327069"/>
                  </a:lnTo>
                  <a:lnTo>
                    <a:pt x="7901425" y="1350555"/>
                  </a:lnTo>
                  <a:lnTo>
                    <a:pt x="7902093" y="1352537"/>
                  </a:lnTo>
                  <a:lnTo>
                    <a:pt x="7902761" y="1372859"/>
                  </a:lnTo>
                  <a:lnTo>
                    <a:pt x="7903430" y="1387566"/>
                  </a:lnTo>
                  <a:lnTo>
                    <a:pt x="7904098" y="1388144"/>
                  </a:lnTo>
                  <a:lnTo>
                    <a:pt x="7904766" y="1367713"/>
                  </a:lnTo>
                  <a:lnTo>
                    <a:pt x="7905434" y="1367713"/>
                  </a:lnTo>
                  <a:lnTo>
                    <a:pt x="7906102" y="1359472"/>
                  </a:lnTo>
                  <a:lnTo>
                    <a:pt x="7906770" y="1338411"/>
                  </a:lnTo>
                  <a:lnTo>
                    <a:pt x="7907438" y="1351685"/>
                  </a:lnTo>
                  <a:lnTo>
                    <a:pt x="7908106" y="1386965"/>
                  </a:lnTo>
                  <a:lnTo>
                    <a:pt x="7908774" y="1368277"/>
                  </a:lnTo>
                  <a:lnTo>
                    <a:pt x="7909442" y="1380554"/>
                  </a:lnTo>
                  <a:lnTo>
                    <a:pt x="7910110" y="1390598"/>
                  </a:lnTo>
                  <a:lnTo>
                    <a:pt x="7910778" y="1390598"/>
                  </a:lnTo>
                  <a:lnTo>
                    <a:pt x="7911446" y="1390598"/>
                  </a:lnTo>
                  <a:lnTo>
                    <a:pt x="7912114" y="1390598"/>
                  </a:lnTo>
                  <a:lnTo>
                    <a:pt x="7912782" y="1390598"/>
                  </a:lnTo>
                  <a:lnTo>
                    <a:pt x="7913450" y="1390598"/>
                  </a:lnTo>
                  <a:lnTo>
                    <a:pt x="7914118" y="1390598"/>
                  </a:lnTo>
                  <a:lnTo>
                    <a:pt x="7914786" y="1390598"/>
                  </a:lnTo>
                  <a:lnTo>
                    <a:pt x="7915454" y="1390598"/>
                  </a:lnTo>
                  <a:lnTo>
                    <a:pt x="7916122" y="1400643"/>
                  </a:lnTo>
                  <a:lnTo>
                    <a:pt x="7916790" y="1426312"/>
                  </a:lnTo>
                  <a:lnTo>
                    <a:pt x="7917458" y="1435240"/>
                  </a:lnTo>
                  <a:lnTo>
                    <a:pt x="7918126" y="1435240"/>
                  </a:lnTo>
                  <a:lnTo>
                    <a:pt x="7918794" y="1435240"/>
                  </a:lnTo>
                  <a:lnTo>
                    <a:pt x="7919462" y="1435240"/>
                  </a:lnTo>
                  <a:lnTo>
                    <a:pt x="7920130" y="1435240"/>
                  </a:lnTo>
                  <a:lnTo>
                    <a:pt x="7920798" y="1435240"/>
                  </a:lnTo>
                  <a:lnTo>
                    <a:pt x="7921466" y="1435240"/>
                  </a:lnTo>
                  <a:lnTo>
                    <a:pt x="7922134" y="1435240"/>
                  </a:lnTo>
                  <a:lnTo>
                    <a:pt x="7922802" y="1435240"/>
                  </a:lnTo>
                  <a:lnTo>
                    <a:pt x="7923470" y="1421847"/>
                  </a:lnTo>
                  <a:lnTo>
                    <a:pt x="7924138" y="1392830"/>
                  </a:lnTo>
                  <a:lnTo>
                    <a:pt x="7924806" y="1365644"/>
                  </a:lnTo>
                  <a:lnTo>
                    <a:pt x="7925474" y="1359417"/>
                  </a:lnTo>
                  <a:lnTo>
                    <a:pt x="7926142" y="1355809"/>
                  </a:lnTo>
                  <a:lnTo>
                    <a:pt x="7926810" y="1349399"/>
                  </a:lnTo>
                  <a:lnTo>
                    <a:pt x="7927478" y="1360246"/>
                  </a:lnTo>
                  <a:lnTo>
                    <a:pt x="7928147" y="1358639"/>
                  </a:lnTo>
                  <a:lnTo>
                    <a:pt x="7928815" y="1337885"/>
                  </a:lnTo>
                  <a:lnTo>
                    <a:pt x="7929483" y="1305187"/>
                  </a:lnTo>
                  <a:lnTo>
                    <a:pt x="7930151" y="1282059"/>
                  </a:lnTo>
                  <a:lnTo>
                    <a:pt x="7930819" y="1309580"/>
                  </a:lnTo>
                  <a:lnTo>
                    <a:pt x="7931487" y="1285131"/>
                  </a:lnTo>
                  <a:lnTo>
                    <a:pt x="7932155" y="1275067"/>
                  </a:lnTo>
                  <a:lnTo>
                    <a:pt x="7932823" y="1267894"/>
                  </a:lnTo>
                  <a:lnTo>
                    <a:pt x="7933491" y="1276501"/>
                  </a:lnTo>
                  <a:lnTo>
                    <a:pt x="7934159" y="1295152"/>
                  </a:lnTo>
                  <a:lnTo>
                    <a:pt x="7934827" y="1331871"/>
                  </a:lnTo>
                  <a:lnTo>
                    <a:pt x="7935495" y="1339062"/>
                  </a:lnTo>
                  <a:lnTo>
                    <a:pt x="7936163" y="1324327"/>
                  </a:lnTo>
                  <a:lnTo>
                    <a:pt x="7936831" y="1329910"/>
                  </a:lnTo>
                  <a:lnTo>
                    <a:pt x="7937499" y="1344175"/>
                  </a:lnTo>
                  <a:lnTo>
                    <a:pt x="7938167" y="1340419"/>
                  </a:lnTo>
                  <a:lnTo>
                    <a:pt x="7938835" y="1340242"/>
                  </a:lnTo>
                  <a:lnTo>
                    <a:pt x="7939503" y="1377786"/>
                  </a:lnTo>
                  <a:lnTo>
                    <a:pt x="7940171" y="1404341"/>
                  </a:lnTo>
                  <a:lnTo>
                    <a:pt x="7940839" y="1398507"/>
                  </a:lnTo>
                  <a:lnTo>
                    <a:pt x="7941507" y="1428639"/>
                  </a:lnTo>
                  <a:lnTo>
                    <a:pt x="7942175" y="1424080"/>
                  </a:lnTo>
                  <a:lnTo>
                    <a:pt x="7942843" y="1435240"/>
                  </a:lnTo>
                  <a:lnTo>
                    <a:pt x="7943511" y="1435240"/>
                  </a:lnTo>
                  <a:lnTo>
                    <a:pt x="7944179" y="1435240"/>
                  </a:lnTo>
                  <a:lnTo>
                    <a:pt x="7944847" y="1435240"/>
                  </a:lnTo>
                  <a:lnTo>
                    <a:pt x="7945515" y="1435240"/>
                  </a:lnTo>
                  <a:lnTo>
                    <a:pt x="7946183" y="1435240"/>
                  </a:lnTo>
                  <a:lnTo>
                    <a:pt x="7946851" y="1435240"/>
                  </a:lnTo>
                  <a:lnTo>
                    <a:pt x="7947519" y="1435240"/>
                  </a:lnTo>
                  <a:lnTo>
                    <a:pt x="7948187" y="1435240"/>
                  </a:lnTo>
                  <a:lnTo>
                    <a:pt x="7948855" y="1435240"/>
                  </a:lnTo>
                  <a:lnTo>
                    <a:pt x="7949523" y="1435240"/>
                  </a:lnTo>
                  <a:lnTo>
                    <a:pt x="7950191" y="1435240"/>
                  </a:lnTo>
                  <a:lnTo>
                    <a:pt x="7950859" y="1435240"/>
                  </a:lnTo>
                  <a:lnTo>
                    <a:pt x="7951527" y="1435240"/>
                  </a:lnTo>
                  <a:lnTo>
                    <a:pt x="7952196" y="1435240"/>
                  </a:lnTo>
                  <a:lnTo>
                    <a:pt x="7952864" y="1435240"/>
                  </a:lnTo>
                  <a:lnTo>
                    <a:pt x="7953532" y="1435240"/>
                  </a:lnTo>
                  <a:lnTo>
                    <a:pt x="7954200" y="1433008"/>
                  </a:lnTo>
                  <a:lnTo>
                    <a:pt x="7954868" y="1412919"/>
                  </a:lnTo>
                  <a:lnTo>
                    <a:pt x="7955536" y="1412919"/>
                  </a:lnTo>
                  <a:lnTo>
                    <a:pt x="7956204" y="1412919"/>
                  </a:lnTo>
                  <a:lnTo>
                    <a:pt x="7956872" y="1392830"/>
                  </a:lnTo>
                  <a:lnTo>
                    <a:pt x="7957540" y="1390598"/>
                  </a:lnTo>
                  <a:lnTo>
                    <a:pt x="7958208" y="1390598"/>
                  </a:lnTo>
                  <a:lnTo>
                    <a:pt x="7958876" y="1390598"/>
                  </a:lnTo>
                  <a:lnTo>
                    <a:pt x="7959544" y="1390598"/>
                  </a:lnTo>
                  <a:lnTo>
                    <a:pt x="7960212" y="1390598"/>
                  </a:lnTo>
                  <a:lnTo>
                    <a:pt x="7960880" y="1350420"/>
                  </a:lnTo>
                  <a:lnTo>
                    <a:pt x="7961548" y="1345956"/>
                  </a:lnTo>
                  <a:lnTo>
                    <a:pt x="7962216" y="1345956"/>
                  </a:lnTo>
                  <a:lnTo>
                    <a:pt x="7962884" y="1345956"/>
                  </a:lnTo>
                  <a:lnTo>
                    <a:pt x="7963552" y="1345956"/>
                  </a:lnTo>
                  <a:lnTo>
                    <a:pt x="7964220" y="1348188"/>
                  </a:lnTo>
                  <a:lnTo>
                    <a:pt x="7964888" y="1368277"/>
                  </a:lnTo>
                  <a:lnTo>
                    <a:pt x="7965556" y="1368277"/>
                  </a:lnTo>
                  <a:lnTo>
                    <a:pt x="7966224" y="1368277"/>
                  </a:lnTo>
                  <a:lnTo>
                    <a:pt x="7966892" y="1388366"/>
                  </a:lnTo>
                  <a:lnTo>
                    <a:pt x="7967560" y="1390598"/>
                  </a:lnTo>
                  <a:lnTo>
                    <a:pt x="7968228" y="1390598"/>
                  </a:lnTo>
                  <a:lnTo>
                    <a:pt x="7968896" y="1390598"/>
                  </a:lnTo>
                  <a:lnTo>
                    <a:pt x="7969564" y="1390598"/>
                  </a:lnTo>
                  <a:lnTo>
                    <a:pt x="7970232" y="1390598"/>
                  </a:lnTo>
                  <a:lnTo>
                    <a:pt x="7970900" y="1430776"/>
                  </a:lnTo>
                  <a:lnTo>
                    <a:pt x="7971568" y="1435240"/>
                  </a:lnTo>
                  <a:lnTo>
                    <a:pt x="7972236" y="1435240"/>
                  </a:lnTo>
                  <a:lnTo>
                    <a:pt x="7972904" y="1435240"/>
                  </a:lnTo>
                  <a:lnTo>
                    <a:pt x="7973572" y="1435240"/>
                  </a:lnTo>
                  <a:lnTo>
                    <a:pt x="7974240" y="1435240"/>
                  </a:lnTo>
                  <a:lnTo>
                    <a:pt x="7974908" y="1435240"/>
                  </a:lnTo>
                  <a:lnTo>
                    <a:pt x="7975576" y="1435240"/>
                  </a:lnTo>
                  <a:lnTo>
                    <a:pt x="7976244" y="1435240"/>
                  </a:lnTo>
                  <a:lnTo>
                    <a:pt x="7976913" y="1435240"/>
                  </a:lnTo>
                  <a:lnTo>
                    <a:pt x="7977581" y="1435240"/>
                  </a:lnTo>
                  <a:lnTo>
                    <a:pt x="7978249" y="1435240"/>
                  </a:lnTo>
                  <a:lnTo>
                    <a:pt x="7978917" y="1435240"/>
                  </a:lnTo>
                  <a:lnTo>
                    <a:pt x="7979585" y="1435240"/>
                  </a:lnTo>
                  <a:lnTo>
                    <a:pt x="7980253" y="1435240"/>
                  </a:lnTo>
                  <a:lnTo>
                    <a:pt x="7980921" y="1416267"/>
                  </a:lnTo>
                  <a:lnTo>
                    <a:pt x="7981589" y="1395062"/>
                  </a:lnTo>
                  <a:lnTo>
                    <a:pt x="7982257" y="1390598"/>
                  </a:lnTo>
                  <a:lnTo>
                    <a:pt x="7982925" y="1390598"/>
                  </a:lnTo>
                  <a:lnTo>
                    <a:pt x="7983593" y="1385018"/>
                  </a:lnTo>
                  <a:lnTo>
                    <a:pt x="7984261" y="1357117"/>
                  </a:lnTo>
                  <a:lnTo>
                    <a:pt x="7984929" y="1345956"/>
                  </a:lnTo>
                  <a:lnTo>
                    <a:pt x="7985597" y="1332563"/>
                  </a:lnTo>
                  <a:lnTo>
                    <a:pt x="7986265" y="1301314"/>
                  </a:lnTo>
                  <a:lnTo>
                    <a:pt x="7986933" y="1271181"/>
                  </a:lnTo>
                  <a:lnTo>
                    <a:pt x="7987601" y="1213146"/>
                  </a:lnTo>
                  <a:lnTo>
                    <a:pt x="7988269" y="1197521"/>
                  </a:lnTo>
                  <a:lnTo>
                    <a:pt x="7988937" y="1189709"/>
                  </a:lnTo>
                  <a:lnTo>
                    <a:pt x="7989605" y="1183013"/>
                  </a:lnTo>
                  <a:lnTo>
                    <a:pt x="7990273" y="1167388"/>
                  </a:lnTo>
                  <a:lnTo>
                    <a:pt x="7990941" y="1177432"/>
                  </a:lnTo>
                  <a:lnTo>
                    <a:pt x="7991609" y="1162924"/>
                  </a:lnTo>
                  <a:lnTo>
                    <a:pt x="7992277" y="1167388"/>
                  </a:lnTo>
                  <a:lnTo>
                    <a:pt x="7992945" y="1167388"/>
                  </a:lnTo>
                  <a:lnTo>
                    <a:pt x="7993613" y="1172968"/>
                  </a:lnTo>
                  <a:lnTo>
                    <a:pt x="7994281" y="1200869"/>
                  </a:lnTo>
                  <a:lnTo>
                    <a:pt x="7994949" y="1194173"/>
                  </a:lnTo>
                  <a:lnTo>
                    <a:pt x="7995617" y="1196405"/>
                  </a:lnTo>
                  <a:lnTo>
                    <a:pt x="7996285" y="1212030"/>
                  </a:lnTo>
                  <a:lnTo>
                    <a:pt x="7996953" y="1226539"/>
                  </a:lnTo>
                  <a:lnTo>
                    <a:pt x="7997621" y="1255556"/>
                  </a:lnTo>
                  <a:lnTo>
                    <a:pt x="7998289" y="1271181"/>
                  </a:lnTo>
                  <a:lnTo>
                    <a:pt x="7998957" y="1278993"/>
                  </a:lnTo>
                  <a:lnTo>
                    <a:pt x="7999625" y="1285689"/>
                  </a:lnTo>
                  <a:lnTo>
                    <a:pt x="8000293" y="1301314"/>
                  </a:lnTo>
                  <a:lnTo>
                    <a:pt x="8000961" y="1306894"/>
                  </a:lnTo>
                  <a:lnTo>
                    <a:pt x="8001630" y="1355952"/>
                  </a:lnTo>
                  <a:lnTo>
                    <a:pt x="8002298" y="1359417"/>
                  </a:lnTo>
                  <a:lnTo>
                    <a:pt x="8002966" y="1367713"/>
                  </a:lnTo>
                  <a:lnTo>
                    <a:pt x="8003634" y="1345736"/>
                  </a:lnTo>
                  <a:lnTo>
                    <a:pt x="8004302" y="1312771"/>
                  </a:lnTo>
                  <a:lnTo>
                    <a:pt x="8004970" y="1327422"/>
                  </a:lnTo>
                  <a:lnTo>
                    <a:pt x="8005638" y="1336579"/>
                  </a:lnTo>
                  <a:lnTo>
                    <a:pt x="8006306" y="1334748"/>
                  </a:lnTo>
                  <a:lnTo>
                    <a:pt x="8006974" y="1343905"/>
                  </a:lnTo>
                  <a:lnTo>
                    <a:pt x="8007642" y="1358556"/>
                  </a:lnTo>
                  <a:lnTo>
                    <a:pt x="8008310" y="1332001"/>
                  </a:lnTo>
                  <a:lnTo>
                    <a:pt x="8008978" y="1328338"/>
                  </a:lnTo>
                  <a:lnTo>
                    <a:pt x="8009646" y="1297204"/>
                  </a:lnTo>
                  <a:lnTo>
                    <a:pt x="8010314" y="1294457"/>
                  </a:lnTo>
                  <a:lnTo>
                    <a:pt x="8010982" y="1297204"/>
                  </a:lnTo>
                  <a:lnTo>
                    <a:pt x="8011650" y="1309114"/>
                  </a:lnTo>
                  <a:lnTo>
                    <a:pt x="8012318" y="1279949"/>
                  </a:lnTo>
                  <a:lnTo>
                    <a:pt x="8012986" y="1234351"/>
                  </a:lnTo>
                  <a:lnTo>
                    <a:pt x="8013654" y="1238815"/>
                  </a:lnTo>
                  <a:lnTo>
                    <a:pt x="8014322" y="1267832"/>
                  </a:lnTo>
                  <a:lnTo>
                    <a:pt x="8014990" y="1247744"/>
                  </a:lnTo>
                  <a:lnTo>
                    <a:pt x="8015658" y="1215378"/>
                  </a:lnTo>
                  <a:lnTo>
                    <a:pt x="8016326" y="1229887"/>
                  </a:lnTo>
                  <a:lnTo>
                    <a:pt x="8016994" y="1234351"/>
                  </a:lnTo>
                  <a:lnTo>
                    <a:pt x="8017662" y="1245511"/>
                  </a:lnTo>
                  <a:lnTo>
                    <a:pt x="8018330" y="1268949"/>
                  </a:lnTo>
                  <a:lnTo>
                    <a:pt x="8018998" y="1260020"/>
                  </a:lnTo>
                  <a:lnTo>
                    <a:pt x="8019666" y="1297966"/>
                  </a:lnTo>
                  <a:lnTo>
                    <a:pt x="8020334" y="1301314"/>
                  </a:lnTo>
                  <a:lnTo>
                    <a:pt x="8021002" y="1301314"/>
                  </a:lnTo>
                  <a:lnTo>
                    <a:pt x="8021670" y="1302430"/>
                  </a:lnTo>
                  <a:lnTo>
                    <a:pt x="8022338" y="1323635"/>
                  </a:lnTo>
                  <a:lnTo>
                    <a:pt x="8023006" y="1323635"/>
                  </a:lnTo>
                  <a:lnTo>
                    <a:pt x="8023674" y="1345956"/>
                  </a:lnTo>
                  <a:lnTo>
                    <a:pt x="8024342" y="1357117"/>
                  </a:lnTo>
                  <a:lnTo>
                    <a:pt x="8025010" y="1377205"/>
                  </a:lnTo>
                  <a:lnTo>
                    <a:pt x="8025678" y="1409571"/>
                  </a:lnTo>
                  <a:lnTo>
                    <a:pt x="8026347" y="1412919"/>
                  </a:lnTo>
                  <a:lnTo>
                    <a:pt x="8027015" y="1406223"/>
                  </a:lnTo>
                  <a:lnTo>
                    <a:pt x="8027683" y="1390598"/>
                  </a:lnTo>
                  <a:lnTo>
                    <a:pt x="8028351" y="1399526"/>
                  </a:lnTo>
                  <a:lnTo>
                    <a:pt x="8029019" y="1412919"/>
                  </a:lnTo>
                  <a:lnTo>
                    <a:pt x="8029687" y="1412919"/>
                  </a:lnTo>
                  <a:lnTo>
                    <a:pt x="8030355" y="1412919"/>
                  </a:lnTo>
                  <a:lnTo>
                    <a:pt x="8031023" y="1412919"/>
                  </a:lnTo>
                  <a:lnTo>
                    <a:pt x="8031691" y="1412919"/>
                  </a:lnTo>
                  <a:lnTo>
                    <a:pt x="8032359" y="1412919"/>
                  </a:lnTo>
                  <a:lnTo>
                    <a:pt x="8033027" y="1406223"/>
                  </a:lnTo>
                  <a:lnTo>
                    <a:pt x="8033695" y="1390598"/>
                  </a:lnTo>
                  <a:lnTo>
                    <a:pt x="8034363" y="1390598"/>
                  </a:lnTo>
                  <a:lnTo>
                    <a:pt x="8035031" y="1390598"/>
                  </a:lnTo>
                  <a:lnTo>
                    <a:pt x="8035699" y="1390598"/>
                  </a:lnTo>
                  <a:lnTo>
                    <a:pt x="8036367" y="1390598"/>
                  </a:lnTo>
                  <a:lnTo>
                    <a:pt x="8037035" y="1397294"/>
                  </a:lnTo>
                  <a:lnTo>
                    <a:pt x="8037703" y="1412919"/>
                  </a:lnTo>
                  <a:lnTo>
                    <a:pt x="8038371" y="1412919"/>
                  </a:lnTo>
                  <a:lnTo>
                    <a:pt x="8039039" y="1412919"/>
                  </a:lnTo>
                  <a:lnTo>
                    <a:pt x="8039707" y="1412919"/>
                  </a:lnTo>
                  <a:lnTo>
                    <a:pt x="8040375" y="1412919"/>
                  </a:lnTo>
                  <a:lnTo>
                    <a:pt x="8041043" y="1412919"/>
                  </a:lnTo>
                  <a:lnTo>
                    <a:pt x="8041711" y="1412919"/>
                  </a:lnTo>
                  <a:lnTo>
                    <a:pt x="8042379" y="1412919"/>
                  </a:lnTo>
                  <a:lnTo>
                    <a:pt x="8043047" y="1419615"/>
                  </a:lnTo>
                  <a:lnTo>
                    <a:pt x="8043715" y="1435240"/>
                  </a:lnTo>
                  <a:lnTo>
                    <a:pt x="8044383" y="1435240"/>
                  </a:lnTo>
                  <a:lnTo>
                    <a:pt x="8045051" y="1435240"/>
                  </a:lnTo>
                  <a:lnTo>
                    <a:pt x="8045719" y="1435240"/>
                  </a:lnTo>
                  <a:lnTo>
                    <a:pt x="8046387" y="1435240"/>
                  </a:lnTo>
                  <a:lnTo>
                    <a:pt x="8047055" y="1418499"/>
                  </a:lnTo>
                  <a:lnTo>
                    <a:pt x="8047723" y="1412919"/>
                  </a:lnTo>
                  <a:lnTo>
                    <a:pt x="8048391" y="1412919"/>
                  </a:lnTo>
                  <a:lnTo>
                    <a:pt x="8049059" y="1412919"/>
                  </a:lnTo>
                  <a:lnTo>
                    <a:pt x="8049727" y="1412919"/>
                  </a:lnTo>
                  <a:lnTo>
                    <a:pt x="8050396" y="1412919"/>
                  </a:lnTo>
                  <a:lnTo>
                    <a:pt x="8051064" y="1401759"/>
                  </a:lnTo>
                  <a:lnTo>
                    <a:pt x="8051732" y="1390598"/>
                  </a:lnTo>
                  <a:lnTo>
                    <a:pt x="8052400" y="1390598"/>
                  </a:lnTo>
                  <a:lnTo>
                    <a:pt x="8053068" y="1390598"/>
                  </a:lnTo>
                  <a:lnTo>
                    <a:pt x="8053736" y="1390598"/>
                  </a:lnTo>
                  <a:lnTo>
                    <a:pt x="8054404" y="1390598"/>
                  </a:lnTo>
                  <a:lnTo>
                    <a:pt x="8055072" y="1390598"/>
                  </a:lnTo>
                  <a:lnTo>
                    <a:pt x="8055740" y="1390598"/>
                  </a:lnTo>
                  <a:lnTo>
                    <a:pt x="8056408" y="1390598"/>
                  </a:lnTo>
                  <a:lnTo>
                    <a:pt x="8057076" y="1407339"/>
                  </a:lnTo>
                  <a:lnTo>
                    <a:pt x="8057744" y="1412919"/>
                  </a:lnTo>
                  <a:lnTo>
                    <a:pt x="8058412" y="1412919"/>
                  </a:lnTo>
                  <a:lnTo>
                    <a:pt x="8059080" y="1412919"/>
                  </a:lnTo>
                  <a:lnTo>
                    <a:pt x="8059748" y="1412919"/>
                  </a:lnTo>
                  <a:lnTo>
                    <a:pt x="8060416" y="1412919"/>
                  </a:lnTo>
                  <a:lnTo>
                    <a:pt x="8061084" y="1424080"/>
                  </a:lnTo>
                  <a:lnTo>
                    <a:pt x="8061752" y="1435240"/>
                  </a:lnTo>
                  <a:lnTo>
                    <a:pt x="8062420" y="1435240"/>
                  </a:lnTo>
                  <a:lnTo>
                    <a:pt x="8063088" y="1435240"/>
                  </a:lnTo>
                  <a:lnTo>
                    <a:pt x="8063756" y="1435240"/>
                  </a:lnTo>
                  <a:lnTo>
                    <a:pt x="8064424" y="1435240"/>
                  </a:lnTo>
                  <a:lnTo>
                    <a:pt x="8065092" y="1435240"/>
                  </a:lnTo>
                  <a:lnTo>
                    <a:pt x="8065760" y="1435240"/>
                  </a:lnTo>
                  <a:lnTo>
                    <a:pt x="8066428" y="1435240"/>
                  </a:lnTo>
                  <a:lnTo>
                    <a:pt x="8067096" y="1435240"/>
                  </a:lnTo>
                  <a:lnTo>
                    <a:pt x="8067764" y="1435240"/>
                  </a:lnTo>
                  <a:lnTo>
                    <a:pt x="8068432" y="1435240"/>
                  </a:lnTo>
                  <a:lnTo>
                    <a:pt x="8069100" y="1435240"/>
                  </a:lnTo>
                  <a:lnTo>
                    <a:pt x="8069768" y="1435240"/>
                  </a:lnTo>
                  <a:lnTo>
                    <a:pt x="8070436" y="1435240"/>
                  </a:lnTo>
                  <a:lnTo>
                    <a:pt x="8071104" y="1435240"/>
                  </a:lnTo>
                  <a:lnTo>
                    <a:pt x="8071772" y="1435240"/>
                  </a:lnTo>
                  <a:lnTo>
                    <a:pt x="8072440" y="1435240"/>
                  </a:lnTo>
                  <a:lnTo>
                    <a:pt x="8073108" y="1420731"/>
                  </a:lnTo>
                  <a:lnTo>
                    <a:pt x="8073776" y="1412919"/>
                  </a:lnTo>
                  <a:lnTo>
                    <a:pt x="8074444" y="1412919"/>
                  </a:lnTo>
                  <a:lnTo>
                    <a:pt x="8075113" y="1410687"/>
                  </a:lnTo>
                  <a:lnTo>
                    <a:pt x="8075781" y="1390598"/>
                  </a:lnTo>
                  <a:lnTo>
                    <a:pt x="8076449" y="1416621"/>
                  </a:lnTo>
                  <a:lnTo>
                    <a:pt x="8077117" y="1402585"/>
                  </a:lnTo>
                  <a:lnTo>
                    <a:pt x="8077785" y="1404341"/>
                  </a:lnTo>
                  <a:lnTo>
                    <a:pt x="8078453" y="1397931"/>
                  </a:lnTo>
                  <a:lnTo>
                    <a:pt x="8079121" y="1386027"/>
                  </a:lnTo>
                  <a:lnTo>
                    <a:pt x="8079789" y="1386027"/>
                  </a:lnTo>
                  <a:lnTo>
                    <a:pt x="8080457" y="1376870"/>
                  </a:lnTo>
                  <a:lnTo>
                    <a:pt x="8081125" y="1367713"/>
                  </a:lnTo>
                  <a:lnTo>
                    <a:pt x="8081793" y="1351230"/>
                  </a:lnTo>
                  <a:lnTo>
                    <a:pt x="8082461" y="1310940"/>
                  </a:lnTo>
                  <a:lnTo>
                    <a:pt x="8083129" y="1296289"/>
                  </a:lnTo>
                  <a:lnTo>
                    <a:pt x="8083797" y="1294457"/>
                  </a:lnTo>
                  <a:lnTo>
                    <a:pt x="8084465" y="1294457"/>
                  </a:lnTo>
                  <a:lnTo>
                    <a:pt x="8085133" y="1296289"/>
                  </a:lnTo>
                  <a:lnTo>
                    <a:pt x="8085801" y="1344175"/>
                  </a:lnTo>
                  <a:lnTo>
                    <a:pt x="8086469" y="1336290"/>
                  </a:lnTo>
                  <a:lnTo>
                    <a:pt x="8087137" y="1329910"/>
                  </a:lnTo>
                  <a:lnTo>
                    <a:pt x="8087805" y="1329910"/>
                  </a:lnTo>
                  <a:lnTo>
                    <a:pt x="8088473" y="1335493"/>
                  </a:lnTo>
                  <a:lnTo>
                    <a:pt x="8089141" y="1345860"/>
                  </a:lnTo>
                  <a:lnTo>
                    <a:pt x="8089809" y="1323530"/>
                  </a:lnTo>
                  <a:lnTo>
                    <a:pt x="8090477" y="1321935"/>
                  </a:lnTo>
                  <a:lnTo>
                    <a:pt x="8091145" y="1329910"/>
                  </a:lnTo>
                  <a:lnTo>
                    <a:pt x="8091813" y="1344265"/>
                  </a:lnTo>
                  <a:lnTo>
                    <a:pt x="8092481" y="1379356"/>
                  </a:lnTo>
                  <a:lnTo>
                    <a:pt x="8093149" y="1402484"/>
                  </a:lnTo>
                  <a:lnTo>
                    <a:pt x="8093817" y="1409662"/>
                  </a:lnTo>
                  <a:lnTo>
                    <a:pt x="8094485" y="1409662"/>
                  </a:lnTo>
                  <a:lnTo>
                    <a:pt x="8095153" y="1409662"/>
                  </a:lnTo>
                  <a:lnTo>
                    <a:pt x="8095821" y="1386027"/>
                  </a:lnTo>
                  <a:lnTo>
                    <a:pt x="8096489" y="1397015"/>
                  </a:lnTo>
                  <a:lnTo>
                    <a:pt x="8097157" y="1407087"/>
                  </a:lnTo>
                  <a:lnTo>
                    <a:pt x="8097825" y="1386027"/>
                  </a:lnTo>
                  <a:lnTo>
                    <a:pt x="8098493" y="1386027"/>
                  </a:lnTo>
                  <a:lnTo>
                    <a:pt x="8099161" y="1386027"/>
                  </a:lnTo>
                  <a:lnTo>
                    <a:pt x="8099830" y="1411666"/>
                  </a:lnTo>
                  <a:lnTo>
                    <a:pt x="8100498" y="1414413"/>
                  </a:lnTo>
                  <a:lnTo>
                    <a:pt x="8101166" y="1404341"/>
                  </a:lnTo>
                  <a:lnTo>
                    <a:pt x="8101834" y="1412828"/>
                  </a:lnTo>
                  <a:lnTo>
                    <a:pt x="8102502" y="1388370"/>
                  </a:lnTo>
                  <a:lnTo>
                    <a:pt x="8103170" y="1364203"/>
                  </a:lnTo>
                  <a:lnTo>
                    <a:pt x="8103838" y="1345860"/>
                  </a:lnTo>
                  <a:lnTo>
                    <a:pt x="8104506" y="1354163"/>
                  </a:lnTo>
                  <a:lnTo>
                    <a:pt x="8105174" y="1353444"/>
                  </a:lnTo>
                  <a:lnTo>
                    <a:pt x="8105842" y="1353444"/>
                  </a:lnTo>
                  <a:lnTo>
                    <a:pt x="8106510" y="1352005"/>
                  </a:lnTo>
                  <a:lnTo>
                    <a:pt x="8107178" y="1346253"/>
                  </a:lnTo>
                  <a:lnTo>
                    <a:pt x="8107846" y="1355601"/>
                  </a:lnTo>
                  <a:lnTo>
                    <a:pt x="8108514" y="1336039"/>
                  </a:lnTo>
                  <a:lnTo>
                    <a:pt x="8109182" y="1325279"/>
                  </a:lnTo>
                  <a:lnTo>
                    <a:pt x="8109850" y="1315954"/>
                  </a:lnTo>
                  <a:lnTo>
                    <a:pt x="8110518" y="1303042"/>
                  </a:lnTo>
                  <a:lnTo>
                    <a:pt x="8111186" y="1310933"/>
                  </a:lnTo>
                  <a:lnTo>
                    <a:pt x="8111854" y="1317490"/>
                  </a:lnTo>
                  <a:lnTo>
                    <a:pt x="8112522" y="1336186"/>
                  </a:lnTo>
                  <a:lnTo>
                    <a:pt x="8113190" y="1308377"/>
                  </a:lnTo>
                  <a:lnTo>
                    <a:pt x="8113858" y="1331152"/>
                  </a:lnTo>
                  <a:lnTo>
                    <a:pt x="8114526" y="1314614"/>
                  </a:lnTo>
                  <a:lnTo>
                    <a:pt x="8115194" y="1276501"/>
                  </a:lnTo>
                  <a:lnTo>
                    <a:pt x="8115862" y="1257344"/>
                  </a:lnTo>
                  <a:lnTo>
                    <a:pt x="8116530" y="1199749"/>
                  </a:lnTo>
                  <a:lnTo>
                    <a:pt x="8117198" y="1162170"/>
                  </a:lnTo>
                  <a:lnTo>
                    <a:pt x="8117866" y="1149945"/>
                  </a:lnTo>
                  <a:lnTo>
                    <a:pt x="8118534" y="1108199"/>
                  </a:lnTo>
                  <a:lnTo>
                    <a:pt x="8119202" y="1106604"/>
                  </a:lnTo>
                  <a:lnTo>
                    <a:pt x="8119870" y="1105009"/>
                  </a:lnTo>
                  <a:lnTo>
                    <a:pt x="8120538" y="1137721"/>
                  </a:lnTo>
                  <a:lnTo>
                    <a:pt x="8121206" y="1152732"/>
                  </a:lnTo>
                  <a:lnTo>
                    <a:pt x="8121874" y="1130179"/>
                  </a:lnTo>
                  <a:lnTo>
                    <a:pt x="8122542" y="1104595"/>
                  </a:lnTo>
                  <a:lnTo>
                    <a:pt x="8123210" y="1115561"/>
                  </a:lnTo>
                  <a:lnTo>
                    <a:pt x="8123878" y="1155355"/>
                  </a:lnTo>
                  <a:lnTo>
                    <a:pt x="8124547" y="1153577"/>
                  </a:lnTo>
                  <a:lnTo>
                    <a:pt x="8125215" y="1191377"/>
                  </a:lnTo>
                  <a:lnTo>
                    <a:pt x="8125883" y="1255123"/>
                  </a:lnTo>
                  <a:lnTo>
                    <a:pt x="8126551" y="1243358"/>
                  </a:lnTo>
                  <a:lnTo>
                    <a:pt x="8127219" y="1272725"/>
                  </a:lnTo>
                  <a:lnTo>
                    <a:pt x="8127887" y="1260079"/>
                  </a:lnTo>
                  <a:lnTo>
                    <a:pt x="8128555" y="1285407"/>
                  </a:lnTo>
                  <a:lnTo>
                    <a:pt x="8129223" y="1282219"/>
                  </a:lnTo>
                  <a:lnTo>
                    <a:pt x="8129891" y="1280625"/>
                  </a:lnTo>
                  <a:lnTo>
                    <a:pt x="8130559" y="1278499"/>
                  </a:lnTo>
                  <a:lnTo>
                    <a:pt x="8131227" y="1280890"/>
                  </a:lnTo>
                  <a:lnTo>
                    <a:pt x="8131895" y="1274195"/>
                  </a:lnTo>
                  <a:lnTo>
                    <a:pt x="8132563" y="1299781"/>
                  </a:lnTo>
                  <a:lnTo>
                    <a:pt x="8133231" y="1317426"/>
                  </a:lnTo>
                  <a:lnTo>
                    <a:pt x="8133899" y="1316885"/>
                  </a:lnTo>
                  <a:lnTo>
                    <a:pt x="8134567" y="1302093"/>
                  </a:lnTo>
                  <a:lnTo>
                    <a:pt x="8135235" y="1293526"/>
                  </a:lnTo>
                  <a:lnTo>
                    <a:pt x="8135903" y="1282647"/>
                  </a:lnTo>
                  <a:lnTo>
                    <a:pt x="8136571" y="1287641"/>
                  </a:lnTo>
                  <a:lnTo>
                    <a:pt x="8137239" y="1272739"/>
                  </a:lnTo>
                  <a:lnTo>
                    <a:pt x="8137907" y="1275784"/>
                  </a:lnTo>
                  <a:lnTo>
                    <a:pt x="8138575" y="1231274"/>
                  </a:lnTo>
                  <a:lnTo>
                    <a:pt x="8139243" y="1245008"/>
                  </a:lnTo>
                  <a:lnTo>
                    <a:pt x="8139911" y="1265030"/>
                  </a:lnTo>
                  <a:lnTo>
                    <a:pt x="8140579" y="1302213"/>
                  </a:lnTo>
                  <a:lnTo>
                    <a:pt x="8141247" y="1297446"/>
                  </a:lnTo>
                  <a:lnTo>
                    <a:pt x="8141915" y="1322234"/>
                  </a:lnTo>
                  <a:lnTo>
                    <a:pt x="8142583" y="1336569"/>
                  </a:lnTo>
                  <a:lnTo>
                    <a:pt x="8143251" y="1294618"/>
                  </a:lnTo>
                  <a:lnTo>
                    <a:pt x="8143919" y="1294618"/>
                  </a:lnTo>
                  <a:lnTo>
                    <a:pt x="8144587" y="1284573"/>
                  </a:lnTo>
                  <a:lnTo>
                    <a:pt x="8145255" y="1271181"/>
                  </a:lnTo>
                  <a:lnTo>
                    <a:pt x="8145923" y="1256672"/>
                  </a:lnTo>
                  <a:lnTo>
                    <a:pt x="8146591" y="1256672"/>
                  </a:lnTo>
                  <a:lnTo>
                    <a:pt x="8147259" y="1304662"/>
                  </a:lnTo>
                  <a:lnTo>
                    <a:pt x="8147927" y="1323635"/>
                  </a:lnTo>
                  <a:lnTo>
                    <a:pt x="8148596" y="1348199"/>
                  </a:lnTo>
                  <a:lnTo>
                    <a:pt x="8149264" y="1333675"/>
                  </a:lnTo>
                  <a:lnTo>
                    <a:pt x="8149932" y="1302213"/>
                  </a:lnTo>
                  <a:lnTo>
                    <a:pt x="8150600" y="1315560"/>
                  </a:lnTo>
                  <a:lnTo>
                    <a:pt x="8151268" y="1322844"/>
                  </a:lnTo>
                  <a:lnTo>
                    <a:pt x="8151936" y="1331085"/>
                  </a:lnTo>
                  <a:lnTo>
                    <a:pt x="8152604" y="1331085"/>
                  </a:lnTo>
                  <a:lnTo>
                    <a:pt x="8153272" y="1336579"/>
                  </a:lnTo>
                  <a:lnTo>
                    <a:pt x="8153940" y="1349399"/>
                  </a:lnTo>
                  <a:lnTo>
                    <a:pt x="8154608" y="1363134"/>
                  </a:lnTo>
                  <a:lnTo>
                    <a:pt x="8155276" y="1374123"/>
                  </a:lnTo>
                  <a:lnTo>
                    <a:pt x="8155944" y="1386027"/>
                  </a:lnTo>
                  <a:lnTo>
                    <a:pt x="8156612" y="1386027"/>
                  </a:lnTo>
                  <a:lnTo>
                    <a:pt x="8157280" y="1386027"/>
                  </a:lnTo>
                  <a:lnTo>
                    <a:pt x="8157948" y="1386027"/>
                  </a:lnTo>
                  <a:lnTo>
                    <a:pt x="8158616" y="1391480"/>
                  </a:lnTo>
                  <a:lnTo>
                    <a:pt x="8159284" y="1404227"/>
                  </a:lnTo>
                  <a:lnTo>
                    <a:pt x="8159952" y="1435289"/>
                  </a:lnTo>
                  <a:lnTo>
                    <a:pt x="8160620" y="1434198"/>
                  </a:lnTo>
                  <a:lnTo>
                    <a:pt x="8161288" y="1435240"/>
                  </a:lnTo>
                  <a:lnTo>
                    <a:pt x="8161956" y="1435240"/>
                  </a:lnTo>
                  <a:lnTo>
                    <a:pt x="8162624" y="1435240"/>
                  </a:lnTo>
                  <a:lnTo>
                    <a:pt x="8163292" y="1435240"/>
                  </a:lnTo>
                  <a:lnTo>
                    <a:pt x="8163960" y="1435240"/>
                  </a:lnTo>
                  <a:lnTo>
                    <a:pt x="8164628" y="1435240"/>
                  </a:lnTo>
                  <a:lnTo>
                    <a:pt x="8165296" y="1435240"/>
                  </a:lnTo>
                  <a:lnTo>
                    <a:pt x="8165964" y="1435240"/>
                  </a:lnTo>
                  <a:lnTo>
                    <a:pt x="8166632" y="1435240"/>
                  </a:lnTo>
                  <a:lnTo>
                    <a:pt x="8167300" y="1435240"/>
                  </a:lnTo>
                  <a:lnTo>
                    <a:pt x="8167968" y="1424080"/>
                  </a:lnTo>
                  <a:lnTo>
                    <a:pt x="8168636" y="1412919"/>
                  </a:lnTo>
                  <a:lnTo>
                    <a:pt x="8169304" y="1412919"/>
                  </a:lnTo>
                  <a:lnTo>
                    <a:pt x="8169972" y="1412919"/>
                  </a:lnTo>
                  <a:lnTo>
                    <a:pt x="8170640" y="1399526"/>
                  </a:lnTo>
                  <a:lnTo>
                    <a:pt x="8171308" y="1390598"/>
                  </a:lnTo>
                  <a:lnTo>
                    <a:pt x="8171976" y="1390598"/>
                  </a:lnTo>
                  <a:lnTo>
                    <a:pt x="8172644" y="1383902"/>
                  </a:lnTo>
                  <a:lnTo>
                    <a:pt x="8173313" y="1364929"/>
                  </a:lnTo>
                  <a:lnTo>
                    <a:pt x="8173981" y="1374176"/>
                  </a:lnTo>
                  <a:lnTo>
                    <a:pt x="8174649" y="1347976"/>
                  </a:lnTo>
                  <a:lnTo>
                    <a:pt x="8175317" y="1324847"/>
                  </a:lnTo>
                  <a:lnTo>
                    <a:pt x="8175985" y="1312771"/>
                  </a:lnTo>
                  <a:lnTo>
                    <a:pt x="8176653" y="1312771"/>
                  </a:lnTo>
                  <a:lnTo>
                    <a:pt x="8177321" y="1312771"/>
                  </a:lnTo>
                  <a:lnTo>
                    <a:pt x="8177989" y="1296289"/>
                  </a:lnTo>
                  <a:lnTo>
                    <a:pt x="8178657" y="1297632"/>
                  </a:lnTo>
                  <a:lnTo>
                    <a:pt x="8179325" y="1268643"/>
                  </a:lnTo>
                  <a:lnTo>
                    <a:pt x="8179993" y="1221234"/>
                  </a:lnTo>
                  <a:lnTo>
                    <a:pt x="8180661" y="1195926"/>
                  </a:lnTo>
                  <a:lnTo>
                    <a:pt x="8181329" y="1202307"/>
                  </a:lnTo>
                  <a:lnTo>
                    <a:pt x="8181997" y="1202307"/>
                  </a:lnTo>
                  <a:lnTo>
                    <a:pt x="8182665" y="1196724"/>
                  </a:lnTo>
                  <a:lnTo>
                    <a:pt x="8183333" y="1179976"/>
                  </a:lnTo>
                  <a:lnTo>
                    <a:pt x="8184001" y="1183468"/>
                  </a:lnTo>
                  <a:lnTo>
                    <a:pt x="8184669" y="1209181"/>
                  </a:lnTo>
                  <a:lnTo>
                    <a:pt x="8185337" y="1188237"/>
                  </a:lnTo>
                  <a:lnTo>
                    <a:pt x="8186005" y="1199225"/>
                  </a:lnTo>
                  <a:lnTo>
                    <a:pt x="8186673" y="1171754"/>
                  </a:lnTo>
                  <a:lnTo>
                    <a:pt x="8187341" y="1165344"/>
                  </a:lnTo>
                  <a:lnTo>
                    <a:pt x="8188009" y="1161681"/>
                  </a:lnTo>
                  <a:lnTo>
                    <a:pt x="8188677" y="1189731"/>
                  </a:lnTo>
                  <a:lnTo>
                    <a:pt x="8189345" y="1220220"/>
                  </a:lnTo>
                  <a:lnTo>
                    <a:pt x="8190013" y="1273200"/>
                  </a:lnTo>
                  <a:lnTo>
                    <a:pt x="8190681" y="1278993"/>
                  </a:lnTo>
                  <a:lnTo>
                    <a:pt x="8191349" y="1278993"/>
                  </a:lnTo>
                  <a:lnTo>
                    <a:pt x="8192017" y="1278993"/>
                  </a:lnTo>
                  <a:lnTo>
                    <a:pt x="8192685" y="1293502"/>
                  </a:lnTo>
                  <a:lnTo>
                    <a:pt x="8193353" y="1335912"/>
                  </a:lnTo>
                  <a:lnTo>
                    <a:pt x="8194021" y="1345956"/>
                  </a:lnTo>
                  <a:lnTo>
                    <a:pt x="8194689" y="1345956"/>
                  </a:lnTo>
                  <a:lnTo>
                    <a:pt x="8195357" y="1345956"/>
                  </a:lnTo>
                  <a:lnTo>
                    <a:pt x="8196025" y="1350420"/>
                  </a:lnTo>
                  <a:lnTo>
                    <a:pt x="8196693" y="1383902"/>
                  </a:lnTo>
                  <a:lnTo>
                    <a:pt x="8197361" y="1391714"/>
                  </a:lnTo>
                  <a:lnTo>
                    <a:pt x="8198030" y="1427428"/>
                  </a:lnTo>
                  <a:lnTo>
                    <a:pt x="8198698" y="1435240"/>
                  </a:lnTo>
                  <a:lnTo>
                    <a:pt x="8199366" y="1429660"/>
                  </a:lnTo>
                  <a:lnTo>
                    <a:pt x="8200034" y="1412919"/>
                  </a:lnTo>
                  <a:lnTo>
                    <a:pt x="8200702" y="1412919"/>
                  </a:lnTo>
                  <a:lnTo>
                    <a:pt x="8201370" y="1390598"/>
                  </a:lnTo>
                  <a:lnTo>
                    <a:pt x="8202038" y="1390598"/>
                  </a:lnTo>
                  <a:lnTo>
                    <a:pt x="8202706" y="1416621"/>
                  </a:lnTo>
                  <a:lnTo>
                    <a:pt x="8203374" y="1435289"/>
                  </a:lnTo>
                  <a:lnTo>
                    <a:pt x="8204042" y="1435289"/>
                  </a:lnTo>
                  <a:lnTo>
                    <a:pt x="8204710" y="1435289"/>
                  </a:lnTo>
                  <a:lnTo>
                    <a:pt x="8205378" y="1435289"/>
                  </a:lnTo>
                  <a:lnTo>
                    <a:pt x="8206046" y="1435289"/>
                  </a:lnTo>
                  <a:lnTo>
                    <a:pt x="8206714" y="1430117"/>
                  </a:lnTo>
                  <a:lnTo>
                    <a:pt x="8207382" y="1430117"/>
                  </a:lnTo>
                  <a:lnTo>
                    <a:pt x="8208050" y="1430117"/>
                  </a:lnTo>
                  <a:lnTo>
                    <a:pt x="8208718" y="1430117"/>
                  </a:lnTo>
                  <a:lnTo>
                    <a:pt x="8209386" y="1433277"/>
                  </a:lnTo>
                  <a:lnTo>
                    <a:pt x="8210054" y="1435289"/>
                  </a:lnTo>
                  <a:lnTo>
                    <a:pt x="8210722" y="1430117"/>
                  </a:lnTo>
                  <a:lnTo>
                    <a:pt x="8211390" y="1435289"/>
                  </a:lnTo>
                  <a:lnTo>
                    <a:pt x="8212058" y="1435289"/>
                  </a:lnTo>
                  <a:lnTo>
                    <a:pt x="8212726" y="1430117"/>
                  </a:lnTo>
                  <a:lnTo>
                    <a:pt x="8213394" y="1425061"/>
                  </a:lnTo>
                  <a:lnTo>
                    <a:pt x="8214062" y="1399508"/>
                  </a:lnTo>
                  <a:lnTo>
                    <a:pt x="8214730" y="1382207"/>
                  </a:lnTo>
                  <a:lnTo>
                    <a:pt x="8215398" y="1400183"/>
                  </a:lnTo>
                  <a:lnTo>
                    <a:pt x="8216066" y="1395307"/>
                  </a:lnTo>
                  <a:lnTo>
                    <a:pt x="8216734" y="1409662"/>
                  </a:lnTo>
                  <a:lnTo>
                    <a:pt x="8217402" y="1403779"/>
                  </a:lnTo>
                  <a:lnTo>
                    <a:pt x="8218070" y="1370701"/>
                  </a:lnTo>
                  <a:lnTo>
                    <a:pt x="8218738" y="1368318"/>
                  </a:lnTo>
                  <a:lnTo>
                    <a:pt x="8219406" y="1371343"/>
                  </a:lnTo>
                  <a:lnTo>
                    <a:pt x="8220074" y="1366913"/>
                  </a:lnTo>
                  <a:lnTo>
                    <a:pt x="8220742" y="1378820"/>
                  </a:lnTo>
                  <a:lnTo>
                    <a:pt x="8221410" y="1378820"/>
                  </a:lnTo>
                  <a:lnTo>
                    <a:pt x="8222078" y="1385958"/>
                  </a:lnTo>
                  <a:lnTo>
                    <a:pt x="8222747" y="1379414"/>
                  </a:lnTo>
                  <a:lnTo>
                    <a:pt x="8223415" y="1383578"/>
                  </a:lnTo>
                  <a:lnTo>
                    <a:pt x="8224083" y="1387770"/>
                  </a:lnTo>
                  <a:lnTo>
                    <a:pt x="8224751" y="1392195"/>
                  </a:lnTo>
                  <a:lnTo>
                    <a:pt x="8225419" y="1381402"/>
                  </a:lnTo>
                  <a:lnTo>
                    <a:pt x="8226087" y="1381402"/>
                  </a:lnTo>
                  <a:lnTo>
                    <a:pt x="8226755" y="1381402"/>
                  </a:lnTo>
                  <a:lnTo>
                    <a:pt x="8227423" y="1401520"/>
                  </a:lnTo>
                  <a:lnTo>
                    <a:pt x="8228091" y="1422834"/>
                  </a:lnTo>
                  <a:lnTo>
                    <a:pt x="8228759" y="1425351"/>
                  </a:lnTo>
                  <a:lnTo>
                    <a:pt x="8229427" y="1421625"/>
                  </a:lnTo>
                  <a:lnTo>
                    <a:pt x="8230095" y="1435289"/>
                  </a:lnTo>
                  <a:lnTo>
                    <a:pt x="8230763" y="1435289"/>
                  </a:lnTo>
                  <a:lnTo>
                    <a:pt x="8231431" y="1432673"/>
                  </a:lnTo>
                  <a:lnTo>
                    <a:pt x="8232099" y="1412919"/>
                  </a:lnTo>
                  <a:lnTo>
                    <a:pt x="8232767" y="1434124"/>
                  </a:lnTo>
                  <a:lnTo>
                    <a:pt x="8233435" y="1435240"/>
                  </a:lnTo>
                  <a:lnTo>
                    <a:pt x="8234103" y="1435240"/>
                  </a:lnTo>
                  <a:lnTo>
                    <a:pt x="8234771" y="1435240"/>
                  </a:lnTo>
                  <a:lnTo>
                    <a:pt x="8235439" y="1435240"/>
                  </a:lnTo>
                  <a:lnTo>
                    <a:pt x="8236107" y="1435240"/>
                  </a:lnTo>
                  <a:lnTo>
                    <a:pt x="8236775" y="1435240"/>
                  </a:lnTo>
                  <a:lnTo>
                    <a:pt x="8237443" y="1435240"/>
                  </a:lnTo>
                  <a:lnTo>
                    <a:pt x="8238111" y="1435240"/>
                  </a:lnTo>
                  <a:lnTo>
                    <a:pt x="8238779" y="1435240"/>
                  </a:lnTo>
                  <a:lnTo>
                    <a:pt x="8239447" y="1435240"/>
                  </a:lnTo>
                  <a:lnTo>
                    <a:pt x="8240115" y="1435240"/>
                  </a:lnTo>
                  <a:lnTo>
                    <a:pt x="8240783" y="1435240"/>
                  </a:lnTo>
                  <a:lnTo>
                    <a:pt x="8241451" y="1435240"/>
                  </a:lnTo>
                  <a:lnTo>
                    <a:pt x="8242119" y="1435240"/>
                  </a:lnTo>
                  <a:lnTo>
                    <a:pt x="8242787" y="1435240"/>
                  </a:lnTo>
                  <a:lnTo>
                    <a:pt x="8243455" y="1435240"/>
                  </a:lnTo>
                  <a:lnTo>
                    <a:pt x="8244123" y="1435240"/>
                  </a:lnTo>
                  <a:lnTo>
                    <a:pt x="8244791" y="1435240"/>
                  </a:lnTo>
                  <a:lnTo>
                    <a:pt x="8245459" y="1435240"/>
                  </a:lnTo>
                  <a:lnTo>
                    <a:pt x="8246127" y="1435240"/>
                  </a:lnTo>
                  <a:lnTo>
                    <a:pt x="8246796" y="1435240"/>
                  </a:lnTo>
                  <a:lnTo>
                    <a:pt x="8247464" y="1435240"/>
                  </a:lnTo>
                  <a:lnTo>
                    <a:pt x="8248132" y="1435240"/>
                  </a:lnTo>
                  <a:lnTo>
                    <a:pt x="8248800" y="1435240"/>
                  </a:lnTo>
                  <a:lnTo>
                    <a:pt x="8249468" y="1435240"/>
                  </a:lnTo>
                  <a:lnTo>
                    <a:pt x="8250136" y="1435240"/>
                  </a:lnTo>
                  <a:lnTo>
                    <a:pt x="8250804" y="1435240"/>
                  </a:lnTo>
                  <a:lnTo>
                    <a:pt x="8251472" y="1435240"/>
                  </a:lnTo>
                  <a:lnTo>
                    <a:pt x="8252140" y="1435240"/>
                  </a:lnTo>
                  <a:lnTo>
                    <a:pt x="8252808" y="1435240"/>
                  </a:lnTo>
                  <a:lnTo>
                    <a:pt x="8253476" y="1422963"/>
                  </a:lnTo>
                  <a:lnTo>
                    <a:pt x="8254144" y="1412919"/>
                  </a:lnTo>
                  <a:lnTo>
                    <a:pt x="8254812" y="1391714"/>
                  </a:lnTo>
                  <a:lnTo>
                    <a:pt x="8255480" y="1390598"/>
                  </a:lnTo>
                  <a:lnTo>
                    <a:pt x="8256148" y="1390598"/>
                  </a:lnTo>
                  <a:lnTo>
                    <a:pt x="8256816" y="1390598"/>
                  </a:lnTo>
                  <a:lnTo>
                    <a:pt x="8257484" y="1390598"/>
                  </a:lnTo>
                  <a:lnTo>
                    <a:pt x="8258152" y="1390598"/>
                  </a:lnTo>
                  <a:lnTo>
                    <a:pt x="8258820" y="1390598"/>
                  </a:lnTo>
                  <a:lnTo>
                    <a:pt x="8259488" y="1390598"/>
                  </a:lnTo>
                  <a:lnTo>
                    <a:pt x="8260156" y="1390598"/>
                  </a:lnTo>
                  <a:lnTo>
                    <a:pt x="8260824" y="1390598"/>
                  </a:lnTo>
                  <a:lnTo>
                    <a:pt x="8261492" y="1390598"/>
                  </a:lnTo>
                  <a:lnTo>
                    <a:pt x="8262160" y="1390598"/>
                  </a:lnTo>
                  <a:lnTo>
                    <a:pt x="8262828" y="1390598"/>
                  </a:lnTo>
                  <a:lnTo>
                    <a:pt x="8263496" y="1402875"/>
                  </a:lnTo>
                  <a:lnTo>
                    <a:pt x="8264164" y="1412919"/>
                  </a:lnTo>
                  <a:lnTo>
                    <a:pt x="8264832" y="1434124"/>
                  </a:lnTo>
                  <a:lnTo>
                    <a:pt x="8265500" y="1435240"/>
                  </a:lnTo>
                  <a:lnTo>
                    <a:pt x="8266168" y="1435240"/>
                  </a:lnTo>
                  <a:lnTo>
                    <a:pt x="8266836" y="1435240"/>
                  </a:lnTo>
                  <a:lnTo>
                    <a:pt x="8267504" y="1435240"/>
                  </a:lnTo>
                  <a:lnTo>
                    <a:pt x="8268172" y="1435240"/>
                  </a:lnTo>
                  <a:lnTo>
                    <a:pt x="8268840" y="1435240"/>
                  </a:lnTo>
                  <a:lnTo>
                    <a:pt x="8269508" y="1435240"/>
                  </a:lnTo>
                  <a:lnTo>
                    <a:pt x="8270176" y="1435240"/>
                  </a:lnTo>
                  <a:lnTo>
                    <a:pt x="8270844" y="1435240"/>
                  </a:lnTo>
                  <a:lnTo>
                    <a:pt x="8271513" y="1435240"/>
                  </a:lnTo>
                  <a:lnTo>
                    <a:pt x="8272181" y="1435240"/>
                  </a:lnTo>
                  <a:lnTo>
                    <a:pt x="8272849" y="1435240"/>
                  </a:lnTo>
                  <a:lnTo>
                    <a:pt x="8273517" y="1435240"/>
                  </a:lnTo>
                  <a:lnTo>
                    <a:pt x="8274185" y="1435240"/>
                  </a:lnTo>
                  <a:lnTo>
                    <a:pt x="8274853" y="1435240"/>
                  </a:lnTo>
                  <a:lnTo>
                    <a:pt x="8275521" y="1435240"/>
                  </a:lnTo>
                  <a:lnTo>
                    <a:pt x="8276189" y="1435240"/>
                  </a:lnTo>
                  <a:lnTo>
                    <a:pt x="8276857" y="1435240"/>
                  </a:lnTo>
                  <a:lnTo>
                    <a:pt x="8277525" y="1435240"/>
                  </a:lnTo>
                  <a:lnTo>
                    <a:pt x="8278193" y="1435240"/>
                  </a:lnTo>
                  <a:lnTo>
                    <a:pt x="8278861" y="1435240"/>
                  </a:lnTo>
                  <a:lnTo>
                    <a:pt x="8279529" y="1435240"/>
                  </a:lnTo>
                  <a:lnTo>
                    <a:pt x="8280197" y="1435240"/>
                  </a:lnTo>
                  <a:lnTo>
                    <a:pt x="8280865" y="1435240"/>
                  </a:lnTo>
                  <a:lnTo>
                    <a:pt x="8281533" y="1435240"/>
                  </a:lnTo>
                  <a:lnTo>
                    <a:pt x="8282201" y="1435240"/>
                  </a:lnTo>
                  <a:lnTo>
                    <a:pt x="8282869" y="1435240"/>
                  </a:lnTo>
                  <a:lnTo>
                    <a:pt x="8283537" y="1435240"/>
                  </a:lnTo>
                  <a:lnTo>
                    <a:pt x="8284205" y="1435240"/>
                  </a:lnTo>
                  <a:lnTo>
                    <a:pt x="8284873" y="1435240"/>
                  </a:lnTo>
                  <a:lnTo>
                    <a:pt x="8285541" y="1435240"/>
                  </a:lnTo>
                  <a:lnTo>
                    <a:pt x="8286209" y="1435240"/>
                  </a:lnTo>
                  <a:lnTo>
                    <a:pt x="8286877" y="1435289"/>
                  </a:lnTo>
                  <a:lnTo>
                    <a:pt x="8287545" y="1435289"/>
                  </a:lnTo>
                  <a:lnTo>
                    <a:pt x="8288213" y="1435289"/>
                  </a:lnTo>
                  <a:lnTo>
                    <a:pt x="8288881" y="1435289"/>
                  </a:lnTo>
                  <a:lnTo>
                    <a:pt x="8289549" y="1435289"/>
                  </a:lnTo>
                  <a:lnTo>
                    <a:pt x="8290217" y="1435289"/>
                  </a:lnTo>
                  <a:lnTo>
                    <a:pt x="8290885" y="1435289"/>
                  </a:lnTo>
                  <a:lnTo>
                    <a:pt x="8291553" y="1435289"/>
                  </a:lnTo>
                  <a:lnTo>
                    <a:pt x="8292221" y="1435289"/>
                  </a:lnTo>
                  <a:lnTo>
                    <a:pt x="8292889" y="1435289"/>
                  </a:lnTo>
                  <a:lnTo>
                    <a:pt x="8293557" y="1435289"/>
                  </a:lnTo>
                  <a:lnTo>
                    <a:pt x="8294225" y="1435289"/>
                  </a:lnTo>
                  <a:lnTo>
                    <a:pt x="8294893" y="1435289"/>
                  </a:lnTo>
                  <a:lnTo>
                    <a:pt x="8295561" y="1435289"/>
                  </a:lnTo>
                  <a:lnTo>
                    <a:pt x="8296230" y="1435289"/>
                  </a:lnTo>
                  <a:lnTo>
                    <a:pt x="8296898" y="1414083"/>
                  </a:lnTo>
                  <a:lnTo>
                    <a:pt x="8297566" y="1371687"/>
                  </a:lnTo>
                  <a:lnTo>
                    <a:pt x="8298234" y="1349399"/>
                  </a:lnTo>
                  <a:lnTo>
                    <a:pt x="8298902" y="1332917"/>
                  </a:lnTo>
                  <a:lnTo>
                    <a:pt x="8299570" y="1331085"/>
                  </a:lnTo>
                  <a:lnTo>
                    <a:pt x="8300238" y="1331085"/>
                  </a:lnTo>
                  <a:lnTo>
                    <a:pt x="8300906" y="1331085"/>
                  </a:lnTo>
                  <a:lnTo>
                    <a:pt x="8301574" y="1328549"/>
                  </a:lnTo>
                  <a:lnTo>
                    <a:pt x="8302242" y="1318511"/>
                  </a:lnTo>
                  <a:lnTo>
                    <a:pt x="8302910" y="1278993"/>
                  </a:lnTo>
                  <a:lnTo>
                    <a:pt x="8303578" y="1278993"/>
                  </a:lnTo>
                  <a:lnTo>
                    <a:pt x="8304246" y="1278993"/>
                  </a:lnTo>
                  <a:lnTo>
                    <a:pt x="8304914" y="1278993"/>
                  </a:lnTo>
                  <a:lnTo>
                    <a:pt x="8305582" y="1302430"/>
                  </a:lnTo>
                  <a:lnTo>
                    <a:pt x="8306250" y="1323635"/>
                  </a:lnTo>
                  <a:lnTo>
                    <a:pt x="8306918" y="1360465"/>
                  </a:lnTo>
                  <a:lnTo>
                    <a:pt x="8307586" y="1412919"/>
                  </a:lnTo>
                  <a:lnTo>
                    <a:pt x="8308254" y="1412919"/>
                  </a:lnTo>
                  <a:lnTo>
                    <a:pt x="8308922" y="1433008"/>
                  </a:lnTo>
                  <a:lnTo>
                    <a:pt x="8309590" y="1435240"/>
                  </a:lnTo>
                  <a:lnTo>
                    <a:pt x="8310258" y="1435240"/>
                  </a:lnTo>
                  <a:lnTo>
                    <a:pt x="8310926" y="1435240"/>
                  </a:lnTo>
                  <a:lnTo>
                    <a:pt x="8311594" y="1435240"/>
                  </a:lnTo>
                  <a:lnTo>
                    <a:pt x="8312262" y="1435240"/>
                  </a:lnTo>
                  <a:lnTo>
                    <a:pt x="8312930" y="1435240"/>
                  </a:lnTo>
                  <a:lnTo>
                    <a:pt x="8313598" y="1435240"/>
                  </a:lnTo>
                  <a:lnTo>
                    <a:pt x="8314266" y="1435240"/>
                  </a:lnTo>
                  <a:lnTo>
                    <a:pt x="8314934" y="1435240"/>
                  </a:lnTo>
                  <a:lnTo>
                    <a:pt x="8315602" y="1435240"/>
                  </a:lnTo>
                  <a:lnTo>
                    <a:pt x="8316270" y="1435240"/>
                  </a:lnTo>
                  <a:lnTo>
                    <a:pt x="8316938" y="1435240"/>
                  </a:lnTo>
                  <a:lnTo>
                    <a:pt x="8317606" y="1435240"/>
                  </a:lnTo>
                  <a:lnTo>
                    <a:pt x="8318274" y="1435240"/>
                  </a:lnTo>
                  <a:lnTo>
                    <a:pt x="8318942" y="1435240"/>
                  </a:lnTo>
                  <a:lnTo>
                    <a:pt x="8319610" y="1430776"/>
                  </a:lnTo>
                  <a:lnTo>
                    <a:pt x="8320278" y="1412919"/>
                  </a:lnTo>
                  <a:lnTo>
                    <a:pt x="8320947" y="1400643"/>
                  </a:lnTo>
                  <a:lnTo>
                    <a:pt x="8321615" y="1373857"/>
                  </a:lnTo>
                  <a:lnTo>
                    <a:pt x="8322283" y="1345956"/>
                  </a:lnTo>
                  <a:lnTo>
                    <a:pt x="8322951" y="1345956"/>
                  </a:lnTo>
                  <a:lnTo>
                    <a:pt x="8323619" y="1345956"/>
                  </a:lnTo>
                  <a:lnTo>
                    <a:pt x="8324287" y="1345956"/>
                  </a:lnTo>
                  <a:lnTo>
                    <a:pt x="8324955" y="1326983"/>
                  </a:lnTo>
                  <a:lnTo>
                    <a:pt x="8325623" y="1321403"/>
                  </a:lnTo>
                  <a:lnTo>
                    <a:pt x="8326291" y="1291270"/>
                  </a:lnTo>
                  <a:lnTo>
                    <a:pt x="8326959" y="1295864"/>
                  </a:lnTo>
                  <a:lnTo>
                    <a:pt x="8327627" y="1283145"/>
                  </a:lnTo>
                  <a:lnTo>
                    <a:pt x="8328295" y="1284127"/>
                  </a:lnTo>
                  <a:lnTo>
                    <a:pt x="8328963" y="1259661"/>
                  </a:lnTo>
                  <a:lnTo>
                    <a:pt x="8329631" y="1239516"/>
                  </a:lnTo>
                  <a:lnTo>
                    <a:pt x="8330299" y="1239516"/>
                  </a:lnTo>
                  <a:lnTo>
                    <a:pt x="8330967" y="1249588"/>
                  </a:lnTo>
                  <a:lnTo>
                    <a:pt x="8331635" y="1271565"/>
                  </a:lnTo>
                  <a:lnTo>
                    <a:pt x="8332303" y="1294457"/>
                  </a:lnTo>
                  <a:lnTo>
                    <a:pt x="8332971" y="1294457"/>
                  </a:lnTo>
                  <a:lnTo>
                    <a:pt x="8333639" y="1294457"/>
                  </a:lnTo>
                  <a:lnTo>
                    <a:pt x="8334307" y="1294457"/>
                  </a:lnTo>
                  <a:lnTo>
                    <a:pt x="8334975" y="1310024"/>
                  </a:lnTo>
                  <a:lnTo>
                    <a:pt x="8335643" y="1310024"/>
                  </a:lnTo>
                  <a:lnTo>
                    <a:pt x="8336311" y="1321012"/>
                  </a:lnTo>
                  <a:lnTo>
                    <a:pt x="8336979" y="1342256"/>
                  </a:lnTo>
                  <a:lnTo>
                    <a:pt x="8337647" y="1359417"/>
                  </a:lnTo>
                  <a:lnTo>
                    <a:pt x="8338315" y="1356921"/>
                  </a:lnTo>
                  <a:lnTo>
                    <a:pt x="8338983" y="1343724"/>
                  </a:lnTo>
                  <a:lnTo>
                    <a:pt x="8339651" y="1372741"/>
                  </a:lnTo>
                  <a:lnTo>
                    <a:pt x="8340319" y="1390598"/>
                  </a:lnTo>
                  <a:lnTo>
                    <a:pt x="8340987" y="1390598"/>
                  </a:lnTo>
                  <a:lnTo>
                    <a:pt x="8341655" y="1390598"/>
                  </a:lnTo>
                  <a:lnTo>
                    <a:pt x="8342323" y="1390598"/>
                  </a:lnTo>
                  <a:lnTo>
                    <a:pt x="8342991" y="1390598"/>
                  </a:lnTo>
                  <a:lnTo>
                    <a:pt x="8343659" y="1390598"/>
                  </a:lnTo>
                  <a:lnTo>
                    <a:pt x="8344327" y="1390598"/>
                  </a:lnTo>
                  <a:lnTo>
                    <a:pt x="8344996" y="1390598"/>
                  </a:lnTo>
                  <a:lnTo>
                    <a:pt x="8345664" y="1396178"/>
                  </a:lnTo>
                  <a:lnTo>
                    <a:pt x="8346332" y="1412919"/>
                  </a:lnTo>
                  <a:lnTo>
                    <a:pt x="8347000" y="1412919"/>
                  </a:lnTo>
                  <a:lnTo>
                    <a:pt x="8347668" y="1412919"/>
                  </a:lnTo>
                  <a:lnTo>
                    <a:pt x="8348336" y="1420731"/>
                  </a:lnTo>
                  <a:lnTo>
                    <a:pt x="8349004" y="1435240"/>
                  </a:lnTo>
                  <a:lnTo>
                    <a:pt x="8349672" y="1435240"/>
                  </a:lnTo>
                  <a:lnTo>
                    <a:pt x="8350340" y="1435240"/>
                  </a:lnTo>
                  <a:lnTo>
                    <a:pt x="8351008" y="1435240"/>
                  </a:lnTo>
                  <a:lnTo>
                    <a:pt x="8351676" y="1435240"/>
                  </a:lnTo>
                  <a:lnTo>
                    <a:pt x="8352344" y="1435240"/>
                  </a:lnTo>
                  <a:lnTo>
                    <a:pt x="8353012" y="1435240"/>
                  </a:lnTo>
                  <a:lnTo>
                    <a:pt x="8353680" y="1435240"/>
                  </a:lnTo>
                  <a:lnTo>
                    <a:pt x="8354348" y="1435240"/>
                  </a:lnTo>
                  <a:lnTo>
                    <a:pt x="8355016" y="1425196"/>
                  </a:lnTo>
                  <a:lnTo>
                    <a:pt x="8355684" y="1399526"/>
                  </a:lnTo>
                  <a:lnTo>
                    <a:pt x="8356352" y="1377205"/>
                  </a:lnTo>
                  <a:lnTo>
                    <a:pt x="8357020" y="1368277"/>
                  </a:lnTo>
                  <a:lnTo>
                    <a:pt x="8357688" y="1368277"/>
                  </a:lnTo>
                  <a:lnTo>
                    <a:pt x="8358356" y="1331447"/>
                  </a:lnTo>
                  <a:lnTo>
                    <a:pt x="8359024" y="1323635"/>
                  </a:lnTo>
                  <a:lnTo>
                    <a:pt x="8359692" y="1318055"/>
                  </a:lnTo>
                  <a:lnTo>
                    <a:pt x="8360360" y="1283457"/>
                  </a:lnTo>
                  <a:lnTo>
                    <a:pt x="8361028" y="1278993"/>
                  </a:lnTo>
                  <a:lnTo>
                    <a:pt x="8361696" y="1278993"/>
                  </a:lnTo>
                  <a:lnTo>
                    <a:pt x="8362364" y="1278993"/>
                  </a:lnTo>
                  <a:lnTo>
                    <a:pt x="8363032" y="1278993"/>
                  </a:lnTo>
                  <a:lnTo>
                    <a:pt x="8363700" y="1278993"/>
                  </a:lnTo>
                  <a:lnTo>
                    <a:pt x="8364368" y="1278993"/>
                  </a:lnTo>
                  <a:lnTo>
                    <a:pt x="8365036" y="1289037"/>
                  </a:lnTo>
                  <a:lnTo>
                    <a:pt x="8365704" y="1314707"/>
                  </a:lnTo>
                  <a:lnTo>
                    <a:pt x="8366372" y="1337028"/>
                  </a:lnTo>
                  <a:lnTo>
                    <a:pt x="8367040" y="1345956"/>
                  </a:lnTo>
                  <a:lnTo>
                    <a:pt x="8367708" y="1345956"/>
                  </a:lnTo>
                  <a:lnTo>
                    <a:pt x="8368376" y="1382786"/>
                  </a:lnTo>
                  <a:lnTo>
                    <a:pt x="8369044" y="1390598"/>
                  </a:lnTo>
                  <a:lnTo>
                    <a:pt x="8369713" y="1396178"/>
                  </a:lnTo>
                  <a:lnTo>
                    <a:pt x="8370381" y="1430776"/>
                  </a:lnTo>
                  <a:lnTo>
                    <a:pt x="8371049" y="1435240"/>
                  </a:lnTo>
                  <a:lnTo>
                    <a:pt x="8371717" y="1435240"/>
                  </a:lnTo>
                  <a:lnTo>
                    <a:pt x="8372385" y="1435240"/>
                  </a:lnTo>
                  <a:lnTo>
                    <a:pt x="8373053" y="1435240"/>
                  </a:lnTo>
                  <a:lnTo>
                    <a:pt x="8373721" y="1435240"/>
                  </a:lnTo>
                  <a:lnTo>
                    <a:pt x="8374389" y="1435240"/>
                  </a:lnTo>
                  <a:lnTo>
                    <a:pt x="8375057" y="1435240"/>
                  </a:lnTo>
                  <a:lnTo>
                    <a:pt x="8375725" y="1435289"/>
                  </a:lnTo>
                  <a:lnTo>
                    <a:pt x="8375057" y="1435289"/>
                  </a:lnTo>
                  <a:lnTo>
                    <a:pt x="8374389" y="1435289"/>
                  </a:lnTo>
                  <a:lnTo>
                    <a:pt x="8373721" y="1435289"/>
                  </a:lnTo>
                  <a:lnTo>
                    <a:pt x="8373053" y="1435289"/>
                  </a:lnTo>
                  <a:lnTo>
                    <a:pt x="8372385" y="1435289"/>
                  </a:lnTo>
                  <a:lnTo>
                    <a:pt x="8371717" y="1435289"/>
                  </a:lnTo>
                  <a:lnTo>
                    <a:pt x="8371049" y="1435289"/>
                  </a:lnTo>
                  <a:lnTo>
                    <a:pt x="8370381" y="1435289"/>
                  </a:lnTo>
                  <a:lnTo>
                    <a:pt x="8369713" y="1435289"/>
                  </a:lnTo>
                  <a:lnTo>
                    <a:pt x="8369044" y="1435289"/>
                  </a:lnTo>
                  <a:lnTo>
                    <a:pt x="8368376" y="1435289"/>
                  </a:lnTo>
                  <a:lnTo>
                    <a:pt x="8367708" y="1435289"/>
                  </a:lnTo>
                  <a:lnTo>
                    <a:pt x="8367040" y="1435289"/>
                  </a:lnTo>
                  <a:lnTo>
                    <a:pt x="8366372" y="1435289"/>
                  </a:lnTo>
                  <a:lnTo>
                    <a:pt x="8365704" y="1435289"/>
                  </a:lnTo>
                  <a:lnTo>
                    <a:pt x="8365036" y="1435289"/>
                  </a:lnTo>
                  <a:lnTo>
                    <a:pt x="8364368" y="1435289"/>
                  </a:lnTo>
                  <a:lnTo>
                    <a:pt x="8363700" y="1435289"/>
                  </a:lnTo>
                  <a:lnTo>
                    <a:pt x="8363032" y="1435289"/>
                  </a:lnTo>
                  <a:lnTo>
                    <a:pt x="8362364" y="1435289"/>
                  </a:lnTo>
                  <a:lnTo>
                    <a:pt x="8361696" y="1435289"/>
                  </a:lnTo>
                  <a:lnTo>
                    <a:pt x="8361028" y="1435289"/>
                  </a:lnTo>
                  <a:lnTo>
                    <a:pt x="8360360" y="1435289"/>
                  </a:lnTo>
                  <a:lnTo>
                    <a:pt x="8359692" y="1435289"/>
                  </a:lnTo>
                  <a:lnTo>
                    <a:pt x="8359024" y="1435289"/>
                  </a:lnTo>
                  <a:lnTo>
                    <a:pt x="8358356" y="1435289"/>
                  </a:lnTo>
                  <a:lnTo>
                    <a:pt x="8357688" y="1435289"/>
                  </a:lnTo>
                  <a:lnTo>
                    <a:pt x="8357020" y="1435289"/>
                  </a:lnTo>
                  <a:lnTo>
                    <a:pt x="8356352" y="1435289"/>
                  </a:lnTo>
                  <a:lnTo>
                    <a:pt x="8355684" y="1435289"/>
                  </a:lnTo>
                  <a:lnTo>
                    <a:pt x="8355016" y="1435289"/>
                  </a:lnTo>
                  <a:lnTo>
                    <a:pt x="8354348" y="1435289"/>
                  </a:lnTo>
                  <a:lnTo>
                    <a:pt x="8353680" y="1435289"/>
                  </a:lnTo>
                  <a:lnTo>
                    <a:pt x="8353012" y="1435289"/>
                  </a:lnTo>
                  <a:lnTo>
                    <a:pt x="8352344" y="1435289"/>
                  </a:lnTo>
                  <a:lnTo>
                    <a:pt x="8351676" y="1435289"/>
                  </a:lnTo>
                  <a:lnTo>
                    <a:pt x="8351008" y="1435289"/>
                  </a:lnTo>
                  <a:lnTo>
                    <a:pt x="8350340" y="1435289"/>
                  </a:lnTo>
                  <a:lnTo>
                    <a:pt x="8349672" y="1435289"/>
                  </a:lnTo>
                  <a:lnTo>
                    <a:pt x="8349004" y="1435289"/>
                  </a:lnTo>
                  <a:lnTo>
                    <a:pt x="8348336" y="1435289"/>
                  </a:lnTo>
                  <a:lnTo>
                    <a:pt x="8347668" y="1435289"/>
                  </a:lnTo>
                  <a:lnTo>
                    <a:pt x="8347000" y="1435289"/>
                  </a:lnTo>
                  <a:lnTo>
                    <a:pt x="8346332" y="1435289"/>
                  </a:lnTo>
                  <a:lnTo>
                    <a:pt x="8345664" y="1435289"/>
                  </a:lnTo>
                  <a:lnTo>
                    <a:pt x="8344996" y="1435289"/>
                  </a:lnTo>
                  <a:lnTo>
                    <a:pt x="8344327" y="1435289"/>
                  </a:lnTo>
                  <a:lnTo>
                    <a:pt x="8343659" y="1435289"/>
                  </a:lnTo>
                  <a:lnTo>
                    <a:pt x="8342991" y="1435289"/>
                  </a:lnTo>
                  <a:lnTo>
                    <a:pt x="8342323" y="1435289"/>
                  </a:lnTo>
                  <a:lnTo>
                    <a:pt x="8341655" y="1435289"/>
                  </a:lnTo>
                  <a:lnTo>
                    <a:pt x="8340987" y="1435289"/>
                  </a:lnTo>
                  <a:lnTo>
                    <a:pt x="8340319" y="1435289"/>
                  </a:lnTo>
                  <a:lnTo>
                    <a:pt x="8339651" y="1435289"/>
                  </a:lnTo>
                  <a:lnTo>
                    <a:pt x="8338983" y="1435289"/>
                  </a:lnTo>
                  <a:lnTo>
                    <a:pt x="8338315" y="1435289"/>
                  </a:lnTo>
                  <a:lnTo>
                    <a:pt x="8337647" y="1435289"/>
                  </a:lnTo>
                  <a:lnTo>
                    <a:pt x="8336979" y="1435289"/>
                  </a:lnTo>
                  <a:lnTo>
                    <a:pt x="8336311" y="1435289"/>
                  </a:lnTo>
                  <a:lnTo>
                    <a:pt x="8335643" y="1435289"/>
                  </a:lnTo>
                  <a:lnTo>
                    <a:pt x="8334975" y="1435289"/>
                  </a:lnTo>
                  <a:lnTo>
                    <a:pt x="8334307" y="1435289"/>
                  </a:lnTo>
                  <a:lnTo>
                    <a:pt x="8333639" y="1435289"/>
                  </a:lnTo>
                  <a:lnTo>
                    <a:pt x="8332971" y="1435289"/>
                  </a:lnTo>
                  <a:lnTo>
                    <a:pt x="8332303" y="1435289"/>
                  </a:lnTo>
                  <a:lnTo>
                    <a:pt x="8331635" y="1435289"/>
                  </a:lnTo>
                  <a:lnTo>
                    <a:pt x="8330967" y="1435289"/>
                  </a:lnTo>
                  <a:lnTo>
                    <a:pt x="8330299" y="1435289"/>
                  </a:lnTo>
                  <a:lnTo>
                    <a:pt x="8329631" y="1435289"/>
                  </a:lnTo>
                  <a:lnTo>
                    <a:pt x="8328963" y="1435289"/>
                  </a:lnTo>
                  <a:lnTo>
                    <a:pt x="8328295" y="1435289"/>
                  </a:lnTo>
                  <a:lnTo>
                    <a:pt x="8327627" y="1435289"/>
                  </a:lnTo>
                  <a:lnTo>
                    <a:pt x="8326959" y="1435289"/>
                  </a:lnTo>
                  <a:lnTo>
                    <a:pt x="8326291" y="1435289"/>
                  </a:lnTo>
                  <a:lnTo>
                    <a:pt x="8325623" y="1435289"/>
                  </a:lnTo>
                  <a:lnTo>
                    <a:pt x="8324955" y="1435289"/>
                  </a:lnTo>
                  <a:lnTo>
                    <a:pt x="8324287" y="1435289"/>
                  </a:lnTo>
                  <a:lnTo>
                    <a:pt x="8323619" y="1435289"/>
                  </a:lnTo>
                  <a:lnTo>
                    <a:pt x="8322951" y="1435289"/>
                  </a:lnTo>
                  <a:lnTo>
                    <a:pt x="8322283" y="1435289"/>
                  </a:lnTo>
                  <a:lnTo>
                    <a:pt x="8321615" y="1435289"/>
                  </a:lnTo>
                  <a:lnTo>
                    <a:pt x="8320947" y="1435289"/>
                  </a:lnTo>
                  <a:lnTo>
                    <a:pt x="8320278" y="1435289"/>
                  </a:lnTo>
                  <a:lnTo>
                    <a:pt x="8319610" y="1435289"/>
                  </a:lnTo>
                  <a:lnTo>
                    <a:pt x="8318942" y="1435289"/>
                  </a:lnTo>
                  <a:lnTo>
                    <a:pt x="8318274" y="1435289"/>
                  </a:lnTo>
                  <a:lnTo>
                    <a:pt x="8317606" y="1435289"/>
                  </a:lnTo>
                  <a:lnTo>
                    <a:pt x="8316938" y="1435289"/>
                  </a:lnTo>
                  <a:lnTo>
                    <a:pt x="8316270" y="1435289"/>
                  </a:lnTo>
                  <a:lnTo>
                    <a:pt x="8315602" y="1435289"/>
                  </a:lnTo>
                  <a:lnTo>
                    <a:pt x="8314934" y="1435289"/>
                  </a:lnTo>
                  <a:lnTo>
                    <a:pt x="8314266" y="1435289"/>
                  </a:lnTo>
                  <a:lnTo>
                    <a:pt x="8313598" y="1435289"/>
                  </a:lnTo>
                  <a:lnTo>
                    <a:pt x="8312930" y="1435289"/>
                  </a:lnTo>
                  <a:lnTo>
                    <a:pt x="8312262" y="1435289"/>
                  </a:lnTo>
                  <a:lnTo>
                    <a:pt x="8311594" y="1435289"/>
                  </a:lnTo>
                  <a:lnTo>
                    <a:pt x="8310926" y="1435289"/>
                  </a:lnTo>
                  <a:lnTo>
                    <a:pt x="8310258" y="1435289"/>
                  </a:lnTo>
                  <a:lnTo>
                    <a:pt x="8309590" y="1435289"/>
                  </a:lnTo>
                  <a:lnTo>
                    <a:pt x="8308922" y="1435289"/>
                  </a:lnTo>
                  <a:lnTo>
                    <a:pt x="8308254" y="1435289"/>
                  </a:lnTo>
                  <a:lnTo>
                    <a:pt x="8307586" y="1435289"/>
                  </a:lnTo>
                  <a:lnTo>
                    <a:pt x="8306918" y="1435289"/>
                  </a:lnTo>
                  <a:lnTo>
                    <a:pt x="8306250" y="1435289"/>
                  </a:lnTo>
                  <a:lnTo>
                    <a:pt x="8305582" y="1435289"/>
                  </a:lnTo>
                  <a:lnTo>
                    <a:pt x="8304914" y="1435289"/>
                  </a:lnTo>
                  <a:lnTo>
                    <a:pt x="8304246" y="1435289"/>
                  </a:lnTo>
                  <a:lnTo>
                    <a:pt x="8303578" y="1435289"/>
                  </a:lnTo>
                  <a:lnTo>
                    <a:pt x="8302910" y="1435289"/>
                  </a:lnTo>
                  <a:lnTo>
                    <a:pt x="8302242" y="1435289"/>
                  </a:lnTo>
                  <a:lnTo>
                    <a:pt x="8301574" y="1435289"/>
                  </a:lnTo>
                  <a:lnTo>
                    <a:pt x="8300906" y="1435289"/>
                  </a:lnTo>
                  <a:lnTo>
                    <a:pt x="8300238" y="1435289"/>
                  </a:lnTo>
                  <a:lnTo>
                    <a:pt x="8299570" y="1435289"/>
                  </a:lnTo>
                  <a:lnTo>
                    <a:pt x="8298902" y="1435289"/>
                  </a:lnTo>
                  <a:lnTo>
                    <a:pt x="8298234" y="1435289"/>
                  </a:lnTo>
                  <a:lnTo>
                    <a:pt x="8297566" y="1435289"/>
                  </a:lnTo>
                  <a:lnTo>
                    <a:pt x="8296898" y="1435289"/>
                  </a:lnTo>
                  <a:lnTo>
                    <a:pt x="8296230" y="1435289"/>
                  </a:lnTo>
                  <a:lnTo>
                    <a:pt x="8295561" y="1435289"/>
                  </a:lnTo>
                  <a:lnTo>
                    <a:pt x="8294893" y="1435289"/>
                  </a:lnTo>
                  <a:lnTo>
                    <a:pt x="8294225" y="1435289"/>
                  </a:lnTo>
                  <a:lnTo>
                    <a:pt x="8293557" y="1435289"/>
                  </a:lnTo>
                  <a:lnTo>
                    <a:pt x="8292889" y="1435289"/>
                  </a:lnTo>
                  <a:lnTo>
                    <a:pt x="8292221" y="1435289"/>
                  </a:lnTo>
                  <a:lnTo>
                    <a:pt x="8291553" y="1435289"/>
                  </a:lnTo>
                  <a:lnTo>
                    <a:pt x="8290885" y="1435289"/>
                  </a:lnTo>
                  <a:lnTo>
                    <a:pt x="8290217" y="1435289"/>
                  </a:lnTo>
                  <a:lnTo>
                    <a:pt x="8289549" y="1435289"/>
                  </a:lnTo>
                  <a:lnTo>
                    <a:pt x="8288881" y="1435289"/>
                  </a:lnTo>
                  <a:lnTo>
                    <a:pt x="8288213" y="1435289"/>
                  </a:lnTo>
                  <a:lnTo>
                    <a:pt x="8287545" y="1435289"/>
                  </a:lnTo>
                  <a:lnTo>
                    <a:pt x="8286877" y="1435289"/>
                  </a:lnTo>
                  <a:lnTo>
                    <a:pt x="8286209" y="1435289"/>
                  </a:lnTo>
                  <a:lnTo>
                    <a:pt x="8285541" y="1435289"/>
                  </a:lnTo>
                  <a:lnTo>
                    <a:pt x="8284873" y="1435289"/>
                  </a:lnTo>
                  <a:lnTo>
                    <a:pt x="8284205" y="1435289"/>
                  </a:lnTo>
                  <a:lnTo>
                    <a:pt x="8283537" y="1435289"/>
                  </a:lnTo>
                  <a:lnTo>
                    <a:pt x="8282869" y="1435289"/>
                  </a:lnTo>
                  <a:lnTo>
                    <a:pt x="8282201" y="1435289"/>
                  </a:lnTo>
                  <a:lnTo>
                    <a:pt x="8281533" y="1435289"/>
                  </a:lnTo>
                  <a:lnTo>
                    <a:pt x="8280865" y="1435289"/>
                  </a:lnTo>
                  <a:lnTo>
                    <a:pt x="8280197" y="1435289"/>
                  </a:lnTo>
                  <a:lnTo>
                    <a:pt x="8279529" y="1435289"/>
                  </a:lnTo>
                  <a:lnTo>
                    <a:pt x="8278861" y="1435289"/>
                  </a:lnTo>
                  <a:lnTo>
                    <a:pt x="8278193" y="1435289"/>
                  </a:lnTo>
                  <a:lnTo>
                    <a:pt x="8277525" y="1435289"/>
                  </a:lnTo>
                  <a:lnTo>
                    <a:pt x="8276857" y="1435289"/>
                  </a:lnTo>
                  <a:lnTo>
                    <a:pt x="8276189" y="1435289"/>
                  </a:lnTo>
                  <a:lnTo>
                    <a:pt x="8275521" y="1435289"/>
                  </a:lnTo>
                  <a:lnTo>
                    <a:pt x="8274853" y="1435289"/>
                  </a:lnTo>
                  <a:lnTo>
                    <a:pt x="8274185" y="1435289"/>
                  </a:lnTo>
                  <a:lnTo>
                    <a:pt x="8273517" y="1435289"/>
                  </a:lnTo>
                  <a:lnTo>
                    <a:pt x="8272849" y="1435289"/>
                  </a:lnTo>
                  <a:lnTo>
                    <a:pt x="8272181" y="1435289"/>
                  </a:lnTo>
                  <a:lnTo>
                    <a:pt x="8271513" y="1435289"/>
                  </a:lnTo>
                  <a:lnTo>
                    <a:pt x="8270844" y="1435289"/>
                  </a:lnTo>
                  <a:lnTo>
                    <a:pt x="8270176" y="1435289"/>
                  </a:lnTo>
                  <a:lnTo>
                    <a:pt x="8269508" y="1435289"/>
                  </a:lnTo>
                  <a:lnTo>
                    <a:pt x="8268840" y="1435289"/>
                  </a:lnTo>
                  <a:lnTo>
                    <a:pt x="8268172" y="1435289"/>
                  </a:lnTo>
                  <a:lnTo>
                    <a:pt x="8267504" y="1435289"/>
                  </a:lnTo>
                  <a:lnTo>
                    <a:pt x="8266836" y="1435289"/>
                  </a:lnTo>
                  <a:lnTo>
                    <a:pt x="8266168" y="1435289"/>
                  </a:lnTo>
                  <a:lnTo>
                    <a:pt x="8265500" y="1435289"/>
                  </a:lnTo>
                  <a:lnTo>
                    <a:pt x="8264832" y="1435289"/>
                  </a:lnTo>
                  <a:lnTo>
                    <a:pt x="8264164" y="1435289"/>
                  </a:lnTo>
                  <a:lnTo>
                    <a:pt x="8263496" y="1435289"/>
                  </a:lnTo>
                  <a:lnTo>
                    <a:pt x="8262828" y="1435289"/>
                  </a:lnTo>
                  <a:lnTo>
                    <a:pt x="8262160" y="1435289"/>
                  </a:lnTo>
                  <a:lnTo>
                    <a:pt x="8261492" y="1435289"/>
                  </a:lnTo>
                  <a:lnTo>
                    <a:pt x="8260824" y="1435289"/>
                  </a:lnTo>
                  <a:lnTo>
                    <a:pt x="8260156" y="1435289"/>
                  </a:lnTo>
                  <a:lnTo>
                    <a:pt x="8259488" y="1435289"/>
                  </a:lnTo>
                  <a:lnTo>
                    <a:pt x="8258820" y="1435289"/>
                  </a:lnTo>
                  <a:lnTo>
                    <a:pt x="8258152" y="1435289"/>
                  </a:lnTo>
                  <a:lnTo>
                    <a:pt x="8257484" y="1435289"/>
                  </a:lnTo>
                  <a:lnTo>
                    <a:pt x="8256816" y="1435289"/>
                  </a:lnTo>
                  <a:lnTo>
                    <a:pt x="8256148" y="1435289"/>
                  </a:lnTo>
                  <a:lnTo>
                    <a:pt x="8255480" y="1435289"/>
                  </a:lnTo>
                  <a:lnTo>
                    <a:pt x="8254812" y="1435289"/>
                  </a:lnTo>
                  <a:lnTo>
                    <a:pt x="8254144" y="1435289"/>
                  </a:lnTo>
                  <a:lnTo>
                    <a:pt x="8253476" y="1435289"/>
                  </a:lnTo>
                  <a:lnTo>
                    <a:pt x="8252808" y="1435289"/>
                  </a:lnTo>
                  <a:lnTo>
                    <a:pt x="8252140" y="1435289"/>
                  </a:lnTo>
                  <a:lnTo>
                    <a:pt x="8251472" y="1435289"/>
                  </a:lnTo>
                  <a:lnTo>
                    <a:pt x="8250804" y="1435289"/>
                  </a:lnTo>
                  <a:lnTo>
                    <a:pt x="8250136" y="1435289"/>
                  </a:lnTo>
                  <a:lnTo>
                    <a:pt x="8249468" y="1435289"/>
                  </a:lnTo>
                  <a:lnTo>
                    <a:pt x="8248800" y="1435289"/>
                  </a:lnTo>
                  <a:lnTo>
                    <a:pt x="8248132" y="1435289"/>
                  </a:lnTo>
                  <a:lnTo>
                    <a:pt x="8247464" y="1435289"/>
                  </a:lnTo>
                  <a:lnTo>
                    <a:pt x="8246796" y="1435289"/>
                  </a:lnTo>
                  <a:lnTo>
                    <a:pt x="8246127" y="1435289"/>
                  </a:lnTo>
                  <a:lnTo>
                    <a:pt x="8245459" y="1435289"/>
                  </a:lnTo>
                  <a:lnTo>
                    <a:pt x="8244791" y="1435289"/>
                  </a:lnTo>
                  <a:lnTo>
                    <a:pt x="8244123" y="1435289"/>
                  </a:lnTo>
                  <a:lnTo>
                    <a:pt x="8243455" y="1435289"/>
                  </a:lnTo>
                  <a:lnTo>
                    <a:pt x="8242787" y="1435289"/>
                  </a:lnTo>
                  <a:lnTo>
                    <a:pt x="8242119" y="1435289"/>
                  </a:lnTo>
                  <a:lnTo>
                    <a:pt x="8241451" y="1435289"/>
                  </a:lnTo>
                  <a:lnTo>
                    <a:pt x="8240783" y="1435289"/>
                  </a:lnTo>
                  <a:lnTo>
                    <a:pt x="8240115" y="1435289"/>
                  </a:lnTo>
                  <a:lnTo>
                    <a:pt x="8239447" y="1435289"/>
                  </a:lnTo>
                  <a:lnTo>
                    <a:pt x="8238779" y="1435289"/>
                  </a:lnTo>
                  <a:lnTo>
                    <a:pt x="8238111" y="1435289"/>
                  </a:lnTo>
                  <a:lnTo>
                    <a:pt x="8237443" y="1435289"/>
                  </a:lnTo>
                  <a:lnTo>
                    <a:pt x="8236775" y="1435289"/>
                  </a:lnTo>
                  <a:lnTo>
                    <a:pt x="8236107" y="1435289"/>
                  </a:lnTo>
                  <a:lnTo>
                    <a:pt x="8235439" y="1435289"/>
                  </a:lnTo>
                  <a:lnTo>
                    <a:pt x="8234771" y="1435289"/>
                  </a:lnTo>
                  <a:lnTo>
                    <a:pt x="8234103" y="1435289"/>
                  </a:lnTo>
                  <a:lnTo>
                    <a:pt x="8233435" y="1435289"/>
                  </a:lnTo>
                  <a:lnTo>
                    <a:pt x="8232767" y="1435289"/>
                  </a:lnTo>
                  <a:lnTo>
                    <a:pt x="8232099" y="1435289"/>
                  </a:lnTo>
                  <a:lnTo>
                    <a:pt x="8231431" y="1435289"/>
                  </a:lnTo>
                  <a:lnTo>
                    <a:pt x="8230763" y="1435289"/>
                  </a:lnTo>
                  <a:lnTo>
                    <a:pt x="8230095" y="1435289"/>
                  </a:lnTo>
                  <a:lnTo>
                    <a:pt x="8229427" y="1435289"/>
                  </a:lnTo>
                  <a:lnTo>
                    <a:pt x="8228759" y="1435289"/>
                  </a:lnTo>
                  <a:lnTo>
                    <a:pt x="8228091" y="1435289"/>
                  </a:lnTo>
                  <a:lnTo>
                    <a:pt x="8227423" y="1435289"/>
                  </a:lnTo>
                  <a:lnTo>
                    <a:pt x="8226755" y="1435289"/>
                  </a:lnTo>
                  <a:lnTo>
                    <a:pt x="8226087" y="1435289"/>
                  </a:lnTo>
                  <a:lnTo>
                    <a:pt x="8225419" y="1435289"/>
                  </a:lnTo>
                  <a:lnTo>
                    <a:pt x="8224751" y="1435289"/>
                  </a:lnTo>
                  <a:lnTo>
                    <a:pt x="8224083" y="1435289"/>
                  </a:lnTo>
                  <a:lnTo>
                    <a:pt x="8223415" y="1435289"/>
                  </a:lnTo>
                  <a:lnTo>
                    <a:pt x="8222747" y="1435289"/>
                  </a:lnTo>
                  <a:lnTo>
                    <a:pt x="8222078" y="1435289"/>
                  </a:lnTo>
                  <a:lnTo>
                    <a:pt x="8221410" y="1435289"/>
                  </a:lnTo>
                  <a:lnTo>
                    <a:pt x="8220742" y="1435289"/>
                  </a:lnTo>
                  <a:lnTo>
                    <a:pt x="8220074" y="1435289"/>
                  </a:lnTo>
                  <a:lnTo>
                    <a:pt x="8219406" y="1435289"/>
                  </a:lnTo>
                  <a:lnTo>
                    <a:pt x="8218738" y="1435289"/>
                  </a:lnTo>
                  <a:lnTo>
                    <a:pt x="8218070" y="1435289"/>
                  </a:lnTo>
                  <a:lnTo>
                    <a:pt x="8217402" y="1435289"/>
                  </a:lnTo>
                  <a:lnTo>
                    <a:pt x="8216734" y="1435289"/>
                  </a:lnTo>
                  <a:lnTo>
                    <a:pt x="8216066" y="1435289"/>
                  </a:lnTo>
                  <a:lnTo>
                    <a:pt x="8215398" y="1435289"/>
                  </a:lnTo>
                  <a:lnTo>
                    <a:pt x="8214730" y="1435289"/>
                  </a:lnTo>
                  <a:lnTo>
                    <a:pt x="8214062" y="1435289"/>
                  </a:lnTo>
                  <a:lnTo>
                    <a:pt x="8213394" y="1435289"/>
                  </a:lnTo>
                  <a:lnTo>
                    <a:pt x="8212726" y="1435289"/>
                  </a:lnTo>
                  <a:lnTo>
                    <a:pt x="8212058" y="1435289"/>
                  </a:lnTo>
                  <a:lnTo>
                    <a:pt x="8211390" y="1435289"/>
                  </a:lnTo>
                  <a:lnTo>
                    <a:pt x="8210722" y="1435289"/>
                  </a:lnTo>
                  <a:lnTo>
                    <a:pt x="8210054" y="1435289"/>
                  </a:lnTo>
                  <a:lnTo>
                    <a:pt x="8209386" y="1435289"/>
                  </a:lnTo>
                  <a:lnTo>
                    <a:pt x="8208718" y="1435289"/>
                  </a:lnTo>
                  <a:lnTo>
                    <a:pt x="8208050" y="1435289"/>
                  </a:lnTo>
                  <a:lnTo>
                    <a:pt x="8207382" y="1435289"/>
                  </a:lnTo>
                  <a:lnTo>
                    <a:pt x="8206714" y="1435289"/>
                  </a:lnTo>
                  <a:lnTo>
                    <a:pt x="8206046" y="1435289"/>
                  </a:lnTo>
                  <a:lnTo>
                    <a:pt x="8205378" y="1435289"/>
                  </a:lnTo>
                  <a:lnTo>
                    <a:pt x="8204710" y="1435289"/>
                  </a:lnTo>
                  <a:lnTo>
                    <a:pt x="8204042" y="1435289"/>
                  </a:lnTo>
                  <a:lnTo>
                    <a:pt x="8203374" y="1435289"/>
                  </a:lnTo>
                  <a:lnTo>
                    <a:pt x="8202706" y="1435289"/>
                  </a:lnTo>
                  <a:lnTo>
                    <a:pt x="8202038" y="1435289"/>
                  </a:lnTo>
                  <a:lnTo>
                    <a:pt x="8201370" y="1435289"/>
                  </a:lnTo>
                  <a:lnTo>
                    <a:pt x="8200702" y="1435289"/>
                  </a:lnTo>
                  <a:lnTo>
                    <a:pt x="8200034" y="1435289"/>
                  </a:lnTo>
                  <a:lnTo>
                    <a:pt x="8199366" y="1435289"/>
                  </a:lnTo>
                  <a:lnTo>
                    <a:pt x="8198698" y="1435289"/>
                  </a:lnTo>
                  <a:lnTo>
                    <a:pt x="8198030" y="1435289"/>
                  </a:lnTo>
                  <a:lnTo>
                    <a:pt x="8197361" y="1435289"/>
                  </a:lnTo>
                  <a:lnTo>
                    <a:pt x="8196693" y="1435289"/>
                  </a:lnTo>
                  <a:lnTo>
                    <a:pt x="8196025" y="1435289"/>
                  </a:lnTo>
                  <a:lnTo>
                    <a:pt x="8195357" y="1435289"/>
                  </a:lnTo>
                  <a:lnTo>
                    <a:pt x="8194689" y="1435289"/>
                  </a:lnTo>
                  <a:lnTo>
                    <a:pt x="8194021" y="1435289"/>
                  </a:lnTo>
                  <a:lnTo>
                    <a:pt x="8193353" y="1435289"/>
                  </a:lnTo>
                  <a:lnTo>
                    <a:pt x="8192685" y="1435289"/>
                  </a:lnTo>
                  <a:lnTo>
                    <a:pt x="8192017" y="1435289"/>
                  </a:lnTo>
                  <a:lnTo>
                    <a:pt x="8191349" y="1435289"/>
                  </a:lnTo>
                  <a:lnTo>
                    <a:pt x="8190681" y="1435289"/>
                  </a:lnTo>
                  <a:lnTo>
                    <a:pt x="8190013" y="1435289"/>
                  </a:lnTo>
                  <a:lnTo>
                    <a:pt x="8189345" y="1435289"/>
                  </a:lnTo>
                  <a:lnTo>
                    <a:pt x="8188677" y="1435289"/>
                  </a:lnTo>
                  <a:lnTo>
                    <a:pt x="8188009" y="1435289"/>
                  </a:lnTo>
                  <a:lnTo>
                    <a:pt x="8187341" y="1435289"/>
                  </a:lnTo>
                  <a:lnTo>
                    <a:pt x="8186673" y="1435289"/>
                  </a:lnTo>
                  <a:lnTo>
                    <a:pt x="8186005" y="1435289"/>
                  </a:lnTo>
                  <a:lnTo>
                    <a:pt x="8185337" y="1435289"/>
                  </a:lnTo>
                  <a:lnTo>
                    <a:pt x="8184669" y="1435289"/>
                  </a:lnTo>
                  <a:lnTo>
                    <a:pt x="8184001" y="1435289"/>
                  </a:lnTo>
                  <a:lnTo>
                    <a:pt x="8183333" y="1435289"/>
                  </a:lnTo>
                  <a:lnTo>
                    <a:pt x="8182665" y="1435289"/>
                  </a:lnTo>
                  <a:lnTo>
                    <a:pt x="8181997" y="1435289"/>
                  </a:lnTo>
                  <a:lnTo>
                    <a:pt x="8181329" y="1435289"/>
                  </a:lnTo>
                  <a:lnTo>
                    <a:pt x="8180661" y="1435289"/>
                  </a:lnTo>
                  <a:lnTo>
                    <a:pt x="8179993" y="1435289"/>
                  </a:lnTo>
                  <a:lnTo>
                    <a:pt x="8179325" y="1435289"/>
                  </a:lnTo>
                  <a:lnTo>
                    <a:pt x="8178657" y="1435289"/>
                  </a:lnTo>
                  <a:lnTo>
                    <a:pt x="8177989" y="1435289"/>
                  </a:lnTo>
                  <a:lnTo>
                    <a:pt x="8177321" y="1435289"/>
                  </a:lnTo>
                  <a:lnTo>
                    <a:pt x="8176653" y="1435289"/>
                  </a:lnTo>
                  <a:lnTo>
                    <a:pt x="8175985" y="1435289"/>
                  </a:lnTo>
                  <a:lnTo>
                    <a:pt x="8175317" y="1435289"/>
                  </a:lnTo>
                  <a:lnTo>
                    <a:pt x="8174649" y="1435289"/>
                  </a:lnTo>
                  <a:lnTo>
                    <a:pt x="8173981" y="1435289"/>
                  </a:lnTo>
                  <a:lnTo>
                    <a:pt x="8173313" y="1435289"/>
                  </a:lnTo>
                  <a:lnTo>
                    <a:pt x="8172644" y="1435289"/>
                  </a:lnTo>
                  <a:lnTo>
                    <a:pt x="8171976" y="1435289"/>
                  </a:lnTo>
                  <a:lnTo>
                    <a:pt x="8171308" y="1435289"/>
                  </a:lnTo>
                  <a:lnTo>
                    <a:pt x="8170640" y="1435289"/>
                  </a:lnTo>
                  <a:lnTo>
                    <a:pt x="8169972" y="1435289"/>
                  </a:lnTo>
                  <a:lnTo>
                    <a:pt x="8169304" y="1435289"/>
                  </a:lnTo>
                  <a:lnTo>
                    <a:pt x="8168636" y="1435289"/>
                  </a:lnTo>
                  <a:lnTo>
                    <a:pt x="8167968" y="1435289"/>
                  </a:lnTo>
                  <a:lnTo>
                    <a:pt x="8167300" y="1435289"/>
                  </a:lnTo>
                  <a:lnTo>
                    <a:pt x="8166632" y="1435289"/>
                  </a:lnTo>
                  <a:lnTo>
                    <a:pt x="8165964" y="1435289"/>
                  </a:lnTo>
                  <a:lnTo>
                    <a:pt x="8165296" y="1435289"/>
                  </a:lnTo>
                  <a:lnTo>
                    <a:pt x="8164628" y="1435289"/>
                  </a:lnTo>
                  <a:lnTo>
                    <a:pt x="8163960" y="1435289"/>
                  </a:lnTo>
                  <a:lnTo>
                    <a:pt x="8163292" y="1435289"/>
                  </a:lnTo>
                  <a:lnTo>
                    <a:pt x="8162624" y="1435289"/>
                  </a:lnTo>
                  <a:lnTo>
                    <a:pt x="8161956" y="1435289"/>
                  </a:lnTo>
                  <a:lnTo>
                    <a:pt x="8161288" y="1435289"/>
                  </a:lnTo>
                  <a:lnTo>
                    <a:pt x="8160620" y="1435289"/>
                  </a:lnTo>
                  <a:lnTo>
                    <a:pt x="8159952" y="1435289"/>
                  </a:lnTo>
                  <a:lnTo>
                    <a:pt x="8159284" y="1435289"/>
                  </a:lnTo>
                  <a:lnTo>
                    <a:pt x="8158616" y="1435289"/>
                  </a:lnTo>
                  <a:lnTo>
                    <a:pt x="8157948" y="1435289"/>
                  </a:lnTo>
                  <a:lnTo>
                    <a:pt x="8157280" y="1435289"/>
                  </a:lnTo>
                  <a:lnTo>
                    <a:pt x="8156612" y="1435289"/>
                  </a:lnTo>
                  <a:lnTo>
                    <a:pt x="8155944" y="1435289"/>
                  </a:lnTo>
                  <a:lnTo>
                    <a:pt x="8155276" y="1435289"/>
                  </a:lnTo>
                  <a:lnTo>
                    <a:pt x="8154608" y="1435289"/>
                  </a:lnTo>
                  <a:lnTo>
                    <a:pt x="8153940" y="1435289"/>
                  </a:lnTo>
                  <a:lnTo>
                    <a:pt x="8153272" y="1435289"/>
                  </a:lnTo>
                  <a:lnTo>
                    <a:pt x="8152604" y="1435289"/>
                  </a:lnTo>
                  <a:lnTo>
                    <a:pt x="8151936" y="1435289"/>
                  </a:lnTo>
                  <a:lnTo>
                    <a:pt x="8151268" y="1435289"/>
                  </a:lnTo>
                  <a:lnTo>
                    <a:pt x="8150600" y="1435289"/>
                  </a:lnTo>
                  <a:lnTo>
                    <a:pt x="8149932" y="1435289"/>
                  </a:lnTo>
                  <a:lnTo>
                    <a:pt x="8149264" y="1435289"/>
                  </a:lnTo>
                  <a:lnTo>
                    <a:pt x="8148596" y="1435289"/>
                  </a:lnTo>
                  <a:lnTo>
                    <a:pt x="8147927" y="1435289"/>
                  </a:lnTo>
                  <a:lnTo>
                    <a:pt x="8147259" y="1435289"/>
                  </a:lnTo>
                  <a:lnTo>
                    <a:pt x="8146591" y="1435289"/>
                  </a:lnTo>
                  <a:lnTo>
                    <a:pt x="8145923" y="1435289"/>
                  </a:lnTo>
                  <a:lnTo>
                    <a:pt x="8145255" y="1435289"/>
                  </a:lnTo>
                  <a:lnTo>
                    <a:pt x="8144587" y="1435289"/>
                  </a:lnTo>
                  <a:lnTo>
                    <a:pt x="8143919" y="1435289"/>
                  </a:lnTo>
                  <a:lnTo>
                    <a:pt x="8143251" y="1435289"/>
                  </a:lnTo>
                  <a:lnTo>
                    <a:pt x="8142583" y="1435289"/>
                  </a:lnTo>
                  <a:lnTo>
                    <a:pt x="8141915" y="1435289"/>
                  </a:lnTo>
                  <a:lnTo>
                    <a:pt x="8141247" y="1435289"/>
                  </a:lnTo>
                  <a:lnTo>
                    <a:pt x="8140579" y="1435289"/>
                  </a:lnTo>
                  <a:lnTo>
                    <a:pt x="8139911" y="1435289"/>
                  </a:lnTo>
                  <a:lnTo>
                    <a:pt x="8139243" y="1435289"/>
                  </a:lnTo>
                  <a:lnTo>
                    <a:pt x="8138575" y="1435289"/>
                  </a:lnTo>
                  <a:lnTo>
                    <a:pt x="8137907" y="1435289"/>
                  </a:lnTo>
                  <a:lnTo>
                    <a:pt x="8137239" y="1435289"/>
                  </a:lnTo>
                  <a:lnTo>
                    <a:pt x="8136571" y="1435289"/>
                  </a:lnTo>
                  <a:lnTo>
                    <a:pt x="8135903" y="1435289"/>
                  </a:lnTo>
                  <a:lnTo>
                    <a:pt x="8135235" y="1435289"/>
                  </a:lnTo>
                  <a:lnTo>
                    <a:pt x="8134567" y="1435289"/>
                  </a:lnTo>
                  <a:lnTo>
                    <a:pt x="8133899" y="1435289"/>
                  </a:lnTo>
                  <a:lnTo>
                    <a:pt x="8133231" y="1435289"/>
                  </a:lnTo>
                  <a:lnTo>
                    <a:pt x="8132563" y="1435289"/>
                  </a:lnTo>
                  <a:lnTo>
                    <a:pt x="8131895" y="1435289"/>
                  </a:lnTo>
                  <a:lnTo>
                    <a:pt x="8131227" y="1435289"/>
                  </a:lnTo>
                  <a:lnTo>
                    <a:pt x="8130559" y="1435289"/>
                  </a:lnTo>
                  <a:lnTo>
                    <a:pt x="8129891" y="1435289"/>
                  </a:lnTo>
                  <a:lnTo>
                    <a:pt x="8129223" y="1435289"/>
                  </a:lnTo>
                  <a:lnTo>
                    <a:pt x="8128555" y="1435289"/>
                  </a:lnTo>
                  <a:lnTo>
                    <a:pt x="8127887" y="1435289"/>
                  </a:lnTo>
                  <a:lnTo>
                    <a:pt x="8127219" y="1435289"/>
                  </a:lnTo>
                  <a:lnTo>
                    <a:pt x="8126551" y="1435289"/>
                  </a:lnTo>
                  <a:lnTo>
                    <a:pt x="8125883" y="1435289"/>
                  </a:lnTo>
                  <a:lnTo>
                    <a:pt x="8125215" y="1435289"/>
                  </a:lnTo>
                  <a:lnTo>
                    <a:pt x="8124547" y="1435289"/>
                  </a:lnTo>
                  <a:lnTo>
                    <a:pt x="8123878" y="1435289"/>
                  </a:lnTo>
                  <a:lnTo>
                    <a:pt x="8123210" y="1435289"/>
                  </a:lnTo>
                  <a:lnTo>
                    <a:pt x="8122542" y="1435289"/>
                  </a:lnTo>
                  <a:lnTo>
                    <a:pt x="8121874" y="1435289"/>
                  </a:lnTo>
                  <a:lnTo>
                    <a:pt x="8121206" y="1435289"/>
                  </a:lnTo>
                  <a:lnTo>
                    <a:pt x="8120538" y="1435289"/>
                  </a:lnTo>
                  <a:lnTo>
                    <a:pt x="8119870" y="1435289"/>
                  </a:lnTo>
                  <a:lnTo>
                    <a:pt x="8119202" y="1435289"/>
                  </a:lnTo>
                  <a:lnTo>
                    <a:pt x="8118534" y="1435289"/>
                  </a:lnTo>
                  <a:lnTo>
                    <a:pt x="8117866" y="1435289"/>
                  </a:lnTo>
                  <a:lnTo>
                    <a:pt x="8117198" y="1435289"/>
                  </a:lnTo>
                  <a:lnTo>
                    <a:pt x="8116530" y="1435289"/>
                  </a:lnTo>
                  <a:lnTo>
                    <a:pt x="8115862" y="1435289"/>
                  </a:lnTo>
                  <a:lnTo>
                    <a:pt x="8115194" y="1435289"/>
                  </a:lnTo>
                  <a:lnTo>
                    <a:pt x="8114526" y="1435289"/>
                  </a:lnTo>
                  <a:lnTo>
                    <a:pt x="8113858" y="1435289"/>
                  </a:lnTo>
                  <a:lnTo>
                    <a:pt x="8113190" y="1435289"/>
                  </a:lnTo>
                  <a:lnTo>
                    <a:pt x="8112522" y="1435289"/>
                  </a:lnTo>
                  <a:lnTo>
                    <a:pt x="8111854" y="1435289"/>
                  </a:lnTo>
                  <a:lnTo>
                    <a:pt x="8111186" y="1435289"/>
                  </a:lnTo>
                  <a:lnTo>
                    <a:pt x="8110518" y="1435289"/>
                  </a:lnTo>
                  <a:lnTo>
                    <a:pt x="8109850" y="1435289"/>
                  </a:lnTo>
                  <a:lnTo>
                    <a:pt x="8109182" y="1435289"/>
                  </a:lnTo>
                  <a:lnTo>
                    <a:pt x="8108514" y="1435289"/>
                  </a:lnTo>
                  <a:lnTo>
                    <a:pt x="8107846" y="1435289"/>
                  </a:lnTo>
                  <a:lnTo>
                    <a:pt x="8107178" y="1435289"/>
                  </a:lnTo>
                  <a:lnTo>
                    <a:pt x="8106510" y="1435289"/>
                  </a:lnTo>
                  <a:lnTo>
                    <a:pt x="8105842" y="1435289"/>
                  </a:lnTo>
                  <a:lnTo>
                    <a:pt x="8105174" y="1435289"/>
                  </a:lnTo>
                  <a:lnTo>
                    <a:pt x="8104506" y="1435289"/>
                  </a:lnTo>
                  <a:lnTo>
                    <a:pt x="8103838" y="1435289"/>
                  </a:lnTo>
                  <a:lnTo>
                    <a:pt x="8103170" y="1435289"/>
                  </a:lnTo>
                  <a:lnTo>
                    <a:pt x="8102502" y="1435289"/>
                  </a:lnTo>
                  <a:lnTo>
                    <a:pt x="8101834" y="1435289"/>
                  </a:lnTo>
                  <a:lnTo>
                    <a:pt x="8101166" y="1435289"/>
                  </a:lnTo>
                  <a:lnTo>
                    <a:pt x="8100498" y="1435289"/>
                  </a:lnTo>
                  <a:lnTo>
                    <a:pt x="8099830" y="1435289"/>
                  </a:lnTo>
                  <a:lnTo>
                    <a:pt x="8099161" y="1435289"/>
                  </a:lnTo>
                  <a:lnTo>
                    <a:pt x="8098493" y="1435289"/>
                  </a:lnTo>
                  <a:lnTo>
                    <a:pt x="8097825" y="1435289"/>
                  </a:lnTo>
                  <a:lnTo>
                    <a:pt x="8097157" y="1435289"/>
                  </a:lnTo>
                  <a:lnTo>
                    <a:pt x="8096489" y="1435289"/>
                  </a:lnTo>
                  <a:lnTo>
                    <a:pt x="8095821" y="1435289"/>
                  </a:lnTo>
                  <a:lnTo>
                    <a:pt x="8095153" y="1435289"/>
                  </a:lnTo>
                  <a:lnTo>
                    <a:pt x="8094485" y="1435289"/>
                  </a:lnTo>
                  <a:lnTo>
                    <a:pt x="8093817" y="1435289"/>
                  </a:lnTo>
                  <a:lnTo>
                    <a:pt x="8093149" y="1435289"/>
                  </a:lnTo>
                  <a:lnTo>
                    <a:pt x="8092481" y="1435289"/>
                  </a:lnTo>
                  <a:lnTo>
                    <a:pt x="8091813" y="1435289"/>
                  </a:lnTo>
                  <a:lnTo>
                    <a:pt x="8091145" y="1435289"/>
                  </a:lnTo>
                  <a:lnTo>
                    <a:pt x="8090477" y="1435289"/>
                  </a:lnTo>
                  <a:lnTo>
                    <a:pt x="8089809" y="1435289"/>
                  </a:lnTo>
                  <a:lnTo>
                    <a:pt x="8089141" y="1435289"/>
                  </a:lnTo>
                  <a:lnTo>
                    <a:pt x="8088473" y="1435289"/>
                  </a:lnTo>
                  <a:lnTo>
                    <a:pt x="8087805" y="1435289"/>
                  </a:lnTo>
                  <a:lnTo>
                    <a:pt x="8087137" y="1435289"/>
                  </a:lnTo>
                  <a:lnTo>
                    <a:pt x="8086469" y="1435289"/>
                  </a:lnTo>
                  <a:lnTo>
                    <a:pt x="8085801" y="1435289"/>
                  </a:lnTo>
                  <a:lnTo>
                    <a:pt x="8085133" y="1435289"/>
                  </a:lnTo>
                  <a:lnTo>
                    <a:pt x="8084465" y="1435289"/>
                  </a:lnTo>
                  <a:lnTo>
                    <a:pt x="8083797" y="1435289"/>
                  </a:lnTo>
                  <a:lnTo>
                    <a:pt x="8083129" y="1435289"/>
                  </a:lnTo>
                  <a:lnTo>
                    <a:pt x="8082461" y="1435289"/>
                  </a:lnTo>
                  <a:lnTo>
                    <a:pt x="8081793" y="1435289"/>
                  </a:lnTo>
                  <a:lnTo>
                    <a:pt x="8081125" y="1435289"/>
                  </a:lnTo>
                  <a:lnTo>
                    <a:pt x="8080457" y="1435289"/>
                  </a:lnTo>
                  <a:lnTo>
                    <a:pt x="8079789" y="1435289"/>
                  </a:lnTo>
                  <a:lnTo>
                    <a:pt x="8079121" y="1435289"/>
                  </a:lnTo>
                  <a:lnTo>
                    <a:pt x="8078453" y="1435289"/>
                  </a:lnTo>
                  <a:lnTo>
                    <a:pt x="8077785" y="1435289"/>
                  </a:lnTo>
                  <a:lnTo>
                    <a:pt x="8077117" y="1435289"/>
                  </a:lnTo>
                  <a:lnTo>
                    <a:pt x="8076449" y="1435289"/>
                  </a:lnTo>
                  <a:lnTo>
                    <a:pt x="8075781" y="1435289"/>
                  </a:lnTo>
                  <a:lnTo>
                    <a:pt x="8075113" y="1435289"/>
                  </a:lnTo>
                  <a:lnTo>
                    <a:pt x="8074444" y="1435289"/>
                  </a:lnTo>
                  <a:lnTo>
                    <a:pt x="8073776" y="1435289"/>
                  </a:lnTo>
                  <a:lnTo>
                    <a:pt x="8073108" y="1435289"/>
                  </a:lnTo>
                  <a:lnTo>
                    <a:pt x="8072440" y="1435289"/>
                  </a:lnTo>
                  <a:lnTo>
                    <a:pt x="8071772" y="1435289"/>
                  </a:lnTo>
                  <a:lnTo>
                    <a:pt x="8071104" y="1435289"/>
                  </a:lnTo>
                  <a:lnTo>
                    <a:pt x="8070436" y="1435289"/>
                  </a:lnTo>
                  <a:lnTo>
                    <a:pt x="8069768" y="1435289"/>
                  </a:lnTo>
                  <a:lnTo>
                    <a:pt x="8069100" y="1435289"/>
                  </a:lnTo>
                  <a:lnTo>
                    <a:pt x="8068432" y="1435289"/>
                  </a:lnTo>
                  <a:lnTo>
                    <a:pt x="8067764" y="1435289"/>
                  </a:lnTo>
                  <a:lnTo>
                    <a:pt x="8067096" y="1435289"/>
                  </a:lnTo>
                  <a:lnTo>
                    <a:pt x="8066428" y="1435289"/>
                  </a:lnTo>
                  <a:lnTo>
                    <a:pt x="8065760" y="1435289"/>
                  </a:lnTo>
                  <a:lnTo>
                    <a:pt x="8065092" y="1435289"/>
                  </a:lnTo>
                  <a:lnTo>
                    <a:pt x="8064424" y="1435289"/>
                  </a:lnTo>
                  <a:lnTo>
                    <a:pt x="8063756" y="1435289"/>
                  </a:lnTo>
                  <a:lnTo>
                    <a:pt x="8063088" y="1435289"/>
                  </a:lnTo>
                  <a:lnTo>
                    <a:pt x="8062420" y="1435289"/>
                  </a:lnTo>
                  <a:lnTo>
                    <a:pt x="8061752" y="1435289"/>
                  </a:lnTo>
                  <a:lnTo>
                    <a:pt x="8061084" y="1435289"/>
                  </a:lnTo>
                  <a:lnTo>
                    <a:pt x="8060416" y="1435289"/>
                  </a:lnTo>
                  <a:lnTo>
                    <a:pt x="8059748" y="1435289"/>
                  </a:lnTo>
                  <a:lnTo>
                    <a:pt x="8059080" y="1435289"/>
                  </a:lnTo>
                  <a:lnTo>
                    <a:pt x="8058412" y="1435289"/>
                  </a:lnTo>
                  <a:lnTo>
                    <a:pt x="8057744" y="1435289"/>
                  </a:lnTo>
                  <a:lnTo>
                    <a:pt x="8057076" y="1435289"/>
                  </a:lnTo>
                  <a:lnTo>
                    <a:pt x="8056408" y="1435289"/>
                  </a:lnTo>
                  <a:lnTo>
                    <a:pt x="8055740" y="1435289"/>
                  </a:lnTo>
                  <a:lnTo>
                    <a:pt x="8055072" y="1435289"/>
                  </a:lnTo>
                  <a:lnTo>
                    <a:pt x="8054404" y="1435289"/>
                  </a:lnTo>
                  <a:lnTo>
                    <a:pt x="8053736" y="1435289"/>
                  </a:lnTo>
                  <a:lnTo>
                    <a:pt x="8053068" y="1435289"/>
                  </a:lnTo>
                  <a:lnTo>
                    <a:pt x="8052400" y="1435289"/>
                  </a:lnTo>
                  <a:lnTo>
                    <a:pt x="8051732" y="1435289"/>
                  </a:lnTo>
                  <a:lnTo>
                    <a:pt x="8051064" y="1435289"/>
                  </a:lnTo>
                  <a:lnTo>
                    <a:pt x="8050396" y="1435289"/>
                  </a:lnTo>
                  <a:lnTo>
                    <a:pt x="8049727" y="1435289"/>
                  </a:lnTo>
                  <a:lnTo>
                    <a:pt x="8049059" y="1435289"/>
                  </a:lnTo>
                  <a:lnTo>
                    <a:pt x="8048391" y="1435289"/>
                  </a:lnTo>
                  <a:lnTo>
                    <a:pt x="8047723" y="1435289"/>
                  </a:lnTo>
                  <a:lnTo>
                    <a:pt x="8047055" y="1435289"/>
                  </a:lnTo>
                  <a:lnTo>
                    <a:pt x="8046387" y="1435289"/>
                  </a:lnTo>
                  <a:lnTo>
                    <a:pt x="8045719" y="1435289"/>
                  </a:lnTo>
                  <a:lnTo>
                    <a:pt x="8045051" y="1435289"/>
                  </a:lnTo>
                  <a:lnTo>
                    <a:pt x="8044383" y="1435289"/>
                  </a:lnTo>
                  <a:lnTo>
                    <a:pt x="8043715" y="1435289"/>
                  </a:lnTo>
                  <a:lnTo>
                    <a:pt x="8043047" y="1435289"/>
                  </a:lnTo>
                  <a:lnTo>
                    <a:pt x="8042379" y="1435289"/>
                  </a:lnTo>
                  <a:lnTo>
                    <a:pt x="8041711" y="1435289"/>
                  </a:lnTo>
                  <a:lnTo>
                    <a:pt x="8041043" y="1435289"/>
                  </a:lnTo>
                  <a:lnTo>
                    <a:pt x="8040375" y="1435289"/>
                  </a:lnTo>
                  <a:lnTo>
                    <a:pt x="8039707" y="1435289"/>
                  </a:lnTo>
                  <a:lnTo>
                    <a:pt x="8039039" y="1435289"/>
                  </a:lnTo>
                  <a:lnTo>
                    <a:pt x="8038371" y="1435289"/>
                  </a:lnTo>
                  <a:lnTo>
                    <a:pt x="8037703" y="1435289"/>
                  </a:lnTo>
                  <a:lnTo>
                    <a:pt x="8037035" y="1435289"/>
                  </a:lnTo>
                  <a:lnTo>
                    <a:pt x="8036367" y="1435289"/>
                  </a:lnTo>
                  <a:lnTo>
                    <a:pt x="8035699" y="1435289"/>
                  </a:lnTo>
                  <a:lnTo>
                    <a:pt x="8035031" y="1435289"/>
                  </a:lnTo>
                  <a:lnTo>
                    <a:pt x="8034363" y="1435289"/>
                  </a:lnTo>
                  <a:lnTo>
                    <a:pt x="8033695" y="1435289"/>
                  </a:lnTo>
                  <a:lnTo>
                    <a:pt x="8033027" y="1435289"/>
                  </a:lnTo>
                  <a:lnTo>
                    <a:pt x="8032359" y="1435289"/>
                  </a:lnTo>
                  <a:lnTo>
                    <a:pt x="8031691" y="1435289"/>
                  </a:lnTo>
                  <a:lnTo>
                    <a:pt x="8031023" y="1435289"/>
                  </a:lnTo>
                  <a:lnTo>
                    <a:pt x="8030355" y="1435289"/>
                  </a:lnTo>
                  <a:lnTo>
                    <a:pt x="8029687" y="1435289"/>
                  </a:lnTo>
                  <a:lnTo>
                    <a:pt x="8029019" y="1435289"/>
                  </a:lnTo>
                  <a:lnTo>
                    <a:pt x="8028351" y="1435289"/>
                  </a:lnTo>
                  <a:lnTo>
                    <a:pt x="8027683" y="1435289"/>
                  </a:lnTo>
                  <a:lnTo>
                    <a:pt x="8027015" y="1435289"/>
                  </a:lnTo>
                  <a:lnTo>
                    <a:pt x="8026347" y="1435289"/>
                  </a:lnTo>
                  <a:lnTo>
                    <a:pt x="8025678" y="1435289"/>
                  </a:lnTo>
                  <a:lnTo>
                    <a:pt x="8025010" y="1435289"/>
                  </a:lnTo>
                  <a:lnTo>
                    <a:pt x="8024342" y="1435289"/>
                  </a:lnTo>
                  <a:lnTo>
                    <a:pt x="8023674" y="1435289"/>
                  </a:lnTo>
                  <a:lnTo>
                    <a:pt x="8023006" y="1435289"/>
                  </a:lnTo>
                  <a:lnTo>
                    <a:pt x="8022338" y="1435289"/>
                  </a:lnTo>
                  <a:lnTo>
                    <a:pt x="8021670" y="1435289"/>
                  </a:lnTo>
                  <a:lnTo>
                    <a:pt x="8021002" y="1435289"/>
                  </a:lnTo>
                  <a:lnTo>
                    <a:pt x="8020334" y="1435289"/>
                  </a:lnTo>
                  <a:lnTo>
                    <a:pt x="8019666" y="1435289"/>
                  </a:lnTo>
                  <a:lnTo>
                    <a:pt x="8018998" y="1435289"/>
                  </a:lnTo>
                  <a:lnTo>
                    <a:pt x="8018330" y="1435289"/>
                  </a:lnTo>
                  <a:lnTo>
                    <a:pt x="8017662" y="1435289"/>
                  </a:lnTo>
                  <a:lnTo>
                    <a:pt x="8016994" y="1435289"/>
                  </a:lnTo>
                  <a:lnTo>
                    <a:pt x="8016326" y="1435289"/>
                  </a:lnTo>
                  <a:lnTo>
                    <a:pt x="8015658" y="1435289"/>
                  </a:lnTo>
                  <a:lnTo>
                    <a:pt x="8014990" y="1435289"/>
                  </a:lnTo>
                  <a:lnTo>
                    <a:pt x="8014322" y="1435289"/>
                  </a:lnTo>
                  <a:lnTo>
                    <a:pt x="8013654" y="1435289"/>
                  </a:lnTo>
                  <a:lnTo>
                    <a:pt x="8012986" y="1435289"/>
                  </a:lnTo>
                  <a:lnTo>
                    <a:pt x="8012318" y="1435289"/>
                  </a:lnTo>
                  <a:lnTo>
                    <a:pt x="8011650" y="1435289"/>
                  </a:lnTo>
                  <a:lnTo>
                    <a:pt x="8010982" y="1435289"/>
                  </a:lnTo>
                  <a:lnTo>
                    <a:pt x="8010314" y="1435289"/>
                  </a:lnTo>
                  <a:lnTo>
                    <a:pt x="8009646" y="1435289"/>
                  </a:lnTo>
                  <a:lnTo>
                    <a:pt x="8008978" y="1435289"/>
                  </a:lnTo>
                  <a:lnTo>
                    <a:pt x="8008310" y="1435289"/>
                  </a:lnTo>
                  <a:lnTo>
                    <a:pt x="8007642" y="1435289"/>
                  </a:lnTo>
                  <a:lnTo>
                    <a:pt x="8006974" y="1435289"/>
                  </a:lnTo>
                  <a:lnTo>
                    <a:pt x="8006306" y="1435289"/>
                  </a:lnTo>
                  <a:lnTo>
                    <a:pt x="8005638" y="1435289"/>
                  </a:lnTo>
                  <a:lnTo>
                    <a:pt x="8004970" y="1435289"/>
                  </a:lnTo>
                  <a:lnTo>
                    <a:pt x="8004302" y="1435289"/>
                  </a:lnTo>
                  <a:lnTo>
                    <a:pt x="8003634" y="1435289"/>
                  </a:lnTo>
                  <a:lnTo>
                    <a:pt x="8002966" y="1435289"/>
                  </a:lnTo>
                  <a:lnTo>
                    <a:pt x="8002298" y="1435289"/>
                  </a:lnTo>
                  <a:lnTo>
                    <a:pt x="8001630" y="1435289"/>
                  </a:lnTo>
                  <a:lnTo>
                    <a:pt x="8000961" y="1435289"/>
                  </a:lnTo>
                  <a:lnTo>
                    <a:pt x="8000293" y="1435289"/>
                  </a:lnTo>
                  <a:lnTo>
                    <a:pt x="7999625" y="1435289"/>
                  </a:lnTo>
                  <a:lnTo>
                    <a:pt x="7998957" y="1435289"/>
                  </a:lnTo>
                  <a:lnTo>
                    <a:pt x="7998289" y="1435289"/>
                  </a:lnTo>
                  <a:lnTo>
                    <a:pt x="7997621" y="1435289"/>
                  </a:lnTo>
                  <a:lnTo>
                    <a:pt x="7996953" y="1435289"/>
                  </a:lnTo>
                  <a:lnTo>
                    <a:pt x="7996285" y="1435289"/>
                  </a:lnTo>
                  <a:lnTo>
                    <a:pt x="7995617" y="1435289"/>
                  </a:lnTo>
                  <a:lnTo>
                    <a:pt x="7994949" y="1435289"/>
                  </a:lnTo>
                  <a:lnTo>
                    <a:pt x="7994281" y="1435289"/>
                  </a:lnTo>
                  <a:lnTo>
                    <a:pt x="7993613" y="1435289"/>
                  </a:lnTo>
                  <a:lnTo>
                    <a:pt x="7992945" y="1435289"/>
                  </a:lnTo>
                  <a:lnTo>
                    <a:pt x="7992277" y="1435289"/>
                  </a:lnTo>
                  <a:lnTo>
                    <a:pt x="7991609" y="1435289"/>
                  </a:lnTo>
                  <a:lnTo>
                    <a:pt x="7990941" y="1435289"/>
                  </a:lnTo>
                  <a:lnTo>
                    <a:pt x="7990273" y="1435289"/>
                  </a:lnTo>
                  <a:lnTo>
                    <a:pt x="7989605" y="1435289"/>
                  </a:lnTo>
                  <a:lnTo>
                    <a:pt x="7988937" y="1435289"/>
                  </a:lnTo>
                  <a:lnTo>
                    <a:pt x="7988269" y="1435289"/>
                  </a:lnTo>
                  <a:lnTo>
                    <a:pt x="7987601" y="1435289"/>
                  </a:lnTo>
                  <a:lnTo>
                    <a:pt x="7986933" y="1435289"/>
                  </a:lnTo>
                  <a:lnTo>
                    <a:pt x="7986265" y="1435289"/>
                  </a:lnTo>
                  <a:lnTo>
                    <a:pt x="7985597" y="1435289"/>
                  </a:lnTo>
                  <a:lnTo>
                    <a:pt x="7984929" y="1435289"/>
                  </a:lnTo>
                  <a:lnTo>
                    <a:pt x="7984261" y="1435289"/>
                  </a:lnTo>
                  <a:lnTo>
                    <a:pt x="7983593" y="1435289"/>
                  </a:lnTo>
                  <a:lnTo>
                    <a:pt x="7982925" y="1435289"/>
                  </a:lnTo>
                  <a:lnTo>
                    <a:pt x="7982257" y="1435289"/>
                  </a:lnTo>
                  <a:lnTo>
                    <a:pt x="7981589" y="1435289"/>
                  </a:lnTo>
                  <a:lnTo>
                    <a:pt x="7980921" y="1435289"/>
                  </a:lnTo>
                  <a:lnTo>
                    <a:pt x="7980253" y="1435289"/>
                  </a:lnTo>
                  <a:lnTo>
                    <a:pt x="7979585" y="1435289"/>
                  </a:lnTo>
                  <a:lnTo>
                    <a:pt x="7978917" y="1435289"/>
                  </a:lnTo>
                  <a:lnTo>
                    <a:pt x="7978249" y="1435289"/>
                  </a:lnTo>
                  <a:lnTo>
                    <a:pt x="7977581" y="1435289"/>
                  </a:lnTo>
                  <a:lnTo>
                    <a:pt x="7976913" y="1435289"/>
                  </a:lnTo>
                  <a:lnTo>
                    <a:pt x="7976244" y="1435289"/>
                  </a:lnTo>
                  <a:lnTo>
                    <a:pt x="7975576" y="1435289"/>
                  </a:lnTo>
                  <a:lnTo>
                    <a:pt x="7974908" y="1435289"/>
                  </a:lnTo>
                  <a:lnTo>
                    <a:pt x="7974240" y="1435289"/>
                  </a:lnTo>
                  <a:lnTo>
                    <a:pt x="7973572" y="1435289"/>
                  </a:lnTo>
                  <a:lnTo>
                    <a:pt x="7972904" y="1435289"/>
                  </a:lnTo>
                  <a:lnTo>
                    <a:pt x="7972236" y="1435289"/>
                  </a:lnTo>
                  <a:lnTo>
                    <a:pt x="7971568" y="1435289"/>
                  </a:lnTo>
                  <a:lnTo>
                    <a:pt x="7970900" y="1435289"/>
                  </a:lnTo>
                  <a:lnTo>
                    <a:pt x="7970232" y="1435289"/>
                  </a:lnTo>
                  <a:lnTo>
                    <a:pt x="7969564" y="1435289"/>
                  </a:lnTo>
                  <a:lnTo>
                    <a:pt x="7968896" y="1435289"/>
                  </a:lnTo>
                  <a:lnTo>
                    <a:pt x="7968228" y="1435289"/>
                  </a:lnTo>
                  <a:lnTo>
                    <a:pt x="7967560" y="1435289"/>
                  </a:lnTo>
                  <a:lnTo>
                    <a:pt x="7966892" y="1435289"/>
                  </a:lnTo>
                  <a:lnTo>
                    <a:pt x="7966224" y="1435289"/>
                  </a:lnTo>
                  <a:lnTo>
                    <a:pt x="7965556" y="1435289"/>
                  </a:lnTo>
                  <a:lnTo>
                    <a:pt x="7964888" y="1435289"/>
                  </a:lnTo>
                  <a:lnTo>
                    <a:pt x="7964220" y="1435289"/>
                  </a:lnTo>
                  <a:lnTo>
                    <a:pt x="7963552" y="1435289"/>
                  </a:lnTo>
                  <a:lnTo>
                    <a:pt x="7962884" y="1435289"/>
                  </a:lnTo>
                  <a:lnTo>
                    <a:pt x="7962216" y="1435289"/>
                  </a:lnTo>
                  <a:lnTo>
                    <a:pt x="7961548" y="1435289"/>
                  </a:lnTo>
                  <a:lnTo>
                    <a:pt x="7960880" y="1435289"/>
                  </a:lnTo>
                  <a:lnTo>
                    <a:pt x="7960212" y="1435289"/>
                  </a:lnTo>
                  <a:lnTo>
                    <a:pt x="7959544" y="1435289"/>
                  </a:lnTo>
                  <a:lnTo>
                    <a:pt x="7958876" y="1435289"/>
                  </a:lnTo>
                  <a:lnTo>
                    <a:pt x="7958208" y="1435289"/>
                  </a:lnTo>
                  <a:lnTo>
                    <a:pt x="7957540" y="1435289"/>
                  </a:lnTo>
                  <a:lnTo>
                    <a:pt x="7956872" y="1435289"/>
                  </a:lnTo>
                  <a:lnTo>
                    <a:pt x="7956204" y="1435289"/>
                  </a:lnTo>
                  <a:lnTo>
                    <a:pt x="7955536" y="1435289"/>
                  </a:lnTo>
                  <a:lnTo>
                    <a:pt x="7954868" y="1435289"/>
                  </a:lnTo>
                  <a:lnTo>
                    <a:pt x="7954200" y="1435289"/>
                  </a:lnTo>
                  <a:lnTo>
                    <a:pt x="7953532" y="1435289"/>
                  </a:lnTo>
                  <a:lnTo>
                    <a:pt x="7952864" y="1435289"/>
                  </a:lnTo>
                  <a:lnTo>
                    <a:pt x="7952196" y="1435289"/>
                  </a:lnTo>
                  <a:lnTo>
                    <a:pt x="7951527" y="1435289"/>
                  </a:lnTo>
                  <a:lnTo>
                    <a:pt x="7950859" y="1435289"/>
                  </a:lnTo>
                  <a:lnTo>
                    <a:pt x="7950191" y="1435289"/>
                  </a:lnTo>
                  <a:lnTo>
                    <a:pt x="7949523" y="1435289"/>
                  </a:lnTo>
                  <a:lnTo>
                    <a:pt x="7948855" y="1435289"/>
                  </a:lnTo>
                  <a:lnTo>
                    <a:pt x="7948187" y="1435289"/>
                  </a:lnTo>
                  <a:lnTo>
                    <a:pt x="7947519" y="1435289"/>
                  </a:lnTo>
                  <a:lnTo>
                    <a:pt x="7946851" y="1435289"/>
                  </a:lnTo>
                  <a:lnTo>
                    <a:pt x="7946183" y="1435289"/>
                  </a:lnTo>
                  <a:lnTo>
                    <a:pt x="7945515" y="1435289"/>
                  </a:lnTo>
                  <a:lnTo>
                    <a:pt x="7944847" y="1435289"/>
                  </a:lnTo>
                  <a:lnTo>
                    <a:pt x="7944179" y="1435289"/>
                  </a:lnTo>
                  <a:lnTo>
                    <a:pt x="7943511" y="1435289"/>
                  </a:lnTo>
                  <a:lnTo>
                    <a:pt x="7942843" y="1435289"/>
                  </a:lnTo>
                  <a:lnTo>
                    <a:pt x="7942175" y="1435289"/>
                  </a:lnTo>
                  <a:lnTo>
                    <a:pt x="7941507" y="1435289"/>
                  </a:lnTo>
                  <a:lnTo>
                    <a:pt x="7940839" y="1435289"/>
                  </a:lnTo>
                  <a:lnTo>
                    <a:pt x="7940171" y="1435289"/>
                  </a:lnTo>
                  <a:lnTo>
                    <a:pt x="7939503" y="1435289"/>
                  </a:lnTo>
                  <a:lnTo>
                    <a:pt x="7938835" y="1435289"/>
                  </a:lnTo>
                  <a:lnTo>
                    <a:pt x="7938167" y="1435289"/>
                  </a:lnTo>
                  <a:lnTo>
                    <a:pt x="7937499" y="1435289"/>
                  </a:lnTo>
                  <a:lnTo>
                    <a:pt x="7936831" y="1435289"/>
                  </a:lnTo>
                  <a:lnTo>
                    <a:pt x="7936163" y="1435289"/>
                  </a:lnTo>
                  <a:lnTo>
                    <a:pt x="7935495" y="1435289"/>
                  </a:lnTo>
                  <a:lnTo>
                    <a:pt x="7934827" y="1435289"/>
                  </a:lnTo>
                  <a:lnTo>
                    <a:pt x="7934159" y="1435289"/>
                  </a:lnTo>
                  <a:lnTo>
                    <a:pt x="7933491" y="1435289"/>
                  </a:lnTo>
                  <a:lnTo>
                    <a:pt x="7932823" y="1435289"/>
                  </a:lnTo>
                  <a:lnTo>
                    <a:pt x="7932155" y="1435289"/>
                  </a:lnTo>
                  <a:lnTo>
                    <a:pt x="7931487" y="1435289"/>
                  </a:lnTo>
                  <a:lnTo>
                    <a:pt x="7930819" y="1435289"/>
                  </a:lnTo>
                  <a:lnTo>
                    <a:pt x="7930151" y="1435289"/>
                  </a:lnTo>
                  <a:lnTo>
                    <a:pt x="7929483" y="1435289"/>
                  </a:lnTo>
                  <a:lnTo>
                    <a:pt x="7928815" y="1435289"/>
                  </a:lnTo>
                  <a:lnTo>
                    <a:pt x="7928147" y="1435289"/>
                  </a:lnTo>
                  <a:lnTo>
                    <a:pt x="7927478" y="1435289"/>
                  </a:lnTo>
                  <a:lnTo>
                    <a:pt x="7926810" y="1435289"/>
                  </a:lnTo>
                  <a:lnTo>
                    <a:pt x="7926142" y="1435289"/>
                  </a:lnTo>
                  <a:lnTo>
                    <a:pt x="7925474" y="1435289"/>
                  </a:lnTo>
                  <a:lnTo>
                    <a:pt x="7924806" y="1435289"/>
                  </a:lnTo>
                  <a:lnTo>
                    <a:pt x="7924138" y="1435289"/>
                  </a:lnTo>
                  <a:lnTo>
                    <a:pt x="7923470" y="1435289"/>
                  </a:lnTo>
                  <a:lnTo>
                    <a:pt x="7922802" y="1435289"/>
                  </a:lnTo>
                  <a:lnTo>
                    <a:pt x="7922134" y="1435289"/>
                  </a:lnTo>
                  <a:lnTo>
                    <a:pt x="7921466" y="1435289"/>
                  </a:lnTo>
                  <a:lnTo>
                    <a:pt x="7920798" y="1435289"/>
                  </a:lnTo>
                  <a:lnTo>
                    <a:pt x="7920130" y="1435289"/>
                  </a:lnTo>
                  <a:lnTo>
                    <a:pt x="7919462" y="1435289"/>
                  </a:lnTo>
                  <a:lnTo>
                    <a:pt x="7918794" y="1435289"/>
                  </a:lnTo>
                  <a:lnTo>
                    <a:pt x="7918126" y="1435289"/>
                  </a:lnTo>
                  <a:lnTo>
                    <a:pt x="7917458" y="1435289"/>
                  </a:lnTo>
                  <a:lnTo>
                    <a:pt x="7916790" y="1435289"/>
                  </a:lnTo>
                  <a:lnTo>
                    <a:pt x="7916122" y="1435289"/>
                  </a:lnTo>
                  <a:lnTo>
                    <a:pt x="7915454" y="1435289"/>
                  </a:lnTo>
                  <a:lnTo>
                    <a:pt x="7914786" y="1435289"/>
                  </a:lnTo>
                  <a:lnTo>
                    <a:pt x="7914118" y="1435289"/>
                  </a:lnTo>
                  <a:lnTo>
                    <a:pt x="7913450" y="1435289"/>
                  </a:lnTo>
                  <a:lnTo>
                    <a:pt x="7912782" y="1435289"/>
                  </a:lnTo>
                  <a:lnTo>
                    <a:pt x="7912114" y="1435289"/>
                  </a:lnTo>
                  <a:lnTo>
                    <a:pt x="7911446" y="1435289"/>
                  </a:lnTo>
                  <a:lnTo>
                    <a:pt x="7910778" y="1435289"/>
                  </a:lnTo>
                  <a:lnTo>
                    <a:pt x="7910110" y="1435289"/>
                  </a:lnTo>
                  <a:lnTo>
                    <a:pt x="7909442" y="1435289"/>
                  </a:lnTo>
                  <a:lnTo>
                    <a:pt x="7908774" y="1435289"/>
                  </a:lnTo>
                  <a:lnTo>
                    <a:pt x="7908106" y="1435289"/>
                  </a:lnTo>
                  <a:lnTo>
                    <a:pt x="7907438" y="1435289"/>
                  </a:lnTo>
                  <a:lnTo>
                    <a:pt x="7906770" y="1435289"/>
                  </a:lnTo>
                  <a:lnTo>
                    <a:pt x="7906102" y="1435289"/>
                  </a:lnTo>
                  <a:lnTo>
                    <a:pt x="7905434" y="1435289"/>
                  </a:lnTo>
                  <a:lnTo>
                    <a:pt x="7904766" y="1435289"/>
                  </a:lnTo>
                  <a:lnTo>
                    <a:pt x="7904098" y="1435289"/>
                  </a:lnTo>
                  <a:lnTo>
                    <a:pt x="7903430" y="1435289"/>
                  </a:lnTo>
                  <a:lnTo>
                    <a:pt x="7902761" y="1435289"/>
                  </a:lnTo>
                  <a:lnTo>
                    <a:pt x="7902093" y="1435289"/>
                  </a:lnTo>
                  <a:lnTo>
                    <a:pt x="7901425" y="1435289"/>
                  </a:lnTo>
                  <a:lnTo>
                    <a:pt x="7900757" y="1435289"/>
                  </a:lnTo>
                  <a:lnTo>
                    <a:pt x="7900089" y="1435289"/>
                  </a:lnTo>
                  <a:lnTo>
                    <a:pt x="7899421" y="1435289"/>
                  </a:lnTo>
                  <a:lnTo>
                    <a:pt x="7898753" y="1435289"/>
                  </a:lnTo>
                  <a:lnTo>
                    <a:pt x="7898085" y="1435289"/>
                  </a:lnTo>
                  <a:lnTo>
                    <a:pt x="7897417" y="1435289"/>
                  </a:lnTo>
                  <a:lnTo>
                    <a:pt x="7896749" y="1435289"/>
                  </a:lnTo>
                  <a:lnTo>
                    <a:pt x="7896081" y="1435289"/>
                  </a:lnTo>
                  <a:lnTo>
                    <a:pt x="7895413" y="1435289"/>
                  </a:lnTo>
                  <a:lnTo>
                    <a:pt x="7894745" y="1435289"/>
                  </a:lnTo>
                  <a:lnTo>
                    <a:pt x="7894077" y="1435289"/>
                  </a:lnTo>
                  <a:lnTo>
                    <a:pt x="7893409" y="1435289"/>
                  </a:lnTo>
                  <a:lnTo>
                    <a:pt x="7892741" y="1435289"/>
                  </a:lnTo>
                  <a:lnTo>
                    <a:pt x="7892073" y="1435289"/>
                  </a:lnTo>
                  <a:lnTo>
                    <a:pt x="7891405" y="1435289"/>
                  </a:lnTo>
                  <a:lnTo>
                    <a:pt x="7890737" y="1435289"/>
                  </a:lnTo>
                  <a:lnTo>
                    <a:pt x="7890069" y="1435289"/>
                  </a:lnTo>
                  <a:lnTo>
                    <a:pt x="7889401" y="1435289"/>
                  </a:lnTo>
                  <a:lnTo>
                    <a:pt x="7888733" y="1435289"/>
                  </a:lnTo>
                  <a:lnTo>
                    <a:pt x="7888065" y="1435289"/>
                  </a:lnTo>
                  <a:lnTo>
                    <a:pt x="7887397" y="1435289"/>
                  </a:lnTo>
                  <a:lnTo>
                    <a:pt x="7886729" y="1435289"/>
                  </a:lnTo>
                  <a:lnTo>
                    <a:pt x="7886061" y="1435289"/>
                  </a:lnTo>
                  <a:lnTo>
                    <a:pt x="7885393" y="1435289"/>
                  </a:lnTo>
                  <a:lnTo>
                    <a:pt x="7884725" y="1435289"/>
                  </a:lnTo>
                  <a:lnTo>
                    <a:pt x="7884057" y="1435289"/>
                  </a:lnTo>
                  <a:lnTo>
                    <a:pt x="7883389" y="1435289"/>
                  </a:lnTo>
                  <a:lnTo>
                    <a:pt x="7882721" y="1435289"/>
                  </a:lnTo>
                  <a:lnTo>
                    <a:pt x="7882053" y="1435289"/>
                  </a:lnTo>
                  <a:lnTo>
                    <a:pt x="7881385" y="1435289"/>
                  </a:lnTo>
                  <a:lnTo>
                    <a:pt x="7880717" y="1435289"/>
                  </a:lnTo>
                  <a:lnTo>
                    <a:pt x="7880049" y="1435289"/>
                  </a:lnTo>
                  <a:lnTo>
                    <a:pt x="7879381" y="1435289"/>
                  </a:lnTo>
                  <a:lnTo>
                    <a:pt x="7878713" y="1435289"/>
                  </a:lnTo>
                  <a:lnTo>
                    <a:pt x="7878044" y="1435289"/>
                  </a:lnTo>
                  <a:lnTo>
                    <a:pt x="7877376" y="1435289"/>
                  </a:lnTo>
                  <a:lnTo>
                    <a:pt x="7876708" y="1435289"/>
                  </a:lnTo>
                  <a:lnTo>
                    <a:pt x="7876040" y="1435289"/>
                  </a:lnTo>
                  <a:lnTo>
                    <a:pt x="7875372" y="1435289"/>
                  </a:lnTo>
                  <a:lnTo>
                    <a:pt x="7874704" y="1435289"/>
                  </a:lnTo>
                  <a:lnTo>
                    <a:pt x="7874036" y="1435289"/>
                  </a:lnTo>
                  <a:lnTo>
                    <a:pt x="7873368" y="1435289"/>
                  </a:lnTo>
                  <a:lnTo>
                    <a:pt x="7872700" y="1435289"/>
                  </a:lnTo>
                  <a:lnTo>
                    <a:pt x="7872032" y="1435289"/>
                  </a:lnTo>
                  <a:lnTo>
                    <a:pt x="7871364" y="1435289"/>
                  </a:lnTo>
                  <a:lnTo>
                    <a:pt x="7870696" y="1435289"/>
                  </a:lnTo>
                  <a:lnTo>
                    <a:pt x="7870028" y="1435289"/>
                  </a:lnTo>
                  <a:lnTo>
                    <a:pt x="7869360" y="1435289"/>
                  </a:lnTo>
                  <a:lnTo>
                    <a:pt x="7868692" y="1435289"/>
                  </a:lnTo>
                  <a:lnTo>
                    <a:pt x="7868024" y="1435289"/>
                  </a:lnTo>
                  <a:lnTo>
                    <a:pt x="7867356" y="1435289"/>
                  </a:lnTo>
                  <a:lnTo>
                    <a:pt x="7866688" y="1435289"/>
                  </a:lnTo>
                  <a:lnTo>
                    <a:pt x="7866020" y="1435289"/>
                  </a:lnTo>
                  <a:lnTo>
                    <a:pt x="7865352" y="1435289"/>
                  </a:lnTo>
                  <a:lnTo>
                    <a:pt x="7864684" y="1435289"/>
                  </a:lnTo>
                  <a:lnTo>
                    <a:pt x="7864016" y="1435289"/>
                  </a:lnTo>
                  <a:lnTo>
                    <a:pt x="7863348" y="1435289"/>
                  </a:lnTo>
                  <a:lnTo>
                    <a:pt x="7862680" y="1435289"/>
                  </a:lnTo>
                  <a:lnTo>
                    <a:pt x="7862012" y="1435289"/>
                  </a:lnTo>
                  <a:lnTo>
                    <a:pt x="7861344" y="1435289"/>
                  </a:lnTo>
                  <a:lnTo>
                    <a:pt x="7860676" y="1435289"/>
                  </a:lnTo>
                  <a:lnTo>
                    <a:pt x="7860008" y="1435289"/>
                  </a:lnTo>
                  <a:lnTo>
                    <a:pt x="7859340" y="1435289"/>
                  </a:lnTo>
                  <a:lnTo>
                    <a:pt x="7858672" y="1435289"/>
                  </a:lnTo>
                  <a:lnTo>
                    <a:pt x="7858004" y="1435289"/>
                  </a:lnTo>
                  <a:lnTo>
                    <a:pt x="7857336" y="1435289"/>
                  </a:lnTo>
                  <a:lnTo>
                    <a:pt x="7856668" y="1435289"/>
                  </a:lnTo>
                  <a:lnTo>
                    <a:pt x="7856000" y="1435289"/>
                  </a:lnTo>
                  <a:lnTo>
                    <a:pt x="7855332" y="1435289"/>
                  </a:lnTo>
                  <a:lnTo>
                    <a:pt x="7854664" y="1435289"/>
                  </a:lnTo>
                  <a:lnTo>
                    <a:pt x="7853996" y="1435289"/>
                  </a:lnTo>
                  <a:lnTo>
                    <a:pt x="7853327" y="1435289"/>
                  </a:lnTo>
                  <a:lnTo>
                    <a:pt x="7852659" y="1435289"/>
                  </a:lnTo>
                  <a:lnTo>
                    <a:pt x="7851991" y="1435289"/>
                  </a:lnTo>
                  <a:lnTo>
                    <a:pt x="7851323" y="1435289"/>
                  </a:lnTo>
                  <a:lnTo>
                    <a:pt x="7850655" y="1435289"/>
                  </a:lnTo>
                  <a:lnTo>
                    <a:pt x="7849987" y="1435289"/>
                  </a:lnTo>
                  <a:lnTo>
                    <a:pt x="7849319" y="1435289"/>
                  </a:lnTo>
                  <a:lnTo>
                    <a:pt x="7848651" y="1435289"/>
                  </a:lnTo>
                  <a:lnTo>
                    <a:pt x="7847983" y="1435289"/>
                  </a:lnTo>
                  <a:lnTo>
                    <a:pt x="7847315" y="1435289"/>
                  </a:lnTo>
                  <a:lnTo>
                    <a:pt x="7846647" y="1435289"/>
                  </a:lnTo>
                  <a:lnTo>
                    <a:pt x="7845979" y="1435289"/>
                  </a:lnTo>
                  <a:lnTo>
                    <a:pt x="7845311" y="1435289"/>
                  </a:lnTo>
                  <a:lnTo>
                    <a:pt x="7844643" y="1435289"/>
                  </a:lnTo>
                  <a:lnTo>
                    <a:pt x="7843975" y="1435289"/>
                  </a:lnTo>
                  <a:lnTo>
                    <a:pt x="7843307" y="1435289"/>
                  </a:lnTo>
                  <a:lnTo>
                    <a:pt x="7842639" y="1435289"/>
                  </a:lnTo>
                  <a:lnTo>
                    <a:pt x="7841971" y="1435289"/>
                  </a:lnTo>
                  <a:lnTo>
                    <a:pt x="7841303" y="1435289"/>
                  </a:lnTo>
                  <a:lnTo>
                    <a:pt x="7840635" y="1435289"/>
                  </a:lnTo>
                  <a:lnTo>
                    <a:pt x="7839967" y="1435289"/>
                  </a:lnTo>
                  <a:lnTo>
                    <a:pt x="7839299" y="1435289"/>
                  </a:lnTo>
                  <a:lnTo>
                    <a:pt x="7838631" y="1435289"/>
                  </a:lnTo>
                  <a:lnTo>
                    <a:pt x="7837963" y="1435289"/>
                  </a:lnTo>
                  <a:lnTo>
                    <a:pt x="7837295" y="1435289"/>
                  </a:lnTo>
                  <a:lnTo>
                    <a:pt x="7836627" y="1435289"/>
                  </a:lnTo>
                  <a:lnTo>
                    <a:pt x="7835959" y="1435289"/>
                  </a:lnTo>
                  <a:lnTo>
                    <a:pt x="7835291" y="1435289"/>
                  </a:lnTo>
                  <a:lnTo>
                    <a:pt x="7834623" y="1435289"/>
                  </a:lnTo>
                  <a:lnTo>
                    <a:pt x="7833955" y="1435289"/>
                  </a:lnTo>
                  <a:lnTo>
                    <a:pt x="7833287" y="1435289"/>
                  </a:lnTo>
                  <a:lnTo>
                    <a:pt x="7832619" y="1435289"/>
                  </a:lnTo>
                  <a:lnTo>
                    <a:pt x="7831951" y="1435289"/>
                  </a:lnTo>
                  <a:lnTo>
                    <a:pt x="7831283" y="1435289"/>
                  </a:lnTo>
                  <a:lnTo>
                    <a:pt x="7830615" y="1435289"/>
                  </a:lnTo>
                  <a:lnTo>
                    <a:pt x="7829947" y="1435289"/>
                  </a:lnTo>
                  <a:lnTo>
                    <a:pt x="7829278" y="1435289"/>
                  </a:lnTo>
                  <a:lnTo>
                    <a:pt x="7828610" y="1435289"/>
                  </a:lnTo>
                  <a:lnTo>
                    <a:pt x="7827942" y="1435289"/>
                  </a:lnTo>
                  <a:lnTo>
                    <a:pt x="7827274" y="1435289"/>
                  </a:lnTo>
                  <a:lnTo>
                    <a:pt x="7826606" y="1435289"/>
                  </a:lnTo>
                  <a:lnTo>
                    <a:pt x="7825938" y="1435289"/>
                  </a:lnTo>
                  <a:lnTo>
                    <a:pt x="7825270" y="1435289"/>
                  </a:lnTo>
                  <a:lnTo>
                    <a:pt x="7824602" y="1435289"/>
                  </a:lnTo>
                  <a:lnTo>
                    <a:pt x="7823934" y="1435289"/>
                  </a:lnTo>
                  <a:lnTo>
                    <a:pt x="7823266" y="1435289"/>
                  </a:lnTo>
                  <a:lnTo>
                    <a:pt x="7822598" y="1435289"/>
                  </a:lnTo>
                  <a:lnTo>
                    <a:pt x="7821930" y="1435289"/>
                  </a:lnTo>
                  <a:lnTo>
                    <a:pt x="7821262" y="1435289"/>
                  </a:lnTo>
                  <a:lnTo>
                    <a:pt x="7820594" y="1435289"/>
                  </a:lnTo>
                  <a:lnTo>
                    <a:pt x="7819926" y="1435289"/>
                  </a:lnTo>
                  <a:lnTo>
                    <a:pt x="7819258" y="1435289"/>
                  </a:lnTo>
                  <a:lnTo>
                    <a:pt x="7818590" y="1435289"/>
                  </a:lnTo>
                  <a:lnTo>
                    <a:pt x="7817922" y="1435289"/>
                  </a:lnTo>
                  <a:lnTo>
                    <a:pt x="7817254" y="1435289"/>
                  </a:lnTo>
                  <a:lnTo>
                    <a:pt x="7816586" y="1435289"/>
                  </a:lnTo>
                  <a:lnTo>
                    <a:pt x="7815918" y="1435289"/>
                  </a:lnTo>
                  <a:lnTo>
                    <a:pt x="7815250" y="1435289"/>
                  </a:lnTo>
                  <a:lnTo>
                    <a:pt x="7814582" y="1435289"/>
                  </a:lnTo>
                  <a:lnTo>
                    <a:pt x="7813914" y="1435289"/>
                  </a:lnTo>
                  <a:lnTo>
                    <a:pt x="7813246" y="1435289"/>
                  </a:lnTo>
                  <a:lnTo>
                    <a:pt x="7812578" y="1435289"/>
                  </a:lnTo>
                  <a:lnTo>
                    <a:pt x="7811910" y="1435289"/>
                  </a:lnTo>
                  <a:lnTo>
                    <a:pt x="7811242" y="1435289"/>
                  </a:lnTo>
                  <a:lnTo>
                    <a:pt x="7810574" y="1435289"/>
                  </a:lnTo>
                  <a:lnTo>
                    <a:pt x="7809906" y="1435289"/>
                  </a:lnTo>
                  <a:lnTo>
                    <a:pt x="7809238" y="1435289"/>
                  </a:lnTo>
                  <a:lnTo>
                    <a:pt x="7808570" y="1435289"/>
                  </a:lnTo>
                  <a:lnTo>
                    <a:pt x="7807902" y="1435289"/>
                  </a:lnTo>
                  <a:lnTo>
                    <a:pt x="7807234" y="1435289"/>
                  </a:lnTo>
                  <a:lnTo>
                    <a:pt x="7806566" y="1435289"/>
                  </a:lnTo>
                  <a:lnTo>
                    <a:pt x="7805898" y="1435289"/>
                  </a:lnTo>
                  <a:lnTo>
                    <a:pt x="7805230" y="1435289"/>
                  </a:lnTo>
                  <a:lnTo>
                    <a:pt x="7804561" y="1435289"/>
                  </a:lnTo>
                  <a:lnTo>
                    <a:pt x="7803893" y="1435289"/>
                  </a:lnTo>
                  <a:lnTo>
                    <a:pt x="7803225" y="1435289"/>
                  </a:lnTo>
                  <a:lnTo>
                    <a:pt x="7802557" y="1435289"/>
                  </a:lnTo>
                  <a:lnTo>
                    <a:pt x="7801889" y="1435289"/>
                  </a:lnTo>
                  <a:lnTo>
                    <a:pt x="7801221" y="1435289"/>
                  </a:lnTo>
                  <a:lnTo>
                    <a:pt x="7800553" y="1435289"/>
                  </a:lnTo>
                  <a:lnTo>
                    <a:pt x="7799885" y="1435289"/>
                  </a:lnTo>
                  <a:lnTo>
                    <a:pt x="7799217" y="1435289"/>
                  </a:lnTo>
                  <a:lnTo>
                    <a:pt x="7798549" y="1435289"/>
                  </a:lnTo>
                  <a:lnTo>
                    <a:pt x="7797881" y="1435289"/>
                  </a:lnTo>
                  <a:lnTo>
                    <a:pt x="7797213" y="1435289"/>
                  </a:lnTo>
                  <a:lnTo>
                    <a:pt x="7796545" y="1435289"/>
                  </a:lnTo>
                  <a:lnTo>
                    <a:pt x="7795877" y="1435289"/>
                  </a:lnTo>
                  <a:lnTo>
                    <a:pt x="7795209" y="1435289"/>
                  </a:lnTo>
                  <a:lnTo>
                    <a:pt x="7794541" y="1435289"/>
                  </a:lnTo>
                  <a:lnTo>
                    <a:pt x="7793873" y="1435289"/>
                  </a:lnTo>
                  <a:lnTo>
                    <a:pt x="7793205" y="1435289"/>
                  </a:lnTo>
                  <a:lnTo>
                    <a:pt x="7792537" y="1435289"/>
                  </a:lnTo>
                  <a:lnTo>
                    <a:pt x="7791869" y="1435289"/>
                  </a:lnTo>
                  <a:lnTo>
                    <a:pt x="7791201" y="1435289"/>
                  </a:lnTo>
                  <a:lnTo>
                    <a:pt x="7790533" y="1435289"/>
                  </a:lnTo>
                  <a:lnTo>
                    <a:pt x="7789865" y="1435289"/>
                  </a:lnTo>
                  <a:lnTo>
                    <a:pt x="7789197" y="1435289"/>
                  </a:lnTo>
                  <a:lnTo>
                    <a:pt x="7788529" y="1435289"/>
                  </a:lnTo>
                  <a:lnTo>
                    <a:pt x="7787861" y="1435289"/>
                  </a:lnTo>
                  <a:lnTo>
                    <a:pt x="7787193" y="1435289"/>
                  </a:lnTo>
                  <a:lnTo>
                    <a:pt x="7786525" y="1435289"/>
                  </a:lnTo>
                  <a:lnTo>
                    <a:pt x="7785857" y="1435289"/>
                  </a:lnTo>
                  <a:lnTo>
                    <a:pt x="7785189" y="1435289"/>
                  </a:lnTo>
                  <a:lnTo>
                    <a:pt x="7784521" y="1435289"/>
                  </a:lnTo>
                  <a:lnTo>
                    <a:pt x="7783853" y="1435289"/>
                  </a:lnTo>
                  <a:lnTo>
                    <a:pt x="7783185" y="1435289"/>
                  </a:lnTo>
                  <a:lnTo>
                    <a:pt x="7782517" y="1435289"/>
                  </a:lnTo>
                  <a:lnTo>
                    <a:pt x="7781849" y="1435289"/>
                  </a:lnTo>
                  <a:lnTo>
                    <a:pt x="7781181" y="1435289"/>
                  </a:lnTo>
                  <a:lnTo>
                    <a:pt x="7780513" y="1435289"/>
                  </a:lnTo>
                  <a:lnTo>
                    <a:pt x="7779844" y="1435289"/>
                  </a:lnTo>
                  <a:lnTo>
                    <a:pt x="7779176" y="1435289"/>
                  </a:lnTo>
                  <a:lnTo>
                    <a:pt x="7778508" y="1435289"/>
                  </a:lnTo>
                  <a:lnTo>
                    <a:pt x="7777840" y="1435289"/>
                  </a:lnTo>
                  <a:lnTo>
                    <a:pt x="7777172" y="1435289"/>
                  </a:lnTo>
                  <a:lnTo>
                    <a:pt x="7776504" y="1435289"/>
                  </a:lnTo>
                  <a:lnTo>
                    <a:pt x="7775836" y="1435289"/>
                  </a:lnTo>
                  <a:lnTo>
                    <a:pt x="7775168" y="1435289"/>
                  </a:lnTo>
                  <a:lnTo>
                    <a:pt x="7774500" y="1435289"/>
                  </a:lnTo>
                  <a:lnTo>
                    <a:pt x="7773832" y="1435289"/>
                  </a:lnTo>
                  <a:lnTo>
                    <a:pt x="7773164" y="1435289"/>
                  </a:lnTo>
                  <a:lnTo>
                    <a:pt x="7772496" y="1435289"/>
                  </a:lnTo>
                  <a:lnTo>
                    <a:pt x="7771828" y="1435289"/>
                  </a:lnTo>
                  <a:lnTo>
                    <a:pt x="7771160" y="1435289"/>
                  </a:lnTo>
                  <a:lnTo>
                    <a:pt x="7770492" y="1435289"/>
                  </a:lnTo>
                  <a:lnTo>
                    <a:pt x="7769824" y="1435289"/>
                  </a:lnTo>
                  <a:lnTo>
                    <a:pt x="7769156" y="1435289"/>
                  </a:lnTo>
                  <a:lnTo>
                    <a:pt x="7768488" y="1435289"/>
                  </a:lnTo>
                  <a:lnTo>
                    <a:pt x="7767820" y="1435289"/>
                  </a:lnTo>
                  <a:lnTo>
                    <a:pt x="7767152" y="1435289"/>
                  </a:lnTo>
                  <a:lnTo>
                    <a:pt x="7766484" y="1435289"/>
                  </a:lnTo>
                  <a:lnTo>
                    <a:pt x="7765816" y="1435289"/>
                  </a:lnTo>
                  <a:lnTo>
                    <a:pt x="7765148" y="1435289"/>
                  </a:lnTo>
                  <a:lnTo>
                    <a:pt x="7764480" y="1435289"/>
                  </a:lnTo>
                  <a:lnTo>
                    <a:pt x="7763812" y="1435289"/>
                  </a:lnTo>
                  <a:lnTo>
                    <a:pt x="7763144" y="1435289"/>
                  </a:lnTo>
                  <a:lnTo>
                    <a:pt x="7762476" y="1435289"/>
                  </a:lnTo>
                  <a:lnTo>
                    <a:pt x="7761808" y="1435289"/>
                  </a:lnTo>
                  <a:lnTo>
                    <a:pt x="7761140" y="1435289"/>
                  </a:lnTo>
                  <a:lnTo>
                    <a:pt x="7760472" y="1435289"/>
                  </a:lnTo>
                  <a:lnTo>
                    <a:pt x="7759804" y="1435289"/>
                  </a:lnTo>
                  <a:lnTo>
                    <a:pt x="7759136" y="1435289"/>
                  </a:lnTo>
                  <a:lnTo>
                    <a:pt x="7758468" y="1435289"/>
                  </a:lnTo>
                  <a:lnTo>
                    <a:pt x="7757800" y="1435289"/>
                  </a:lnTo>
                  <a:lnTo>
                    <a:pt x="7757132" y="1435289"/>
                  </a:lnTo>
                  <a:lnTo>
                    <a:pt x="7756464" y="1435289"/>
                  </a:lnTo>
                  <a:lnTo>
                    <a:pt x="7755796" y="1435289"/>
                  </a:lnTo>
                  <a:lnTo>
                    <a:pt x="7755127" y="1435289"/>
                  </a:lnTo>
                  <a:lnTo>
                    <a:pt x="7754459" y="1435289"/>
                  </a:lnTo>
                  <a:lnTo>
                    <a:pt x="7753791" y="1435289"/>
                  </a:lnTo>
                  <a:lnTo>
                    <a:pt x="7753123" y="1435289"/>
                  </a:lnTo>
                  <a:lnTo>
                    <a:pt x="7752455" y="1435289"/>
                  </a:lnTo>
                  <a:lnTo>
                    <a:pt x="7751787" y="1435289"/>
                  </a:lnTo>
                  <a:lnTo>
                    <a:pt x="7751119" y="1435289"/>
                  </a:lnTo>
                  <a:lnTo>
                    <a:pt x="7750451" y="1435289"/>
                  </a:lnTo>
                  <a:lnTo>
                    <a:pt x="7749783" y="1435289"/>
                  </a:lnTo>
                  <a:lnTo>
                    <a:pt x="7749115" y="1435289"/>
                  </a:lnTo>
                  <a:lnTo>
                    <a:pt x="7748447" y="1435289"/>
                  </a:lnTo>
                  <a:lnTo>
                    <a:pt x="7747779" y="1435289"/>
                  </a:lnTo>
                  <a:lnTo>
                    <a:pt x="7747111" y="1435289"/>
                  </a:lnTo>
                  <a:lnTo>
                    <a:pt x="7746443" y="1435289"/>
                  </a:lnTo>
                  <a:lnTo>
                    <a:pt x="7745775" y="1435289"/>
                  </a:lnTo>
                  <a:lnTo>
                    <a:pt x="7745107" y="1435289"/>
                  </a:lnTo>
                  <a:lnTo>
                    <a:pt x="7744439" y="1435289"/>
                  </a:lnTo>
                  <a:lnTo>
                    <a:pt x="7743771" y="1435289"/>
                  </a:lnTo>
                  <a:lnTo>
                    <a:pt x="7743103" y="1435289"/>
                  </a:lnTo>
                  <a:lnTo>
                    <a:pt x="7742435" y="1435289"/>
                  </a:lnTo>
                  <a:lnTo>
                    <a:pt x="7741767" y="1435289"/>
                  </a:lnTo>
                  <a:lnTo>
                    <a:pt x="7741099" y="1435289"/>
                  </a:lnTo>
                  <a:lnTo>
                    <a:pt x="7740431" y="1435289"/>
                  </a:lnTo>
                  <a:lnTo>
                    <a:pt x="7739763" y="1435289"/>
                  </a:lnTo>
                  <a:lnTo>
                    <a:pt x="7739095" y="1435289"/>
                  </a:lnTo>
                  <a:lnTo>
                    <a:pt x="7738427" y="1435289"/>
                  </a:lnTo>
                  <a:lnTo>
                    <a:pt x="7737759" y="1435289"/>
                  </a:lnTo>
                  <a:lnTo>
                    <a:pt x="7737091" y="1435289"/>
                  </a:lnTo>
                  <a:lnTo>
                    <a:pt x="7736423" y="1435289"/>
                  </a:lnTo>
                  <a:lnTo>
                    <a:pt x="7735755" y="1435289"/>
                  </a:lnTo>
                  <a:lnTo>
                    <a:pt x="7735087" y="1435289"/>
                  </a:lnTo>
                  <a:lnTo>
                    <a:pt x="7734419" y="1435289"/>
                  </a:lnTo>
                  <a:lnTo>
                    <a:pt x="7733751" y="1435289"/>
                  </a:lnTo>
                  <a:lnTo>
                    <a:pt x="7733083" y="1435289"/>
                  </a:lnTo>
                  <a:lnTo>
                    <a:pt x="7732415" y="1435289"/>
                  </a:lnTo>
                  <a:lnTo>
                    <a:pt x="7731747" y="1435289"/>
                  </a:lnTo>
                  <a:lnTo>
                    <a:pt x="7731078" y="1435289"/>
                  </a:lnTo>
                  <a:lnTo>
                    <a:pt x="7730410" y="1435289"/>
                  </a:lnTo>
                  <a:lnTo>
                    <a:pt x="7729742" y="1435289"/>
                  </a:lnTo>
                  <a:lnTo>
                    <a:pt x="7729074" y="1435289"/>
                  </a:lnTo>
                  <a:lnTo>
                    <a:pt x="7728406" y="1435289"/>
                  </a:lnTo>
                  <a:lnTo>
                    <a:pt x="7727738" y="1435289"/>
                  </a:lnTo>
                  <a:lnTo>
                    <a:pt x="7727070" y="1435289"/>
                  </a:lnTo>
                  <a:lnTo>
                    <a:pt x="7726402" y="1435289"/>
                  </a:lnTo>
                  <a:lnTo>
                    <a:pt x="7725734" y="1435289"/>
                  </a:lnTo>
                  <a:lnTo>
                    <a:pt x="7725066" y="1435289"/>
                  </a:lnTo>
                  <a:lnTo>
                    <a:pt x="7724398" y="1435289"/>
                  </a:lnTo>
                  <a:lnTo>
                    <a:pt x="7723730" y="1435289"/>
                  </a:lnTo>
                  <a:lnTo>
                    <a:pt x="7723062" y="1435289"/>
                  </a:lnTo>
                  <a:lnTo>
                    <a:pt x="7722394" y="1435289"/>
                  </a:lnTo>
                  <a:lnTo>
                    <a:pt x="7721726" y="1435289"/>
                  </a:lnTo>
                  <a:lnTo>
                    <a:pt x="7721058" y="1435289"/>
                  </a:lnTo>
                  <a:lnTo>
                    <a:pt x="7720390" y="1435289"/>
                  </a:lnTo>
                  <a:lnTo>
                    <a:pt x="7719722" y="1435289"/>
                  </a:lnTo>
                  <a:lnTo>
                    <a:pt x="7719054" y="1435289"/>
                  </a:lnTo>
                  <a:lnTo>
                    <a:pt x="7718386" y="1435289"/>
                  </a:lnTo>
                  <a:lnTo>
                    <a:pt x="7717718" y="1435289"/>
                  </a:lnTo>
                  <a:lnTo>
                    <a:pt x="7717050" y="1435289"/>
                  </a:lnTo>
                  <a:lnTo>
                    <a:pt x="7716382" y="1435289"/>
                  </a:lnTo>
                  <a:lnTo>
                    <a:pt x="7715714" y="1435289"/>
                  </a:lnTo>
                  <a:lnTo>
                    <a:pt x="7715046" y="1435289"/>
                  </a:lnTo>
                  <a:lnTo>
                    <a:pt x="7714378" y="1435289"/>
                  </a:lnTo>
                  <a:lnTo>
                    <a:pt x="7713710" y="1435289"/>
                  </a:lnTo>
                  <a:lnTo>
                    <a:pt x="7713042" y="1435289"/>
                  </a:lnTo>
                  <a:lnTo>
                    <a:pt x="7712374" y="1435289"/>
                  </a:lnTo>
                  <a:lnTo>
                    <a:pt x="7711706" y="1435289"/>
                  </a:lnTo>
                  <a:lnTo>
                    <a:pt x="7711038" y="1435289"/>
                  </a:lnTo>
                  <a:lnTo>
                    <a:pt x="7710370" y="1435289"/>
                  </a:lnTo>
                  <a:lnTo>
                    <a:pt x="7709702" y="1435289"/>
                  </a:lnTo>
                  <a:lnTo>
                    <a:pt x="7709034" y="1435289"/>
                  </a:lnTo>
                  <a:lnTo>
                    <a:pt x="7708366" y="1435289"/>
                  </a:lnTo>
                  <a:lnTo>
                    <a:pt x="7707698" y="1435289"/>
                  </a:lnTo>
                  <a:lnTo>
                    <a:pt x="7707030" y="1435289"/>
                  </a:lnTo>
                  <a:lnTo>
                    <a:pt x="7706361" y="1435289"/>
                  </a:lnTo>
                  <a:lnTo>
                    <a:pt x="7705693" y="1435289"/>
                  </a:lnTo>
                  <a:lnTo>
                    <a:pt x="7705025" y="1435289"/>
                  </a:lnTo>
                  <a:lnTo>
                    <a:pt x="7704357" y="1435289"/>
                  </a:lnTo>
                  <a:lnTo>
                    <a:pt x="7703689" y="1435289"/>
                  </a:lnTo>
                  <a:lnTo>
                    <a:pt x="7703021" y="1435289"/>
                  </a:lnTo>
                  <a:lnTo>
                    <a:pt x="7702353" y="1435289"/>
                  </a:lnTo>
                  <a:lnTo>
                    <a:pt x="7701685" y="1435289"/>
                  </a:lnTo>
                  <a:lnTo>
                    <a:pt x="7701017" y="1435289"/>
                  </a:lnTo>
                  <a:lnTo>
                    <a:pt x="7700349" y="1435289"/>
                  </a:lnTo>
                  <a:lnTo>
                    <a:pt x="7699681" y="1435289"/>
                  </a:lnTo>
                  <a:lnTo>
                    <a:pt x="7699013" y="1435289"/>
                  </a:lnTo>
                  <a:lnTo>
                    <a:pt x="7698345" y="1435289"/>
                  </a:lnTo>
                  <a:lnTo>
                    <a:pt x="7697677" y="1435289"/>
                  </a:lnTo>
                  <a:lnTo>
                    <a:pt x="7697009" y="1435289"/>
                  </a:lnTo>
                  <a:lnTo>
                    <a:pt x="7696341" y="1435289"/>
                  </a:lnTo>
                  <a:lnTo>
                    <a:pt x="7695673" y="1435289"/>
                  </a:lnTo>
                  <a:lnTo>
                    <a:pt x="7695005" y="1435289"/>
                  </a:lnTo>
                  <a:lnTo>
                    <a:pt x="7694337" y="1435289"/>
                  </a:lnTo>
                  <a:lnTo>
                    <a:pt x="7693669" y="1435289"/>
                  </a:lnTo>
                  <a:lnTo>
                    <a:pt x="7693001" y="1435289"/>
                  </a:lnTo>
                  <a:lnTo>
                    <a:pt x="7692333" y="1435289"/>
                  </a:lnTo>
                  <a:lnTo>
                    <a:pt x="7691665" y="1435289"/>
                  </a:lnTo>
                  <a:lnTo>
                    <a:pt x="7690997" y="1435289"/>
                  </a:lnTo>
                  <a:lnTo>
                    <a:pt x="7690329" y="1435289"/>
                  </a:lnTo>
                  <a:lnTo>
                    <a:pt x="7689661" y="1435289"/>
                  </a:lnTo>
                  <a:lnTo>
                    <a:pt x="7688993" y="1435289"/>
                  </a:lnTo>
                  <a:lnTo>
                    <a:pt x="7688325" y="1435289"/>
                  </a:lnTo>
                  <a:lnTo>
                    <a:pt x="7687657" y="1435289"/>
                  </a:lnTo>
                  <a:lnTo>
                    <a:pt x="7686989" y="1435289"/>
                  </a:lnTo>
                  <a:lnTo>
                    <a:pt x="7686321" y="1435289"/>
                  </a:lnTo>
                  <a:lnTo>
                    <a:pt x="7685653" y="1435289"/>
                  </a:lnTo>
                  <a:lnTo>
                    <a:pt x="7684985" y="1435289"/>
                  </a:lnTo>
                  <a:lnTo>
                    <a:pt x="7684317" y="1435289"/>
                  </a:lnTo>
                  <a:lnTo>
                    <a:pt x="7683649" y="1435289"/>
                  </a:lnTo>
                  <a:lnTo>
                    <a:pt x="7682981" y="1435289"/>
                  </a:lnTo>
                  <a:lnTo>
                    <a:pt x="7682313" y="1435289"/>
                  </a:lnTo>
                  <a:lnTo>
                    <a:pt x="7681644" y="1435289"/>
                  </a:lnTo>
                  <a:lnTo>
                    <a:pt x="7680976" y="1435289"/>
                  </a:lnTo>
                  <a:lnTo>
                    <a:pt x="7680308" y="1435289"/>
                  </a:lnTo>
                  <a:lnTo>
                    <a:pt x="7679640" y="1435289"/>
                  </a:lnTo>
                  <a:lnTo>
                    <a:pt x="7678972" y="1435289"/>
                  </a:lnTo>
                  <a:lnTo>
                    <a:pt x="7678304" y="1435289"/>
                  </a:lnTo>
                  <a:lnTo>
                    <a:pt x="7677636" y="1435289"/>
                  </a:lnTo>
                  <a:lnTo>
                    <a:pt x="7676968" y="1435289"/>
                  </a:lnTo>
                  <a:lnTo>
                    <a:pt x="7676300" y="1435289"/>
                  </a:lnTo>
                  <a:lnTo>
                    <a:pt x="7675632" y="1435289"/>
                  </a:lnTo>
                  <a:lnTo>
                    <a:pt x="7674964" y="1435289"/>
                  </a:lnTo>
                  <a:lnTo>
                    <a:pt x="7674296" y="1435289"/>
                  </a:lnTo>
                  <a:lnTo>
                    <a:pt x="7673628" y="1435289"/>
                  </a:lnTo>
                  <a:lnTo>
                    <a:pt x="7672960" y="1435289"/>
                  </a:lnTo>
                  <a:lnTo>
                    <a:pt x="7672292" y="1435289"/>
                  </a:lnTo>
                  <a:lnTo>
                    <a:pt x="7671624" y="1435289"/>
                  </a:lnTo>
                  <a:lnTo>
                    <a:pt x="7670956" y="1435289"/>
                  </a:lnTo>
                  <a:lnTo>
                    <a:pt x="7670288" y="1435289"/>
                  </a:lnTo>
                  <a:lnTo>
                    <a:pt x="7669620" y="1435289"/>
                  </a:lnTo>
                  <a:lnTo>
                    <a:pt x="7668952" y="1435289"/>
                  </a:lnTo>
                  <a:lnTo>
                    <a:pt x="7668284" y="1435289"/>
                  </a:lnTo>
                  <a:lnTo>
                    <a:pt x="7667616" y="1435289"/>
                  </a:lnTo>
                  <a:lnTo>
                    <a:pt x="7666948" y="1435289"/>
                  </a:lnTo>
                  <a:lnTo>
                    <a:pt x="7666280" y="1435289"/>
                  </a:lnTo>
                  <a:lnTo>
                    <a:pt x="7665612" y="1435289"/>
                  </a:lnTo>
                  <a:lnTo>
                    <a:pt x="7664944" y="1435289"/>
                  </a:lnTo>
                  <a:lnTo>
                    <a:pt x="7664276" y="1435289"/>
                  </a:lnTo>
                  <a:lnTo>
                    <a:pt x="7663608" y="1435289"/>
                  </a:lnTo>
                  <a:lnTo>
                    <a:pt x="7662940" y="1435289"/>
                  </a:lnTo>
                  <a:lnTo>
                    <a:pt x="7662272" y="1435289"/>
                  </a:lnTo>
                  <a:lnTo>
                    <a:pt x="7661604" y="1435289"/>
                  </a:lnTo>
                  <a:lnTo>
                    <a:pt x="7660936" y="1435289"/>
                  </a:lnTo>
                  <a:lnTo>
                    <a:pt x="7660268" y="1435289"/>
                  </a:lnTo>
                  <a:lnTo>
                    <a:pt x="7659600" y="1435289"/>
                  </a:lnTo>
                  <a:lnTo>
                    <a:pt x="7658932" y="1435289"/>
                  </a:lnTo>
                  <a:lnTo>
                    <a:pt x="7658264" y="1435289"/>
                  </a:lnTo>
                  <a:lnTo>
                    <a:pt x="7657595" y="1435289"/>
                  </a:lnTo>
                  <a:lnTo>
                    <a:pt x="7656927" y="1435289"/>
                  </a:lnTo>
                  <a:lnTo>
                    <a:pt x="7656259" y="1435289"/>
                  </a:lnTo>
                  <a:lnTo>
                    <a:pt x="7655591" y="1435289"/>
                  </a:lnTo>
                  <a:lnTo>
                    <a:pt x="7654923" y="1435289"/>
                  </a:lnTo>
                  <a:lnTo>
                    <a:pt x="7654255" y="1435289"/>
                  </a:lnTo>
                  <a:lnTo>
                    <a:pt x="7653587" y="1435289"/>
                  </a:lnTo>
                  <a:lnTo>
                    <a:pt x="7652919" y="1435289"/>
                  </a:lnTo>
                  <a:lnTo>
                    <a:pt x="7652251" y="1435289"/>
                  </a:lnTo>
                  <a:lnTo>
                    <a:pt x="7651583" y="1435289"/>
                  </a:lnTo>
                  <a:lnTo>
                    <a:pt x="7650915" y="1435289"/>
                  </a:lnTo>
                  <a:lnTo>
                    <a:pt x="7650247" y="1435289"/>
                  </a:lnTo>
                  <a:lnTo>
                    <a:pt x="7649579" y="1435289"/>
                  </a:lnTo>
                  <a:lnTo>
                    <a:pt x="7648911" y="1435289"/>
                  </a:lnTo>
                  <a:lnTo>
                    <a:pt x="7648243" y="1435289"/>
                  </a:lnTo>
                  <a:lnTo>
                    <a:pt x="7647575" y="1435289"/>
                  </a:lnTo>
                  <a:lnTo>
                    <a:pt x="7646907" y="1435289"/>
                  </a:lnTo>
                  <a:lnTo>
                    <a:pt x="7646239" y="1435289"/>
                  </a:lnTo>
                  <a:lnTo>
                    <a:pt x="7645571" y="1435289"/>
                  </a:lnTo>
                  <a:lnTo>
                    <a:pt x="7644903" y="1435289"/>
                  </a:lnTo>
                  <a:lnTo>
                    <a:pt x="7644235" y="1435289"/>
                  </a:lnTo>
                  <a:lnTo>
                    <a:pt x="7643567" y="1435289"/>
                  </a:lnTo>
                  <a:lnTo>
                    <a:pt x="7642899" y="1435289"/>
                  </a:lnTo>
                  <a:lnTo>
                    <a:pt x="7642231" y="1435289"/>
                  </a:lnTo>
                  <a:lnTo>
                    <a:pt x="7641563" y="1435289"/>
                  </a:lnTo>
                  <a:lnTo>
                    <a:pt x="7640895" y="1435289"/>
                  </a:lnTo>
                  <a:lnTo>
                    <a:pt x="7640227" y="1435289"/>
                  </a:lnTo>
                  <a:lnTo>
                    <a:pt x="7639559" y="1435289"/>
                  </a:lnTo>
                  <a:lnTo>
                    <a:pt x="7638891" y="1435289"/>
                  </a:lnTo>
                  <a:lnTo>
                    <a:pt x="7638223" y="1435289"/>
                  </a:lnTo>
                  <a:lnTo>
                    <a:pt x="7637555" y="1435289"/>
                  </a:lnTo>
                  <a:lnTo>
                    <a:pt x="7636887" y="1435289"/>
                  </a:lnTo>
                  <a:lnTo>
                    <a:pt x="7636219" y="1435289"/>
                  </a:lnTo>
                  <a:lnTo>
                    <a:pt x="7635551" y="1435289"/>
                  </a:lnTo>
                  <a:lnTo>
                    <a:pt x="7634883" y="1435289"/>
                  </a:lnTo>
                  <a:lnTo>
                    <a:pt x="7634215" y="1435289"/>
                  </a:lnTo>
                  <a:lnTo>
                    <a:pt x="7633547" y="1435289"/>
                  </a:lnTo>
                  <a:lnTo>
                    <a:pt x="7632878" y="1435289"/>
                  </a:lnTo>
                  <a:lnTo>
                    <a:pt x="7632210" y="1435289"/>
                  </a:lnTo>
                  <a:lnTo>
                    <a:pt x="7631542" y="1435289"/>
                  </a:lnTo>
                  <a:lnTo>
                    <a:pt x="7630874" y="1435289"/>
                  </a:lnTo>
                  <a:lnTo>
                    <a:pt x="7630206" y="1435289"/>
                  </a:lnTo>
                  <a:lnTo>
                    <a:pt x="7629538" y="1435289"/>
                  </a:lnTo>
                  <a:lnTo>
                    <a:pt x="7628870" y="1435289"/>
                  </a:lnTo>
                  <a:lnTo>
                    <a:pt x="7628202" y="1435289"/>
                  </a:lnTo>
                  <a:lnTo>
                    <a:pt x="7627534" y="1435289"/>
                  </a:lnTo>
                  <a:lnTo>
                    <a:pt x="7626866" y="1435289"/>
                  </a:lnTo>
                  <a:lnTo>
                    <a:pt x="7626198" y="1435289"/>
                  </a:lnTo>
                  <a:lnTo>
                    <a:pt x="7625530" y="1435289"/>
                  </a:lnTo>
                  <a:lnTo>
                    <a:pt x="7624862" y="1435289"/>
                  </a:lnTo>
                  <a:lnTo>
                    <a:pt x="7624194" y="1435289"/>
                  </a:lnTo>
                  <a:lnTo>
                    <a:pt x="7623526" y="1435289"/>
                  </a:lnTo>
                  <a:lnTo>
                    <a:pt x="7622858" y="1435289"/>
                  </a:lnTo>
                  <a:lnTo>
                    <a:pt x="7622190" y="1435289"/>
                  </a:lnTo>
                  <a:lnTo>
                    <a:pt x="7621522" y="1435289"/>
                  </a:lnTo>
                  <a:lnTo>
                    <a:pt x="7620854" y="1435289"/>
                  </a:lnTo>
                  <a:lnTo>
                    <a:pt x="7620186" y="1435289"/>
                  </a:lnTo>
                  <a:lnTo>
                    <a:pt x="7619518" y="1435289"/>
                  </a:lnTo>
                  <a:lnTo>
                    <a:pt x="7618850" y="1435289"/>
                  </a:lnTo>
                  <a:lnTo>
                    <a:pt x="7618182" y="1435289"/>
                  </a:lnTo>
                  <a:lnTo>
                    <a:pt x="7617514" y="1435289"/>
                  </a:lnTo>
                  <a:lnTo>
                    <a:pt x="7616846" y="1435289"/>
                  </a:lnTo>
                  <a:lnTo>
                    <a:pt x="7616178" y="1435289"/>
                  </a:lnTo>
                  <a:lnTo>
                    <a:pt x="7615510" y="1435289"/>
                  </a:lnTo>
                  <a:lnTo>
                    <a:pt x="7614842" y="1435289"/>
                  </a:lnTo>
                  <a:lnTo>
                    <a:pt x="7614174" y="1435289"/>
                  </a:lnTo>
                  <a:lnTo>
                    <a:pt x="7613506" y="1435289"/>
                  </a:lnTo>
                  <a:lnTo>
                    <a:pt x="7612838" y="1435289"/>
                  </a:lnTo>
                  <a:lnTo>
                    <a:pt x="7612170" y="1435289"/>
                  </a:lnTo>
                  <a:lnTo>
                    <a:pt x="7611502" y="1435289"/>
                  </a:lnTo>
                  <a:lnTo>
                    <a:pt x="7610834" y="1435289"/>
                  </a:lnTo>
                  <a:lnTo>
                    <a:pt x="7610166" y="1435289"/>
                  </a:lnTo>
                  <a:lnTo>
                    <a:pt x="7609498" y="1435289"/>
                  </a:lnTo>
                  <a:lnTo>
                    <a:pt x="7608830" y="1435289"/>
                  </a:lnTo>
                  <a:lnTo>
                    <a:pt x="7608161" y="1435289"/>
                  </a:lnTo>
                  <a:lnTo>
                    <a:pt x="7607493" y="1435289"/>
                  </a:lnTo>
                  <a:lnTo>
                    <a:pt x="7606825" y="1435289"/>
                  </a:lnTo>
                  <a:lnTo>
                    <a:pt x="7606157" y="1435289"/>
                  </a:lnTo>
                  <a:lnTo>
                    <a:pt x="7605489" y="1435289"/>
                  </a:lnTo>
                  <a:lnTo>
                    <a:pt x="7604821" y="1435289"/>
                  </a:lnTo>
                  <a:lnTo>
                    <a:pt x="7604153" y="1435289"/>
                  </a:lnTo>
                  <a:lnTo>
                    <a:pt x="7603485" y="1435289"/>
                  </a:lnTo>
                  <a:lnTo>
                    <a:pt x="7602817" y="1435289"/>
                  </a:lnTo>
                  <a:lnTo>
                    <a:pt x="7602149" y="1435289"/>
                  </a:lnTo>
                  <a:lnTo>
                    <a:pt x="7601481" y="1435289"/>
                  </a:lnTo>
                  <a:lnTo>
                    <a:pt x="7600813" y="1435289"/>
                  </a:lnTo>
                  <a:lnTo>
                    <a:pt x="7600145" y="1435289"/>
                  </a:lnTo>
                  <a:lnTo>
                    <a:pt x="7599477" y="1435289"/>
                  </a:lnTo>
                  <a:lnTo>
                    <a:pt x="7598809" y="1435289"/>
                  </a:lnTo>
                  <a:lnTo>
                    <a:pt x="7598141" y="1435289"/>
                  </a:lnTo>
                  <a:lnTo>
                    <a:pt x="7597473" y="1435289"/>
                  </a:lnTo>
                  <a:lnTo>
                    <a:pt x="7596805" y="1435289"/>
                  </a:lnTo>
                  <a:lnTo>
                    <a:pt x="7596137" y="1435289"/>
                  </a:lnTo>
                  <a:lnTo>
                    <a:pt x="7595469" y="1435289"/>
                  </a:lnTo>
                  <a:lnTo>
                    <a:pt x="7594801" y="1435289"/>
                  </a:lnTo>
                  <a:lnTo>
                    <a:pt x="7594133" y="1435289"/>
                  </a:lnTo>
                  <a:lnTo>
                    <a:pt x="7593465" y="1435289"/>
                  </a:lnTo>
                  <a:lnTo>
                    <a:pt x="7592797" y="1435289"/>
                  </a:lnTo>
                  <a:lnTo>
                    <a:pt x="7592129" y="1435289"/>
                  </a:lnTo>
                  <a:lnTo>
                    <a:pt x="7591461" y="1435289"/>
                  </a:lnTo>
                  <a:lnTo>
                    <a:pt x="7590793" y="1435289"/>
                  </a:lnTo>
                  <a:lnTo>
                    <a:pt x="7590125" y="1435289"/>
                  </a:lnTo>
                  <a:lnTo>
                    <a:pt x="7589457" y="1435289"/>
                  </a:lnTo>
                  <a:lnTo>
                    <a:pt x="7588789" y="1435289"/>
                  </a:lnTo>
                  <a:lnTo>
                    <a:pt x="7588121" y="1435289"/>
                  </a:lnTo>
                  <a:lnTo>
                    <a:pt x="7587453" y="1435289"/>
                  </a:lnTo>
                  <a:lnTo>
                    <a:pt x="7586785" y="1435289"/>
                  </a:lnTo>
                  <a:lnTo>
                    <a:pt x="7586117" y="1435289"/>
                  </a:lnTo>
                  <a:lnTo>
                    <a:pt x="7585449" y="1435289"/>
                  </a:lnTo>
                  <a:lnTo>
                    <a:pt x="7584781" y="1435289"/>
                  </a:lnTo>
                  <a:lnTo>
                    <a:pt x="7584113" y="1435289"/>
                  </a:lnTo>
                  <a:lnTo>
                    <a:pt x="7583444" y="1435289"/>
                  </a:lnTo>
                  <a:lnTo>
                    <a:pt x="7582776" y="1435289"/>
                  </a:lnTo>
                  <a:lnTo>
                    <a:pt x="7582108" y="1435289"/>
                  </a:lnTo>
                  <a:lnTo>
                    <a:pt x="7581440" y="1435289"/>
                  </a:lnTo>
                  <a:lnTo>
                    <a:pt x="7580772" y="1435289"/>
                  </a:lnTo>
                  <a:lnTo>
                    <a:pt x="7580104" y="1435289"/>
                  </a:lnTo>
                  <a:lnTo>
                    <a:pt x="7579436" y="1435289"/>
                  </a:lnTo>
                  <a:lnTo>
                    <a:pt x="7578768" y="1435289"/>
                  </a:lnTo>
                  <a:lnTo>
                    <a:pt x="7578100" y="1435289"/>
                  </a:lnTo>
                  <a:lnTo>
                    <a:pt x="7577432" y="1435289"/>
                  </a:lnTo>
                  <a:lnTo>
                    <a:pt x="7576764" y="1435289"/>
                  </a:lnTo>
                  <a:lnTo>
                    <a:pt x="7576096" y="1435289"/>
                  </a:lnTo>
                  <a:lnTo>
                    <a:pt x="7575428" y="1435289"/>
                  </a:lnTo>
                  <a:lnTo>
                    <a:pt x="7574760" y="1435289"/>
                  </a:lnTo>
                  <a:lnTo>
                    <a:pt x="7574092" y="1435289"/>
                  </a:lnTo>
                  <a:lnTo>
                    <a:pt x="7573424" y="1435289"/>
                  </a:lnTo>
                  <a:lnTo>
                    <a:pt x="7572756" y="1435289"/>
                  </a:lnTo>
                  <a:lnTo>
                    <a:pt x="7572088" y="1435289"/>
                  </a:lnTo>
                  <a:lnTo>
                    <a:pt x="7571420" y="1435289"/>
                  </a:lnTo>
                  <a:lnTo>
                    <a:pt x="7570752" y="1435289"/>
                  </a:lnTo>
                  <a:lnTo>
                    <a:pt x="7570084" y="1435289"/>
                  </a:lnTo>
                  <a:lnTo>
                    <a:pt x="7569416" y="1435289"/>
                  </a:lnTo>
                  <a:lnTo>
                    <a:pt x="7568748" y="1435289"/>
                  </a:lnTo>
                  <a:lnTo>
                    <a:pt x="7568080" y="1435289"/>
                  </a:lnTo>
                  <a:lnTo>
                    <a:pt x="7567412" y="1435289"/>
                  </a:lnTo>
                  <a:lnTo>
                    <a:pt x="7566744" y="1435289"/>
                  </a:lnTo>
                  <a:lnTo>
                    <a:pt x="7566076" y="1435289"/>
                  </a:lnTo>
                  <a:lnTo>
                    <a:pt x="7565408" y="1435289"/>
                  </a:lnTo>
                  <a:lnTo>
                    <a:pt x="7564740" y="1435289"/>
                  </a:lnTo>
                  <a:lnTo>
                    <a:pt x="7564072" y="1435289"/>
                  </a:lnTo>
                  <a:lnTo>
                    <a:pt x="7563404" y="1435289"/>
                  </a:lnTo>
                  <a:lnTo>
                    <a:pt x="7562736" y="1435289"/>
                  </a:lnTo>
                  <a:lnTo>
                    <a:pt x="7562068" y="1435289"/>
                  </a:lnTo>
                  <a:lnTo>
                    <a:pt x="7561400" y="1435289"/>
                  </a:lnTo>
                  <a:lnTo>
                    <a:pt x="7560732" y="1435289"/>
                  </a:lnTo>
                  <a:lnTo>
                    <a:pt x="7560064" y="1435289"/>
                  </a:lnTo>
                  <a:lnTo>
                    <a:pt x="7559395" y="1435289"/>
                  </a:lnTo>
                  <a:lnTo>
                    <a:pt x="7558727" y="1435289"/>
                  </a:lnTo>
                  <a:lnTo>
                    <a:pt x="7558059" y="1435289"/>
                  </a:lnTo>
                  <a:lnTo>
                    <a:pt x="7557391" y="1435289"/>
                  </a:lnTo>
                  <a:lnTo>
                    <a:pt x="7556723" y="1435289"/>
                  </a:lnTo>
                  <a:lnTo>
                    <a:pt x="7556055" y="1435289"/>
                  </a:lnTo>
                  <a:lnTo>
                    <a:pt x="7555387" y="1435289"/>
                  </a:lnTo>
                  <a:lnTo>
                    <a:pt x="7554719" y="1435289"/>
                  </a:lnTo>
                  <a:lnTo>
                    <a:pt x="7554051" y="1435289"/>
                  </a:lnTo>
                  <a:lnTo>
                    <a:pt x="7553383" y="1435289"/>
                  </a:lnTo>
                  <a:lnTo>
                    <a:pt x="7552715" y="1435289"/>
                  </a:lnTo>
                  <a:lnTo>
                    <a:pt x="7552047" y="1435289"/>
                  </a:lnTo>
                  <a:lnTo>
                    <a:pt x="7551379" y="1435289"/>
                  </a:lnTo>
                  <a:lnTo>
                    <a:pt x="7550711" y="1435289"/>
                  </a:lnTo>
                  <a:lnTo>
                    <a:pt x="7550043" y="1435289"/>
                  </a:lnTo>
                  <a:lnTo>
                    <a:pt x="7549375" y="1435289"/>
                  </a:lnTo>
                  <a:lnTo>
                    <a:pt x="7548707" y="1435289"/>
                  </a:lnTo>
                  <a:lnTo>
                    <a:pt x="7548039" y="1435289"/>
                  </a:lnTo>
                  <a:lnTo>
                    <a:pt x="7547371" y="1435289"/>
                  </a:lnTo>
                  <a:lnTo>
                    <a:pt x="7546703" y="1435289"/>
                  </a:lnTo>
                  <a:lnTo>
                    <a:pt x="7546035" y="1435289"/>
                  </a:lnTo>
                  <a:lnTo>
                    <a:pt x="7545367" y="1435289"/>
                  </a:lnTo>
                  <a:lnTo>
                    <a:pt x="7544699" y="1435289"/>
                  </a:lnTo>
                  <a:lnTo>
                    <a:pt x="7544031" y="1435289"/>
                  </a:lnTo>
                  <a:lnTo>
                    <a:pt x="7543363" y="1435289"/>
                  </a:lnTo>
                  <a:lnTo>
                    <a:pt x="7542695" y="1435289"/>
                  </a:lnTo>
                  <a:lnTo>
                    <a:pt x="7542027" y="1435289"/>
                  </a:lnTo>
                  <a:lnTo>
                    <a:pt x="7541359" y="1435289"/>
                  </a:lnTo>
                  <a:lnTo>
                    <a:pt x="7540691" y="1435289"/>
                  </a:lnTo>
                  <a:lnTo>
                    <a:pt x="7540023" y="1435289"/>
                  </a:lnTo>
                  <a:lnTo>
                    <a:pt x="7539355" y="1435289"/>
                  </a:lnTo>
                  <a:lnTo>
                    <a:pt x="7538687" y="1435289"/>
                  </a:lnTo>
                  <a:lnTo>
                    <a:pt x="7538019" y="1435289"/>
                  </a:lnTo>
                  <a:lnTo>
                    <a:pt x="7537351" y="1435289"/>
                  </a:lnTo>
                  <a:lnTo>
                    <a:pt x="7536683" y="1435289"/>
                  </a:lnTo>
                  <a:lnTo>
                    <a:pt x="7536015" y="1435289"/>
                  </a:lnTo>
                  <a:lnTo>
                    <a:pt x="7535347" y="1435289"/>
                  </a:lnTo>
                  <a:lnTo>
                    <a:pt x="7534678" y="1435289"/>
                  </a:lnTo>
                  <a:lnTo>
                    <a:pt x="7534010" y="1435289"/>
                  </a:lnTo>
                  <a:lnTo>
                    <a:pt x="7533342" y="1435289"/>
                  </a:lnTo>
                  <a:lnTo>
                    <a:pt x="7532674" y="1435289"/>
                  </a:lnTo>
                  <a:lnTo>
                    <a:pt x="7532006" y="1435289"/>
                  </a:lnTo>
                  <a:lnTo>
                    <a:pt x="7531338" y="1435289"/>
                  </a:lnTo>
                  <a:lnTo>
                    <a:pt x="7530670" y="1435289"/>
                  </a:lnTo>
                  <a:lnTo>
                    <a:pt x="7530002" y="1435289"/>
                  </a:lnTo>
                  <a:lnTo>
                    <a:pt x="7529334" y="1435289"/>
                  </a:lnTo>
                  <a:lnTo>
                    <a:pt x="7528666" y="1435289"/>
                  </a:lnTo>
                  <a:lnTo>
                    <a:pt x="7527998" y="1435289"/>
                  </a:lnTo>
                  <a:lnTo>
                    <a:pt x="7527330" y="1435289"/>
                  </a:lnTo>
                  <a:lnTo>
                    <a:pt x="7526662" y="1435289"/>
                  </a:lnTo>
                  <a:lnTo>
                    <a:pt x="7525994" y="1435289"/>
                  </a:lnTo>
                  <a:lnTo>
                    <a:pt x="7525326" y="1435289"/>
                  </a:lnTo>
                  <a:lnTo>
                    <a:pt x="7524658" y="1435289"/>
                  </a:lnTo>
                  <a:lnTo>
                    <a:pt x="7523990" y="1435289"/>
                  </a:lnTo>
                  <a:lnTo>
                    <a:pt x="7523322" y="1435289"/>
                  </a:lnTo>
                  <a:lnTo>
                    <a:pt x="7522654" y="1435289"/>
                  </a:lnTo>
                  <a:lnTo>
                    <a:pt x="7521986" y="1435289"/>
                  </a:lnTo>
                  <a:lnTo>
                    <a:pt x="7521318" y="1435289"/>
                  </a:lnTo>
                  <a:lnTo>
                    <a:pt x="7520650" y="1435289"/>
                  </a:lnTo>
                  <a:lnTo>
                    <a:pt x="7519982" y="1435289"/>
                  </a:lnTo>
                  <a:lnTo>
                    <a:pt x="7519314" y="1435289"/>
                  </a:lnTo>
                  <a:lnTo>
                    <a:pt x="7518646" y="1435289"/>
                  </a:lnTo>
                  <a:lnTo>
                    <a:pt x="7517978" y="1435289"/>
                  </a:lnTo>
                  <a:lnTo>
                    <a:pt x="7517310" y="1435289"/>
                  </a:lnTo>
                  <a:lnTo>
                    <a:pt x="7516642" y="1435289"/>
                  </a:lnTo>
                  <a:lnTo>
                    <a:pt x="7515974" y="1435289"/>
                  </a:lnTo>
                  <a:lnTo>
                    <a:pt x="7515306" y="1435289"/>
                  </a:lnTo>
                  <a:lnTo>
                    <a:pt x="7514638" y="1435289"/>
                  </a:lnTo>
                  <a:lnTo>
                    <a:pt x="7513970" y="1435289"/>
                  </a:lnTo>
                  <a:lnTo>
                    <a:pt x="7513302" y="1435289"/>
                  </a:lnTo>
                  <a:lnTo>
                    <a:pt x="7512634" y="1435289"/>
                  </a:lnTo>
                  <a:lnTo>
                    <a:pt x="7511966" y="1435289"/>
                  </a:lnTo>
                  <a:lnTo>
                    <a:pt x="7511298" y="1435289"/>
                  </a:lnTo>
                  <a:lnTo>
                    <a:pt x="7510630" y="1435289"/>
                  </a:lnTo>
                  <a:lnTo>
                    <a:pt x="7509961" y="1435289"/>
                  </a:lnTo>
                  <a:lnTo>
                    <a:pt x="7509293" y="1435289"/>
                  </a:lnTo>
                  <a:lnTo>
                    <a:pt x="7508625" y="1435289"/>
                  </a:lnTo>
                  <a:lnTo>
                    <a:pt x="7507957" y="1435289"/>
                  </a:lnTo>
                  <a:lnTo>
                    <a:pt x="7507289" y="1435289"/>
                  </a:lnTo>
                  <a:lnTo>
                    <a:pt x="7506621" y="1435289"/>
                  </a:lnTo>
                  <a:lnTo>
                    <a:pt x="7505953" y="1435289"/>
                  </a:lnTo>
                  <a:lnTo>
                    <a:pt x="7505285" y="1435289"/>
                  </a:lnTo>
                  <a:lnTo>
                    <a:pt x="7504617" y="1435289"/>
                  </a:lnTo>
                  <a:lnTo>
                    <a:pt x="7503949" y="1435289"/>
                  </a:lnTo>
                  <a:lnTo>
                    <a:pt x="7503281" y="1435289"/>
                  </a:lnTo>
                  <a:lnTo>
                    <a:pt x="7502613" y="1435289"/>
                  </a:lnTo>
                  <a:lnTo>
                    <a:pt x="7501945" y="1435289"/>
                  </a:lnTo>
                  <a:lnTo>
                    <a:pt x="7501277" y="1435289"/>
                  </a:lnTo>
                  <a:lnTo>
                    <a:pt x="7500609" y="1435289"/>
                  </a:lnTo>
                  <a:lnTo>
                    <a:pt x="7499941" y="1435289"/>
                  </a:lnTo>
                  <a:lnTo>
                    <a:pt x="7499273" y="1435289"/>
                  </a:lnTo>
                  <a:lnTo>
                    <a:pt x="7498605" y="1435289"/>
                  </a:lnTo>
                  <a:lnTo>
                    <a:pt x="7497937" y="1435289"/>
                  </a:lnTo>
                  <a:lnTo>
                    <a:pt x="7497269" y="1435289"/>
                  </a:lnTo>
                  <a:lnTo>
                    <a:pt x="7496601" y="1435289"/>
                  </a:lnTo>
                  <a:lnTo>
                    <a:pt x="7495933" y="1435289"/>
                  </a:lnTo>
                  <a:lnTo>
                    <a:pt x="7495265" y="1435289"/>
                  </a:lnTo>
                  <a:lnTo>
                    <a:pt x="7494597" y="1435289"/>
                  </a:lnTo>
                  <a:lnTo>
                    <a:pt x="7493929" y="1435289"/>
                  </a:lnTo>
                  <a:lnTo>
                    <a:pt x="7493261" y="1435289"/>
                  </a:lnTo>
                  <a:lnTo>
                    <a:pt x="7492593" y="1435289"/>
                  </a:lnTo>
                  <a:lnTo>
                    <a:pt x="7491925" y="1435289"/>
                  </a:lnTo>
                  <a:lnTo>
                    <a:pt x="7491257" y="1435289"/>
                  </a:lnTo>
                  <a:lnTo>
                    <a:pt x="7490589" y="1435289"/>
                  </a:lnTo>
                  <a:lnTo>
                    <a:pt x="7489921" y="1435289"/>
                  </a:lnTo>
                  <a:lnTo>
                    <a:pt x="7489253" y="1435289"/>
                  </a:lnTo>
                  <a:lnTo>
                    <a:pt x="7488585" y="1435289"/>
                  </a:lnTo>
                  <a:lnTo>
                    <a:pt x="7487917" y="1435289"/>
                  </a:lnTo>
                  <a:lnTo>
                    <a:pt x="7487249" y="1435289"/>
                  </a:lnTo>
                  <a:lnTo>
                    <a:pt x="7486581" y="1435289"/>
                  </a:lnTo>
                  <a:lnTo>
                    <a:pt x="7485913" y="1435289"/>
                  </a:lnTo>
                  <a:lnTo>
                    <a:pt x="7485244" y="1435289"/>
                  </a:lnTo>
                  <a:lnTo>
                    <a:pt x="7484576" y="1435289"/>
                  </a:lnTo>
                  <a:lnTo>
                    <a:pt x="7483908" y="1435289"/>
                  </a:lnTo>
                  <a:lnTo>
                    <a:pt x="7483240" y="1435289"/>
                  </a:lnTo>
                  <a:lnTo>
                    <a:pt x="7482572" y="1435289"/>
                  </a:lnTo>
                  <a:lnTo>
                    <a:pt x="7481904" y="1435289"/>
                  </a:lnTo>
                  <a:lnTo>
                    <a:pt x="7481236" y="1435289"/>
                  </a:lnTo>
                  <a:lnTo>
                    <a:pt x="7480568" y="1435289"/>
                  </a:lnTo>
                  <a:lnTo>
                    <a:pt x="7479900" y="1435289"/>
                  </a:lnTo>
                  <a:lnTo>
                    <a:pt x="7479232" y="1435289"/>
                  </a:lnTo>
                  <a:lnTo>
                    <a:pt x="7478564" y="1435289"/>
                  </a:lnTo>
                  <a:lnTo>
                    <a:pt x="7477896" y="1435289"/>
                  </a:lnTo>
                  <a:lnTo>
                    <a:pt x="7477228" y="1435289"/>
                  </a:lnTo>
                  <a:lnTo>
                    <a:pt x="7476560" y="1435289"/>
                  </a:lnTo>
                  <a:lnTo>
                    <a:pt x="7475892" y="1435289"/>
                  </a:lnTo>
                  <a:lnTo>
                    <a:pt x="7475224" y="1435289"/>
                  </a:lnTo>
                  <a:lnTo>
                    <a:pt x="7474556" y="1435289"/>
                  </a:lnTo>
                  <a:lnTo>
                    <a:pt x="7473888" y="1435289"/>
                  </a:lnTo>
                  <a:lnTo>
                    <a:pt x="7473220" y="1435289"/>
                  </a:lnTo>
                  <a:lnTo>
                    <a:pt x="7472552" y="1435289"/>
                  </a:lnTo>
                  <a:lnTo>
                    <a:pt x="7471884" y="1435289"/>
                  </a:lnTo>
                  <a:lnTo>
                    <a:pt x="7471216" y="1435289"/>
                  </a:lnTo>
                  <a:lnTo>
                    <a:pt x="7470548" y="1435289"/>
                  </a:lnTo>
                  <a:lnTo>
                    <a:pt x="7469880" y="1435289"/>
                  </a:lnTo>
                  <a:lnTo>
                    <a:pt x="7469212" y="1435289"/>
                  </a:lnTo>
                  <a:lnTo>
                    <a:pt x="7468544" y="1435289"/>
                  </a:lnTo>
                  <a:lnTo>
                    <a:pt x="7467876" y="1435289"/>
                  </a:lnTo>
                  <a:lnTo>
                    <a:pt x="7467208" y="1435289"/>
                  </a:lnTo>
                  <a:lnTo>
                    <a:pt x="7466540" y="1435289"/>
                  </a:lnTo>
                  <a:lnTo>
                    <a:pt x="7465872" y="1435289"/>
                  </a:lnTo>
                  <a:lnTo>
                    <a:pt x="7465204" y="1435289"/>
                  </a:lnTo>
                  <a:lnTo>
                    <a:pt x="7464536" y="1435289"/>
                  </a:lnTo>
                  <a:lnTo>
                    <a:pt x="7463868" y="1435289"/>
                  </a:lnTo>
                  <a:lnTo>
                    <a:pt x="7463200" y="1435289"/>
                  </a:lnTo>
                  <a:lnTo>
                    <a:pt x="7462532" y="1435289"/>
                  </a:lnTo>
                  <a:lnTo>
                    <a:pt x="7461864" y="1435289"/>
                  </a:lnTo>
                  <a:lnTo>
                    <a:pt x="7461195" y="1435289"/>
                  </a:lnTo>
                  <a:lnTo>
                    <a:pt x="7460527" y="1435289"/>
                  </a:lnTo>
                  <a:lnTo>
                    <a:pt x="7459859" y="1435289"/>
                  </a:lnTo>
                  <a:lnTo>
                    <a:pt x="7459191" y="1435289"/>
                  </a:lnTo>
                  <a:lnTo>
                    <a:pt x="7458523" y="1435289"/>
                  </a:lnTo>
                  <a:lnTo>
                    <a:pt x="7457855" y="1435289"/>
                  </a:lnTo>
                  <a:lnTo>
                    <a:pt x="7457187" y="1435289"/>
                  </a:lnTo>
                  <a:lnTo>
                    <a:pt x="7456519" y="1435289"/>
                  </a:lnTo>
                  <a:lnTo>
                    <a:pt x="7455851" y="1435289"/>
                  </a:lnTo>
                  <a:lnTo>
                    <a:pt x="7455183" y="1435289"/>
                  </a:lnTo>
                  <a:lnTo>
                    <a:pt x="7454515" y="1435289"/>
                  </a:lnTo>
                  <a:lnTo>
                    <a:pt x="7453847" y="1435289"/>
                  </a:lnTo>
                  <a:lnTo>
                    <a:pt x="7453179" y="1435289"/>
                  </a:lnTo>
                  <a:lnTo>
                    <a:pt x="7452511" y="1435289"/>
                  </a:lnTo>
                  <a:lnTo>
                    <a:pt x="7451843" y="1435289"/>
                  </a:lnTo>
                  <a:lnTo>
                    <a:pt x="7451175" y="1435289"/>
                  </a:lnTo>
                  <a:lnTo>
                    <a:pt x="7450507" y="1435289"/>
                  </a:lnTo>
                  <a:lnTo>
                    <a:pt x="7449839" y="1435289"/>
                  </a:lnTo>
                  <a:lnTo>
                    <a:pt x="7449171" y="1435289"/>
                  </a:lnTo>
                  <a:lnTo>
                    <a:pt x="7448503" y="1435289"/>
                  </a:lnTo>
                  <a:lnTo>
                    <a:pt x="7447835" y="1435289"/>
                  </a:lnTo>
                  <a:lnTo>
                    <a:pt x="7447167" y="1435289"/>
                  </a:lnTo>
                  <a:lnTo>
                    <a:pt x="7446499" y="1435289"/>
                  </a:lnTo>
                  <a:lnTo>
                    <a:pt x="7445831" y="1435289"/>
                  </a:lnTo>
                  <a:lnTo>
                    <a:pt x="7445163" y="1435289"/>
                  </a:lnTo>
                  <a:lnTo>
                    <a:pt x="7444495" y="1435289"/>
                  </a:lnTo>
                  <a:lnTo>
                    <a:pt x="7443827" y="1435289"/>
                  </a:lnTo>
                  <a:lnTo>
                    <a:pt x="7443159" y="1435289"/>
                  </a:lnTo>
                  <a:lnTo>
                    <a:pt x="7442491" y="1435289"/>
                  </a:lnTo>
                  <a:lnTo>
                    <a:pt x="7441823" y="1435289"/>
                  </a:lnTo>
                  <a:lnTo>
                    <a:pt x="7441155" y="1435289"/>
                  </a:lnTo>
                  <a:lnTo>
                    <a:pt x="7440487" y="1435289"/>
                  </a:lnTo>
                  <a:lnTo>
                    <a:pt x="7439819" y="1435289"/>
                  </a:lnTo>
                  <a:lnTo>
                    <a:pt x="7439151" y="1435289"/>
                  </a:lnTo>
                  <a:lnTo>
                    <a:pt x="7438483" y="1435289"/>
                  </a:lnTo>
                  <a:lnTo>
                    <a:pt x="7437815" y="1435289"/>
                  </a:lnTo>
                  <a:lnTo>
                    <a:pt x="7437147" y="1435289"/>
                  </a:lnTo>
                  <a:lnTo>
                    <a:pt x="7436478" y="1435289"/>
                  </a:lnTo>
                  <a:lnTo>
                    <a:pt x="7435810" y="1435289"/>
                  </a:lnTo>
                  <a:lnTo>
                    <a:pt x="7435142" y="1435289"/>
                  </a:lnTo>
                  <a:lnTo>
                    <a:pt x="7434474" y="1435289"/>
                  </a:lnTo>
                  <a:lnTo>
                    <a:pt x="7433806" y="1435289"/>
                  </a:lnTo>
                  <a:lnTo>
                    <a:pt x="7433138" y="1435289"/>
                  </a:lnTo>
                  <a:lnTo>
                    <a:pt x="7432470" y="1435289"/>
                  </a:lnTo>
                  <a:lnTo>
                    <a:pt x="7431802" y="1435289"/>
                  </a:lnTo>
                  <a:lnTo>
                    <a:pt x="7431134" y="1435289"/>
                  </a:lnTo>
                  <a:lnTo>
                    <a:pt x="7430466" y="1435289"/>
                  </a:lnTo>
                  <a:lnTo>
                    <a:pt x="7429798" y="1435289"/>
                  </a:lnTo>
                  <a:lnTo>
                    <a:pt x="7429130" y="1435289"/>
                  </a:lnTo>
                  <a:lnTo>
                    <a:pt x="7428462" y="1435289"/>
                  </a:lnTo>
                  <a:lnTo>
                    <a:pt x="7427794" y="1435289"/>
                  </a:lnTo>
                  <a:lnTo>
                    <a:pt x="7427126" y="1435289"/>
                  </a:lnTo>
                  <a:lnTo>
                    <a:pt x="7426458" y="1435289"/>
                  </a:lnTo>
                  <a:lnTo>
                    <a:pt x="7425790" y="1435289"/>
                  </a:lnTo>
                  <a:lnTo>
                    <a:pt x="7425122" y="1435289"/>
                  </a:lnTo>
                  <a:lnTo>
                    <a:pt x="7424454" y="1435289"/>
                  </a:lnTo>
                  <a:lnTo>
                    <a:pt x="7423786" y="1435289"/>
                  </a:lnTo>
                  <a:lnTo>
                    <a:pt x="7423118" y="1435289"/>
                  </a:lnTo>
                  <a:lnTo>
                    <a:pt x="7422450" y="1435289"/>
                  </a:lnTo>
                  <a:lnTo>
                    <a:pt x="7421782" y="1435289"/>
                  </a:lnTo>
                  <a:lnTo>
                    <a:pt x="7421114" y="1435289"/>
                  </a:lnTo>
                  <a:lnTo>
                    <a:pt x="7420446" y="1435289"/>
                  </a:lnTo>
                  <a:lnTo>
                    <a:pt x="7419778" y="1435289"/>
                  </a:lnTo>
                  <a:lnTo>
                    <a:pt x="7419110" y="1435289"/>
                  </a:lnTo>
                  <a:lnTo>
                    <a:pt x="7418442" y="1435289"/>
                  </a:lnTo>
                  <a:lnTo>
                    <a:pt x="7417774" y="1435289"/>
                  </a:lnTo>
                  <a:lnTo>
                    <a:pt x="7417106" y="1435289"/>
                  </a:lnTo>
                  <a:lnTo>
                    <a:pt x="7416438" y="1435289"/>
                  </a:lnTo>
                  <a:lnTo>
                    <a:pt x="7415770" y="1435289"/>
                  </a:lnTo>
                  <a:lnTo>
                    <a:pt x="7415102" y="1435289"/>
                  </a:lnTo>
                  <a:lnTo>
                    <a:pt x="7414434" y="1435289"/>
                  </a:lnTo>
                  <a:lnTo>
                    <a:pt x="7413766" y="1435289"/>
                  </a:lnTo>
                  <a:lnTo>
                    <a:pt x="7413098" y="1435289"/>
                  </a:lnTo>
                  <a:lnTo>
                    <a:pt x="7412430" y="1435289"/>
                  </a:lnTo>
                  <a:lnTo>
                    <a:pt x="7411761" y="1435289"/>
                  </a:lnTo>
                  <a:lnTo>
                    <a:pt x="7411093" y="1435289"/>
                  </a:lnTo>
                  <a:lnTo>
                    <a:pt x="7410425" y="1435289"/>
                  </a:lnTo>
                  <a:lnTo>
                    <a:pt x="7409757" y="1435289"/>
                  </a:lnTo>
                  <a:lnTo>
                    <a:pt x="7409089" y="1435289"/>
                  </a:lnTo>
                  <a:lnTo>
                    <a:pt x="7408421" y="1435289"/>
                  </a:lnTo>
                  <a:lnTo>
                    <a:pt x="7407753" y="1435289"/>
                  </a:lnTo>
                  <a:lnTo>
                    <a:pt x="7407085" y="1435289"/>
                  </a:lnTo>
                  <a:lnTo>
                    <a:pt x="7406417" y="1435289"/>
                  </a:lnTo>
                  <a:lnTo>
                    <a:pt x="7405749" y="1435289"/>
                  </a:lnTo>
                  <a:lnTo>
                    <a:pt x="7405081" y="1435289"/>
                  </a:lnTo>
                  <a:lnTo>
                    <a:pt x="7404413" y="1435289"/>
                  </a:lnTo>
                  <a:lnTo>
                    <a:pt x="7403745" y="1435289"/>
                  </a:lnTo>
                  <a:lnTo>
                    <a:pt x="7403077" y="1435289"/>
                  </a:lnTo>
                  <a:lnTo>
                    <a:pt x="7402409" y="1435289"/>
                  </a:lnTo>
                  <a:lnTo>
                    <a:pt x="7401741" y="1435289"/>
                  </a:lnTo>
                  <a:lnTo>
                    <a:pt x="7401073" y="1435289"/>
                  </a:lnTo>
                  <a:lnTo>
                    <a:pt x="7400405" y="1435289"/>
                  </a:lnTo>
                  <a:lnTo>
                    <a:pt x="7399737" y="1435289"/>
                  </a:lnTo>
                  <a:lnTo>
                    <a:pt x="7399069" y="1435289"/>
                  </a:lnTo>
                  <a:lnTo>
                    <a:pt x="7398401" y="1435289"/>
                  </a:lnTo>
                  <a:lnTo>
                    <a:pt x="7397733" y="1435289"/>
                  </a:lnTo>
                  <a:lnTo>
                    <a:pt x="7397065" y="1435289"/>
                  </a:lnTo>
                  <a:lnTo>
                    <a:pt x="7396397" y="1435289"/>
                  </a:lnTo>
                  <a:lnTo>
                    <a:pt x="7395729" y="1435289"/>
                  </a:lnTo>
                  <a:lnTo>
                    <a:pt x="7395061" y="1435289"/>
                  </a:lnTo>
                  <a:lnTo>
                    <a:pt x="7394393" y="1435289"/>
                  </a:lnTo>
                  <a:lnTo>
                    <a:pt x="7393725" y="1435289"/>
                  </a:lnTo>
                  <a:lnTo>
                    <a:pt x="7393057" y="1435289"/>
                  </a:lnTo>
                  <a:lnTo>
                    <a:pt x="7392389" y="1435289"/>
                  </a:lnTo>
                  <a:lnTo>
                    <a:pt x="7391721" y="1435289"/>
                  </a:lnTo>
                  <a:lnTo>
                    <a:pt x="7391053" y="1435289"/>
                  </a:lnTo>
                  <a:lnTo>
                    <a:pt x="7390385" y="1435289"/>
                  </a:lnTo>
                  <a:lnTo>
                    <a:pt x="7389717" y="1435289"/>
                  </a:lnTo>
                  <a:lnTo>
                    <a:pt x="7389049" y="1435289"/>
                  </a:lnTo>
                  <a:lnTo>
                    <a:pt x="7388381" y="1435289"/>
                  </a:lnTo>
                  <a:lnTo>
                    <a:pt x="7387713" y="1435289"/>
                  </a:lnTo>
                  <a:lnTo>
                    <a:pt x="7387044" y="1435289"/>
                  </a:lnTo>
                  <a:lnTo>
                    <a:pt x="7386376" y="1435289"/>
                  </a:lnTo>
                  <a:lnTo>
                    <a:pt x="7385708" y="1435289"/>
                  </a:lnTo>
                  <a:lnTo>
                    <a:pt x="7385040" y="1435289"/>
                  </a:lnTo>
                  <a:lnTo>
                    <a:pt x="7384372" y="1435289"/>
                  </a:lnTo>
                  <a:lnTo>
                    <a:pt x="7383704" y="1435289"/>
                  </a:lnTo>
                  <a:lnTo>
                    <a:pt x="7383036" y="1435289"/>
                  </a:lnTo>
                  <a:lnTo>
                    <a:pt x="7382368" y="1435289"/>
                  </a:lnTo>
                  <a:lnTo>
                    <a:pt x="7381700" y="1435289"/>
                  </a:lnTo>
                  <a:lnTo>
                    <a:pt x="7381032" y="1435289"/>
                  </a:lnTo>
                  <a:lnTo>
                    <a:pt x="7380364" y="1435289"/>
                  </a:lnTo>
                  <a:lnTo>
                    <a:pt x="7379696" y="1435289"/>
                  </a:lnTo>
                  <a:lnTo>
                    <a:pt x="7379028" y="1435289"/>
                  </a:lnTo>
                  <a:lnTo>
                    <a:pt x="7378360" y="1435289"/>
                  </a:lnTo>
                  <a:lnTo>
                    <a:pt x="7377692" y="1435289"/>
                  </a:lnTo>
                  <a:lnTo>
                    <a:pt x="7377024" y="1435289"/>
                  </a:lnTo>
                  <a:lnTo>
                    <a:pt x="7376356" y="1435289"/>
                  </a:lnTo>
                  <a:lnTo>
                    <a:pt x="7375688" y="1435289"/>
                  </a:lnTo>
                  <a:lnTo>
                    <a:pt x="7375020" y="1435289"/>
                  </a:lnTo>
                  <a:lnTo>
                    <a:pt x="7374352" y="1435289"/>
                  </a:lnTo>
                  <a:lnTo>
                    <a:pt x="7373684" y="1435289"/>
                  </a:lnTo>
                  <a:lnTo>
                    <a:pt x="7373016" y="1435289"/>
                  </a:lnTo>
                  <a:lnTo>
                    <a:pt x="7372348" y="1435289"/>
                  </a:lnTo>
                  <a:lnTo>
                    <a:pt x="7371680" y="1435289"/>
                  </a:lnTo>
                  <a:lnTo>
                    <a:pt x="7371012" y="1435289"/>
                  </a:lnTo>
                  <a:lnTo>
                    <a:pt x="7370344" y="1435289"/>
                  </a:lnTo>
                  <a:lnTo>
                    <a:pt x="7369676" y="1435289"/>
                  </a:lnTo>
                  <a:lnTo>
                    <a:pt x="7369008" y="1435289"/>
                  </a:lnTo>
                  <a:lnTo>
                    <a:pt x="7368340" y="1435289"/>
                  </a:lnTo>
                  <a:lnTo>
                    <a:pt x="7367672" y="1435289"/>
                  </a:lnTo>
                  <a:lnTo>
                    <a:pt x="7367004" y="1435289"/>
                  </a:lnTo>
                  <a:lnTo>
                    <a:pt x="7366336" y="1435289"/>
                  </a:lnTo>
                  <a:lnTo>
                    <a:pt x="7365668" y="1435289"/>
                  </a:lnTo>
                  <a:lnTo>
                    <a:pt x="7365000" y="1435289"/>
                  </a:lnTo>
                  <a:lnTo>
                    <a:pt x="7364332" y="1435289"/>
                  </a:lnTo>
                  <a:lnTo>
                    <a:pt x="7363664" y="1435289"/>
                  </a:lnTo>
                  <a:lnTo>
                    <a:pt x="7362995" y="1435289"/>
                  </a:lnTo>
                  <a:lnTo>
                    <a:pt x="7362327" y="1435289"/>
                  </a:lnTo>
                  <a:lnTo>
                    <a:pt x="7361659" y="1435289"/>
                  </a:lnTo>
                  <a:lnTo>
                    <a:pt x="7360991" y="1435289"/>
                  </a:lnTo>
                  <a:lnTo>
                    <a:pt x="7360323" y="1435289"/>
                  </a:lnTo>
                  <a:lnTo>
                    <a:pt x="7359655" y="1435289"/>
                  </a:lnTo>
                  <a:lnTo>
                    <a:pt x="7358987" y="1435289"/>
                  </a:lnTo>
                  <a:lnTo>
                    <a:pt x="7358319" y="1435289"/>
                  </a:lnTo>
                  <a:lnTo>
                    <a:pt x="7357651" y="1435289"/>
                  </a:lnTo>
                  <a:lnTo>
                    <a:pt x="7356983" y="1435289"/>
                  </a:lnTo>
                  <a:lnTo>
                    <a:pt x="7356315" y="1435289"/>
                  </a:lnTo>
                  <a:lnTo>
                    <a:pt x="7355647" y="1435289"/>
                  </a:lnTo>
                  <a:lnTo>
                    <a:pt x="7354979" y="1435289"/>
                  </a:lnTo>
                  <a:lnTo>
                    <a:pt x="7354311" y="1435289"/>
                  </a:lnTo>
                  <a:lnTo>
                    <a:pt x="7353643" y="1435289"/>
                  </a:lnTo>
                  <a:lnTo>
                    <a:pt x="7352975" y="1435289"/>
                  </a:lnTo>
                  <a:lnTo>
                    <a:pt x="7352307" y="1435289"/>
                  </a:lnTo>
                  <a:lnTo>
                    <a:pt x="7351639" y="1435289"/>
                  </a:lnTo>
                  <a:lnTo>
                    <a:pt x="7350971" y="1435289"/>
                  </a:lnTo>
                  <a:lnTo>
                    <a:pt x="7350303" y="1435289"/>
                  </a:lnTo>
                  <a:lnTo>
                    <a:pt x="7349635" y="1435289"/>
                  </a:lnTo>
                  <a:lnTo>
                    <a:pt x="7348967" y="1435289"/>
                  </a:lnTo>
                  <a:lnTo>
                    <a:pt x="7348299" y="1435289"/>
                  </a:lnTo>
                  <a:lnTo>
                    <a:pt x="7347631" y="1435289"/>
                  </a:lnTo>
                  <a:lnTo>
                    <a:pt x="7346963" y="1435289"/>
                  </a:lnTo>
                  <a:lnTo>
                    <a:pt x="7346295" y="1435289"/>
                  </a:lnTo>
                  <a:lnTo>
                    <a:pt x="7345627" y="1435289"/>
                  </a:lnTo>
                  <a:lnTo>
                    <a:pt x="7344959" y="1435289"/>
                  </a:lnTo>
                  <a:lnTo>
                    <a:pt x="7344291" y="1435289"/>
                  </a:lnTo>
                  <a:lnTo>
                    <a:pt x="7343623" y="1435289"/>
                  </a:lnTo>
                  <a:lnTo>
                    <a:pt x="7342955" y="1435289"/>
                  </a:lnTo>
                  <a:lnTo>
                    <a:pt x="7342287" y="1435289"/>
                  </a:lnTo>
                  <a:lnTo>
                    <a:pt x="7341619" y="1435289"/>
                  </a:lnTo>
                  <a:lnTo>
                    <a:pt x="7340951" y="1435289"/>
                  </a:lnTo>
                  <a:lnTo>
                    <a:pt x="7340283" y="1435289"/>
                  </a:lnTo>
                  <a:lnTo>
                    <a:pt x="7339615" y="1435289"/>
                  </a:lnTo>
                  <a:lnTo>
                    <a:pt x="7338947" y="1435289"/>
                  </a:lnTo>
                  <a:lnTo>
                    <a:pt x="7338278" y="1435289"/>
                  </a:lnTo>
                  <a:lnTo>
                    <a:pt x="7337610" y="1435289"/>
                  </a:lnTo>
                  <a:lnTo>
                    <a:pt x="7336942" y="1435289"/>
                  </a:lnTo>
                  <a:lnTo>
                    <a:pt x="7336274" y="1435289"/>
                  </a:lnTo>
                  <a:lnTo>
                    <a:pt x="7335606" y="1435289"/>
                  </a:lnTo>
                  <a:lnTo>
                    <a:pt x="7334938" y="1435289"/>
                  </a:lnTo>
                  <a:lnTo>
                    <a:pt x="7334270" y="1435289"/>
                  </a:lnTo>
                  <a:lnTo>
                    <a:pt x="7333602" y="1435289"/>
                  </a:lnTo>
                  <a:lnTo>
                    <a:pt x="7332934" y="1435289"/>
                  </a:lnTo>
                  <a:lnTo>
                    <a:pt x="7332266" y="1435289"/>
                  </a:lnTo>
                  <a:lnTo>
                    <a:pt x="7331598" y="1435289"/>
                  </a:lnTo>
                  <a:lnTo>
                    <a:pt x="7330930" y="1435289"/>
                  </a:lnTo>
                  <a:lnTo>
                    <a:pt x="7330262" y="1435289"/>
                  </a:lnTo>
                  <a:lnTo>
                    <a:pt x="7329594" y="1435289"/>
                  </a:lnTo>
                  <a:lnTo>
                    <a:pt x="7328926" y="1435289"/>
                  </a:lnTo>
                  <a:lnTo>
                    <a:pt x="7328258" y="1435289"/>
                  </a:lnTo>
                  <a:lnTo>
                    <a:pt x="7327590" y="1435289"/>
                  </a:lnTo>
                  <a:lnTo>
                    <a:pt x="7326922" y="1435289"/>
                  </a:lnTo>
                  <a:lnTo>
                    <a:pt x="7326254" y="1435289"/>
                  </a:lnTo>
                  <a:lnTo>
                    <a:pt x="7325586" y="1435289"/>
                  </a:lnTo>
                  <a:lnTo>
                    <a:pt x="7324918" y="1435289"/>
                  </a:lnTo>
                  <a:lnTo>
                    <a:pt x="7324250" y="1435289"/>
                  </a:lnTo>
                  <a:lnTo>
                    <a:pt x="7323582" y="1435289"/>
                  </a:lnTo>
                  <a:lnTo>
                    <a:pt x="7322914" y="1435289"/>
                  </a:lnTo>
                  <a:lnTo>
                    <a:pt x="7322246" y="1435289"/>
                  </a:lnTo>
                  <a:lnTo>
                    <a:pt x="7321578" y="1435289"/>
                  </a:lnTo>
                  <a:lnTo>
                    <a:pt x="7320910" y="1435289"/>
                  </a:lnTo>
                  <a:lnTo>
                    <a:pt x="7320242" y="1435289"/>
                  </a:lnTo>
                  <a:lnTo>
                    <a:pt x="7319574" y="1435289"/>
                  </a:lnTo>
                  <a:lnTo>
                    <a:pt x="7318906" y="1435289"/>
                  </a:lnTo>
                  <a:lnTo>
                    <a:pt x="7318238" y="1435289"/>
                  </a:lnTo>
                  <a:lnTo>
                    <a:pt x="7317570" y="1435289"/>
                  </a:lnTo>
                  <a:lnTo>
                    <a:pt x="7316902" y="1435289"/>
                  </a:lnTo>
                  <a:lnTo>
                    <a:pt x="7316234" y="1435289"/>
                  </a:lnTo>
                  <a:lnTo>
                    <a:pt x="7315566" y="1435289"/>
                  </a:lnTo>
                  <a:lnTo>
                    <a:pt x="7314898" y="1435289"/>
                  </a:lnTo>
                  <a:lnTo>
                    <a:pt x="7314230" y="1435289"/>
                  </a:lnTo>
                  <a:lnTo>
                    <a:pt x="7313561" y="1435289"/>
                  </a:lnTo>
                  <a:lnTo>
                    <a:pt x="7312893" y="1435289"/>
                  </a:lnTo>
                  <a:lnTo>
                    <a:pt x="7312225" y="1435289"/>
                  </a:lnTo>
                  <a:lnTo>
                    <a:pt x="7311557" y="1435289"/>
                  </a:lnTo>
                  <a:lnTo>
                    <a:pt x="7310889" y="1435289"/>
                  </a:lnTo>
                  <a:lnTo>
                    <a:pt x="7310221" y="1435289"/>
                  </a:lnTo>
                  <a:lnTo>
                    <a:pt x="7309553" y="1435289"/>
                  </a:lnTo>
                  <a:lnTo>
                    <a:pt x="7308885" y="1435289"/>
                  </a:lnTo>
                  <a:lnTo>
                    <a:pt x="7308217" y="1435289"/>
                  </a:lnTo>
                  <a:lnTo>
                    <a:pt x="7307549" y="1435289"/>
                  </a:lnTo>
                  <a:lnTo>
                    <a:pt x="7306881" y="1435289"/>
                  </a:lnTo>
                  <a:lnTo>
                    <a:pt x="7306213" y="1435289"/>
                  </a:lnTo>
                  <a:lnTo>
                    <a:pt x="7305545" y="1435289"/>
                  </a:lnTo>
                  <a:lnTo>
                    <a:pt x="7304877" y="1435289"/>
                  </a:lnTo>
                  <a:lnTo>
                    <a:pt x="7304209" y="1435289"/>
                  </a:lnTo>
                  <a:lnTo>
                    <a:pt x="7303541" y="1435289"/>
                  </a:lnTo>
                  <a:lnTo>
                    <a:pt x="7302873" y="1435289"/>
                  </a:lnTo>
                  <a:lnTo>
                    <a:pt x="7302205" y="1435289"/>
                  </a:lnTo>
                  <a:lnTo>
                    <a:pt x="7301537" y="1435289"/>
                  </a:lnTo>
                  <a:lnTo>
                    <a:pt x="7300869" y="1435289"/>
                  </a:lnTo>
                  <a:lnTo>
                    <a:pt x="7300201" y="1435289"/>
                  </a:lnTo>
                  <a:lnTo>
                    <a:pt x="7299533" y="1435289"/>
                  </a:lnTo>
                  <a:lnTo>
                    <a:pt x="7298865" y="1435289"/>
                  </a:lnTo>
                  <a:lnTo>
                    <a:pt x="7298197" y="1435289"/>
                  </a:lnTo>
                  <a:lnTo>
                    <a:pt x="7297529" y="1435289"/>
                  </a:lnTo>
                  <a:lnTo>
                    <a:pt x="7296861" y="1435289"/>
                  </a:lnTo>
                  <a:lnTo>
                    <a:pt x="7296193" y="1435289"/>
                  </a:lnTo>
                  <a:lnTo>
                    <a:pt x="7295525" y="1435289"/>
                  </a:lnTo>
                  <a:lnTo>
                    <a:pt x="7294857" y="1435289"/>
                  </a:lnTo>
                  <a:lnTo>
                    <a:pt x="7294189" y="1435289"/>
                  </a:lnTo>
                  <a:lnTo>
                    <a:pt x="7293521" y="1435289"/>
                  </a:lnTo>
                  <a:lnTo>
                    <a:pt x="7292853" y="1435289"/>
                  </a:lnTo>
                  <a:lnTo>
                    <a:pt x="7292185" y="1435289"/>
                  </a:lnTo>
                  <a:lnTo>
                    <a:pt x="7291517" y="1435289"/>
                  </a:lnTo>
                  <a:lnTo>
                    <a:pt x="7290849" y="1435289"/>
                  </a:lnTo>
                  <a:lnTo>
                    <a:pt x="7290181" y="1435289"/>
                  </a:lnTo>
                  <a:lnTo>
                    <a:pt x="7289513" y="1435289"/>
                  </a:lnTo>
                  <a:lnTo>
                    <a:pt x="7288844" y="1435289"/>
                  </a:lnTo>
                  <a:lnTo>
                    <a:pt x="7288176" y="1435289"/>
                  </a:lnTo>
                  <a:lnTo>
                    <a:pt x="7287508" y="1435289"/>
                  </a:lnTo>
                  <a:lnTo>
                    <a:pt x="7286840" y="1435289"/>
                  </a:lnTo>
                  <a:lnTo>
                    <a:pt x="7286172" y="1435289"/>
                  </a:lnTo>
                  <a:lnTo>
                    <a:pt x="7285504" y="1435289"/>
                  </a:lnTo>
                  <a:lnTo>
                    <a:pt x="7284836" y="1435289"/>
                  </a:lnTo>
                  <a:lnTo>
                    <a:pt x="7284168" y="1435289"/>
                  </a:lnTo>
                  <a:lnTo>
                    <a:pt x="7283500" y="1435289"/>
                  </a:lnTo>
                  <a:lnTo>
                    <a:pt x="7282832" y="1435289"/>
                  </a:lnTo>
                  <a:lnTo>
                    <a:pt x="7282164" y="1435289"/>
                  </a:lnTo>
                  <a:lnTo>
                    <a:pt x="7281496" y="1435289"/>
                  </a:lnTo>
                  <a:lnTo>
                    <a:pt x="7280828" y="1435289"/>
                  </a:lnTo>
                  <a:lnTo>
                    <a:pt x="7280160" y="1435289"/>
                  </a:lnTo>
                  <a:lnTo>
                    <a:pt x="7279492" y="1435289"/>
                  </a:lnTo>
                  <a:lnTo>
                    <a:pt x="7278824" y="1435289"/>
                  </a:lnTo>
                  <a:lnTo>
                    <a:pt x="7278156" y="1435289"/>
                  </a:lnTo>
                  <a:lnTo>
                    <a:pt x="7277488" y="1435289"/>
                  </a:lnTo>
                  <a:lnTo>
                    <a:pt x="7276820" y="1435289"/>
                  </a:lnTo>
                  <a:lnTo>
                    <a:pt x="7276152" y="1435289"/>
                  </a:lnTo>
                  <a:lnTo>
                    <a:pt x="7275484" y="1435289"/>
                  </a:lnTo>
                  <a:lnTo>
                    <a:pt x="7274816" y="1435289"/>
                  </a:lnTo>
                  <a:lnTo>
                    <a:pt x="7274148" y="1435289"/>
                  </a:lnTo>
                  <a:lnTo>
                    <a:pt x="7273480" y="1435289"/>
                  </a:lnTo>
                  <a:lnTo>
                    <a:pt x="7272812" y="1435289"/>
                  </a:lnTo>
                  <a:lnTo>
                    <a:pt x="7272144" y="1435289"/>
                  </a:lnTo>
                  <a:lnTo>
                    <a:pt x="7271476" y="1435289"/>
                  </a:lnTo>
                  <a:lnTo>
                    <a:pt x="7270808" y="1435289"/>
                  </a:lnTo>
                  <a:lnTo>
                    <a:pt x="7270140" y="1435289"/>
                  </a:lnTo>
                  <a:lnTo>
                    <a:pt x="7269472" y="1435289"/>
                  </a:lnTo>
                  <a:lnTo>
                    <a:pt x="7268804" y="1435289"/>
                  </a:lnTo>
                  <a:lnTo>
                    <a:pt x="7268136" y="1435289"/>
                  </a:lnTo>
                  <a:lnTo>
                    <a:pt x="7267468" y="1435289"/>
                  </a:lnTo>
                  <a:lnTo>
                    <a:pt x="7266800" y="1435289"/>
                  </a:lnTo>
                  <a:lnTo>
                    <a:pt x="7266132" y="1435289"/>
                  </a:lnTo>
                  <a:lnTo>
                    <a:pt x="7265464" y="1435289"/>
                  </a:lnTo>
                  <a:lnTo>
                    <a:pt x="7264795" y="1435289"/>
                  </a:lnTo>
                  <a:lnTo>
                    <a:pt x="7264127" y="1435289"/>
                  </a:lnTo>
                  <a:lnTo>
                    <a:pt x="7263459" y="1435289"/>
                  </a:lnTo>
                  <a:lnTo>
                    <a:pt x="7262791" y="1435289"/>
                  </a:lnTo>
                  <a:lnTo>
                    <a:pt x="7262123" y="1435289"/>
                  </a:lnTo>
                  <a:lnTo>
                    <a:pt x="7261455" y="1435289"/>
                  </a:lnTo>
                  <a:lnTo>
                    <a:pt x="7260787" y="1435289"/>
                  </a:lnTo>
                  <a:lnTo>
                    <a:pt x="7260119" y="1435289"/>
                  </a:lnTo>
                  <a:lnTo>
                    <a:pt x="7259451" y="1435289"/>
                  </a:lnTo>
                  <a:lnTo>
                    <a:pt x="7258783" y="1435289"/>
                  </a:lnTo>
                  <a:lnTo>
                    <a:pt x="7258115" y="1435289"/>
                  </a:lnTo>
                  <a:lnTo>
                    <a:pt x="7257447" y="1435289"/>
                  </a:lnTo>
                  <a:lnTo>
                    <a:pt x="7256779" y="1435289"/>
                  </a:lnTo>
                  <a:lnTo>
                    <a:pt x="7256111" y="1435289"/>
                  </a:lnTo>
                  <a:lnTo>
                    <a:pt x="7255443" y="1435289"/>
                  </a:lnTo>
                  <a:lnTo>
                    <a:pt x="7254775" y="1435289"/>
                  </a:lnTo>
                  <a:lnTo>
                    <a:pt x="7254107" y="1435289"/>
                  </a:lnTo>
                  <a:lnTo>
                    <a:pt x="7253439" y="1435289"/>
                  </a:lnTo>
                  <a:lnTo>
                    <a:pt x="7252771" y="1435289"/>
                  </a:lnTo>
                  <a:lnTo>
                    <a:pt x="7252103" y="1435289"/>
                  </a:lnTo>
                  <a:lnTo>
                    <a:pt x="7251435" y="1435289"/>
                  </a:lnTo>
                  <a:lnTo>
                    <a:pt x="7250767" y="1435289"/>
                  </a:lnTo>
                  <a:lnTo>
                    <a:pt x="7250099" y="1435289"/>
                  </a:lnTo>
                  <a:lnTo>
                    <a:pt x="7249431" y="1435289"/>
                  </a:lnTo>
                  <a:lnTo>
                    <a:pt x="7248763" y="1435289"/>
                  </a:lnTo>
                  <a:lnTo>
                    <a:pt x="7248095" y="1435289"/>
                  </a:lnTo>
                  <a:lnTo>
                    <a:pt x="7247427" y="1435289"/>
                  </a:lnTo>
                  <a:lnTo>
                    <a:pt x="7246759" y="1435289"/>
                  </a:lnTo>
                  <a:lnTo>
                    <a:pt x="7246091" y="1435289"/>
                  </a:lnTo>
                  <a:lnTo>
                    <a:pt x="7245423" y="1435289"/>
                  </a:lnTo>
                  <a:lnTo>
                    <a:pt x="7244755" y="1435289"/>
                  </a:lnTo>
                  <a:lnTo>
                    <a:pt x="7244087" y="1435289"/>
                  </a:lnTo>
                  <a:lnTo>
                    <a:pt x="7243419" y="1435289"/>
                  </a:lnTo>
                  <a:lnTo>
                    <a:pt x="7242751" y="1435289"/>
                  </a:lnTo>
                  <a:lnTo>
                    <a:pt x="7242083" y="1435289"/>
                  </a:lnTo>
                  <a:lnTo>
                    <a:pt x="7241415" y="1435289"/>
                  </a:lnTo>
                  <a:lnTo>
                    <a:pt x="7240747" y="1435289"/>
                  </a:lnTo>
                  <a:lnTo>
                    <a:pt x="7240078" y="1435289"/>
                  </a:lnTo>
                  <a:lnTo>
                    <a:pt x="7239410" y="1435289"/>
                  </a:lnTo>
                  <a:lnTo>
                    <a:pt x="7238742" y="1435289"/>
                  </a:lnTo>
                  <a:lnTo>
                    <a:pt x="7238074" y="1435289"/>
                  </a:lnTo>
                  <a:lnTo>
                    <a:pt x="7237406" y="1435289"/>
                  </a:lnTo>
                  <a:lnTo>
                    <a:pt x="7236738" y="1435289"/>
                  </a:lnTo>
                  <a:lnTo>
                    <a:pt x="7236070" y="1435289"/>
                  </a:lnTo>
                  <a:lnTo>
                    <a:pt x="7235402" y="1435289"/>
                  </a:lnTo>
                  <a:lnTo>
                    <a:pt x="7234734" y="1435289"/>
                  </a:lnTo>
                  <a:lnTo>
                    <a:pt x="7234066" y="1435289"/>
                  </a:lnTo>
                  <a:lnTo>
                    <a:pt x="7233398" y="1435289"/>
                  </a:lnTo>
                  <a:lnTo>
                    <a:pt x="7232730" y="1435289"/>
                  </a:lnTo>
                  <a:lnTo>
                    <a:pt x="7232062" y="1435289"/>
                  </a:lnTo>
                  <a:lnTo>
                    <a:pt x="7231394" y="1435289"/>
                  </a:lnTo>
                  <a:lnTo>
                    <a:pt x="7230726" y="1435289"/>
                  </a:lnTo>
                  <a:lnTo>
                    <a:pt x="7230058" y="1435289"/>
                  </a:lnTo>
                  <a:lnTo>
                    <a:pt x="7229390" y="1435289"/>
                  </a:lnTo>
                  <a:lnTo>
                    <a:pt x="7228722" y="1435289"/>
                  </a:lnTo>
                  <a:lnTo>
                    <a:pt x="7228054" y="1435289"/>
                  </a:lnTo>
                  <a:lnTo>
                    <a:pt x="7227386" y="1435289"/>
                  </a:lnTo>
                  <a:lnTo>
                    <a:pt x="7226718" y="1435289"/>
                  </a:lnTo>
                  <a:lnTo>
                    <a:pt x="7226050" y="1435289"/>
                  </a:lnTo>
                  <a:lnTo>
                    <a:pt x="7225382" y="1435289"/>
                  </a:lnTo>
                  <a:lnTo>
                    <a:pt x="7224714" y="1435289"/>
                  </a:lnTo>
                  <a:lnTo>
                    <a:pt x="7224046" y="1435289"/>
                  </a:lnTo>
                  <a:lnTo>
                    <a:pt x="7223378" y="1435289"/>
                  </a:lnTo>
                  <a:lnTo>
                    <a:pt x="7222710" y="1435289"/>
                  </a:lnTo>
                  <a:lnTo>
                    <a:pt x="7222042" y="1435289"/>
                  </a:lnTo>
                  <a:lnTo>
                    <a:pt x="7221374" y="1435289"/>
                  </a:lnTo>
                  <a:lnTo>
                    <a:pt x="7220706" y="1435289"/>
                  </a:lnTo>
                  <a:lnTo>
                    <a:pt x="7220038" y="1435289"/>
                  </a:lnTo>
                  <a:lnTo>
                    <a:pt x="7219370" y="1435289"/>
                  </a:lnTo>
                  <a:lnTo>
                    <a:pt x="7218702" y="1435289"/>
                  </a:lnTo>
                  <a:lnTo>
                    <a:pt x="7218034" y="1435289"/>
                  </a:lnTo>
                  <a:lnTo>
                    <a:pt x="7217366" y="1435289"/>
                  </a:lnTo>
                  <a:lnTo>
                    <a:pt x="7216698" y="1435289"/>
                  </a:lnTo>
                  <a:lnTo>
                    <a:pt x="7216030" y="1435289"/>
                  </a:lnTo>
                  <a:lnTo>
                    <a:pt x="7215361" y="1435289"/>
                  </a:lnTo>
                  <a:lnTo>
                    <a:pt x="7214693" y="1435289"/>
                  </a:lnTo>
                  <a:lnTo>
                    <a:pt x="7214025" y="1435289"/>
                  </a:lnTo>
                  <a:lnTo>
                    <a:pt x="7213357" y="1435289"/>
                  </a:lnTo>
                  <a:lnTo>
                    <a:pt x="7212689" y="1435289"/>
                  </a:lnTo>
                  <a:lnTo>
                    <a:pt x="7212021" y="1435289"/>
                  </a:lnTo>
                  <a:lnTo>
                    <a:pt x="7211353" y="1435289"/>
                  </a:lnTo>
                  <a:lnTo>
                    <a:pt x="7210685" y="1435289"/>
                  </a:lnTo>
                  <a:lnTo>
                    <a:pt x="7210017" y="1435289"/>
                  </a:lnTo>
                  <a:lnTo>
                    <a:pt x="7209349" y="1435289"/>
                  </a:lnTo>
                  <a:lnTo>
                    <a:pt x="7208681" y="1435289"/>
                  </a:lnTo>
                  <a:lnTo>
                    <a:pt x="7208013" y="1435289"/>
                  </a:lnTo>
                  <a:lnTo>
                    <a:pt x="7207345" y="1435289"/>
                  </a:lnTo>
                  <a:lnTo>
                    <a:pt x="7206677" y="1435289"/>
                  </a:lnTo>
                  <a:lnTo>
                    <a:pt x="7206009" y="1435289"/>
                  </a:lnTo>
                  <a:lnTo>
                    <a:pt x="7205341" y="1435289"/>
                  </a:lnTo>
                  <a:lnTo>
                    <a:pt x="7204673" y="1435289"/>
                  </a:lnTo>
                  <a:lnTo>
                    <a:pt x="7204005" y="1435289"/>
                  </a:lnTo>
                  <a:lnTo>
                    <a:pt x="7203337" y="1435289"/>
                  </a:lnTo>
                  <a:lnTo>
                    <a:pt x="7202669" y="1435289"/>
                  </a:lnTo>
                  <a:lnTo>
                    <a:pt x="7202001" y="1435289"/>
                  </a:lnTo>
                  <a:lnTo>
                    <a:pt x="7201333" y="1435289"/>
                  </a:lnTo>
                  <a:lnTo>
                    <a:pt x="7200665" y="1435289"/>
                  </a:lnTo>
                  <a:lnTo>
                    <a:pt x="7199997" y="1435289"/>
                  </a:lnTo>
                  <a:lnTo>
                    <a:pt x="7199329" y="1435289"/>
                  </a:lnTo>
                  <a:lnTo>
                    <a:pt x="7198661" y="1435289"/>
                  </a:lnTo>
                  <a:lnTo>
                    <a:pt x="7197993" y="1435289"/>
                  </a:lnTo>
                  <a:lnTo>
                    <a:pt x="7197325" y="1435289"/>
                  </a:lnTo>
                  <a:lnTo>
                    <a:pt x="7196657" y="1435289"/>
                  </a:lnTo>
                  <a:lnTo>
                    <a:pt x="7195989" y="1435289"/>
                  </a:lnTo>
                  <a:lnTo>
                    <a:pt x="7195321" y="1435289"/>
                  </a:lnTo>
                  <a:lnTo>
                    <a:pt x="7194653" y="1435289"/>
                  </a:lnTo>
                  <a:lnTo>
                    <a:pt x="7193985" y="1435289"/>
                  </a:lnTo>
                  <a:lnTo>
                    <a:pt x="7193317" y="1435289"/>
                  </a:lnTo>
                  <a:lnTo>
                    <a:pt x="7192649" y="1435289"/>
                  </a:lnTo>
                  <a:lnTo>
                    <a:pt x="7191981" y="1435289"/>
                  </a:lnTo>
                  <a:lnTo>
                    <a:pt x="7191313" y="1435289"/>
                  </a:lnTo>
                  <a:lnTo>
                    <a:pt x="7190644" y="1435289"/>
                  </a:lnTo>
                  <a:lnTo>
                    <a:pt x="7189976" y="1435289"/>
                  </a:lnTo>
                  <a:lnTo>
                    <a:pt x="7189308" y="1435289"/>
                  </a:lnTo>
                  <a:lnTo>
                    <a:pt x="7188640" y="1435289"/>
                  </a:lnTo>
                  <a:lnTo>
                    <a:pt x="7187972" y="1435289"/>
                  </a:lnTo>
                  <a:lnTo>
                    <a:pt x="7187304" y="1435289"/>
                  </a:lnTo>
                  <a:lnTo>
                    <a:pt x="7186636" y="1435289"/>
                  </a:lnTo>
                  <a:lnTo>
                    <a:pt x="7185968" y="1435289"/>
                  </a:lnTo>
                  <a:lnTo>
                    <a:pt x="7185300" y="1435289"/>
                  </a:lnTo>
                  <a:lnTo>
                    <a:pt x="7184632" y="1435289"/>
                  </a:lnTo>
                  <a:lnTo>
                    <a:pt x="7183964" y="1435289"/>
                  </a:lnTo>
                  <a:lnTo>
                    <a:pt x="7183296" y="1435289"/>
                  </a:lnTo>
                  <a:lnTo>
                    <a:pt x="7182628" y="1435289"/>
                  </a:lnTo>
                  <a:lnTo>
                    <a:pt x="7181960" y="1435289"/>
                  </a:lnTo>
                  <a:lnTo>
                    <a:pt x="7181292" y="1435289"/>
                  </a:lnTo>
                  <a:lnTo>
                    <a:pt x="7180624" y="1435289"/>
                  </a:lnTo>
                  <a:lnTo>
                    <a:pt x="7179956" y="1435289"/>
                  </a:lnTo>
                  <a:lnTo>
                    <a:pt x="7179288" y="1435289"/>
                  </a:lnTo>
                  <a:lnTo>
                    <a:pt x="7178620" y="1435289"/>
                  </a:lnTo>
                  <a:lnTo>
                    <a:pt x="7177952" y="1435289"/>
                  </a:lnTo>
                  <a:lnTo>
                    <a:pt x="7177284" y="1435289"/>
                  </a:lnTo>
                  <a:lnTo>
                    <a:pt x="7176616" y="1435289"/>
                  </a:lnTo>
                  <a:lnTo>
                    <a:pt x="7175948" y="1435289"/>
                  </a:lnTo>
                  <a:lnTo>
                    <a:pt x="7175280" y="1435289"/>
                  </a:lnTo>
                  <a:lnTo>
                    <a:pt x="7174612" y="1435289"/>
                  </a:lnTo>
                  <a:lnTo>
                    <a:pt x="7173944" y="1435289"/>
                  </a:lnTo>
                  <a:lnTo>
                    <a:pt x="7173276" y="1435289"/>
                  </a:lnTo>
                  <a:lnTo>
                    <a:pt x="7172608" y="1435289"/>
                  </a:lnTo>
                  <a:lnTo>
                    <a:pt x="7171940" y="1435289"/>
                  </a:lnTo>
                  <a:lnTo>
                    <a:pt x="7171272" y="1435289"/>
                  </a:lnTo>
                  <a:lnTo>
                    <a:pt x="7170604" y="1435289"/>
                  </a:lnTo>
                  <a:lnTo>
                    <a:pt x="7169936" y="1435289"/>
                  </a:lnTo>
                  <a:lnTo>
                    <a:pt x="7169268" y="1435289"/>
                  </a:lnTo>
                  <a:lnTo>
                    <a:pt x="7168600" y="1435289"/>
                  </a:lnTo>
                  <a:lnTo>
                    <a:pt x="7167932" y="1435289"/>
                  </a:lnTo>
                  <a:lnTo>
                    <a:pt x="7167264" y="1435289"/>
                  </a:lnTo>
                  <a:lnTo>
                    <a:pt x="7166595" y="1435289"/>
                  </a:lnTo>
                  <a:lnTo>
                    <a:pt x="7165927" y="1435289"/>
                  </a:lnTo>
                  <a:lnTo>
                    <a:pt x="7165259" y="1435289"/>
                  </a:lnTo>
                  <a:lnTo>
                    <a:pt x="7164591" y="1435289"/>
                  </a:lnTo>
                  <a:lnTo>
                    <a:pt x="7163923" y="1435289"/>
                  </a:lnTo>
                  <a:lnTo>
                    <a:pt x="7163255" y="1435289"/>
                  </a:lnTo>
                  <a:lnTo>
                    <a:pt x="7162587" y="1435289"/>
                  </a:lnTo>
                  <a:lnTo>
                    <a:pt x="7161919" y="1435289"/>
                  </a:lnTo>
                  <a:lnTo>
                    <a:pt x="7161251" y="1435289"/>
                  </a:lnTo>
                  <a:lnTo>
                    <a:pt x="7160583" y="1435289"/>
                  </a:lnTo>
                  <a:lnTo>
                    <a:pt x="7159915" y="1435289"/>
                  </a:lnTo>
                  <a:lnTo>
                    <a:pt x="7159247" y="1435289"/>
                  </a:lnTo>
                  <a:lnTo>
                    <a:pt x="7158579" y="1435289"/>
                  </a:lnTo>
                  <a:lnTo>
                    <a:pt x="7157911" y="1435289"/>
                  </a:lnTo>
                  <a:lnTo>
                    <a:pt x="7157243" y="1435289"/>
                  </a:lnTo>
                  <a:lnTo>
                    <a:pt x="7156575" y="1435289"/>
                  </a:lnTo>
                  <a:lnTo>
                    <a:pt x="7155907" y="1435289"/>
                  </a:lnTo>
                  <a:lnTo>
                    <a:pt x="7155239" y="1435289"/>
                  </a:lnTo>
                  <a:lnTo>
                    <a:pt x="7154571" y="1435289"/>
                  </a:lnTo>
                  <a:lnTo>
                    <a:pt x="7153903" y="1435289"/>
                  </a:lnTo>
                  <a:lnTo>
                    <a:pt x="7153235" y="1435289"/>
                  </a:lnTo>
                  <a:lnTo>
                    <a:pt x="7152567" y="1435289"/>
                  </a:lnTo>
                  <a:lnTo>
                    <a:pt x="7151899" y="1435289"/>
                  </a:lnTo>
                  <a:lnTo>
                    <a:pt x="7151231" y="1435289"/>
                  </a:lnTo>
                  <a:lnTo>
                    <a:pt x="7150563" y="1435289"/>
                  </a:lnTo>
                  <a:lnTo>
                    <a:pt x="7149895" y="1435289"/>
                  </a:lnTo>
                  <a:lnTo>
                    <a:pt x="7149227" y="1435289"/>
                  </a:lnTo>
                  <a:lnTo>
                    <a:pt x="7148559" y="1435289"/>
                  </a:lnTo>
                  <a:lnTo>
                    <a:pt x="7147891" y="1435289"/>
                  </a:lnTo>
                  <a:lnTo>
                    <a:pt x="7147223" y="1435289"/>
                  </a:lnTo>
                  <a:lnTo>
                    <a:pt x="7146555" y="1435289"/>
                  </a:lnTo>
                  <a:lnTo>
                    <a:pt x="7145887" y="1435289"/>
                  </a:lnTo>
                  <a:lnTo>
                    <a:pt x="7145219" y="1435289"/>
                  </a:lnTo>
                  <a:lnTo>
                    <a:pt x="7144551" y="1435289"/>
                  </a:lnTo>
                  <a:lnTo>
                    <a:pt x="7143883" y="1435289"/>
                  </a:lnTo>
                  <a:lnTo>
                    <a:pt x="7143215" y="1435289"/>
                  </a:lnTo>
                  <a:lnTo>
                    <a:pt x="7142547" y="1435289"/>
                  </a:lnTo>
                  <a:lnTo>
                    <a:pt x="7141878" y="1435289"/>
                  </a:lnTo>
                  <a:lnTo>
                    <a:pt x="7141210" y="1435289"/>
                  </a:lnTo>
                  <a:lnTo>
                    <a:pt x="7140542" y="1435289"/>
                  </a:lnTo>
                  <a:lnTo>
                    <a:pt x="7139874" y="1435289"/>
                  </a:lnTo>
                  <a:lnTo>
                    <a:pt x="7139206" y="1435289"/>
                  </a:lnTo>
                  <a:lnTo>
                    <a:pt x="7138538" y="1435289"/>
                  </a:lnTo>
                  <a:lnTo>
                    <a:pt x="7137870" y="1435289"/>
                  </a:lnTo>
                  <a:lnTo>
                    <a:pt x="7137202" y="1435289"/>
                  </a:lnTo>
                  <a:lnTo>
                    <a:pt x="7136534" y="1435289"/>
                  </a:lnTo>
                  <a:lnTo>
                    <a:pt x="7135866" y="1435289"/>
                  </a:lnTo>
                  <a:lnTo>
                    <a:pt x="7135198" y="1435289"/>
                  </a:lnTo>
                  <a:lnTo>
                    <a:pt x="7134530" y="1435289"/>
                  </a:lnTo>
                  <a:lnTo>
                    <a:pt x="7133862" y="1435289"/>
                  </a:lnTo>
                  <a:lnTo>
                    <a:pt x="7133194" y="1435289"/>
                  </a:lnTo>
                  <a:lnTo>
                    <a:pt x="7132526" y="1435289"/>
                  </a:lnTo>
                  <a:lnTo>
                    <a:pt x="7131858" y="1435289"/>
                  </a:lnTo>
                  <a:lnTo>
                    <a:pt x="7131190" y="1435289"/>
                  </a:lnTo>
                  <a:lnTo>
                    <a:pt x="7130522" y="1435289"/>
                  </a:lnTo>
                  <a:lnTo>
                    <a:pt x="7129854" y="1435289"/>
                  </a:lnTo>
                  <a:lnTo>
                    <a:pt x="7129186" y="1435289"/>
                  </a:lnTo>
                  <a:lnTo>
                    <a:pt x="7128518" y="1435289"/>
                  </a:lnTo>
                  <a:lnTo>
                    <a:pt x="7127850" y="1435289"/>
                  </a:lnTo>
                  <a:lnTo>
                    <a:pt x="7127182" y="1435289"/>
                  </a:lnTo>
                  <a:lnTo>
                    <a:pt x="7126514" y="1435289"/>
                  </a:lnTo>
                  <a:lnTo>
                    <a:pt x="7125846" y="1435289"/>
                  </a:lnTo>
                  <a:lnTo>
                    <a:pt x="7125178" y="1435289"/>
                  </a:lnTo>
                  <a:lnTo>
                    <a:pt x="7124510" y="1435289"/>
                  </a:lnTo>
                  <a:lnTo>
                    <a:pt x="7123842" y="1435289"/>
                  </a:lnTo>
                  <a:lnTo>
                    <a:pt x="7123174" y="1435289"/>
                  </a:lnTo>
                  <a:lnTo>
                    <a:pt x="7122506" y="1435289"/>
                  </a:lnTo>
                  <a:lnTo>
                    <a:pt x="7121838" y="1435289"/>
                  </a:lnTo>
                  <a:lnTo>
                    <a:pt x="7121170" y="1435289"/>
                  </a:lnTo>
                  <a:lnTo>
                    <a:pt x="7120502" y="1435289"/>
                  </a:lnTo>
                  <a:lnTo>
                    <a:pt x="7119834" y="1435289"/>
                  </a:lnTo>
                  <a:lnTo>
                    <a:pt x="7119166" y="1435289"/>
                  </a:lnTo>
                  <a:lnTo>
                    <a:pt x="7118498" y="1435289"/>
                  </a:lnTo>
                  <a:lnTo>
                    <a:pt x="7117830" y="1435289"/>
                  </a:lnTo>
                  <a:lnTo>
                    <a:pt x="7117161" y="1435289"/>
                  </a:lnTo>
                  <a:lnTo>
                    <a:pt x="7116493" y="1435289"/>
                  </a:lnTo>
                  <a:lnTo>
                    <a:pt x="7115825" y="1435289"/>
                  </a:lnTo>
                  <a:lnTo>
                    <a:pt x="7115157" y="1435289"/>
                  </a:lnTo>
                  <a:lnTo>
                    <a:pt x="7114489" y="1435289"/>
                  </a:lnTo>
                  <a:lnTo>
                    <a:pt x="7113821" y="1435289"/>
                  </a:lnTo>
                  <a:lnTo>
                    <a:pt x="7113153" y="1435289"/>
                  </a:lnTo>
                  <a:lnTo>
                    <a:pt x="7112485" y="1435289"/>
                  </a:lnTo>
                  <a:lnTo>
                    <a:pt x="7111817" y="1435289"/>
                  </a:lnTo>
                  <a:lnTo>
                    <a:pt x="7111149" y="1435289"/>
                  </a:lnTo>
                  <a:lnTo>
                    <a:pt x="7110481" y="1435289"/>
                  </a:lnTo>
                  <a:lnTo>
                    <a:pt x="7109813" y="1435289"/>
                  </a:lnTo>
                  <a:lnTo>
                    <a:pt x="7109145" y="1435289"/>
                  </a:lnTo>
                  <a:lnTo>
                    <a:pt x="7108477" y="1435289"/>
                  </a:lnTo>
                  <a:lnTo>
                    <a:pt x="7107809" y="1435289"/>
                  </a:lnTo>
                  <a:lnTo>
                    <a:pt x="7107141" y="1435289"/>
                  </a:lnTo>
                  <a:lnTo>
                    <a:pt x="7106473" y="1435289"/>
                  </a:lnTo>
                  <a:lnTo>
                    <a:pt x="7105805" y="1435289"/>
                  </a:lnTo>
                  <a:lnTo>
                    <a:pt x="7105137" y="1435289"/>
                  </a:lnTo>
                  <a:lnTo>
                    <a:pt x="7104469" y="1435289"/>
                  </a:lnTo>
                  <a:lnTo>
                    <a:pt x="7103801" y="1435289"/>
                  </a:lnTo>
                  <a:lnTo>
                    <a:pt x="7103133" y="1435289"/>
                  </a:lnTo>
                  <a:lnTo>
                    <a:pt x="7102465" y="1435289"/>
                  </a:lnTo>
                  <a:lnTo>
                    <a:pt x="7101797" y="1435289"/>
                  </a:lnTo>
                  <a:lnTo>
                    <a:pt x="7101129" y="1435289"/>
                  </a:lnTo>
                  <a:lnTo>
                    <a:pt x="7100461" y="1435289"/>
                  </a:lnTo>
                  <a:lnTo>
                    <a:pt x="7099793" y="1435289"/>
                  </a:lnTo>
                  <a:lnTo>
                    <a:pt x="7099125" y="1435289"/>
                  </a:lnTo>
                  <a:lnTo>
                    <a:pt x="7098457" y="1435289"/>
                  </a:lnTo>
                  <a:lnTo>
                    <a:pt x="7097789" y="1435289"/>
                  </a:lnTo>
                  <a:lnTo>
                    <a:pt x="7097121" y="1435289"/>
                  </a:lnTo>
                  <a:lnTo>
                    <a:pt x="7096453" y="1435289"/>
                  </a:lnTo>
                  <a:lnTo>
                    <a:pt x="7095785" y="1435289"/>
                  </a:lnTo>
                  <a:lnTo>
                    <a:pt x="7095117" y="1435289"/>
                  </a:lnTo>
                  <a:lnTo>
                    <a:pt x="7094449" y="1435289"/>
                  </a:lnTo>
                  <a:lnTo>
                    <a:pt x="7093781" y="1435289"/>
                  </a:lnTo>
                  <a:lnTo>
                    <a:pt x="7093113" y="1435289"/>
                  </a:lnTo>
                  <a:lnTo>
                    <a:pt x="7092444" y="1435289"/>
                  </a:lnTo>
                  <a:lnTo>
                    <a:pt x="7091776" y="1435289"/>
                  </a:lnTo>
                  <a:lnTo>
                    <a:pt x="7091108" y="1435289"/>
                  </a:lnTo>
                  <a:lnTo>
                    <a:pt x="7090440" y="1435289"/>
                  </a:lnTo>
                  <a:lnTo>
                    <a:pt x="7089772" y="1435289"/>
                  </a:lnTo>
                  <a:lnTo>
                    <a:pt x="7089104" y="1435289"/>
                  </a:lnTo>
                  <a:lnTo>
                    <a:pt x="7088436" y="1435289"/>
                  </a:lnTo>
                  <a:lnTo>
                    <a:pt x="7087768" y="1435289"/>
                  </a:lnTo>
                  <a:lnTo>
                    <a:pt x="7087100" y="1435289"/>
                  </a:lnTo>
                  <a:lnTo>
                    <a:pt x="7086432" y="1435289"/>
                  </a:lnTo>
                  <a:lnTo>
                    <a:pt x="7085764" y="1435289"/>
                  </a:lnTo>
                  <a:lnTo>
                    <a:pt x="7085096" y="1435289"/>
                  </a:lnTo>
                  <a:lnTo>
                    <a:pt x="7084428" y="1435289"/>
                  </a:lnTo>
                  <a:lnTo>
                    <a:pt x="7083760" y="1435289"/>
                  </a:lnTo>
                  <a:lnTo>
                    <a:pt x="7083092" y="1435289"/>
                  </a:lnTo>
                  <a:lnTo>
                    <a:pt x="7082424" y="1435289"/>
                  </a:lnTo>
                  <a:lnTo>
                    <a:pt x="7081756" y="1435289"/>
                  </a:lnTo>
                  <a:lnTo>
                    <a:pt x="7081088" y="1435289"/>
                  </a:lnTo>
                  <a:lnTo>
                    <a:pt x="7080420" y="1435289"/>
                  </a:lnTo>
                  <a:lnTo>
                    <a:pt x="7079752" y="1435289"/>
                  </a:lnTo>
                  <a:lnTo>
                    <a:pt x="7079084" y="1435289"/>
                  </a:lnTo>
                  <a:lnTo>
                    <a:pt x="7078416" y="1435289"/>
                  </a:lnTo>
                  <a:lnTo>
                    <a:pt x="7077748" y="1435289"/>
                  </a:lnTo>
                  <a:lnTo>
                    <a:pt x="7077080" y="1435289"/>
                  </a:lnTo>
                  <a:lnTo>
                    <a:pt x="7076412" y="1435289"/>
                  </a:lnTo>
                  <a:lnTo>
                    <a:pt x="7075744" y="1435289"/>
                  </a:lnTo>
                  <a:lnTo>
                    <a:pt x="7075076" y="1435289"/>
                  </a:lnTo>
                  <a:lnTo>
                    <a:pt x="7074408" y="1435289"/>
                  </a:lnTo>
                  <a:lnTo>
                    <a:pt x="7073740" y="1435289"/>
                  </a:lnTo>
                  <a:lnTo>
                    <a:pt x="7073072" y="1435289"/>
                  </a:lnTo>
                  <a:lnTo>
                    <a:pt x="7072404" y="1435289"/>
                  </a:lnTo>
                  <a:lnTo>
                    <a:pt x="7071736" y="1435289"/>
                  </a:lnTo>
                  <a:lnTo>
                    <a:pt x="7071068" y="1435289"/>
                  </a:lnTo>
                  <a:lnTo>
                    <a:pt x="7070400" y="1435289"/>
                  </a:lnTo>
                  <a:lnTo>
                    <a:pt x="7069732" y="1435289"/>
                  </a:lnTo>
                  <a:lnTo>
                    <a:pt x="7069064" y="1435289"/>
                  </a:lnTo>
                  <a:lnTo>
                    <a:pt x="7068395" y="1435289"/>
                  </a:lnTo>
                  <a:lnTo>
                    <a:pt x="7067727" y="1435289"/>
                  </a:lnTo>
                  <a:lnTo>
                    <a:pt x="7067059" y="1435289"/>
                  </a:lnTo>
                  <a:lnTo>
                    <a:pt x="7066391" y="1435289"/>
                  </a:lnTo>
                  <a:lnTo>
                    <a:pt x="7065723" y="1435289"/>
                  </a:lnTo>
                  <a:lnTo>
                    <a:pt x="7065055" y="1435289"/>
                  </a:lnTo>
                  <a:lnTo>
                    <a:pt x="7064387" y="1435289"/>
                  </a:lnTo>
                  <a:lnTo>
                    <a:pt x="7063719" y="1435289"/>
                  </a:lnTo>
                  <a:lnTo>
                    <a:pt x="7063051" y="1435289"/>
                  </a:lnTo>
                  <a:lnTo>
                    <a:pt x="7062383" y="1435289"/>
                  </a:lnTo>
                  <a:lnTo>
                    <a:pt x="7061715" y="1435289"/>
                  </a:lnTo>
                  <a:lnTo>
                    <a:pt x="7061047" y="1435289"/>
                  </a:lnTo>
                  <a:lnTo>
                    <a:pt x="7060379" y="1435289"/>
                  </a:lnTo>
                  <a:lnTo>
                    <a:pt x="7059711" y="1435289"/>
                  </a:lnTo>
                  <a:lnTo>
                    <a:pt x="7059043" y="1435289"/>
                  </a:lnTo>
                  <a:lnTo>
                    <a:pt x="7058375" y="1435289"/>
                  </a:lnTo>
                  <a:lnTo>
                    <a:pt x="7057707" y="1435289"/>
                  </a:lnTo>
                  <a:lnTo>
                    <a:pt x="7057039" y="1435289"/>
                  </a:lnTo>
                  <a:lnTo>
                    <a:pt x="7056371" y="1435289"/>
                  </a:lnTo>
                  <a:lnTo>
                    <a:pt x="7055703" y="1435289"/>
                  </a:lnTo>
                  <a:lnTo>
                    <a:pt x="7055035" y="1435289"/>
                  </a:lnTo>
                  <a:lnTo>
                    <a:pt x="7054367" y="1435289"/>
                  </a:lnTo>
                  <a:lnTo>
                    <a:pt x="7053699" y="1435289"/>
                  </a:lnTo>
                  <a:lnTo>
                    <a:pt x="7053031" y="1435289"/>
                  </a:lnTo>
                  <a:lnTo>
                    <a:pt x="7052363" y="1435289"/>
                  </a:lnTo>
                  <a:lnTo>
                    <a:pt x="7051695" y="1435289"/>
                  </a:lnTo>
                  <a:lnTo>
                    <a:pt x="7051027" y="1435289"/>
                  </a:lnTo>
                  <a:lnTo>
                    <a:pt x="7050359" y="1435289"/>
                  </a:lnTo>
                  <a:lnTo>
                    <a:pt x="7049691" y="1435289"/>
                  </a:lnTo>
                  <a:lnTo>
                    <a:pt x="7049023" y="1435289"/>
                  </a:lnTo>
                  <a:lnTo>
                    <a:pt x="7048355" y="1435289"/>
                  </a:lnTo>
                  <a:lnTo>
                    <a:pt x="7047687" y="1435289"/>
                  </a:lnTo>
                  <a:lnTo>
                    <a:pt x="7047019" y="1435289"/>
                  </a:lnTo>
                  <a:lnTo>
                    <a:pt x="7046351" y="1435289"/>
                  </a:lnTo>
                  <a:lnTo>
                    <a:pt x="7045683" y="1435289"/>
                  </a:lnTo>
                  <a:lnTo>
                    <a:pt x="7045015" y="1435289"/>
                  </a:lnTo>
                  <a:lnTo>
                    <a:pt x="7044347" y="1435289"/>
                  </a:lnTo>
                  <a:lnTo>
                    <a:pt x="7043678" y="1435289"/>
                  </a:lnTo>
                  <a:lnTo>
                    <a:pt x="7043010" y="1435289"/>
                  </a:lnTo>
                  <a:lnTo>
                    <a:pt x="7042342" y="1435289"/>
                  </a:lnTo>
                  <a:lnTo>
                    <a:pt x="7041674" y="1435289"/>
                  </a:lnTo>
                  <a:lnTo>
                    <a:pt x="7041006" y="1435289"/>
                  </a:lnTo>
                  <a:lnTo>
                    <a:pt x="7040338" y="1435289"/>
                  </a:lnTo>
                  <a:lnTo>
                    <a:pt x="7039670" y="1435289"/>
                  </a:lnTo>
                  <a:lnTo>
                    <a:pt x="7039002" y="1435289"/>
                  </a:lnTo>
                  <a:lnTo>
                    <a:pt x="7038334" y="1435289"/>
                  </a:lnTo>
                  <a:lnTo>
                    <a:pt x="7037666" y="1435289"/>
                  </a:lnTo>
                  <a:lnTo>
                    <a:pt x="7036998" y="1435289"/>
                  </a:lnTo>
                  <a:lnTo>
                    <a:pt x="7036330" y="1435289"/>
                  </a:lnTo>
                  <a:lnTo>
                    <a:pt x="7035662" y="1435289"/>
                  </a:lnTo>
                  <a:lnTo>
                    <a:pt x="7034994" y="1435289"/>
                  </a:lnTo>
                  <a:lnTo>
                    <a:pt x="7034326" y="1435289"/>
                  </a:lnTo>
                  <a:lnTo>
                    <a:pt x="7033658" y="1435289"/>
                  </a:lnTo>
                  <a:lnTo>
                    <a:pt x="7032990" y="1435289"/>
                  </a:lnTo>
                  <a:lnTo>
                    <a:pt x="7032322" y="1435289"/>
                  </a:lnTo>
                  <a:lnTo>
                    <a:pt x="7031654" y="1435289"/>
                  </a:lnTo>
                  <a:lnTo>
                    <a:pt x="7030986" y="1435289"/>
                  </a:lnTo>
                  <a:lnTo>
                    <a:pt x="7030318" y="1435289"/>
                  </a:lnTo>
                  <a:lnTo>
                    <a:pt x="7029650" y="1435289"/>
                  </a:lnTo>
                  <a:lnTo>
                    <a:pt x="7028982" y="1435289"/>
                  </a:lnTo>
                  <a:lnTo>
                    <a:pt x="7028314" y="1435289"/>
                  </a:lnTo>
                  <a:lnTo>
                    <a:pt x="7027646" y="1435289"/>
                  </a:lnTo>
                  <a:lnTo>
                    <a:pt x="7026978" y="1435289"/>
                  </a:lnTo>
                  <a:lnTo>
                    <a:pt x="7026310" y="1435289"/>
                  </a:lnTo>
                  <a:lnTo>
                    <a:pt x="7025642" y="1435289"/>
                  </a:lnTo>
                  <a:lnTo>
                    <a:pt x="7024974" y="1435289"/>
                  </a:lnTo>
                  <a:lnTo>
                    <a:pt x="7024306" y="1435289"/>
                  </a:lnTo>
                  <a:lnTo>
                    <a:pt x="7023638" y="1435289"/>
                  </a:lnTo>
                  <a:lnTo>
                    <a:pt x="7022970" y="1435289"/>
                  </a:lnTo>
                  <a:lnTo>
                    <a:pt x="7022302" y="1435289"/>
                  </a:lnTo>
                  <a:lnTo>
                    <a:pt x="7021634" y="1435289"/>
                  </a:lnTo>
                  <a:lnTo>
                    <a:pt x="7020966" y="1435289"/>
                  </a:lnTo>
                  <a:lnTo>
                    <a:pt x="7020298" y="1435289"/>
                  </a:lnTo>
                  <a:lnTo>
                    <a:pt x="7019630" y="1435289"/>
                  </a:lnTo>
                  <a:lnTo>
                    <a:pt x="7018961" y="1435289"/>
                  </a:lnTo>
                  <a:lnTo>
                    <a:pt x="7018293" y="1435289"/>
                  </a:lnTo>
                  <a:lnTo>
                    <a:pt x="7017625" y="1435289"/>
                  </a:lnTo>
                  <a:lnTo>
                    <a:pt x="7016957" y="1435289"/>
                  </a:lnTo>
                  <a:lnTo>
                    <a:pt x="7016289" y="1435289"/>
                  </a:lnTo>
                  <a:lnTo>
                    <a:pt x="7015621" y="1435289"/>
                  </a:lnTo>
                  <a:lnTo>
                    <a:pt x="7014953" y="1435289"/>
                  </a:lnTo>
                  <a:lnTo>
                    <a:pt x="7014285" y="1435289"/>
                  </a:lnTo>
                  <a:lnTo>
                    <a:pt x="7013617" y="1435289"/>
                  </a:lnTo>
                  <a:lnTo>
                    <a:pt x="7012949" y="1435289"/>
                  </a:lnTo>
                  <a:lnTo>
                    <a:pt x="7012281" y="1435289"/>
                  </a:lnTo>
                  <a:lnTo>
                    <a:pt x="7011613" y="1435289"/>
                  </a:lnTo>
                  <a:lnTo>
                    <a:pt x="7010945" y="1435289"/>
                  </a:lnTo>
                  <a:lnTo>
                    <a:pt x="7010277" y="1435289"/>
                  </a:lnTo>
                  <a:lnTo>
                    <a:pt x="7009609" y="1435289"/>
                  </a:lnTo>
                  <a:lnTo>
                    <a:pt x="7008941" y="1435289"/>
                  </a:lnTo>
                  <a:lnTo>
                    <a:pt x="7008273" y="1435289"/>
                  </a:lnTo>
                  <a:lnTo>
                    <a:pt x="7007605" y="1435289"/>
                  </a:lnTo>
                  <a:lnTo>
                    <a:pt x="7006937" y="1435289"/>
                  </a:lnTo>
                  <a:lnTo>
                    <a:pt x="7006269" y="1435289"/>
                  </a:lnTo>
                  <a:lnTo>
                    <a:pt x="7005601" y="1435289"/>
                  </a:lnTo>
                  <a:lnTo>
                    <a:pt x="7004933" y="1435289"/>
                  </a:lnTo>
                  <a:lnTo>
                    <a:pt x="7004265" y="1435289"/>
                  </a:lnTo>
                  <a:lnTo>
                    <a:pt x="7003597" y="1435289"/>
                  </a:lnTo>
                  <a:lnTo>
                    <a:pt x="7002929" y="1435289"/>
                  </a:lnTo>
                  <a:lnTo>
                    <a:pt x="7002261" y="1435289"/>
                  </a:lnTo>
                  <a:lnTo>
                    <a:pt x="7001593" y="1435289"/>
                  </a:lnTo>
                  <a:lnTo>
                    <a:pt x="7000925" y="1435289"/>
                  </a:lnTo>
                  <a:lnTo>
                    <a:pt x="7000257" y="1435289"/>
                  </a:lnTo>
                  <a:lnTo>
                    <a:pt x="6999589" y="1435289"/>
                  </a:lnTo>
                  <a:lnTo>
                    <a:pt x="6998921" y="1435289"/>
                  </a:lnTo>
                  <a:lnTo>
                    <a:pt x="6998253" y="1435289"/>
                  </a:lnTo>
                  <a:lnTo>
                    <a:pt x="6997585" y="1435289"/>
                  </a:lnTo>
                  <a:lnTo>
                    <a:pt x="6996917" y="1435289"/>
                  </a:lnTo>
                  <a:lnTo>
                    <a:pt x="6996249" y="1435289"/>
                  </a:lnTo>
                  <a:lnTo>
                    <a:pt x="6995581" y="1435289"/>
                  </a:lnTo>
                  <a:lnTo>
                    <a:pt x="6994912" y="1435289"/>
                  </a:lnTo>
                  <a:lnTo>
                    <a:pt x="6994244" y="1435289"/>
                  </a:lnTo>
                  <a:lnTo>
                    <a:pt x="6993576" y="1435289"/>
                  </a:lnTo>
                  <a:lnTo>
                    <a:pt x="6992908" y="1435289"/>
                  </a:lnTo>
                  <a:lnTo>
                    <a:pt x="6992240" y="1435289"/>
                  </a:lnTo>
                  <a:lnTo>
                    <a:pt x="6991572" y="1435289"/>
                  </a:lnTo>
                  <a:lnTo>
                    <a:pt x="6990904" y="1435289"/>
                  </a:lnTo>
                  <a:lnTo>
                    <a:pt x="6990236" y="1435289"/>
                  </a:lnTo>
                  <a:lnTo>
                    <a:pt x="6989568" y="1435289"/>
                  </a:lnTo>
                  <a:lnTo>
                    <a:pt x="6988900" y="1435289"/>
                  </a:lnTo>
                  <a:lnTo>
                    <a:pt x="6988232" y="1435289"/>
                  </a:lnTo>
                  <a:lnTo>
                    <a:pt x="6987564" y="1435289"/>
                  </a:lnTo>
                  <a:lnTo>
                    <a:pt x="6986896" y="1435289"/>
                  </a:lnTo>
                  <a:lnTo>
                    <a:pt x="6986228" y="1435289"/>
                  </a:lnTo>
                  <a:lnTo>
                    <a:pt x="6985560" y="1435289"/>
                  </a:lnTo>
                  <a:lnTo>
                    <a:pt x="6984892" y="1435289"/>
                  </a:lnTo>
                  <a:lnTo>
                    <a:pt x="6984224" y="1435289"/>
                  </a:lnTo>
                  <a:lnTo>
                    <a:pt x="6983556" y="1435289"/>
                  </a:lnTo>
                  <a:lnTo>
                    <a:pt x="6982888" y="1435289"/>
                  </a:lnTo>
                  <a:lnTo>
                    <a:pt x="6982220" y="1435289"/>
                  </a:lnTo>
                  <a:lnTo>
                    <a:pt x="6981552" y="1435289"/>
                  </a:lnTo>
                  <a:lnTo>
                    <a:pt x="6980884" y="1435289"/>
                  </a:lnTo>
                  <a:lnTo>
                    <a:pt x="6980216" y="1435289"/>
                  </a:lnTo>
                  <a:lnTo>
                    <a:pt x="6979548" y="1435289"/>
                  </a:lnTo>
                  <a:lnTo>
                    <a:pt x="6978880" y="1435289"/>
                  </a:lnTo>
                  <a:lnTo>
                    <a:pt x="6978212" y="1435289"/>
                  </a:lnTo>
                  <a:lnTo>
                    <a:pt x="6977544" y="1435289"/>
                  </a:lnTo>
                  <a:lnTo>
                    <a:pt x="6976876" y="1435289"/>
                  </a:lnTo>
                  <a:lnTo>
                    <a:pt x="6976208" y="1435289"/>
                  </a:lnTo>
                  <a:lnTo>
                    <a:pt x="6975540" y="1435289"/>
                  </a:lnTo>
                  <a:lnTo>
                    <a:pt x="6974872" y="1435289"/>
                  </a:lnTo>
                  <a:lnTo>
                    <a:pt x="6974204" y="1435289"/>
                  </a:lnTo>
                  <a:lnTo>
                    <a:pt x="6973536" y="1435289"/>
                  </a:lnTo>
                  <a:lnTo>
                    <a:pt x="6972868" y="1435289"/>
                  </a:lnTo>
                  <a:lnTo>
                    <a:pt x="6972200" y="1435289"/>
                  </a:lnTo>
                  <a:lnTo>
                    <a:pt x="6971532" y="1435289"/>
                  </a:lnTo>
                  <a:lnTo>
                    <a:pt x="6970864" y="1435289"/>
                  </a:lnTo>
                  <a:lnTo>
                    <a:pt x="6970195" y="1435289"/>
                  </a:lnTo>
                  <a:lnTo>
                    <a:pt x="6969527" y="1435289"/>
                  </a:lnTo>
                  <a:lnTo>
                    <a:pt x="6968859" y="1435289"/>
                  </a:lnTo>
                  <a:lnTo>
                    <a:pt x="6968191" y="1435289"/>
                  </a:lnTo>
                  <a:lnTo>
                    <a:pt x="6967523" y="1435289"/>
                  </a:lnTo>
                  <a:lnTo>
                    <a:pt x="6966855" y="1435289"/>
                  </a:lnTo>
                  <a:lnTo>
                    <a:pt x="6966187" y="1435289"/>
                  </a:lnTo>
                  <a:lnTo>
                    <a:pt x="6965519" y="1435289"/>
                  </a:lnTo>
                  <a:lnTo>
                    <a:pt x="6964851" y="1435289"/>
                  </a:lnTo>
                  <a:lnTo>
                    <a:pt x="6964183" y="1435289"/>
                  </a:lnTo>
                  <a:lnTo>
                    <a:pt x="6963515" y="1435289"/>
                  </a:lnTo>
                  <a:lnTo>
                    <a:pt x="6962847" y="1435289"/>
                  </a:lnTo>
                  <a:lnTo>
                    <a:pt x="6962179" y="1435289"/>
                  </a:lnTo>
                  <a:lnTo>
                    <a:pt x="6961511" y="1435289"/>
                  </a:lnTo>
                  <a:lnTo>
                    <a:pt x="6960843" y="1435289"/>
                  </a:lnTo>
                  <a:lnTo>
                    <a:pt x="6960175" y="1435289"/>
                  </a:lnTo>
                  <a:lnTo>
                    <a:pt x="6959507" y="1435289"/>
                  </a:lnTo>
                  <a:lnTo>
                    <a:pt x="6958839" y="1435289"/>
                  </a:lnTo>
                  <a:lnTo>
                    <a:pt x="6958171" y="1435289"/>
                  </a:lnTo>
                  <a:lnTo>
                    <a:pt x="6957503" y="1435289"/>
                  </a:lnTo>
                  <a:lnTo>
                    <a:pt x="6956835" y="1435289"/>
                  </a:lnTo>
                  <a:lnTo>
                    <a:pt x="6956167" y="1435289"/>
                  </a:lnTo>
                  <a:lnTo>
                    <a:pt x="6955499" y="1435289"/>
                  </a:lnTo>
                  <a:lnTo>
                    <a:pt x="6954831" y="1435289"/>
                  </a:lnTo>
                  <a:lnTo>
                    <a:pt x="6954163" y="1435289"/>
                  </a:lnTo>
                  <a:lnTo>
                    <a:pt x="6953495" y="1435289"/>
                  </a:lnTo>
                  <a:lnTo>
                    <a:pt x="6952827" y="1435289"/>
                  </a:lnTo>
                  <a:lnTo>
                    <a:pt x="6952159" y="1435289"/>
                  </a:lnTo>
                  <a:lnTo>
                    <a:pt x="6951491" y="1435289"/>
                  </a:lnTo>
                  <a:lnTo>
                    <a:pt x="6950823" y="1435289"/>
                  </a:lnTo>
                  <a:lnTo>
                    <a:pt x="6950155" y="1435289"/>
                  </a:lnTo>
                  <a:lnTo>
                    <a:pt x="6949487" y="1435289"/>
                  </a:lnTo>
                  <a:lnTo>
                    <a:pt x="6948819" y="1435289"/>
                  </a:lnTo>
                  <a:lnTo>
                    <a:pt x="6948151" y="1435289"/>
                  </a:lnTo>
                  <a:lnTo>
                    <a:pt x="6947483" y="1435289"/>
                  </a:lnTo>
                  <a:lnTo>
                    <a:pt x="6946815" y="1435289"/>
                  </a:lnTo>
                  <a:lnTo>
                    <a:pt x="6946147" y="1435289"/>
                  </a:lnTo>
                  <a:lnTo>
                    <a:pt x="6945478" y="1435289"/>
                  </a:lnTo>
                  <a:lnTo>
                    <a:pt x="6944810" y="1435289"/>
                  </a:lnTo>
                  <a:lnTo>
                    <a:pt x="6944142" y="1435289"/>
                  </a:lnTo>
                  <a:lnTo>
                    <a:pt x="6943474" y="1435289"/>
                  </a:lnTo>
                  <a:lnTo>
                    <a:pt x="6942806" y="1435289"/>
                  </a:lnTo>
                  <a:lnTo>
                    <a:pt x="6942138" y="1435289"/>
                  </a:lnTo>
                  <a:lnTo>
                    <a:pt x="6941470" y="1435289"/>
                  </a:lnTo>
                  <a:lnTo>
                    <a:pt x="6940802" y="1435289"/>
                  </a:lnTo>
                  <a:lnTo>
                    <a:pt x="6940134" y="1435289"/>
                  </a:lnTo>
                  <a:lnTo>
                    <a:pt x="6939466" y="1435289"/>
                  </a:lnTo>
                  <a:lnTo>
                    <a:pt x="6938798" y="1435289"/>
                  </a:lnTo>
                  <a:lnTo>
                    <a:pt x="6938130" y="1435289"/>
                  </a:lnTo>
                  <a:lnTo>
                    <a:pt x="6937462" y="1435289"/>
                  </a:lnTo>
                  <a:lnTo>
                    <a:pt x="6936794" y="1435289"/>
                  </a:lnTo>
                  <a:lnTo>
                    <a:pt x="6936126" y="1435289"/>
                  </a:lnTo>
                  <a:lnTo>
                    <a:pt x="6935458" y="1435289"/>
                  </a:lnTo>
                  <a:lnTo>
                    <a:pt x="6934790" y="1435289"/>
                  </a:lnTo>
                  <a:lnTo>
                    <a:pt x="6934122" y="1435289"/>
                  </a:lnTo>
                  <a:lnTo>
                    <a:pt x="6933454" y="1435289"/>
                  </a:lnTo>
                  <a:lnTo>
                    <a:pt x="6932786" y="1435289"/>
                  </a:lnTo>
                  <a:lnTo>
                    <a:pt x="6932118" y="1435289"/>
                  </a:lnTo>
                  <a:lnTo>
                    <a:pt x="6931450" y="1435289"/>
                  </a:lnTo>
                  <a:lnTo>
                    <a:pt x="6930782" y="1435289"/>
                  </a:lnTo>
                  <a:lnTo>
                    <a:pt x="6930114" y="1435289"/>
                  </a:lnTo>
                  <a:lnTo>
                    <a:pt x="6929446" y="1435289"/>
                  </a:lnTo>
                  <a:lnTo>
                    <a:pt x="6928778" y="1435289"/>
                  </a:lnTo>
                  <a:lnTo>
                    <a:pt x="6928110" y="1435289"/>
                  </a:lnTo>
                  <a:lnTo>
                    <a:pt x="6927442" y="1435289"/>
                  </a:lnTo>
                  <a:lnTo>
                    <a:pt x="6926774" y="1435289"/>
                  </a:lnTo>
                  <a:lnTo>
                    <a:pt x="6926106" y="1435289"/>
                  </a:lnTo>
                  <a:lnTo>
                    <a:pt x="6925438" y="1435289"/>
                  </a:lnTo>
                  <a:lnTo>
                    <a:pt x="6924770" y="1435289"/>
                  </a:lnTo>
                  <a:lnTo>
                    <a:pt x="6924102" y="1435289"/>
                  </a:lnTo>
                  <a:lnTo>
                    <a:pt x="6923434" y="1435289"/>
                  </a:lnTo>
                  <a:lnTo>
                    <a:pt x="6922766" y="1435289"/>
                  </a:lnTo>
                  <a:lnTo>
                    <a:pt x="6922098" y="1435289"/>
                  </a:lnTo>
                  <a:lnTo>
                    <a:pt x="6921430" y="1435289"/>
                  </a:lnTo>
                  <a:lnTo>
                    <a:pt x="6920761" y="1435289"/>
                  </a:lnTo>
                  <a:lnTo>
                    <a:pt x="6920093" y="1435289"/>
                  </a:lnTo>
                  <a:lnTo>
                    <a:pt x="6919425" y="1435289"/>
                  </a:lnTo>
                  <a:lnTo>
                    <a:pt x="6918757" y="1435289"/>
                  </a:lnTo>
                  <a:lnTo>
                    <a:pt x="6918089" y="1435289"/>
                  </a:lnTo>
                  <a:lnTo>
                    <a:pt x="6917421" y="1435289"/>
                  </a:lnTo>
                  <a:lnTo>
                    <a:pt x="6916753" y="1435289"/>
                  </a:lnTo>
                  <a:lnTo>
                    <a:pt x="6916085" y="1435289"/>
                  </a:lnTo>
                  <a:lnTo>
                    <a:pt x="6915417" y="1435289"/>
                  </a:lnTo>
                  <a:lnTo>
                    <a:pt x="6914749" y="1435289"/>
                  </a:lnTo>
                  <a:lnTo>
                    <a:pt x="6914081" y="1435289"/>
                  </a:lnTo>
                  <a:lnTo>
                    <a:pt x="6913413" y="1435289"/>
                  </a:lnTo>
                  <a:lnTo>
                    <a:pt x="6912745" y="1435289"/>
                  </a:lnTo>
                  <a:lnTo>
                    <a:pt x="6912077" y="1435289"/>
                  </a:lnTo>
                  <a:lnTo>
                    <a:pt x="6911409" y="1435289"/>
                  </a:lnTo>
                  <a:lnTo>
                    <a:pt x="6910741" y="1435289"/>
                  </a:lnTo>
                  <a:lnTo>
                    <a:pt x="6910073" y="1435289"/>
                  </a:lnTo>
                  <a:lnTo>
                    <a:pt x="6909405" y="1435289"/>
                  </a:lnTo>
                  <a:lnTo>
                    <a:pt x="6908737" y="1435289"/>
                  </a:lnTo>
                  <a:lnTo>
                    <a:pt x="6908069" y="1435289"/>
                  </a:lnTo>
                  <a:lnTo>
                    <a:pt x="6907401" y="1435289"/>
                  </a:lnTo>
                  <a:lnTo>
                    <a:pt x="6906733" y="1435289"/>
                  </a:lnTo>
                  <a:lnTo>
                    <a:pt x="6906065" y="1435289"/>
                  </a:lnTo>
                  <a:lnTo>
                    <a:pt x="6905397" y="1435289"/>
                  </a:lnTo>
                  <a:lnTo>
                    <a:pt x="6904729" y="1435289"/>
                  </a:lnTo>
                  <a:lnTo>
                    <a:pt x="6904061" y="1435289"/>
                  </a:lnTo>
                  <a:lnTo>
                    <a:pt x="6903393" y="1435289"/>
                  </a:lnTo>
                  <a:lnTo>
                    <a:pt x="6902725" y="1435289"/>
                  </a:lnTo>
                  <a:lnTo>
                    <a:pt x="6902057" y="1435289"/>
                  </a:lnTo>
                  <a:lnTo>
                    <a:pt x="6901389" y="1435289"/>
                  </a:lnTo>
                  <a:lnTo>
                    <a:pt x="6900721" y="1435289"/>
                  </a:lnTo>
                  <a:lnTo>
                    <a:pt x="6900053" y="1435289"/>
                  </a:lnTo>
                  <a:lnTo>
                    <a:pt x="6899385" y="1435289"/>
                  </a:lnTo>
                  <a:lnTo>
                    <a:pt x="6898717" y="1435289"/>
                  </a:lnTo>
                  <a:lnTo>
                    <a:pt x="6898049" y="1435289"/>
                  </a:lnTo>
                  <a:lnTo>
                    <a:pt x="6897381" y="1435289"/>
                  </a:lnTo>
                  <a:lnTo>
                    <a:pt x="6896712" y="1435289"/>
                  </a:lnTo>
                  <a:lnTo>
                    <a:pt x="6896044" y="1435289"/>
                  </a:lnTo>
                  <a:lnTo>
                    <a:pt x="6895376" y="1435289"/>
                  </a:lnTo>
                  <a:lnTo>
                    <a:pt x="6894708" y="1435289"/>
                  </a:lnTo>
                  <a:lnTo>
                    <a:pt x="6894040" y="1435289"/>
                  </a:lnTo>
                  <a:lnTo>
                    <a:pt x="6893372" y="1435289"/>
                  </a:lnTo>
                  <a:lnTo>
                    <a:pt x="6892704" y="1435289"/>
                  </a:lnTo>
                  <a:lnTo>
                    <a:pt x="6892036" y="1435289"/>
                  </a:lnTo>
                  <a:lnTo>
                    <a:pt x="6891368" y="1435289"/>
                  </a:lnTo>
                  <a:lnTo>
                    <a:pt x="6890700" y="1435289"/>
                  </a:lnTo>
                  <a:lnTo>
                    <a:pt x="6890032" y="1435289"/>
                  </a:lnTo>
                  <a:lnTo>
                    <a:pt x="6889364" y="1435289"/>
                  </a:lnTo>
                  <a:lnTo>
                    <a:pt x="6888696" y="1435289"/>
                  </a:lnTo>
                  <a:lnTo>
                    <a:pt x="6888028" y="1435289"/>
                  </a:lnTo>
                  <a:lnTo>
                    <a:pt x="6887360" y="1435289"/>
                  </a:lnTo>
                  <a:lnTo>
                    <a:pt x="6886692" y="1435289"/>
                  </a:lnTo>
                  <a:lnTo>
                    <a:pt x="6886024" y="1435289"/>
                  </a:lnTo>
                  <a:lnTo>
                    <a:pt x="6885356" y="1435289"/>
                  </a:lnTo>
                  <a:lnTo>
                    <a:pt x="6884688" y="1435289"/>
                  </a:lnTo>
                  <a:lnTo>
                    <a:pt x="6884020" y="1435289"/>
                  </a:lnTo>
                  <a:lnTo>
                    <a:pt x="6883352" y="1435289"/>
                  </a:lnTo>
                  <a:lnTo>
                    <a:pt x="6882684" y="1435289"/>
                  </a:lnTo>
                  <a:lnTo>
                    <a:pt x="6882016" y="1435289"/>
                  </a:lnTo>
                  <a:lnTo>
                    <a:pt x="6881348" y="1435289"/>
                  </a:lnTo>
                  <a:lnTo>
                    <a:pt x="6880680" y="1435289"/>
                  </a:lnTo>
                  <a:lnTo>
                    <a:pt x="6880012" y="1435289"/>
                  </a:lnTo>
                  <a:lnTo>
                    <a:pt x="6879344" y="1435289"/>
                  </a:lnTo>
                  <a:lnTo>
                    <a:pt x="6878676" y="1435289"/>
                  </a:lnTo>
                  <a:lnTo>
                    <a:pt x="6878008" y="1435289"/>
                  </a:lnTo>
                  <a:lnTo>
                    <a:pt x="6877340" y="1435289"/>
                  </a:lnTo>
                  <a:lnTo>
                    <a:pt x="6876672" y="1435289"/>
                  </a:lnTo>
                  <a:lnTo>
                    <a:pt x="6876004" y="1435289"/>
                  </a:lnTo>
                  <a:lnTo>
                    <a:pt x="6875336" y="1435289"/>
                  </a:lnTo>
                  <a:lnTo>
                    <a:pt x="6874668" y="1435289"/>
                  </a:lnTo>
                  <a:lnTo>
                    <a:pt x="6874000" y="1435289"/>
                  </a:lnTo>
                  <a:lnTo>
                    <a:pt x="6873332" y="1435289"/>
                  </a:lnTo>
                  <a:lnTo>
                    <a:pt x="6872664" y="1435289"/>
                  </a:lnTo>
                  <a:lnTo>
                    <a:pt x="6871995" y="1435289"/>
                  </a:lnTo>
                  <a:lnTo>
                    <a:pt x="6871327" y="1435289"/>
                  </a:lnTo>
                  <a:lnTo>
                    <a:pt x="6870659" y="1435289"/>
                  </a:lnTo>
                  <a:lnTo>
                    <a:pt x="6869991" y="1435289"/>
                  </a:lnTo>
                  <a:lnTo>
                    <a:pt x="6869323" y="1435289"/>
                  </a:lnTo>
                  <a:lnTo>
                    <a:pt x="6868655" y="1435289"/>
                  </a:lnTo>
                  <a:lnTo>
                    <a:pt x="6867987" y="1435289"/>
                  </a:lnTo>
                  <a:lnTo>
                    <a:pt x="6867319" y="1435289"/>
                  </a:lnTo>
                  <a:lnTo>
                    <a:pt x="6866651" y="1435289"/>
                  </a:lnTo>
                  <a:lnTo>
                    <a:pt x="6865983" y="1435289"/>
                  </a:lnTo>
                  <a:lnTo>
                    <a:pt x="6865315" y="1435289"/>
                  </a:lnTo>
                  <a:lnTo>
                    <a:pt x="6864647" y="1435289"/>
                  </a:lnTo>
                  <a:lnTo>
                    <a:pt x="6863979" y="1435289"/>
                  </a:lnTo>
                  <a:lnTo>
                    <a:pt x="6863311" y="1435289"/>
                  </a:lnTo>
                  <a:lnTo>
                    <a:pt x="6862643" y="1435289"/>
                  </a:lnTo>
                  <a:lnTo>
                    <a:pt x="6861975" y="1435289"/>
                  </a:lnTo>
                  <a:lnTo>
                    <a:pt x="6861307" y="1435289"/>
                  </a:lnTo>
                  <a:lnTo>
                    <a:pt x="6860639" y="1435289"/>
                  </a:lnTo>
                  <a:lnTo>
                    <a:pt x="6859971" y="1435289"/>
                  </a:lnTo>
                  <a:lnTo>
                    <a:pt x="6859303" y="1435289"/>
                  </a:lnTo>
                  <a:lnTo>
                    <a:pt x="6858635" y="1435289"/>
                  </a:lnTo>
                  <a:lnTo>
                    <a:pt x="6857967" y="1435289"/>
                  </a:lnTo>
                  <a:lnTo>
                    <a:pt x="6857299" y="1435289"/>
                  </a:lnTo>
                  <a:lnTo>
                    <a:pt x="6856631" y="1435289"/>
                  </a:lnTo>
                  <a:lnTo>
                    <a:pt x="6855963" y="1435289"/>
                  </a:lnTo>
                  <a:lnTo>
                    <a:pt x="6855295" y="1435289"/>
                  </a:lnTo>
                  <a:lnTo>
                    <a:pt x="6854627" y="1435289"/>
                  </a:lnTo>
                  <a:lnTo>
                    <a:pt x="6853959" y="1435289"/>
                  </a:lnTo>
                  <a:lnTo>
                    <a:pt x="6853291" y="1435289"/>
                  </a:lnTo>
                  <a:lnTo>
                    <a:pt x="6852623" y="1435289"/>
                  </a:lnTo>
                  <a:lnTo>
                    <a:pt x="6851955" y="1435289"/>
                  </a:lnTo>
                  <a:lnTo>
                    <a:pt x="6851287" y="1435289"/>
                  </a:lnTo>
                  <a:lnTo>
                    <a:pt x="6850619" y="1435289"/>
                  </a:lnTo>
                  <a:lnTo>
                    <a:pt x="6849951" y="1435289"/>
                  </a:lnTo>
                  <a:lnTo>
                    <a:pt x="6849283" y="1435289"/>
                  </a:lnTo>
                  <a:lnTo>
                    <a:pt x="6848615" y="1435289"/>
                  </a:lnTo>
                  <a:lnTo>
                    <a:pt x="6847947" y="1435289"/>
                  </a:lnTo>
                  <a:lnTo>
                    <a:pt x="6847278" y="1435289"/>
                  </a:lnTo>
                  <a:lnTo>
                    <a:pt x="6846610" y="1435289"/>
                  </a:lnTo>
                  <a:lnTo>
                    <a:pt x="6845942" y="1435289"/>
                  </a:lnTo>
                  <a:lnTo>
                    <a:pt x="6845274" y="1435289"/>
                  </a:lnTo>
                  <a:lnTo>
                    <a:pt x="6844606" y="1435289"/>
                  </a:lnTo>
                  <a:lnTo>
                    <a:pt x="6843938" y="1435289"/>
                  </a:lnTo>
                  <a:lnTo>
                    <a:pt x="6843270" y="1435289"/>
                  </a:lnTo>
                  <a:lnTo>
                    <a:pt x="6842602" y="1435289"/>
                  </a:lnTo>
                  <a:lnTo>
                    <a:pt x="6841934" y="1435289"/>
                  </a:lnTo>
                  <a:lnTo>
                    <a:pt x="6841266" y="1435289"/>
                  </a:lnTo>
                  <a:lnTo>
                    <a:pt x="6840598" y="1435289"/>
                  </a:lnTo>
                  <a:lnTo>
                    <a:pt x="6839930" y="1435289"/>
                  </a:lnTo>
                  <a:lnTo>
                    <a:pt x="6839262" y="1435289"/>
                  </a:lnTo>
                  <a:lnTo>
                    <a:pt x="6838594" y="1435289"/>
                  </a:lnTo>
                  <a:lnTo>
                    <a:pt x="6837926" y="1435289"/>
                  </a:lnTo>
                  <a:lnTo>
                    <a:pt x="6837258" y="1435289"/>
                  </a:lnTo>
                  <a:lnTo>
                    <a:pt x="6836590" y="1435289"/>
                  </a:lnTo>
                  <a:lnTo>
                    <a:pt x="6835922" y="1435289"/>
                  </a:lnTo>
                  <a:lnTo>
                    <a:pt x="6835254" y="1435289"/>
                  </a:lnTo>
                  <a:lnTo>
                    <a:pt x="6834586" y="1435289"/>
                  </a:lnTo>
                  <a:lnTo>
                    <a:pt x="6833918" y="1435289"/>
                  </a:lnTo>
                  <a:lnTo>
                    <a:pt x="6833250" y="1435289"/>
                  </a:lnTo>
                  <a:lnTo>
                    <a:pt x="6832582" y="1435289"/>
                  </a:lnTo>
                  <a:lnTo>
                    <a:pt x="6831914" y="1435289"/>
                  </a:lnTo>
                  <a:lnTo>
                    <a:pt x="6831246" y="1435289"/>
                  </a:lnTo>
                  <a:lnTo>
                    <a:pt x="6830578" y="1435289"/>
                  </a:lnTo>
                  <a:lnTo>
                    <a:pt x="6829910" y="1435289"/>
                  </a:lnTo>
                  <a:lnTo>
                    <a:pt x="6829242" y="1435289"/>
                  </a:lnTo>
                  <a:lnTo>
                    <a:pt x="6828574" y="1435289"/>
                  </a:lnTo>
                  <a:lnTo>
                    <a:pt x="6827906" y="1435289"/>
                  </a:lnTo>
                  <a:lnTo>
                    <a:pt x="6827238" y="1435289"/>
                  </a:lnTo>
                  <a:lnTo>
                    <a:pt x="6826570" y="1435289"/>
                  </a:lnTo>
                  <a:lnTo>
                    <a:pt x="6825902" y="1435289"/>
                  </a:lnTo>
                  <a:lnTo>
                    <a:pt x="6825234" y="1435289"/>
                  </a:lnTo>
                  <a:lnTo>
                    <a:pt x="6824566" y="1435289"/>
                  </a:lnTo>
                  <a:lnTo>
                    <a:pt x="6823898" y="1435289"/>
                  </a:lnTo>
                  <a:lnTo>
                    <a:pt x="6823230" y="1435289"/>
                  </a:lnTo>
                  <a:lnTo>
                    <a:pt x="6822561" y="1435289"/>
                  </a:lnTo>
                  <a:lnTo>
                    <a:pt x="6821893" y="1435289"/>
                  </a:lnTo>
                  <a:lnTo>
                    <a:pt x="6821225" y="1435289"/>
                  </a:lnTo>
                  <a:lnTo>
                    <a:pt x="6820557" y="1435289"/>
                  </a:lnTo>
                  <a:lnTo>
                    <a:pt x="6819889" y="1435289"/>
                  </a:lnTo>
                  <a:lnTo>
                    <a:pt x="6819221" y="1435289"/>
                  </a:lnTo>
                  <a:lnTo>
                    <a:pt x="6818553" y="1435289"/>
                  </a:lnTo>
                  <a:lnTo>
                    <a:pt x="6817885" y="1435289"/>
                  </a:lnTo>
                  <a:lnTo>
                    <a:pt x="6817217" y="1435289"/>
                  </a:lnTo>
                  <a:lnTo>
                    <a:pt x="6816549" y="1435289"/>
                  </a:lnTo>
                  <a:lnTo>
                    <a:pt x="6815881" y="1435289"/>
                  </a:lnTo>
                  <a:lnTo>
                    <a:pt x="6815213" y="1435289"/>
                  </a:lnTo>
                  <a:lnTo>
                    <a:pt x="6814545" y="1435289"/>
                  </a:lnTo>
                  <a:lnTo>
                    <a:pt x="6813877" y="1435289"/>
                  </a:lnTo>
                  <a:lnTo>
                    <a:pt x="6813209" y="1435289"/>
                  </a:lnTo>
                  <a:lnTo>
                    <a:pt x="6812541" y="1435289"/>
                  </a:lnTo>
                  <a:lnTo>
                    <a:pt x="6811873" y="1435289"/>
                  </a:lnTo>
                  <a:lnTo>
                    <a:pt x="6811205" y="1435289"/>
                  </a:lnTo>
                  <a:lnTo>
                    <a:pt x="6810537" y="1435289"/>
                  </a:lnTo>
                  <a:lnTo>
                    <a:pt x="6809869" y="1435289"/>
                  </a:lnTo>
                  <a:lnTo>
                    <a:pt x="6809201" y="1435289"/>
                  </a:lnTo>
                  <a:lnTo>
                    <a:pt x="6808533" y="1435289"/>
                  </a:lnTo>
                  <a:lnTo>
                    <a:pt x="6807865" y="1435289"/>
                  </a:lnTo>
                  <a:lnTo>
                    <a:pt x="6807197" y="1435289"/>
                  </a:lnTo>
                  <a:lnTo>
                    <a:pt x="6806529" y="1435289"/>
                  </a:lnTo>
                  <a:lnTo>
                    <a:pt x="6805861" y="1435289"/>
                  </a:lnTo>
                  <a:lnTo>
                    <a:pt x="6805193" y="1435289"/>
                  </a:lnTo>
                  <a:lnTo>
                    <a:pt x="6804525" y="1435289"/>
                  </a:lnTo>
                  <a:lnTo>
                    <a:pt x="6803857" y="1435289"/>
                  </a:lnTo>
                  <a:lnTo>
                    <a:pt x="6803189" y="1435289"/>
                  </a:lnTo>
                  <a:lnTo>
                    <a:pt x="6802521" y="1435289"/>
                  </a:lnTo>
                  <a:lnTo>
                    <a:pt x="6801853" y="1435289"/>
                  </a:lnTo>
                  <a:lnTo>
                    <a:pt x="6801185" y="1435289"/>
                  </a:lnTo>
                  <a:lnTo>
                    <a:pt x="6800517" y="1435289"/>
                  </a:lnTo>
                  <a:lnTo>
                    <a:pt x="6799849" y="1435289"/>
                  </a:lnTo>
                  <a:lnTo>
                    <a:pt x="6799181" y="1435289"/>
                  </a:lnTo>
                  <a:lnTo>
                    <a:pt x="6798512" y="1435289"/>
                  </a:lnTo>
                  <a:lnTo>
                    <a:pt x="6797844" y="1435289"/>
                  </a:lnTo>
                  <a:lnTo>
                    <a:pt x="6797176" y="1435289"/>
                  </a:lnTo>
                  <a:lnTo>
                    <a:pt x="6796508" y="1435289"/>
                  </a:lnTo>
                  <a:lnTo>
                    <a:pt x="6795840" y="1435289"/>
                  </a:lnTo>
                  <a:lnTo>
                    <a:pt x="6795172" y="1435289"/>
                  </a:lnTo>
                  <a:lnTo>
                    <a:pt x="6794504" y="1435289"/>
                  </a:lnTo>
                  <a:lnTo>
                    <a:pt x="6793836" y="1435289"/>
                  </a:lnTo>
                  <a:lnTo>
                    <a:pt x="6793168" y="1435289"/>
                  </a:lnTo>
                  <a:lnTo>
                    <a:pt x="6792500" y="1435289"/>
                  </a:lnTo>
                  <a:lnTo>
                    <a:pt x="6791832" y="1435289"/>
                  </a:lnTo>
                  <a:lnTo>
                    <a:pt x="6791164" y="1435289"/>
                  </a:lnTo>
                  <a:lnTo>
                    <a:pt x="6790496" y="1435289"/>
                  </a:lnTo>
                  <a:lnTo>
                    <a:pt x="6789828" y="1435289"/>
                  </a:lnTo>
                  <a:lnTo>
                    <a:pt x="6789160" y="1435289"/>
                  </a:lnTo>
                  <a:lnTo>
                    <a:pt x="6788492" y="1435289"/>
                  </a:lnTo>
                  <a:lnTo>
                    <a:pt x="6787824" y="1435289"/>
                  </a:lnTo>
                  <a:lnTo>
                    <a:pt x="6787156" y="1435289"/>
                  </a:lnTo>
                  <a:lnTo>
                    <a:pt x="6786488" y="1435289"/>
                  </a:lnTo>
                  <a:lnTo>
                    <a:pt x="6785820" y="1435289"/>
                  </a:lnTo>
                  <a:lnTo>
                    <a:pt x="6785152" y="1435289"/>
                  </a:lnTo>
                  <a:lnTo>
                    <a:pt x="6784484" y="1435289"/>
                  </a:lnTo>
                  <a:lnTo>
                    <a:pt x="6783816" y="1435289"/>
                  </a:lnTo>
                  <a:lnTo>
                    <a:pt x="6783148" y="1435289"/>
                  </a:lnTo>
                  <a:lnTo>
                    <a:pt x="6782480" y="1435289"/>
                  </a:lnTo>
                  <a:lnTo>
                    <a:pt x="6781812" y="1435289"/>
                  </a:lnTo>
                  <a:lnTo>
                    <a:pt x="6781144" y="1435289"/>
                  </a:lnTo>
                  <a:lnTo>
                    <a:pt x="6780476" y="1435289"/>
                  </a:lnTo>
                  <a:lnTo>
                    <a:pt x="6779808" y="1435289"/>
                  </a:lnTo>
                  <a:lnTo>
                    <a:pt x="6779140" y="1435289"/>
                  </a:lnTo>
                  <a:lnTo>
                    <a:pt x="6778472" y="1435289"/>
                  </a:lnTo>
                  <a:lnTo>
                    <a:pt x="6777804" y="1435289"/>
                  </a:lnTo>
                  <a:lnTo>
                    <a:pt x="6777136" y="1435289"/>
                  </a:lnTo>
                  <a:lnTo>
                    <a:pt x="6776468" y="1435289"/>
                  </a:lnTo>
                  <a:lnTo>
                    <a:pt x="6775800" y="1435289"/>
                  </a:lnTo>
                  <a:lnTo>
                    <a:pt x="6775132" y="1435289"/>
                  </a:lnTo>
                  <a:lnTo>
                    <a:pt x="6774464" y="1435289"/>
                  </a:lnTo>
                  <a:lnTo>
                    <a:pt x="6773795" y="1435289"/>
                  </a:lnTo>
                  <a:lnTo>
                    <a:pt x="6773127" y="1435289"/>
                  </a:lnTo>
                  <a:lnTo>
                    <a:pt x="6772459" y="1435289"/>
                  </a:lnTo>
                  <a:lnTo>
                    <a:pt x="6771791" y="1435289"/>
                  </a:lnTo>
                  <a:lnTo>
                    <a:pt x="6771123" y="1435289"/>
                  </a:lnTo>
                  <a:lnTo>
                    <a:pt x="6770455" y="1435289"/>
                  </a:lnTo>
                  <a:lnTo>
                    <a:pt x="6769787" y="1435289"/>
                  </a:lnTo>
                  <a:lnTo>
                    <a:pt x="6769119" y="1435289"/>
                  </a:lnTo>
                  <a:lnTo>
                    <a:pt x="6768451" y="1435289"/>
                  </a:lnTo>
                  <a:lnTo>
                    <a:pt x="6767783" y="1435289"/>
                  </a:lnTo>
                  <a:lnTo>
                    <a:pt x="6767115" y="1435289"/>
                  </a:lnTo>
                  <a:lnTo>
                    <a:pt x="6766447" y="1435289"/>
                  </a:lnTo>
                  <a:lnTo>
                    <a:pt x="6765779" y="1435289"/>
                  </a:lnTo>
                  <a:lnTo>
                    <a:pt x="6765111" y="1435289"/>
                  </a:lnTo>
                  <a:lnTo>
                    <a:pt x="6764443" y="1435289"/>
                  </a:lnTo>
                  <a:lnTo>
                    <a:pt x="6763775" y="1435289"/>
                  </a:lnTo>
                  <a:lnTo>
                    <a:pt x="6763107" y="1435289"/>
                  </a:lnTo>
                  <a:lnTo>
                    <a:pt x="6762439" y="1435289"/>
                  </a:lnTo>
                  <a:lnTo>
                    <a:pt x="6761771" y="1435289"/>
                  </a:lnTo>
                  <a:lnTo>
                    <a:pt x="6761103" y="1435289"/>
                  </a:lnTo>
                  <a:lnTo>
                    <a:pt x="6760435" y="1435289"/>
                  </a:lnTo>
                  <a:lnTo>
                    <a:pt x="6759767" y="1435289"/>
                  </a:lnTo>
                  <a:lnTo>
                    <a:pt x="6759099" y="1435289"/>
                  </a:lnTo>
                  <a:lnTo>
                    <a:pt x="6758431" y="1435289"/>
                  </a:lnTo>
                  <a:lnTo>
                    <a:pt x="6757763" y="1435289"/>
                  </a:lnTo>
                  <a:lnTo>
                    <a:pt x="6757095" y="1435289"/>
                  </a:lnTo>
                  <a:lnTo>
                    <a:pt x="6756427" y="1435289"/>
                  </a:lnTo>
                  <a:lnTo>
                    <a:pt x="6755759" y="1435289"/>
                  </a:lnTo>
                  <a:lnTo>
                    <a:pt x="6755091" y="1435289"/>
                  </a:lnTo>
                  <a:lnTo>
                    <a:pt x="6754423" y="1435289"/>
                  </a:lnTo>
                  <a:lnTo>
                    <a:pt x="6753755" y="1435289"/>
                  </a:lnTo>
                  <a:lnTo>
                    <a:pt x="6753087" y="1435289"/>
                  </a:lnTo>
                  <a:lnTo>
                    <a:pt x="6752419" y="1435289"/>
                  </a:lnTo>
                  <a:lnTo>
                    <a:pt x="6751751" y="1435289"/>
                  </a:lnTo>
                  <a:lnTo>
                    <a:pt x="6751083" y="1435289"/>
                  </a:lnTo>
                  <a:lnTo>
                    <a:pt x="6750415" y="1435289"/>
                  </a:lnTo>
                  <a:lnTo>
                    <a:pt x="6749747" y="1435289"/>
                  </a:lnTo>
                  <a:lnTo>
                    <a:pt x="6749078" y="1435289"/>
                  </a:lnTo>
                  <a:lnTo>
                    <a:pt x="6748410" y="1435289"/>
                  </a:lnTo>
                  <a:lnTo>
                    <a:pt x="6747742" y="1435289"/>
                  </a:lnTo>
                  <a:lnTo>
                    <a:pt x="6747074" y="1435289"/>
                  </a:lnTo>
                  <a:lnTo>
                    <a:pt x="6746406" y="1435289"/>
                  </a:lnTo>
                  <a:lnTo>
                    <a:pt x="6745738" y="1435289"/>
                  </a:lnTo>
                  <a:lnTo>
                    <a:pt x="6745070" y="1435289"/>
                  </a:lnTo>
                  <a:lnTo>
                    <a:pt x="6744402" y="1435289"/>
                  </a:lnTo>
                  <a:lnTo>
                    <a:pt x="6743734" y="1435289"/>
                  </a:lnTo>
                  <a:lnTo>
                    <a:pt x="6743066" y="1435289"/>
                  </a:lnTo>
                  <a:lnTo>
                    <a:pt x="6742398" y="1435289"/>
                  </a:lnTo>
                  <a:lnTo>
                    <a:pt x="6741730" y="1435289"/>
                  </a:lnTo>
                  <a:lnTo>
                    <a:pt x="6741062" y="1435289"/>
                  </a:lnTo>
                  <a:lnTo>
                    <a:pt x="6740394" y="1435289"/>
                  </a:lnTo>
                  <a:lnTo>
                    <a:pt x="6739726" y="1435289"/>
                  </a:lnTo>
                  <a:lnTo>
                    <a:pt x="6739058" y="1435289"/>
                  </a:lnTo>
                  <a:lnTo>
                    <a:pt x="6738390" y="1435289"/>
                  </a:lnTo>
                  <a:lnTo>
                    <a:pt x="6737722" y="1435289"/>
                  </a:lnTo>
                  <a:lnTo>
                    <a:pt x="6737054" y="1435289"/>
                  </a:lnTo>
                  <a:lnTo>
                    <a:pt x="6736386" y="1435289"/>
                  </a:lnTo>
                  <a:lnTo>
                    <a:pt x="6735718" y="1435289"/>
                  </a:lnTo>
                  <a:lnTo>
                    <a:pt x="6735050" y="1435289"/>
                  </a:lnTo>
                  <a:lnTo>
                    <a:pt x="6734382" y="1435289"/>
                  </a:lnTo>
                  <a:lnTo>
                    <a:pt x="6733714" y="1435289"/>
                  </a:lnTo>
                  <a:lnTo>
                    <a:pt x="6733046" y="1435289"/>
                  </a:lnTo>
                  <a:lnTo>
                    <a:pt x="6732378" y="1435289"/>
                  </a:lnTo>
                  <a:lnTo>
                    <a:pt x="6731710" y="1435289"/>
                  </a:lnTo>
                  <a:lnTo>
                    <a:pt x="6731042" y="1435289"/>
                  </a:lnTo>
                  <a:lnTo>
                    <a:pt x="6730374" y="1435289"/>
                  </a:lnTo>
                  <a:lnTo>
                    <a:pt x="6729706" y="1435289"/>
                  </a:lnTo>
                  <a:lnTo>
                    <a:pt x="6729038" y="1435289"/>
                  </a:lnTo>
                  <a:lnTo>
                    <a:pt x="6728370" y="1435289"/>
                  </a:lnTo>
                  <a:lnTo>
                    <a:pt x="6727702" y="1435289"/>
                  </a:lnTo>
                  <a:lnTo>
                    <a:pt x="6727034" y="1435289"/>
                  </a:lnTo>
                  <a:lnTo>
                    <a:pt x="6726366" y="1435289"/>
                  </a:lnTo>
                  <a:lnTo>
                    <a:pt x="6725698" y="1435289"/>
                  </a:lnTo>
                  <a:lnTo>
                    <a:pt x="6725030" y="1435289"/>
                  </a:lnTo>
                  <a:lnTo>
                    <a:pt x="6724361" y="1435289"/>
                  </a:lnTo>
                  <a:lnTo>
                    <a:pt x="6723693" y="1435289"/>
                  </a:lnTo>
                  <a:lnTo>
                    <a:pt x="6723025" y="1435289"/>
                  </a:lnTo>
                  <a:lnTo>
                    <a:pt x="6722357" y="1435289"/>
                  </a:lnTo>
                  <a:lnTo>
                    <a:pt x="6721689" y="1435289"/>
                  </a:lnTo>
                  <a:lnTo>
                    <a:pt x="6721021" y="1435289"/>
                  </a:lnTo>
                  <a:lnTo>
                    <a:pt x="6720353" y="1435289"/>
                  </a:lnTo>
                  <a:lnTo>
                    <a:pt x="6719685" y="1435289"/>
                  </a:lnTo>
                  <a:lnTo>
                    <a:pt x="6719017" y="1435289"/>
                  </a:lnTo>
                  <a:lnTo>
                    <a:pt x="6718349" y="1435289"/>
                  </a:lnTo>
                  <a:lnTo>
                    <a:pt x="6717681" y="1435289"/>
                  </a:lnTo>
                  <a:lnTo>
                    <a:pt x="6717013" y="1435289"/>
                  </a:lnTo>
                  <a:lnTo>
                    <a:pt x="6716345" y="1435289"/>
                  </a:lnTo>
                  <a:lnTo>
                    <a:pt x="6715677" y="1435289"/>
                  </a:lnTo>
                  <a:lnTo>
                    <a:pt x="6715009" y="1435289"/>
                  </a:lnTo>
                  <a:lnTo>
                    <a:pt x="6714341" y="1435289"/>
                  </a:lnTo>
                  <a:lnTo>
                    <a:pt x="6713673" y="1435289"/>
                  </a:lnTo>
                  <a:lnTo>
                    <a:pt x="6713005" y="1435289"/>
                  </a:lnTo>
                  <a:lnTo>
                    <a:pt x="6712337" y="1435289"/>
                  </a:lnTo>
                  <a:lnTo>
                    <a:pt x="6711669" y="1435289"/>
                  </a:lnTo>
                  <a:lnTo>
                    <a:pt x="6711001" y="1435289"/>
                  </a:lnTo>
                  <a:lnTo>
                    <a:pt x="6710333" y="1435289"/>
                  </a:lnTo>
                  <a:lnTo>
                    <a:pt x="6709665" y="1435289"/>
                  </a:lnTo>
                  <a:lnTo>
                    <a:pt x="6708997" y="1435289"/>
                  </a:lnTo>
                  <a:lnTo>
                    <a:pt x="6708329" y="1435289"/>
                  </a:lnTo>
                  <a:lnTo>
                    <a:pt x="6707661" y="1435289"/>
                  </a:lnTo>
                  <a:lnTo>
                    <a:pt x="6706993" y="1435289"/>
                  </a:lnTo>
                  <a:lnTo>
                    <a:pt x="6706325" y="1435289"/>
                  </a:lnTo>
                  <a:lnTo>
                    <a:pt x="6705657" y="1435289"/>
                  </a:lnTo>
                  <a:lnTo>
                    <a:pt x="6704989" y="1435289"/>
                  </a:lnTo>
                  <a:lnTo>
                    <a:pt x="6704321" y="1435289"/>
                  </a:lnTo>
                  <a:lnTo>
                    <a:pt x="6703653" y="1435289"/>
                  </a:lnTo>
                  <a:lnTo>
                    <a:pt x="6702985" y="1435289"/>
                  </a:lnTo>
                  <a:lnTo>
                    <a:pt x="6702317" y="1435289"/>
                  </a:lnTo>
                  <a:lnTo>
                    <a:pt x="6701649" y="1435289"/>
                  </a:lnTo>
                  <a:lnTo>
                    <a:pt x="6700981" y="1435289"/>
                  </a:lnTo>
                  <a:lnTo>
                    <a:pt x="6700312" y="1435289"/>
                  </a:lnTo>
                  <a:lnTo>
                    <a:pt x="6699644" y="1435289"/>
                  </a:lnTo>
                  <a:lnTo>
                    <a:pt x="6698976" y="1435289"/>
                  </a:lnTo>
                  <a:lnTo>
                    <a:pt x="6698308" y="1435289"/>
                  </a:lnTo>
                  <a:lnTo>
                    <a:pt x="6697640" y="1435289"/>
                  </a:lnTo>
                  <a:lnTo>
                    <a:pt x="6696972" y="1435289"/>
                  </a:lnTo>
                  <a:lnTo>
                    <a:pt x="6696304" y="1435289"/>
                  </a:lnTo>
                  <a:lnTo>
                    <a:pt x="6695636" y="1435289"/>
                  </a:lnTo>
                  <a:lnTo>
                    <a:pt x="6694968" y="1435289"/>
                  </a:lnTo>
                  <a:lnTo>
                    <a:pt x="6694300" y="1435289"/>
                  </a:lnTo>
                  <a:lnTo>
                    <a:pt x="6693632" y="1435289"/>
                  </a:lnTo>
                  <a:lnTo>
                    <a:pt x="6692964" y="1435289"/>
                  </a:lnTo>
                  <a:lnTo>
                    <a:pt x="6692296" y="1435289"/>
                  </a:lnTo>
                  <a:lnTo>
                    <a:pt x="6691628" y="1435289"/>
                  </a:lnTo>
                  <a:lnTo>
                    <a:pt x="6690960" y="1435289"/>
                  </a:lnTo>
                  <a:lnTo>
                    <a:pt x="6690292" y="1435289"/>
                  </a:lnTo>
                  <a:lnTo>
                    <a:pt x="6689624" y="1435289"/>
                  </a:lnTo>
                  <a:lnTo>
                    <a:pt x="6688956" y="1435289"/>
                  </a:lnTo>
                  <a:lnTo>
                    <a:pt x="6688288" y="1435289"/>
                  </a:lnTo>
                  <a:lnTo>
                    <a:pt x="6687620" y="1435289"/>
                  </a:lnTo>
                  <a:lnTo>
                    <a:pt x="6686952" y="1435289"/>
                  </a:lnTo>
                  <a:lnTo>
                    <a:pt x="6686284" y="1435289"/>
                  </a:lnTo>
                  <a:lnTo>
                    <a:pt x="6685616" y="1435289"/>
                  </a:lnTo>
                  <a:lnTo>
                    <a:pt x="6684948" y="1435289"/>
                  </a:lnTo>
                  <a:lnTo>
                    <a:pt x="6684280" y="1435289"/>
                  </a:lnTo>
                  <a:lnTo>
                    <a:pt x="6683612" y="1435289"/>
                  </a:lnTo>
                  <a:lnTo>
                    <a:pt x="6682944" y="1435289"/>
                  </a:lnTo>
                  <a:lnTo>
                    <a:pt x="6682276" y="1435289"/>
                  </a:lnTo>
                  <a:lnTo>
                    <a:pt x="6681608" y="1435289"/>
                  </a:lnTo>
                  <a:lnTo>
                    <a:pt x="6680940" y="1435289"/>
                  </a:lnTo>
                  <a:lnTo>
                    <a:pt x="6680272" y="1435289"/>
                  </a:lnTo>
                  <a:lnTo>
                    <a:pt x="6679604" y="1435289"/>
                  </a:lnTo>
                  <a:lnTo>
                    <a:pt x="6678936" y="1435289"/>
                  </a:lnTo>
                  <a:lnTo>
                    <a:pt x="6678268" y="1435289"/>
                  </a:lnTo>
                  <a:lnTo>
                    <a:pt x="6677600" y="1435289"/>
                  </a:lnTo>
                  <a:lnTo>
                    <a:pt x="6676932" y="1435289"/>
                  </a:lnTo>
                  <a:lnTo>
                    <a:pt x="6676264" y="1435289"/>
                  </a:lnTo>
                  <a:lnTo>
                    <a:pt x="6675595" y="1435289"/>
                  </a:lnTo>
                  <a:lnTo>
                    <a:pt x="6674927" y="1435289"/>
                  </a:lnTo>
                  <a:lnTo>
                    <a:pt x="6674259" y="1435289"/>
                  </a:lnTo>
                  <a:lnTo>
                    <a:pt x="6673591" y="1435289"/>
                  </a:lnTo>
                  <a:lnTo>
                    <a:pt x="6672923" y="1435289"/>
                  </a:lnTo>
                  <a:lnTo>
                    <a:pt x="6672255" y="1435289"/>
                  </a:lnTo>
                  <a:lnTo>
                    <a:pt x="6671587" y="1435289"/>
                  </a:lnTo>
                  <a:lnTo>
                    <a:pt x="6670919" y="1435289"/>
                  </a:lnTo>
                  <a:lnTo>
                    <a:pt x="6670251" y="1435289"/>
                  </a:lnTo>
                  <a:lnTo>
                    <a:pt x="6669583" y="1435289"/>
                  </a:lnTo>
                  <a:lnTo>
                    <a:pt x="6668915" y="1435289"/>
                  </a:lnTo>
                  <a:lnTo>
                    <a:pt x="6668247" y="1435289"/>
                  </a:lnTo>
                  <a:lnTo>
                    <a:pt x="6667579" y="1435289"/>
                  </a:lnTo>
                  <a:lnTo>
                    <a:pt x="6666911" y="1435289"/>
                  </a:lnTo>
                  <a:lnTo>
                    <a:pt x="6666243" y="1435289"/>
                  </a:lnTo>
                  <a:lnTo>
                    <a:pt x="6665575" y="1435289"/>
                  </a:lnTo>
                  <a:lnTo>
                    <a:pt x="6664907" y="1435289"/>
                  </a:lnTo>
                  <a:lnTo>
                    <a:pt x="6664239" y="1435289"/>
                  </a:lnTo>
                  <a:lnTo>
                    <a:pt x="6663571" y="1435289"/>
                  </a:lnTo>
                  <a:lnTo>
                    <a:pt x="6662903" y="1435289"/>
                  </a:lnTo>
                  <a:lnTo>
                    <a:pt x="6662235" y="1435289"/>
                  </a:lnTo>
                  <a:lnTo>
                    <a:pt x="6661567" y="1435289"/>
                  </a:lnTo>
                  <a:lnTo>
                    <a:pt x="6660899" y="1435289"/>
                  </a:lnTo>
                  <a:lnTo>
                    <a:pt x="6660231" y="1435289"/>
                  </a:lnTo>
                  <a:lnTo>
                    <a:pt x="6659563" y="1435289"/>
                  </a:lnTo>
                  <a:lnTo>
                    <a:pt x="6658895" y="1435289"/>
                  </a:lnTo>
                  <a:lnTo>
                    <a:pt x="6658227" y="1435289"/>
                  </a:lnTo>
                  <a:lnTo>
                    <a:pt x="6657559" y="1435289"/>
                  </a:lnTo>
                  <a:lnTo>
                    <a:pt x="6656891" y="1435289"/>
                  </a:lnTo>
                  <a:lnTo>
                    <a:pt x="6656223" y="1435289"/>
                  </a:lnTo>
                  <a:lnTo>
                    <a:pt x="6655555" y="1435289"/>
                  </a:lnTo>
                  <a:lnTo>
                    <a:pt x="6654887" y="1435289"/>
                  </a:lnTo>
                  <a:lnTo>
                    <a:pt x="6654219" y="1435289"/>
                  </a:lnTo>
                  <a:lnTo>
                    <a:pt x="6653551" y="1435289"/>
                  </a:lnTo>
                  <a:lnTo>
                    <a:pt x="6652883" y="1435289"/>
                  </a:lnTo>
                  <a:lnTo>
                    <a:pt x="6652215" y="1435289"/>
                  </a:lnTo>
                  <a:lnTo>
                    <a:pt x="6651547" y="1435289"/>
                  </a:lnTo>
                  <a:lnTo>
                    <a:pt x="6650878" y="1435289"/>
                  </a:lnTo>
                  <a:lnTo>
                    <a:pt x="6650210" y="1435289"/>
                  </a:lnTo>
                  <a:lnTo>
                    <a:pt x="6649542" y="1435289"/>
                  </a:lnTo>
                  <a:lnTo>
                    <a:pt x="6648874" y="1435289"/>
                  </a:lnTo>
                  <a:lnTo>
                    <a:pt x="6648206" y="1435289"/>
                  </a:lnTo>
                  <a:lnTo>
                    <a:pt x="6647538" y="1435289"/>
                  </a:lnTo>
                  <a:lnTo>
                    <a:pt x="6646870" y="1435289"/>
                  </a:lnTo>
                  <a:lnTo>
                    <a:pt x="6646202" y="1435289"/>
                  </a:lnTo>
                  <a:lnTo>
                    <a:pt x="6645534" y="1435289"/>
                  </a:lnTo>
                  <a:lnTo>
                    <a:pt x="6644866" y="1435289"/>
                  </a:lnTo>
                  <a:lnTo>
                    <a:pt x="6644198" y="1435289"/>
                  </a:lnTo>
                  <a:lnTo>
                    <a:pt x="6643530" y="1435289"/>
                  </a:lnTo>
                  <a:lnTo>
                    <a:pt x="6642862" y="1435289"/>
                  </a:lnTo>
                  <a:lnTo>
                    <a:pt x="6642194" y="1435289"/>
                  </a:lnTo>
                  <a:lnTo>
                    <a:pt x="6641526" y="1435289"/>
                  </a:lnTo>
                  <a:lnTo>
                    <a:pt x="6640858" y="1435289"/>
                  </a:lnTo>
                  <a:lnTo>
                    <a:pt x="6640190" y="1435289"/>
                  </a:lnTo>
                  <a:lnTo>
                    <a:pt x="6639522" y="1435289"/>
                  </a:lnTo>
                  <a:lnTo>
                    <a:pt x="6638854" y="1435289"/>
                  </a:lnTo>
                  <a:lnTo>
                    <a:pt x="6638186" y="1435289"/>
                  </a:lnTo>
                  <a:lnTo>
                    <a:pt x="6637518" y="1435289"/>
                  </a:lnTo>
                  <a:lnTo>
                    <a:pt x="6636850" y="1435289"/>
                  </a:lnTo>
                  <a:lnTo>
                    <a:pt x="6636182" y="1435289"/>
                  </a:lnTo>
                  <a:lnTo>
                    <a:pt x="6635514" y="1435289"/>
                  </a:lnTo>
                  <a:lnTo>
                    <a:pt x="6634846" y="1435289"/>
                  </a:lnTo>
                  <a:lnTo>
                    <a:pt x="6634178" y="1435289"/>
                  </a:lnTo>
                  <a:lnTo>
                    <a:pt x="6633510" y="1435289"/>
                  </a:lnTo>
                  <a:lnTo>
                    <a:pt x="6632842" y="1435289"/>
                  </a:lnTo>
                  <a:lnTo>
                    <a:pt x="6632174" y="1435289"/>
                  </a:lnTo>
                  <a:lnTo>
                    <a:pt x="6631506" y="1435289"/>
                  </a:lnTo>
                  <a:lnTo>
                    <a:pt x="6630838" y="1435289"/>
                  </a:lnTo>
                  <a:lnTo>
                    <a:pt x="6630170" y="1435289"/>
                  </a:lnTo>
                  <a:lnTo>
                    <a:pt x="6629502" y="1435289"/>
                  </a:lnTo>
                  <a:lnTo>
                    <a:pt x="6628834" y="1435289"/>
                  </a:lnTo>
                  <a:lnTo>
                    <a:pt x="6628166" y="1435289"/>
                  </a:lnTo>
                  <a:lnTo>
                    <a:pt x="6627498" y="1435289"/>
                  </a:lnTo>
                  <a:lnTo>
                    <a:pt x="6626830" y="1435289"/>
                  </a:lnTo>
                  <a:lnTo>
                    <a:pt x="6626161" y="1435289"/>
                  </a:lnTo>
                  <a:lnTo>
                    <a:pt x="6625493" y="1435289"/>
                  </a:lnTo>
                  <a:lnTo>
                    <a:pt x="6624825" y="1435289"/>
                  </a:lnTo>
                  <a:lnTo>
                    <a:pt x="6624157" y="1435289"/>
                  </a:lnTo>
                  <a:lnTo>
                    <a:pt x="6623489" y="1435289"/>
                  </a:lnTo>
                  <a:lnTo>
                    <a:pt x="6622821" y="1435289"/>
                  </a:lnTo>
                  <a:lnTo>
                    <a:pt x="6622153" y="1435289"/>
                  </a:lnTo>
                  <a:lnTo>
                    <a:pt x="6621485" y="1435289"/>
                  </a:lnTo>
                  <a:lnTo>
                    <a:pt x="6620817" y="1435289"/>
                  </a:lnTo>
                  <a:lnTo>
                    <a:pt x="6620149" y="1435289"/>
                  </a:lnTo>
                  <a:lnTo>
                    <a:pt x="6619481" y="1435289"/>
                  </a:lnTo>
                  <a:lnTo>
                    <a:pt x="6618813" y="1435289"/>
                  </a:lnTo>
                  <a:lnTo>
                    <a:pt x="6618145" y="1435289"/>
                  </a:lnTo>
                  <a:lnTo>
                    <a:pt x="6617477" y="1435289"/>
                  </a:lnTo>
                  <a:lnTo>
                    <a:pt x="6616809" y="1435289"/>
                  </a:lnTo>
                  <a:lnTo>
                    <a:pt x="6616141" y="1435289"/>
                  </a:lnTo>
                  <a:lnTo>
                    <a:pt x="6615473" y="1435289"/>
                  </a:lnTo>
                  <a:lnTo>
                    <a:pt x="6614805" y="1435289"/>
                  </a:lnTo>
                  <a:lnTo>
                    <a:pt x="6614137" y="1435289"/>
                  </a:lnTo>
                  <a:lnTo>
                    <a:pt x="6613469" y="1435289"/>
                  </a:lnTo>
                  <a:lnTo>
                    <a:pt x="6612801" y="1435289"/>
                  </a:lnTo>
                  <a:lnTo>
                    <a:pt x="6612133" y="1435289"/>
                  </a:lnTo>
                  <a:lnTo>
                    <a:pt x="6611465" y="1435289"/>
                  </a:lnTo>
                  <a:lnTo>
                    <a:pt x="6610797" y="1435289"/>
                  </a:lnTo>
                  <a:lnTo>
                    <a:pt x="6610129" y="1435289"/>
                  </a:lnTo>
                  <a:lnTo>
                    <a:pt x="6609461" y="1435289"/>
                  </a:lnTo>
                  <a:lnTo>
                    <a:pt x="6608793" y="1435289"/>
                  </a:lnTo>
                  <a:lnTo>
                    <a:pt x="6608125" y="1435289"/>
                  </a:lnTo>
                  <a:lnTo>
                    <a:pt x="6607457" y="1435289"/>
                  </a:lnTo>
                  <a:lnTo>
                    <a:pt x="6606789" y="1435289"/>
                  </a:lnTo>
                  <a:lnTo>
                    <a:pt x="6606121" y="1435289"/>
                  </a:lnTo>
                  <a:lnTo>
                    <a:pt x="6605453" y="1435289"/>
                  </a:lnTo>
                  <a:lnTo>
                    <a:pt x="6604785" y="1435289"/>
                  </a:lnTo>
                  <a:lnTo>
                    <a:pt x="6604117" y="1435289"/>
                  </a:lnTo>
                  <a:lnTo>
                    <a:pt x="6603449" y="1435289"/>
                  </a:lnTo>
                  <a:lnTo>
                    <a:pt x="6602781" y="1435289"/>
                  </a:lnTo>
                  <a:lnTo>
                    <a:pt x="6602112" y="1435289"/>
                  </a:lnTo>
                  <a:lnTo>
                    <a:pt x="6601444" y="1435289"/>
                  </a:lnTo>
                  <a:lnTo>
                    <a:pt x="6600776" y="1435289"/>
                  </a:lnTo>
                  <a:lnTo>
                    <a:pt x="6600108" y="1435289"/>
                  </a:lnTo>
                  <a:lnTo>
                    <a:pt x="6599440" y="1435289"/>
                  </a:lnTo>
                  <a:lnTo>
                    <a:pt x="6598772" y="1435289"/>
                  </a:lnTo>
                  <a:lnTo>
                    <a:pt x="6598104" y="1435289"/>
                  </a:lnTo>
                  <a:lnTo>
                    <a:pt x="6597436" y="1435289"/>
                  </a:lnTo>
                  <a:lnTo>
                    <a:pt x="6596768" y="1435289"/>
                  </a:lnTo>
                  <a:lnTo>
                    <a:pt x="6596100" y="1435289"/>
                  </a:lnTo>
                  <a:lnTo>
                    <a:pt x="6595432" y="1435289"/>
                  </a:lnTo>
                  <a:lnTo>
                    <a:pt x="6594764" y="1435289"/>
                  </a:lnTo>
                  <a:lnTo>
                    <a:pt x="6594096" y="1435289"/>
                  </a:lnTo>
                  <a:lnTo>
                    <a:pt x="6593428" y="1435289"/>
                  </a:lnTo>
                  <a:lnTo>
                    <a:pt x="6592760" y="1435289"/>
                  </a:lnTo>
                  <a:lnTo>
                    <a:pt x="6592092" y="1435289"/>
                  </a:lnTo>
                  <a:lnTo>
                    <a:pt x="6591424" y="1435289"/>
                  </a:lnTo>
                  <a:lnTo>
                    <a:pt x="6590756" y="1435289"/>
                  </a:lnTo>
                  <a:lnTo>
                    <a:pt x="6590088" y="1435289"/>
                  </a:lnTo>
                  <a:lnTo>
                    <a:pt x="6589420" y="1435289"/>
                  </a:lnTo>
                  <a:lnTo>
                    <a:pt x="6588752" y="1435289"/>
                  </a:lnTo>
                  <a:lnTo>
                    <a:pt x="6588084" y="1435289"/>
                  </a:lnTo>
                  <a:lnTo>
                    <a:pt x="6587416" y="1435289"/>
                  </a:lnTo>
                  <a:lnTo>
                    <a:pt x="6586748" y="1435289"/>
                  </a:lnTo>
                  <a:lnTo>
                    <a:pt x="6586080" y="1435289"/>
                  </a:lnTo>
                  <a:lnTo>
                    <a:pt x="6585412" y="1435289"/>
                  </a:lnTo>
                  <a:lnTo>
                    <a:pt x="6584744" y="1435289"/>
                  </a:lnTo>
                  <a:lnTo>
                    <a:pt x="6584076" y="1435289"/>
                  </a:lnTo>
                  <a:lnTo>
                    <a:pt x="6583408" y="1435289"/>
                  </a:lnTo>
                  <a:lnTo>
                    <a:pt x="6582740" y="1435289"/>
                  </a:lnTo>
                  <a:lnTo>
                    <a:pt x="6582072" y="1435289"/>
                  </a:lnTo>
                  <a:lnTo>
                    <a:pt x="6581404" y="1435289"/>
                  </a:lnTo>
                  <a:lnTo>
                    <a:pt x="6580736" y="1435289"/>
                  </a:lnTo>
                  <a:lnTo>
                    <a:pt x="6580068" y="1435289"/>
                  </a:lnTo>
                  <a:lnTo>
                    <a:pt x="6579400" y="1435289"/>
                  </a:lnTo>
                  <a:lnTo>
                    <a:pt x="6578732" y="1435289"/>
                  </a:lnTo>
                  <a:lnTo>
                    <a:pt x="6578064" y="1435289"/>
                  </a:lnTo>
                  <a:lnTo>
                    <a:pt x="6577395" y="1435289"/>
                  </a:lnTo>
                  <a:lnTo>
                    <a:pt x="6576727" y="1435289"/>
                  </a:lnTo>
                  <a:lnTo>
                    <a:pt x="6576059" y="1435289"/>
                  </a:lnTo>
                  <a:lnTo>
                    <a:pt x="6575391" y="1435289"/>
                  </a:lnTo>
                  <a:lnTo>
                    <a:pt x="6574723" y="1435289"/>
                  </a:lnTo>
                  <a:lnTo>
                    <a:pt x="6574055" y="1435289"/>
                  </a:lnTo>
                  <a:lnTo>
                    <a:pt x="6573387" y="1435289"/>
                  </a:lnTo>
                  <a:lnTo>
                    <a:pt x="6572719" y="1435289"/>
                  </a:lnTo>
                  <a:lnTo>
                    <a:pt x="6572051" y="1435289"/>
                  </a:lnTo>
                  <a:lnTo>
                    <a:pt x="6571383" y="1435289"/>
                  </a:lnTo>
                  <a:lnTo>
                    <a:pt x="6570715" y="1435289"/>
                  </a:lnTo>
                  <a:lnTo>
                    <a:pt x="6570047" y="1435289"/>
                  </a:lnTo>
                  <a:lnTo>
                    <a:pt x="6569379" y="1435289"/>
                  </a:lnTo>
                  <a:lnTo>
                    <a:pt x="6568711" y="1435289"/>
                  </a:lnTo>
                  <a:lnTo>
                    <a:pt x="6568043" y="1435289"/>
                  </a:lnTo>
                  <a:lnTo>
                    <a:pt x="6567375" y="1435289"/>
                  </a:lnTo>
                  <a:lnTo>
                    <a:pt x="6566707" y="1435289"/>
                  </a:lnTo>
                  <a:lnTo>
                    <a:pt x="6566039" y="1435289"/>
                  </a:lnTo>
                  <a:lnTo>
                    <a:pt x="6565371" y="1435289"/>
                  </a:lnTo>
                  <a:lnTo>
                    <a:pt x="6564703" y="1435289"/>
                  </a:lnTo>
                  <a:lnTo>
                    <a:pt x="6564035" y="1435289"/>
                  </a:lnTo>
                  <a:lnTo>
                    <a:pt x="6563367" y="1435289"/>
                  </a:lnTo>
                  <a:lnTo>
                    <a:pt x="6562699" y="1435289"/>
                  </a:lnTo>
                  <a:lnTo>
                    <a:pt x="6562031" y="1435289"/>
                  </a:lnTo>
                  <a:lnTo>
                    <a:pt x="6561363" y="1435289"/>
                  </a:lnTo>
                  <a:lnTo>
                    <a:pt x="6560695" y="1435289"/>
                  </a:lnTo>
                  <a:lnTo>
                    <a:pt x="6560027" y="1435289"/>
                  </a:lnTo>
                  <a:lnTo>
                    <a:pt x="6559359" y="1435289"/>
                  </a:lnTo>
                  <a:lnTo>
                    <a:pt x="6558691" y="1435289"/>
                  </a:lnTo>
                  <a:lnTo>
                    <a:pt x="6558023" y="1435289"/>
                  </a:lnTo>
                  <a:lnTo>
                    <a:pt x="6557355" y="1435289"/>
                  </a:lnTo>
                  <a:lnTo>
                    <a:pt x="6556687" y="1435289"/>
                  </a:lnTo>
                  <a:lnTo>
                    <a:pt x="6556019" y="1435289"/>
                  </a:lnTo>
                  <a:lnTo>
                    <a:pt x="6555351" y="1435289"/>
                  </a:lnTo>
                  <a:lnTo>
                    <a:pt x="6554683" y="1435289"/>
                  </a:lnTo>
                  <a:lnTo>
                    <a:pt x="6554015" y="1435289"/>
                  </a:lnTo>
                  <a:lnTo>
                    <a:pt x="6553347" y="1435289"/>
                  </a:lnTo>
                  <a:lnTo>
                    <a:pt x="6552678" y="1435289"/>
                  </a:lnTo>
                  <a:lnTo>
                    <a:pt x="6552010" y="1435289"/>
                  </a:lnTo>
                  <a:lnTo>
                    <a:pt x="6551342" y="1435289"/>
                  </a:lnTo>
                  <a:lnTo>
                    <a:pt x="6550674" y="1435289"/>
                  </a:lnTo>
                  <a:lnTo>
                    <a:pt x="6550006" y="1435289"/>
                  </a:lnTo>
                  <a:lnTo>
                    <a:pt x="6549338" y="1435289"/>
                  </a:lnTo>
                  <a:lnTo>
                    <a:pt x="6548670" y="1435289"/>
                  </a:lnTo>
                  <a:lnTo>
                    <a:pt x="6548002" y="1435289"/>
                  </a:lnTo>
                  <a:lnTo>
                    <a:pt x="6547334" y="1435289"/>
                  </a:lnTo>
                  <a:lnTo>
                    <a:pt x="6546666" y="1435289"/>
                  </a:lnTo>
                  <a:lnTo>
                    <a:pt x="6545998" y="1435289"/>
                  </a:lnTo>
                  <a:lnTo>
                    <a:pt x="6545330" y="1435289"/>
                  </a:lnTo>
                  <a:lnTo>
                    <a:pt x="6544662" y="1435289"/>
                  </a:lnTo>
                  <a:lnTo>
                    <a:pt x="6543994" y="1435289"/>
                  </a:lnTo>
                  <a:lnTo>
                    <a:pt x="6543326" y="1435289"/>
                  </a:lnTo>
                  <a:lnTo>
                    <a:pt x="6542658" y="1435289"/>
                  </a:lnTo>
                  <a:lnTo>
                    <a:pt x="6541990" y="1435289"/>
                  </a:lnTo>
                  <a:lnTo>
                    <a:pt x="6541322" y="1435289"/>
                  </a:lnTo>
                  <a:lnTo>
                    <a:pt x="6540654" y="1435289"/>
                  </a:lnTo>
                  <a:lnTo>
                    <a:pt x="6539986" y="1435289"/>
                  </a:lnTo>
                  <a:lnTo>
                    <a:pt x="6539318" y="1435289"/>
                  </a:lnTo>
                  <a:lnTo>
                    <a:pt x="6538650" y="1435289"/>
                  </a:lnTo>
                  <a:lnTo>
                    <a:pt x="6537982" y="1435289"/>
                  </a:lnTo>
                  <a:lnTo>
                    <a:pt x="6537314" y="1435289"/>
                  </a:lnTo>
                  <a:lnTo>
                    <a:pt x="6536646" y="1435289"/>
                  </a:lnTo>
                  <a:lnTo>
                    <a:pt x="6535978" y="1435289"/>
                  </a:lnTo>
                  <a:lnTo>
                    <a:pt x="6535310" y="1435289"/>
                  </a:lnTo>
                  <a:lnTo>
                    <a:pt x="6534642" y="1435289"/>
                  </a:lnTo>
                  <a:lnTo>
                    <a:pt x="6533974" y="1435289"/>
                  </a:lnTo>
                  <a:lnTo>
                    <a:pt x="6533306" y="1435289"/>
                  </a:lnTo>
                  <a:lnTo>
                    <a:pt x="6532638" y="1435289"/>
                  </a:lnTo>
                  <a:lnTo>
                    <a:pt x="6531970" y="1435289"/>
                  </a:lnTo>
                  <a:lnTo>
                    <a:pt x="6531302" y="1435289"/>
                  </a:lnTo>
                  <a:lnTo>
                    <a:pt x="6530634" y="1435289"/>
                  </a:lnTo>
                  <a:lnTo>
                    <a:pt x="6529966" y="1435289"/>
                  </a:lnTo>
                  <a:lnTo>
                    <a:pt x="6529298" y="1435289"/>
                  </a:lnTo>
                  <a:lnTo>
                    <a:pt x="6528630" y="1435289"/>
                  </a:lnTo>
                  <a:lnTo>
                    <a:pt x="6527961" y="1435289"/>
                  </a:lnTo>
                  <a:lnTo>
                    <a:pt x="6527293" y="1435289"/>
                  </a:lnTo>
                  <a:lnTo>
                    <a:pt x="6526625" y="1435289"/>
                  </a:lnTo>
                  <a:lnTo>
                    <a:pt x="6525957" y="1435289"/>
                  </a:lnTo>
                  <a:lnTo>
                    <a:pt x="6525289" y="1435289"/>
                  </a:lnTo>
                  <a:lnTo>
                    <a:pt x="6524621" y="1435289"/>
                  </a:lnTo>
                  <a:lnTo>
                    <a:pt x="6523953" y="1435289"/>
                  </a:lnTo>
                  <a:lnTo>
                    <a:pt x="6523285" y="1435289"/>
                  </a:lnTo>
                  <a:lnTo>
                    <a:pt x="6522617" y="1435289"/>
                  </a:lnTo>
                  <a:lnTo>
                    <a:pt x="6521949" y="1435289"/>
                  </a:lnTo>
                  <a:lnTo>
                    <a:pt x="6521281" y="1435289"/>
                  </a:lnTo>
                  <a:lnTo>
                    <a:pt x="6520613" y="1435289"/>
                  </a:lnTo>
                  <a:lnTo>
                    <a:pt x="6519945" y="1435289"/>
                  </a:lnTo>
                  <a:lnTo>
                    <a:pt x="6519277" y="1435289"/>
                  </a:lnTo>
                  <a:lnTo>
                    <a:pt x="6518609" y="1435289"/>
                  </a:lnTo>
                  <a:lnTo>
                    <a:pt x="6517941" y="1435289"/>
                  </a:lnTo>
                  <a:lnTo>
                    <a:pt x="6517273" y="1435289"/>
                  </a:lnTo>
                  <a:lnTo>
                    <a:pt x="6516605" y="1435289"/>
                  </a:lnTo>
                  <a:lnTo>
                    <a:pt x="6515937" y="1435289"/>
                  </a:lnTo>
                  <a:lnTo>
                    <a:pt x="6515269" y="1435289"/>
                  </a:lnTo>
                  <a:lnTo>
                    <a:pt x="6514601" y="1435289"/>
                  </a:lnTo>
                  <a:lnTo>
                    <a:pt x="6513933" y="1435289"/>
                  </a:lnTo>
                  <a:lnTo>
                    <a:pt x="6513265" y="1435289"/>
                  </a:lnTo>
                  <a:lnTo>
                    <a:pt x="6512597" y="1435289"/>
                  </a:lnTo>
                  <a:lnTo>
                    <a:pt x="6511929" y="1435289"/>
                  </a:lnTo>
                  <a:lnTo>
                    <a:pt x="6511261" y="1435289"/>
                  </a:lnTo>
                  <a:lnTo>
                    <a:pt x="6510593" y="1435289"/>
                  </a:lnTo>
                  <a:lnTo>
                    <a:pt x="6509925" y="1435289"/>
                  </a:lnTo>
                  <a:lnTo>
                    <a:pt x="6509257" y="1435289"/>
                  </a:lnTo>
                  <a:lnTo>
                    <a:pt x="6508589" y="1435289"/>
                  </a:lnTo>
                  <a:lnTo>
                    <a:pt x="6507921" y="1435289"/>
                  </a:lnTo>
                  <a:lnTo>
                    <a:pt x="6507253" y="1435289"/>
                  </a:lnTo>
                  <a:lnTo>
                    <a:pt x="6506585" y="1435289"/>
                  </a:lnTo>
                  <a:lnTo>
                    <a:pt x="6505917" y="1435289"/>
                  </a:lnTo>
                  <a:lnTo>
                    <a:pt x="6505249" y="1435289"/>
                  </a:lnTo>
                  <a:lnTo>
                    <a:pt x="6504581" y="1435289"/>
                  </a:lnTo>
                  <a:lnTo>
                    <a:pt x="6503912" y="1435289"/>
                  </a:lnTo>
                  <a:lnTo>
                    <a:pt x="6503244" y="1435289"/>
                  </a:lnTo>
                  <a:lnTo>
                    <a:pt x="6502576" y="1435289"/>
                  </a:lnTo>
                  <a:lnTo>
                    <a:pt x="6501908" y="1435289"/>
                  </a:lnTo>
                  <a:lnTo>
                    <a:pt x="6501240" y="1435289"/>
                  </a:lnTo>
                  <a:lnTo>
                    <a:pt x="6500572" y="1435289"/>
                  </a:lnTo>
                  <a:lnTo>
                    <a:pt x="6499904" y="1435289"/>
                  </a:lnTo>
                  <a:lnTo>
                    <a:pt x="6499236" y="1435289"/>
                  </a:lnTo>
                  <a:lnTo>
                    <a:pt x="6498568" y="1435289"/>
                  </a:lnTo>
                  <a:lnTo>
                    <a:pt x="6497900" y="1435289"/>
                  </a:lnTo>
                  <a:lnTo>
                    <a:pt x="6497232" y="1435289"/>
                  </a:lnTo>
                  <a:lnTo>
                    <a:pt x="6496564" y="1435289"/>
                  </a:lnTo>
                  <a:lnTo>
                    <a:pt x="6495896" y="1435289"/>
                  </a:lnTo>
                  <a:lnTo>
                    <a:pt x="6495228" y="1435289"/>
                  </a:lnTo>
                  <a:lnTo>
                    <a:pt x="6494560" y="1435289"/>
                  </a:lnTo>
                  <a:lnTo>
                    <a:pt x="6493892" y="1435289"/>
                  </a:lnTo>
                  <a:lnTo>
                    <a:pt x="6493224" y="1435289"/>
                  </a:lnTo>
                  <a:lnTo>
                    <a:pt x="6492556" y="1435289"/>
                  </a:lnTo>
                  <a:lnTo>
                    <a:pt x="6491888" y="1435289"/>
                  </a:lnTo>
                  <a:lnTo>
                    <a:pt x="6491220" y="1435289"/>
                  </a:lnTo>
                  <a:lnTo>
                    <a:pt x="6490552" y="1435289"/>
                  </a:lnTo>
                  <a:lnTo>
                    <a:pt x="6489884" y="1435289"/>
                  </a:lnTo>
                  <a:lnTo>
                    <a:pt x="6489216" y="1435289"/>
                  </a:lnTo>
                  <a:lnTo>
                    <a:pt x="6488548" y="1435289"/>
                  </a:lnTo>
                  <a:lnTo>
                    <a:pt x="6487880" y="1435289"/>
                  </a:lnTo>
                  <a:lnTo>
                    <a:pt x="6487212" y="1435289"/>
                  </a:lnTo>
                  <a:lnTo>
                    <a:pt x="6486544" y="1435289"/>
                  </a:lnTo>
                  <a:lnTo>
                    <a:pt x="6485876" y="1435289"/>
                  </a:lnTo>
                  <a:lnTo>
                    <a:pt x="6485208" y="1435289"/>
                  </a:lnTo>
                  <a:lnTo>
                    <a:pt x="6484540" y="1435289"/>
                  </a:lnTo>
                  <a:lnTo>
                    <a:pt x="6483872" y="1435289"/>
                  </a:lnTo>
                  <a:lnTo>
                    <a:pt x="6483204" y="1435289"/>
                  </a:lnTo>
                  <a:lnTo>
                    <a:pt x="6482536" y="1435289"/>
                  </a:lnTo>
                  <a:lnTo>
                    <a:pt x="6481868" y="1435289"/>
                  </a:lnTo>
                  <a:lnTo>
                    <a:pt x="6481200" y="1435289"/>
                  </a:lnTo>
                  <a:lnTo>
                    <a:pt x="6480532" y="1435289"/>
                  </a:lnTo>
                  <a:lnTo>
                    <a:pt x="6479864" y="1435289"/>
                  </a:lnTo>
                  <a:lnTo>
                    <a:pt x="6479195" y="1435289"/>
                  </a:lnTo>
                  <a:lnTo>
                    <a:pt x="6478527" y="1435289"/>
                  </a:lnTo>
                  <a:lnTo>
                    <a:pt x="6477859" y="1435289"/>
                  </a:lnTo>
                  <a:lnTo>
                    <a:pt x="6477191" y="1435289"/>
                  </a:lnTo>
                  <a:lnTo>
                    <a:pt x="6476523" y="1435289"/>
                  </a:lnTo>
                  <a:lnTo>
                    <a:pt x="6475855" y="1435289"/>
                  </a:lnTo>
                  <a:lnTo>
                    <a:pt x="6475187" y="1435289"/>
                  </a:lnTo>
                  <a:lnTo>
                    <a:pt x="6474519" y="1435289"/>
                  </a:lnTo>
                  <a:lnTo>
                    <a:pt x="6473851" y="1435289"/>
                  </a:lnTo>
                  <a:lnTo>
                    <a:pt x="6473183" y="1435289"/>
                  </a:lnTo>
                  <a:lnTo>
                    <a:pt x="6472515" y="1435289"/>
                  </a:lnTo>
                  <a:lnTo>
                    <a:pt x="6471847" y="1435289"/>
                  </a:lnTo>
                  <a:lnTo>
                    <a:pt x="6471179" y="1435289"/>
                  </a:lnTo>
                  <a:lnTo>
                    <a:pt x="6470511" y="1435289"/>
                  </a:lnTo>
                  <a:lnTo>
                    <a:pt x="6469843" y="1435289"/>
                  </a:lnTo>
                  <a:lnTo>
                    <a:pt x="6469175" y="1435289"/>
                  </a:lnTo>
                  <a:lnTo>
                    <a:pt x="6468507" y="1435289"/>
                  </a:lnTo>
                  <a:lnTo>
                    <a:pt x="6467839" y="1435289"/>
                  </a:lnTo>
                  <a:lnTo>
                    <a:pt x="6467171" y="1435289"/>
                  </a:lnTo>
                  <a:lnTo>
                    <a:pt x="6466503" y="1435289"/>
                  </a:lnTo>
                  <a:lnTo>
                    <a:pt x="6465835" y="1435289"/>
                  </a:lnTo>
                  <a:lnTo>
                    <a:pt x="6465167" y="1435289"/>
                  </a:lnTo>
                  <a:lnTo>
                    <a:pt x="6464499" y="1435289"/>
                  </a:lnTo>
                  <a:lnTo>
                    <a:pt x="6463831" y="1435289"/>
                  </a:lnTo>
                  <a:lnTo>
                    <a:pt x="6463163" y="1435289"/>
                  </a:lnTo>
                  <a:lnTo>
                    <a:pt x="6462495" y="1435289"/>
                  </a:lnTo>
                  <a:lnTo>
                    <a:pt x="6461827" y="1435289"/>
                  </a:lnTo>
                  <a:lnTo>
                    <a:pt x="6461159" y="1435289"/>
                  </a:lnTo>
                  <a:lnTo>
                    <a:pt x="6460491" y="1435289"/>
                  </a:lnTo>
                  <a:lnTo>
                    <a:pt x="6459823" y="1435289"/>
                  </a:lnTo>
                  <a:lnTo>
                    <a:pt x="6459155" y="1435289"/>
                  </a:lnTo>
                  <a:lnTo>
                    <a:pt x="6458487" y="1435289"/>
                  </a:lnTo>
                  <a:lnTo>
                    <a:pt x="6457819" y="1435289"/>
                  </a:lnTo>
                  <a:lnTo>
                    <a:pt x="6457151" y="1435289"/>
                  </a:lnTo>
                  <a:lnTo>
                    <a:pt x="6456483" y="1435289"/>
                  </a:lnTo>
                  <a:lnTo>
                    <a:pt x="6455815" y="1435289"/>
                  </a:lnTo>
                  <a:lnTo>
                    <a:pt x="6455147" y="1435289"/>
                  </a:lnTo>
                  <a:lnTo>
                    <a:pt x="6454478" y="1435289"/>
                  </a:lnTo>
                  <a:lnTo>
                    <a:pt x="6453810" y="1435289"/>
                  </a:lnTo>
                  <a:lnTo>
                    <a:pt x="6453142" y="1435289"/>
                  </a:lnTo>
                  <a:lnTo>
                    <a:pt x="6452474" y="1435289"/>
                  </a:lnTo>
                  <a:lnTo>
                    <a:pt x="6451806" y="1435289"/>
                  </a:lnTo>
                  <a:lnTo>
                    <a:pt x="6451138" y="1435289"/>
                  </a:lnTo>
                  <a:lnTo>
                    <a:pt x="6450470" y="1435289"/>
                  </a:lnTo>
                  <a:lnTo>
                    <a:pt x="6449802" y="1435289"/>
                  </a:lnTo>
                  <a:lnTo>
                    <a:pt x="6449134" y="1435289"/>
                  </a:lnTo>
                  <a:lnTo>
                    <a:pt x="6448466" y="1435289"/>
                  </a:lnTo>
                  <a:lnTo>
                    <a:pt x="6447798" y="1435289"/>
                  </a:lnTo>
                  <a:lnTo>
                    <a:pt x="6447130" y="1435289"/>
                  </a:lnTo>
                  <a:lnTo>
                    <a:pt x="6446462" y="1435289"/>
                  </a:lnTo>
                  <a:lnTo>
                    <a:pt x="6445794" y="1435289"/>
                  </a:lnTo>
                  <a:lnTo>
                    <a:pt x="6445126" y="1435289"/>
                  </a:lnTo>
                  <a:lnTo>
                    <a:pt x="6444458" y="1435289"/>
                  </a:lnTo>
                  <a:lnTo>
                    <a:pt x="6443790" y="1435289"/>
                  </a:lnTo>
                  <a:lnTo>
                    <a:pt x="6443122" y="1435289"/>
                  </a:lnTo>
                  <a:lnTo>
                    <a:pt x="6442454" y="1435289"/>
                  </a:lnTo>
                  <a:lnTo>
                    <a:pt x="6441786" y="1435289"/>
                  </a:lnTo>
                  <a:lnTo>
                    <a:pt x="6441118" y="1435289"/>
                  </a:lnTo>
                  <a:lnTo>
                    <a:pt x="6440450" y="1435289"/>
                  </a:lnTo>
                  <a:lnTo>
                    <a:pt x="6439782" y="1435289"/>
                  </a:lnTo>
                  <a:lnTo>
                    <a:pt x="6439114" y="1435289"/>
                  </a:lnTo>
                  <a:lnTo>
                    <a:pt x="6438446" y="1435289"/>
                  </a:lnTo>
                  <a:lnTo>
                    <a:pt x="6437778" y="1435289"/>
                  </a:lnTo>
                  <a:lnTo>
                    <a:pt x="6437110" y="1435289"/>
                  </a:lnTo>
                  <a:lnTo>
                    <a:pt x="6436442" y="1435289"/>
                  </a:lnTo>
                  <a:lnTo>
                    <a:pt x="6435774" y="1435289"/>
                  </a:lnTo>
                  <a:lnTo>
                    <a:pt x="6435106" y="1435289"/>
                  </a:lnTo>
                  <a:lnTo>
                    <a:pt x="6434438" y="1435289"/>
                  </a:lnTo>
                  <a:lnTo>
                    <a:pt x="6433770" y="1435289"/>
                  </a:lnTo>
                  <a:lnTo>
                    <a:pt x="6433102" y="1435289"/>
                  </a:lnTo>
                  <a:lnTo>
                    <a:pt x="6432434" y="1435289"/>
                  </a:lnTo>
                  <a:lnTo>
                    <a:pt x="6431766" y="1435289"/>
                  </a:lnTo>
                  <a:lnTo>
                    <a:pt x="6431098" y="1435289"/>
                  </a:lnTo>
                  <a:lnTo>
                    <a:pt x="6430430" y="1435289"/>
                  </a:lnTo>
                  <a:lnTo>
                    <a:pt x="6429761" y="1435289"/>
                  </a:lnTo>
                  <a:lnTo>
                    <a:pt x="6429093" y="1435289"/>
                  </a:lnTo>
                  <a:lnTo>
                    <a:pt x="6428425" y="1435289"/>
                  </a:lnTo>
                  <a:lnTo>
                    <a:pt x="6427757" y="1435289"/>
                  </a:lnTo>
                  <a:lnTo>
                    <a:pt x="6427089" y="1435289"/>
                  </a:lnTo>
                  <a:lnTo>
                    <a:pt x="6426421" y="1435289"/>
                  </a:lnTo>
                  <a:lnTo>
                    <a:pt x="6425753" y="1435289"/>
                  </a:lnTo>
                  <a:lnTo>
                    <a:pt x="6425085" y="1435289"/>
                  </a:lnTo>
                  <a:lnTo>
                    <a:pt x="6424417" y="1435289"/>
                  </a:lnTo>
                  <a:lnTo>
                    <a:pt x="6423749" y="1435289"/>
                  </a:lnTo>
                  <a:lnTo>
                    <a:pt x="6423081" y="1435289"/>
                  </a:lnTo>
                  <a:lnTo>
                    <a:pt x="6422413" y="1435289"/>
                  </a:lnTo>
                  <a:lnTo>
                    <a:pt x="6421745" y="1435289"/>
                  </a:lnTo>
                  <a:lnTo>
                    <a:pt x="6421077" y="1435289"/>
                  </a:lnTo>
                  <a:lnTo>
                    <a:pt x="6420409" y="1435289"/>
                  </a:lnTo>
                  <a:lnTo>
                    <a:pt x="6419741" y="1435289"/>
                  </a:lnTo>
                  <a:lnTo>
                    <a:pt x="6419073" y="1435289"/>
                  </a:lnTo>
                  <a:lnTo>
                    <a:pt x="6418405" y="1435289"/>
                  </a:lnTo>
                  <a:lnTo>
                    <a:pt x="6417737" y="1435289"/>
                  </a:lnTo>
                  <a:lnTo>
                    <a:pt x="6417069" y="1435289"/>
                  </a:lnTo>
                  <a:lnTo>
                    <a:pt x="6416401" y="1435289"/>
                  </a:lnTo>
                  <a:lnTo>
                    <a:pt x="6415733" y="1435289"/>
                  </a:lnTo>
                  <a:lnTo>
                    <a:pt x="6415065" y="1435289"/>
                  </a:lnTo>
                  <a:lnTo>
                    <a:pt x="6414397" y="1435289"/>
                  </a:lnTo>
                  <a:lnTo>
                    <a:pt x="6413729" y="1435289"/>
                  </a:lnTo>
                  <a:lnTo>
                    <a:pt x="6413061" y="1435289"/>
                  </a:lnTo>
                  <a:lnTo>
                    <a:pt x="6412393" y="1435289"/>
                  </a:lnTo>
                  <a:lnTo>
                    <a:pt x="6411725" y="1435289"/>
                  </a:lnTo>
                  <a:lnTo>
                    <a:pt x="6411057" y="1435289"/>
                  </a:lnTo>
                  <a:lnTo>
                    <a:pt x="6410389" y="1435289"/>
                  </a:lnTo>
                  <a:lnTo>
                    <a:pt x="6409721" y="1435289"/>
                  </a:lnTo>
                  <a:lnTo>
                    <a:pt x="6409053" y="1435289"/>
                  </a:lnTo>
                  <a:lnTo>
                    <a:pt x="6408385" y="1435289"/>
                  </a:lnTo>
                  <a:lnTo>
                    <a:pt x="6407717" y="1435289"/>
                  </a:lnTo>
                  <a:lnTo>
                    <a:pt x="6407049" y="1435289"/>
                  </a:lnTo>
                  <a:lnTo>
                    <a:pt x="6406381" y="1435289"/>
                  </a:lnTo>
                  <a:lnTo>
                    <a:pt x="6405712" y="1435289"/>
                  </a:lnTo>
                  <a:lnTo>
                    <a:pt x="6405044" y="1435289"/>
                  </a:lnTo>
                  <a:lnTo>
                    <a:pt x="6404376" y="1435289"/>
                  </a:lnTo>
                  <a:lnTo>
                    <a:pt x="6403708" y="1435289"/>
                  </a:lnTo>
                  <a:lnTo>
                    <a:pt x="6403040" y="1435289"/>
                  </a:lnTo>
                  <a:lnTo>
                    <a:pt x="6402372" y="1435289"/>
                  </a:lnTo>
                  <a:lnTo>
                    <a:pt x="6401704" y="1435289"/>
                  </a:lnTo>
                  <a:lnTo>
                    <a:pt x="6401036" y="1435289"/>
                  </a:lnTo>
                  <a:lnTo>
                    <a:pt x="6400368" y="1435289"/>
                  </a:lnTo>
                  <a:lnTo>
                    <a:pt x="6399700" y="1435289"/>
                  </a:lnTo>
                  <a:lnTo>
                    <a:pt x="6399032" y="1435289"/>
                  </a:lnTo>
                  <a:lnTo>
                    <a:pt x="6398364" y="1435289"/>
                  </a:lnTo>
                  <a:lnTo>
                    <a:pt x="6397696" y="1435289"/>
                  </a:lnTo>
                  <a:lnTo>
                    <a:pt x="6397028" y="1435289"/>
                  </a:lnTo>
                  <a:lnTo>
                    <a:pt x="6396360" y="1435289"/>
                  </a:lnTo>
                  <a:lnTo>
                    <a:pt x="6395692" y="1435289"/>
                  </a:lnTo>
                  <a:lnTo>
                    <a:pt x="6395024" y="1435289"/>
                  </a:lnTo>
                  <a:lnTo>
                    <a:pt x="6394356" y="1435289"/>
                  </a:lnTo>
                  <a:lnTo>
                    <a:pt x="6393688" y="1435289"/>
                  </a:lnTo>
                  <a:lnTo>
                    <a:pt x="6393020" y="1435289"/>
                  </a:lnTo>
                  <a:lnTo>
                    <a:pt x="6392352" y="1435289"/>
                  </a:lnTo>
                  <a:lnTo>
                    <a:pt x="6391684" y="1435289"/>
                  </a:lnTo>
                  <a:lnTo>
                    <a:pt x="6391016" y="1435289"/>
                  </a:lnTo>
                  <a:lnTo>
                    <a:pt x="6390348" y="1435289"/>
                  </a:lnTo>
                  <a:lnTo>
                    <a:pt x="6389680" y="1435289"/>
                  </a:lnTo>
                  <a:lnTo>
                    <a:pt x="6389012" y="1435289"/>
                  </a:lnTo>
                  <a:lnTo>
                    <a:pt x="6388344" y="1435289"/>
                  </a:lnTo>
                  <a:lnTo>
                    <a:pt x="6387676" y="1435289"/>
                  </a:lnTo>
                  <a:lnTo>
                    <a:pt x="6387008" y="1435289"/>
                  </a:lnTo>
                  <a:lnTo>
                    <a:pt x="6386340" y="1435289"/>
                  </a:lnTo>
                  <a:lnTo>
                    <a:pt x="6385672" y="1435289"/>
                  </a:lnTo>
                  <a:lnTo>
                    <a:pt x="6385004" y="1435289"/>
                  </a:lnTo>
                  <a:lnTo>
                    <a:pt x="6384336" y="1435289"/>
                  </a:lnTo>
                  <a:lnTo>
                    <a:pt x="6383668" y="1435289"/>
                  </a:lnTo>
                  <a:lnTo>
                    <a:pt x="6383000" y="1435289"/>
                  </a:lnTo>
                  <a:lnTo>
                    <a:pt x="6382332" y="1435289"/>
                  </a:lnTo>
                  <a:lnTo>
                    <a:pt x="6381664" y="1435289"/>
                  </a:lnTo>
                  <a:lnTo>
                    <a:pt x="6380995" y="1435289"/>
                  </a:lnTo>
                  <a:lnTo>
                    <a:pt x="6380327" y="1435289"/>
                  </a:lnTo>
                  <a:lnTo>
                    <a:pt x="6379659" y="1435289"/>
                  </a:lnTo>
                  <a:lnTo>
                    <a:pt x="6378991" y="1435289"/>
                  </a:lnTo>
                  <a:lnTo>
                    <a:pt x="6378323" y="1435289"/>
                  </a:lnTo>
                  <a:lnTo>
                    <a:pt x="6377655" y="1435289"/>
                  </a:lnTo>
                  <a:lnTo>
                    <a:pt x="6376987" y="1435289"/>
                  </a:lnTo>
                  <a:lnTo>
                    <a:pt x="6376319" y="1435289"/>
                  </a:lnTo>
                  <a:lnTo>
                    <a:pt x="6375651" y="1435289"/>
                  </a:lnTo>
                  <a:lnTo>
                    <a:pt x="6374983" y="1435289"/>
                  </a:lnTo>
                  <a:lnTo>
                    <a:pt x="6374315" y="1435289"/>
                  </a:lnTo>
                  <a:lnTo>
                    <a:pt x="6373647" y="1435289"/>
                  </a:lnTo>
                  <a:lnTo>
                    <a:pt x="6372979" y="1435289"/>
                  </a:lnTo>
                  <a:lnTo>
                    <a:pt x="6372311" y="1435289"/>
                  </a:lnTo>
                  <a:lnTo>
                    <a:pt x="6371643" y="1435289"/>
                  </a:lnTo>
                  <a:lnTo>
                    <a:pt x="6370975" y="1435289"/>
                  </a:lnTo>
                  <a:lnTo>
                    <a:pt x="6370307" y="1435289"/>
                  </a:lnTo>
                  <a:lnTo>
                    <a:pt x="6369639" y="1435289"/>
                  </a:lnTo>
                  <a:lnTo>
                    <a:pt x="6368971" y="1435289"/>
                  </a:lnTo>
                  <a:lnTo>
                    <a:pt x="6368303" y="1435289"/>
                  </a:lnTo>
                  <a:lnTo>
                    <a:pt x="6367635" y="1435289"/>
                  </a:lnTo>
                  <a:lnTo>
                    <a:pt x="6366967" y="1435289"/>
                  </a:lnTo>
                  <a:lnTo>
                    <a:pt x="6366299" y="1435289"/>
                  </a:lnTo>
                  <a:lnTo>
                    <a:pt x="6365631" y="1435289"/>
                  </a:lnTo>
                  <a:lnTo>
                    <a:pt x="6364963" y="1435289"/>
                  </a:lnTo>
                  <a:lnTo>
                    <a:pt x="6364295" y="1435289"/>
                  </a:lnTo>
                  <a:lnTo>
                    <a:pt x="6363627" y="1435289"/>
                  </a:lnTo>
                  <a:lnTo>
                    <a:pt x="6362959" y="1435289"/>
                  </a:lnTo>
                  <a:lnTo>
                    <a:pt x="6362291" y="1435289"/>
                  </a:lnTo>
                  <a:lnTo>
                    <a:pt x="6361623" y="1435289"/>
                  </a:lnTo>
                  <a:lnTo>
                    <a:pt x="6360955" y="1435289"/>
                  </a:lnTo>
                  <a:lnTo>
                    <a:pt x="6360287" y="1435289"/>
                  </a:lnTo>
                  <a:lnTo>
                    <a:pt x="6359619" y="1435289"/>
                  </a:lnTo>
                  <a:lnTo>
                    <a:pt x="6358951" y="1435289"/>
                  </a:lnTo>
                  <a:lnTo>
                    <a:pt x="6358283" y="1435289"/>
                  </a:lnTo>
                  <a:lnTo>
                    <a:pt x="6357615" y="1435289"/>
                  </a:lnTo>
                  <a:lnTo>
                    <a:pt x="6356947" y="1435289"/>
                  </a:lnTo>
                  <a:lnTo>
                    <a:pt x="6356278" y="1435289"/>
                  </a:lnTo>
                  <a:lnTo>
                    <a:pt x="6355610" y="1435289"/>
                  </a:lnTo>
                  <a:lnTo>
                    <a:pt x="6354942" y="1435289"/>
                  </a:lnTo>
                  <a:lnTo>
                    <a:pt x="6354274" y="1435289"/>
                  </a:lnTo>
                  <a:lnTo>
                    <a:pt x="6353606" y="1435289"/>
                  </a:lnTo>
                  <a:lnTo>
                    <a:pt x="6352938" y="1435289"/>
                  </a:lnTo>
                  <a:lnTo>
                    <a:pt x="6352270" y="1435289"/>
                  </a:lnTo>
                  <a:lnTo>
                    <a:pt x="6351602" y="1435289"/>
                  </a:lnTo>
                  <a:lnTo>
                    <a:pt x="6350934" y="1435289"/>
                  </a:lnTo>
                  <a:lnTo>
                    <a:pt x="6350266" y="1435289"/>
                  </a:lnTo>
                  <a:lnTo>
                    <a:pt x="6349598" y="1435289"/>
                  </a:lnTo>
                  <a:lnTo>
                    <a:pt x="6348930" y="1435289"/>
                  </a:lnTo>
                  <a:lnTo>
                    <a:pt x="6348262" y="1435289"/>
                  </a:lnTo>
                  <a:lnTo>
                    <a:pt x="6347594" y="1435289"/>
                  </a:lnTo>
                  <a:lnTo>
                    <a:pt x="6346926" y="1435289"/>
                  </a:lnTo>
                  <a:lnTo>
                    <a:pt x="6346258" y="1435289"/>
                  </a:lnTo>
                  <a:lnTo>
                    <a:pt x="6345590" y="1435289"/>
                  </a:lnTo>
                  <a:lnTo>
                    <a:pt x="6344922" y="1435289"/>
                  </a:lnTo>
                  <a:lnTo>
                    <a:pt x="6344254" y="1435289"/>
                  </a:lnTo>
                  <a:lnTo>
                    <a:pt x="6343586" y="1435289"/>
                  </a:lnTo>
                  <a:lnTo>
                    <a:pt x="6342918" y="1435289"/>
                  </a:lnTo>
                  <a:lnTo>
                    <a:pt x="6342250" y="1435289"/>
                  </a:lnTo>
                  <a:lnTo>
                    <a:pt x="6341582" y="1435289"/>
                  </a:lnTo>
                  <a:lnTo>
                    <a:pt x="6340914" y="1435289"/>
                  </a:lnTo>
                  <a:lnTo>
                    <a:pt x="6340246" y="1435289"/>
                  </a:lnTo>
                  <a:lnTo>
                    <a:pt x="6339578" y="1435289"/>
                  </a:lnTo>
                  <a:lnTo>
                    <a:pt x="6338910" y="1435289"/>
                  </a:lnTo>
                  <a:lnTo>
                    <a:pt x="6338242" y="1435289"/>
                  </a:lnTo>
                  <a:lnTo>
                    <a:pt x="6337574" y="1435289"/>
                  </a:lnTo>
                  <a:lnTo>
                    <a:pt x="6336906" y="1435289"/>
                  </a:lnTo>
                  <a:lnTo>
                    <a:pt x="6336238" y="1435289"/>
                  </a:lnTo>
                  <a:lnTo>
                    <a:pt x="6335570" y="1435289"/>
                  </a:lnTo>
                  <a:lnTo>
                    <a:pt x="6334902" y="1435289"/>
                  </a:lnTo>
                  <a:lnTo>
                    <a:pt x="6334234" y="1435289"/>
                  </a:lnTo>
                  <a:lnTo>
                    <a:pt x="6333566" y="1435289"/>
                  </a:lnTo>
                  <a:lnTo>
                    <a:pt x="6332898" y="1435289"/>
                  </a:lnTo>
                  <a:lnTo>
                    <a:pt x="6332229" y="1435289"/>
                  </a:lnTo>
                  <a:lnTo>
                    <a:pt x="6331561" y="1435289"/>
                  </a:lnTo>
                  <a:lnTo>
                    <a:pt x="6330893" y="1435289"/>
                  </a:lnTo>
                  <a:lnTo>
                    <a:pt x="6330225" y="1435289"/>
                  </a:lnTo>
                  <a:lnTo>
                    <a:pt x="6329557" y="1435289"/>
                  </a:lnTo>
                  <a:lnTo>
                    <a:pt x="6328889" y="1435289"/>
                  </a:lnTo>
                  <a:lnTo>
                    <a:pt x="6328221" y="1435289"/>
                  </a:lnTo>
                  <a:lnTo>
                    <a:pt x="6327553" y="1435289"/>
                  </a:lnTo>
                  <a:lnTo>
                    <a:pt x="6326885" y="1435289"/>
                  </a:lnTo>
                  <a:lnTo>
                    <a:pt x="6326217" y="1435289"/>
                  </a:lnTo>
                  <a:lnTo>
                    <a:pt x="6325549" y="1435289"/>
                  </a:lnTo>
                  <a:lnTo>
                    <a:pt x="6324881" y="1435289"/>
                  </a:lnTo>
                  <a:lnTo>
                    <a:pt x="6324213" y="1435289"/>
                  </a:lnTo>
                  <a:lnTo>
                    <a:pt x="6323545" y="1435289"/>
                  </a:lnTo>
                  <a:lnTo>
                    <a:pt x="6322877" y="1435289"/>
                  </a:lnTo>
                  <a:lnTo>
                    <a:pt x="6322209" y="1435289"/>
                  </a:lnTo>
                  <a:lnTo>
                    <a:pt x="6321541" y="1435289"/>
                  </a:lnTo>
                  <a:lnTo>
                    <a:pt x="6320873" y="1435289"/>
                  </a:lnTo>
                  <a:lnTo>
                    <a:pt x="6320205" y="1435289"/>
                  </a:lnTo>
                  <a:lnTo>
                    <a:pt x="6319537" y="1435289"/>
                  </a:lnTo>
                  <a:lnTo>
                    <a:pt x="6318869" y="1435289"/>
                  </a:lnTo>
                  <a:lnTo>
                    <a:pt x="6318201" y="1435289"/>
                  </a:lnTo>
                  <a:lnTo>
                    <a:pt x="6317533" y="1435289"/>
                  </a:lnTo>
                  <a:lnTo>
                    <a:pt x="6316865" y="1435289"/>
                  </a:lnTo>
                  <a:lnTo>
                    <a:pt x="6316197" y="1435289"/>
                  </a:lnTo>
                  <a:lnTo>
                    <a:pt x="6315529" y="1435289"/>
                  </a:lnTo>
                  <a:lnTo>
                    <a:pt x="6314861" y="1435289"/>
                  </a:lnTo>
                  <a:lnTo>
                    <a:pt x="6314193" y="1435289"/>
                  </a:lnTo>
                  <a:lnTo>
                    <a:pt x="6313525" y="1435289"/>
                  </a:lnTo>
                  <a:lnTo>
                    <a:pt x="6312857" y="1435289"/>
                  </a:lnTo>
                  <a:lnTo>
                    <a:pt x="6312189" y="1435289"/>
                  </a:lnTo>
                  <a:lnTo>
                    <a:pt x="6311521" y="1435289"/>
                  </a:lnTo>
                  <a:lnTo>
                    <a:pt x="6310853" y="1435289"/>
                  </a:lnTo>
                  <a:lnTo>
                    <a:pt x="6310185" y="1435289"/>
                  </a:lnTo>
                  <a:lnTo>
                    <a:pt x="6309517" y="1435289"/>
                  </a:lnTo>
                  <a:lnTo>
                    <a:pt x="6308849" y="1435289"/>
                  </a:lnTo>
                  <a:lnTo>
                    <a:pt x="6308181" y="1435289"/>
                  </a:lnTo>
                  <a:lnTo>
                    <a:pt x="6307512" y="1435289"/>
                  </a:lnTo>
                  <a:lnTo>
                    <a:pt x="6306844" y="1435289"/>
                  </a:lnTo>
                  <a:lnTo>
                    <a:pt x="6306176" y="1435289"/>
                  </a:lnTo>
                  <a:lnTo>
                    <a:pt x="6305508" y="1435289"/>
                  </a:lnTo>
                  <a:lnTo>
                    <a:pt x="6304840" y="1435289"/>
                  </a:lnTo>
                  <a:lnTo>
                    <a:pt x="6304172" y="1435289"/>
                  </a:lnTo>
                  <a:lnTo>
                    <a:pt x="6303504" y="1435289"/>
                  </a:lnTo>
                  <a:lnTo>
                    <a:pt x="6302836" y="1435289"/>
                  </a:lnTo>
                  <a:lnTo>
                    <a:pt x="6302168" y="1435289"/>
                  </a:lnTo>
                  <a:lnTo>
                    <a:pt x="6301500" y="1435289"/>
                  </a:lnTo>
                  <a:lnTo>
                    <a:pt x="6300832" y="1435289"/>
                  </a:lnTo>
                  <a:lnTo>
                    <a:pt x="6300164" y="1435289"/>
                  </a:lnTo>
                  <a:lnTo>
                    <a:pt x="6299496" y="1435289"/>
                  </a:lnTo>
                  <a:lnTo>
                    <a:pt x="6298828" y="1435289"/>
                  </a:lnTo>
                  <a:lnTo>
                    <a:pt x="6298160" y="1435289"/>
                  </a:lnTo>
                  <a:lnTo>
                    <a:pt x="6297492" y="1435289"/>
                  </a:lnTo>
                  <a:lnTo>
                    <a:pt x="6296824" y="1435289"/>
                  </a:lnTo>
                  <a:lnTo>
                    <a:pt x="6296156" y="1435289"/>
                  </a:lnTo>
                  <a:lnTo>
                    <a:pt x="6295488" y="1435289"/>
                  </a:lnTo>
                  <a:lnTo>
                    <a:pt x="6294820" y="1435289"/>
                  </a:lnTo>
                  <a:lnTo>
                    <a:pt x="6294152" y="1435289"/>
                  </a:lnTo>
                  <a:lnTo>
                    <a:pt x="6293484" y="1435289"/>
                  </a:lnTo>
                  <a:lnTo>
                    <a:pt x="6292816" y="1435289"/>
                  </a:lnTo>
                  <a:lnTo>
                    <a:pt x="6292148" y="1435289"/>
                  </a:lnTo>
                  <a:lnTo>
                    <a:pt x="6291480" y="1435289"/>
                  </a:lnTo>
                  <a:lnTo>
                    <a:pt x="6290812" y="1435289"/>
                  </a:lnTo>
                  <a:lnTo>
                    <a:pt x="6290144" y="1435289"/>
                  </a:lnTo>
                  <a:lnTo>
                    <a:pt x="6289476" y="1435289"/>
                  </a:lnTo>
                  <a:lnTo>
                    <a:pt x="6288808" y="1435289"/>
                  </a:lnTo>
                  <a:lnTo>
                    <a:pt x="6288140" y="1435289"/>
                  </a:lnTo>
                  <a:lnTo>
                    <a:pt x="6287472" y="1435289"/>
                  </a:lnTo>
                  <a:lnTo>
                    <a:pt x="6286804" y="1435289"/>
                  </a:lnTo>
                  <a:lnTo>
                    <a:pt x="6286136" y="1435289"/>
                  </a:lnTo>
                  <a:lnTo>
                    <a:pt x="6285468" y="1435289"/>
                  </a:lnTo>
                  <a:lnTo>
                    <a:pt x="6284800" y="1435289"/>
                  </a:lnTo>
                  <a:lnTo>
                    <a:pt x="6284132" y="1435289"/>
                  </a:lnTo>
                  <a:lnTo>
                    <a:pt x="6283464" y="1435289"/>
                  </a:lnTo>
                  <a:lnTo>
                    <a:pt x="6282795" y="1435289"/>
                  </a:lnTo>
                  <a:lnTo>
                    <a:pt x="6282127" y="1435289"/>
                  </a:lnTo>
                  <a:lnTo>
                    <a:pt x="6281459" y="1435289"/>
                  </a:lnTo>
                  <a:lnTo>
                    <a:pt x="6280791" y="1435289"/>
                  </a:lnTo>
                  <a:lnTo>
                    <a:pt x="6280123" y="1435289"/>
                  </a:lnTo>
                  <a:lnTo>
                    <a:pt x="6279455" y="1435289"/>
                  </a:lnTo>
                  <a:lnTo>
                    <a:pt x="6278787" y="1435289"/>
                  </a:lnTo>
                  <a:lnTo>
                    <a:pt x="6278119" y="1435289"/>
                  </a:lnTo>
                  <a:lnTo>
                    <a:pt x="6277451" y="1435289"/>
                  </a:lnTo>
                  <a:lnTo>
                    <a:pt x="6276783" y="1435289"/>
                  </a:lnTo>
                  <a:lnTo>
                    <a:pt x="6276115" y="1435289"/>
                  </a:lnTo>
                  <a:lnTo>
                    <a:pt x="6275447" y="1435289"/>
                  </a:lnTo>
                  <a:lnTo>
                    <a:pt x="6274779" y="1435289"/>
                  </a:lnTo>
                  <a:lnTo>
                    <a:pt x="6274111" y="1435289"/>
                  </a:lnTo>
                  <a:lnTo>
                    <a:pt x="6273443" y="1435289"/>
                  </a:lnTo>
                  <a:lnTo>
                    <a:pt x="6272775" y="1435289"/>
                  </a:lnTo>
                  <a:lnTo>
                    <a:pt x="6272107" y="1435289"/>
                  </a:lnTo>
                  <a:lnTo>
                    <a:pt x="6271439" y="1435289"/>
                  </a:lnTo>
                  <a:lnTo>
                    <a:pt x="6270771" y="1435289"/>
                  </a:lnTo>
                  <a:lnTo>
                    <a:pt x="6270103" y="1435289"/>
                  </a:lnTo>
                  <a:lnTo>
                    <a:pt x="6269435" y="1435289"/>
                  </a:lnTo>
                  <a:lnTo>
                    <a:pt x="6268767" y="1435289"/>
                  </a:lnTo>
                  <a:lnTo>
                    <a:pt x="6268099" y="1435289"/>
                  </a:lnTo>
                  <a:lnTo>
                    <a:pt x="6267431" y="1435289"/>
                  </a:lnTo>
                  <a:lnTo>
                    <a:pt x="6266763" y="1435289"/>
                  </a:lnTo>
                  <a:lnTo>
                    <a:pt x="6266095" y="1435289"/>
                  </a:lnTo>
                  <a:lnTo>
                    <a:pt x="6265427" y="1435289"/>
                  </a:lnTo>
                  <a:lnTo>
                    <a:pt x="6264759" y="1435289"/>
                  </a:lnTo>
                  <a:lnTo>
                    <a:pt x="6264091" y="1435289"/>
                  </a:lnTo>
                  <a:lnTo>
                    <a:pt x="6263423" y="1435289"/>
                  </a:lnTo>
                  <a:lnTo>
                    <a:pt x="6262755" y="1435289"/>
                  </a:lnTo>
                  <a:lnTo>
                    <a:pt x="6262087" y="1435289"/>
                  </a:lnTo>
                  <a:lnTo>
                    <a:pt x="6261419" y="1435289"/>
                  </a:lnTo>
                  <a:lnTo>
                    <a:pt x="6260751" y="1435289"/>
                  </a:lnTo>
                  <a:lnTo>
                    <a:pt x="6260083" y="1435289"/>
                  </a:lnTo>
                  <a:lnTo>
                    <a:pt x="6259415" y="1435289"/>
                  </a:lnTo>
                  <a:lnTo>
                    <a:pt x="6258747" y="1435289"/>
                  </a:lnTo>
                  <a:lnTo>
                    <a:pt x="6258078" y="1435289"/>
                  </a:lnTo>
                  <a:lnTo>
                    <a:pt x="6257410" y="1435289"/>
                  </a:lnTo>
                  <a:lnTo>
                    <a:pt x="6256742" y="1435289"/>
                  </a:lnTo>
                  <a:lnTo>
                    <a:pt x="6256074" y="1435289"/>
                  </a:lnTo>
                  <a:lnTo>
                    <a:pt x="6255406" y="1435289"/>
                  </a:lnTo>
                  <a:lnTo>
                    <a:pt x="6254738" y="1435289"/>
                  </a:lnTo>
                  <a:lnTo>
                    <a:pt x="6254070" y="1435289"/>
                  </a:lnTo>
                  <a:lnTo>
                    <a:pt x="6253402" y="1435289"/>
                  </a:lnTo>
                  <a:lnTo>
                    <a:pt x="6252734" y="1435289"/>
                  </a:lnTo>
                  <a:lnTo>
                    <a:pt x="6252066" y="1435289"/>
                  </a:lnTo>
                  <a:lnTo>
                    <a:pt x="6251398" y="1435289"/>
                  </a:lnTo>
                  <a:lnTo>
                    <a:pt x="6250730" y="1435289"/>
                  </a:lnTo>
                  <a:lnTo>
                    <a:pt x="6250062" y="1435289"/>
                  </a:lnTo>
                  <a:lnTo>
                    <a:pt x="6249394" y="1435289"/>
                  </a:lnTo>
                  <a:lnTo>
                    <a:pt x="6248726" y="1435289"/>
                  </a:lnTo>
                  <a:lnTo>
                    <a:pt x="6248058" y="1435289"/>
                  </a:lnTo>
                  <a:lnTo>
                    <a:pt x="6247390" y="1435289"/>
                  </a:lnTo>
                  <a:lnTo>
                    <a:pt x="6246722" y="1435289"/>
                  </a:lnTo>
                  <a:lnTo>
                    <a:pt x="6246054" y="1435289"/>
                  </a:lnTo>
                  <a:lnTo>
                    <a:pt x="6245386" y="1435289"/>
                  </a:lnTo>
                  <a:lnTo>
                    <a:pt x="6244718" y="1435289"/>
                  </a:lnTo>
                  <a:lnTo>
                    <a:pt x="6244050" y="1435289"/>
                  </a:lnTo>
                  <a:lnTo>
                    <a:pt x="6243382" y="1435289"/>
                  </a:lnTo>
                  <a:lnTo>
                    <a:pt x="6242714" y="1435289"/>
                  </a:lnTo>
                  <a:lnTo>
                    <a:pt x="6242046" y="1435289"/>
                  </a:lnTo>
                  <a:lnTo>
                    <a:pt x="6241378" y="1435289"/>
                  </a:lnTo>
                  <a:lnTo>
                    <a:pt x="6240710" y="1435289"/>
                  </a:lnTo>
                  <a:lnTo>
                    <a:pt x="6240042" y="1435289"/>
                  </a:lnTo>
                  <a:lnTo>
                    <a:pt x="6239374" y="1435289"/>
                  </a:lnTo>
                  <a:lnTo>
                    <a:pt x="6238706" y="1435289"/>
                  </a:lnTo>
                  <a:lnTo>
                    <a:pt x="6238038" y="1435289"/>
                  </a:lnTo>
                  <a:lnTo>
                    <a:pt x="6237370" y="1435289"/>
                  </a:lnTo>
                  <a:lnTo>
                    <a:pt x="6236702" y="1435289"/>
                  </a:lnTo>
                  <a:lnTo>
                    <a:pt x="6236034" y="1435289"/>
                  </a:lnTo>
                  <a:lnTo>
                    <a:pt x="6235366" y="1435289"/>
                  </a:lnTo>
                  <a:lnTo>
                    <a:pt x="6234698" y="1435289"/>
                  </a:lnTo>
                  <a:lnTo>
                    <a:pt x="6234029" y="1435289"/>
                  </a:lnTo>
                  <a:lnTo>
                    <a:pt x="6233361" y="1435289"/>
                  </a:lnTo>
                  <a:lnTo>
                    <a:pt x="6232693" y="1435289"/>
                  </a:lnTo>
                  <a:lnTo>
                    <a:pt x="6232025" y="1435289"/>
                  </a:lnTo>
                  <a:lnTo>
                    <a:pt x="6231357" y="1435289"/>
                  </a:lnTo>
                  <a:lnTo>
                    <a:pt x="6230689" y="1435289"/>
                  </a:lnTo>
                  <a:lnTo>
                    <a:pt x="6230021" y="1435289"/>
                  </a:lnTo>
                  <a:lnTo>
                    <a:pt x="6229353" y="1435289"/>
                  </a:lnTo>
                  <a:lnTo>
                    <a:pt x="6228685" y="1435289"/>
                  </a:lnTo>
                  <a:lnTo>
                    <a:pt x="6228017" y="1435289"/>
                  </a:lnTo>
                  <a:lnTo>
                    <a:pt x="6227349" y="1435289"/>
                  </a:lnTo>
                  <a:lnTo>
                    <a:pt x="6226681" y="1435289"/>
                  </a:lnTo>
                  <a:lnTo>
                    <a:pt x="6226013" y="1435289"/>
                  </a:lnTo>
                  <a:lnTo>
                    <a:pt x="6225345" y="1435289"/>
                  </a:lnTo>
                  <a:lnTo>
                    <a:pt x="6224677" y="1435289"/>
                  </a:lnTo>
                  <a:lnTo>
                    <a:pt x="6224009" y="1435289"/>
                  </a:lnTo>
                  <a:lnTo>
                    <a:pt x="6223341" y="1435289"/>
                  </a:lnTo>
                  <a:lnTo>
                    <a:pt x="6222673" y="1435289"/>
                  </a:lnTo>
                  <a:lnTo>
                    <a:pt x="6222005" y="1435289"/>
                  </a:lnTo>
                  <a:lnTo>
                    <a:pt x="6221337" y="1435289"/>
                  </a:lnTo>
                  <a:lnTo>
                    <a:pt x="6220669" y="1435289"/>
                  </a:lnTo>
                  <a:lnTo>
                    <a:pt x="6220001" y="1435289"/>
                  </a:lnTo>
                  <a:lnTo>
                    <a:pt x="6219333" y="1435289"/>
                  </a:lnTo>
                  <a:lnTo>
                    <a:pt x="6218665" y="1435289"/>
                  </a:lnTo>
                  <a:lnTo>
                    <a:pt x="6217997" y="1435289"/>
                  </a:lnTo>
                  <a:lnTo>
                    <a:pt x="6217329" y="1435289"/>
                  </a:lnTo>
                  <a:lnTo>
                    <a:pt x="6216661" y="1435289"/>
                  </a:lnTo>
                  <a:lnTo>
                    <a:pt x="6215993" y="1435289"/>
                  </a:lnTo>
                  <a:lnTo>
                    <a:pt x="6215325" y="1435289"/>
                  </a:lnTo>
                  <a:lnTo>
                    <a:pt x="6214657" y="1435289"/>
                  </a:lnTo>
                  <a:lnTo>
                    <a:pt x="6213989" y="1435289"/>
                  </a:lnTo>
                  <a:lnTo>
                    <a:pt x="6213321" y="1435289"/>
                  </a:lnTo>
                  <a:lnTo>
                    <a:pt x="6212653" y="1435289"/>
                  </a:lnTo>
                  <a:lnTo>
                    <a:pt x="6211985" y="1435289"/>
                  </a:lnTo>
                  <a:lnTo>
                    <a:pt x="6211317" y="1435289"/>
                  </a:lnTo>
                  <a:lnTo>
                    <a:pt x="6210649" y="1435289"/>
                  </a:lnTo>
                  <a:lnTo>
                    <a:pt x="6209981" y="1435289"/>
                  </a:lnTo>
                  <a:lnTo>
                    <a:pt x="6209312" y="1435289"/>
                  </a:lnTo>
                  <a:lnTo>
                    <a:pt x="6208644" y="1435289"/>
                  </a:lnTo>
                  <a:lnTo>
                    <a:pt x="6207976" y="1435289"/>
                  </a:lnTo>
                  <a:lnTo>
                    <a:pt x="6207308" y="1435289"/>
                  </a:lnTo>
                  <a:lnTo>
                    <a:pt x="6206640" y="1435289"/>
                  </a:lnTo>
                  <a:lnTo>
                    <a:pt x="6205972" y="1435289"/>
                  </a:lnTo>
                  <a:lnTo>
                    <a:pt x="6205304" y="1435289"/>
                  </a:lnTo>
                  <a:lnTo>
                    <a:pt x="6204636" y="1435289"/>
                  </a:lnTo>
                  <a:lnTo>
                    <a:pt x="6203968" y="1435289"/>
                  </a:lnTo>
                  <a:lnTo>
                    <a:pt x="6203300" y="1435289"/>
                  </a:lnTo>
                  <a:lnTo>
                    <a:pt x="6202632" y="1435289"/>
                  </a:lnTo>
                  <a:lnTo>
                    <a:pt x="6201964" y="1435289"/>
                  </a:lnTo>
                  <a:lnTo>
                    <a:pt x="6201296" y="1435289"/>
                  </a:lnTo>
                  <a:lnTo>
                    <a:pt x="6200628" y="1435289"/>
                  </a:lnTo>
                  <a:lnTo>
                    <a:pt x="6199960" y="1435289"/>
                  </a:lnTo>
                  <a:lnTo>
                    <a:pt x="6199292" y="1435289"/>
                  </a:lnTo>
                  <a:lnTo>
                    <a:pt x="6198624" y="1435289"/>
                  </a:lnTo>
                  <a:lnTo>
                    <a:pt x="6197956" y="1435289"/>
                  </a:lnTo>
                  <a:lnTo>
                    <a:pt x="6197288" y="1435289"/>
                  </a:lnTo>
                  <a:lnTo>
                    <a:pt x="6196620" y="1435289"/>
                  </a:lnTo>
                  <a:lnTo>
                    <a:pt x="6195952" y="1435289"/>
                  </a:lnTo>
                  <a:lnTo>
                    <a:pt x="6195284" y="1435289"/>
                  </a:lnTo>
                  <a:lnTo>
                    <a:pt x="6194616" y="1435289"/>
                  </a:lnTo>
                  <a:lnTo>
                    <a:pt x="6193948" y="1435289"/>
                  </a:lnTo>
                  <a:lnTo>
                    <a:pt x="6193280" y="1435289"/>
                  </a:lnTo>
                  <a:lnTo>
                    <a:pt x="6192612" y="1435289"/>
                  </a:lnTo>
                  <a:lnTo>
                    <a:pt x="6191944" y="1435289"/>
                  </a:lnTo>
                  <a:lnTo>
                    <a:pt x="6191276" y="1435289"/>
                  </a:lnTo>
                  <a:lnTo>
                    <a:pt x="6190608" y="1435289"/>
                  </a:lnTo>
                  <a:lnTo>
                    <a:pt x="6189940" y="1435289"/>
                  </a:lnTo>
                  <a:lnTo>
                    <a:pt x="6189272" y="1435289"/>
                  </a:lnTo>
                  <a:lnTo>
                    <a:pt x="6188604" y="1435289"/>
                  </a:lnTo>
                  <a:lnTo>
                    <a:pt x="6187936" y="1435289"/>
                  </a:lnTo>
                  <a:lnTo>
                    <a:pt x="6187268" y="1435289"/>
                  </a:lnTo>
                  <a:lnTo>
                    <a:pt x="6186600" y="1435289"/>
                  </a:lnTo>
                  <a:lnTo>
                    <a:pt x="6185932" y="1435289"/>
                  </a:lnTo>
                  <a:lnTo>
                    <a:pt x="6185264" y="1435289"/>
                  </a:lnTo>
                  <a:lnTo>
                    <a:pt x="6184595" y="1435289"/>
                  </a:lnTo>
                  <a:lnTo>
                    <a:pt x="6183927" y="1435289"/>
                  </a:lnTo>
                  <a:lnTo>
                    <a:pt x="6183259" y="1435289"/>
                  </a:lnTo>
                  <a:lnTo>
                    <a:pt x="6182591" y="1435289"/>
                  </a:lnTo>
                  <a:lnTo>
                    <a:pt x="6181923" y="1435289"/>
                  </a:lnTo>
                  <a:lnTo>
                    <a:pt x="6181255" y="1435289"/>
                  </a:lnTo>
                  <a:lnTo>
                    <a:pt x="6180587" y="1435289"/>
                  </a:lnTo>
                  <a:lnTo>
                    <a:pt x="6179919" y="1435289"/>
                  </a:lnTo>
                  <a:lnTo>
                    <a:pt x="6179251" y="1435289"/>
                  </a:lnTo>
                  <a:lnTo>
                    <a:pt x="6178583" y="1435289"/>
                  </a:lnTo>
                  <a:lnTo>
                    <a:pt x="6177915" y="1435289"/>
                  </a:lnTo>
                  <a:lnTo>
                    <a:pt x="6177247" y="1435289"/>
                  </a:lnTo>
                  <a:lnTo>
                    <a:pt x="6176579" y="1435289"/>
                  </a:lnTo>
                  <a:lnTo>
                    <a:pt x="6175911" y="1435289"/>
                  </a:lnTo>
                  <a:lnTo>
                    <a:pt x="6175243" y="1435289"/>
                  </a:lnTo>
                  <a:lnTo>
                    <a:pt x="6174575" y="1435289"/>
                  </a:lnTo>
                  <a:lnTo>
                    <a:pt x="6173907" y="1435289"/>
                  </a:lnTo>
                  <a:lnTo>
                    <a:pt x="6173239" y="1435289"/>
                  </a:lnTo>
                  <a:lnTo>
                    <a:pt x="6172571" y="1435289"/>
                  </a:lnTo>
                  <a:lnTo>
                    <a:pt x="6171903" y="1435289"/>
                  </a:lnTo>
                  <a:lnTo>
                    <a:pt x="6171235" y="1435289"/>
                  </a:lnTo>
                  <a:lnTo>
                    <a:pt x="6170567" y="1435289"/>
                  </a:lnTo>
                  <a:lnTo>
                    <a:pt x="6169899" y="1435289"/>
                  </a:lnTo>
                  <a:lnTo>
                    <a:pt x="6169231" y="1435289"/>
                  </a:lnTo>
                  <a:lnTo>
                    <a:pt x="6168563" y="1435289"/>
                  </a:lnTo>
                  <a:lnTo>
                    <a:pt x="6167895" y="1435289"/>
                  </a:lnTo>
                  <a:lnTo>
                    <a:pt x="6167227" y="1435289"/>
                  </a:lnTo>
                  <a:lnTo>
                    <a:pt x="6166559" y="1435289"/>
                  </a:lnTo>
                  <a:lnTo>
                    <a:pt x="6165891" y="1435289"/>
                  </a:lnTo>
                  <a:lnTo>
                    <a:pt x="6165223" y="1435289"/>
                  </a:lnTo>
                  <a:lnTo>
                    <a:pt x="6164555" y="1435289"/>
                  </a:lnTo>
                  <a:lnTo>
                    <a:pt x="6163887" y="1435289"/>
                  </a:lnTo>
                  <a:lnTo>
                    <a:pt x="6163219" y="1435289"/>
                  </a:lnTo>
                  <a:lnTo>
                    <a:pt x="6162551" y="1435289"/>
                  </a:lnTo>
                  <a:lnTo>
                    <a:pt x="6161883" y="1435289"/>
                  </a:lnTo>
                  <a:lnTo>
                    <a:pt x="6161215" y="1435289"/>
                  </a:lnTo>
                  <a:lnTo>
                    <a:pt x="6160547" y="1435289"/>
                  </a:lnTo>
                  <a:lnTo>
                    <a:pt x="6159878" y="1435289"/>
                  </a:lnTo>
                  <a:lnTo>
                    <a:pt x="6159210" y="1435289"/>
                  </a:lnTo>
                  <a:lnTo>
                    <a:pt x="6158542" y="1435289"/>
                  </a:lnTo>
                  <a:lnTo>
                    <a:pt x="6157874" y="1435289"/>
                  </a:lnTo>
                  <a:lnTo>
                    <a:pt x="6157206" y="1435289"/>
                  </a:lnTo>
                  <a:lnTo>
                    <a:pt x="6156538" y="1435289"/>
                  </a:lnTo>
                  <a:lnTo>
                    <a:pt x="6155870" y="1435289"/>
                  </a:lnTo>
                  <a:lnTo>
                    <a:pt x="6155202" y="1435289"/>
                  </a:lnTo>
                  <a:lnTo>
                    <a:pt x="6154534" y="1435289"/>
                  </a:lnTo>
                  <a:lnTo>
                    <a:pt x="6153866" y="1435289"/>
                  </a:lnTo>
                  <a:lnTo>
                    <a:pt x="6153198" y="1435289"/>
                  </a:lnTo>
                  <a:lnTo>
                    <a:pt x="6152530" y="1435289"/>
                  </a:lnTo>
                  <a:lnTo>
                    <a:pt x="6151862" y="1435289"/>
                  </a:lnTo>
                  <a:lnTo>
                    <a:pt x="6151194" y="1435289"/>
                  </a:lnTo>
                  <a:lnTo>
                    <a:pt x="6150526" y="1435289"/>
                  </a:lnTo>
                  <a:lnTo>
                    <a:pt x="6149858" y="1435289"/>
                  </a:lnTo>
                  <a:lnTo>
                    <a:pt x="6149190" y="1435289"/>
                  </a:lnTo>
                  <a:lnTo>
                    <a:pt x="6148522" y="1435289"/>
                  </a:lnTo>
                  <a:lnTo>
                    <a:pt x="6147854" y="1435289"/>
                  </a:lnTo>
                  <a:lnTo>
                    <a:pt x="6147186" y="1435289"/>
                  </a:lnTo>
                  <a:lnTo>
                    <a:pt x="6146518" y="1435289"/>
                  </a:lnTo>
                  <a:lnTo>
                    <a:pt x="6145850" y="1435289"/>
                  </a:lnTo>
                  <a:lnTo>
                    <a:pt x="6145182" y="1435289"/>
                  </a:lnTo>
                  <a:lnTo>
                    <a:pt x="6144514" y="1435289"/>
                  </a:lnTo>
                  <a:lnTo>
                    <a:pt x="6143846" y="1435289"/>
                  </a:lnTo>
                  <a:lnTo>
                    <a:pt x="6143178" y="1435289"/>
                  </a:lnTo>
                  <a:lnTo>
                    <a:pt x="6142510" y="1435289"/>
                  </a:lnTo>
                  <a:lnTo>
                    <a:pt x="6141842" y="1435289"/>
                  </a:lnTo>
                  <a:lnTo>
                    <a:pt x="6141174" y="1435289"/>
                  </a:lnTo>
                  <a:lnTo>
                    <a:pt x="6140506" y="1435289"/>
                  </a:lnTo>
                  <a:lnTo>
                    <a:pt x="6139838" y="1435289"/>
                  </a:lnTo>
                  <a:lnTo>
                    <a:pt x="6139170" y="1435289"/>
                  </a:lnTo>
                  <a:lnTo>
                    <a:pt x="6138502" y="1435289"/>
                  </a:lnTo>
                  <a:lnTo>
                    <a:pt x="6137834" y="1435289"/>
                  </a:lnTo>
                  <a:lnTo>
                    <a:pt x="6137166" y="1435289"/>
                  </a:lnTo>
                  <a:lnTo>
                    <a:pt x="6136498" y="1435289"/>
                  </a:lnTo>
                  <a:lnTo>
                    <a:pt x="6135829" y="1435289"/>
                  </a:lnTo>
                  <a:lnTo>
                    <a:pt x="6135161" y="1435289"/>
                  </a:lnTo>
                  <a:lnTo>
                    <a:pt x="6134493" y="1435289"/>
                  </a:lnTo>
                  <a:lnTo>
                    <a:pt x="6133825" y="1435289"/>
                  </a:lnTo>
                  <a:lnTo>
                    <a:pt x="6133157" y="1435289"/>
                  </a:lnTo>
                  <a:lnTo>
                    <a:pt x="6132489" y="1435289"/>
                  </a:lnTo>
                  <a:lnTo>
                    <a:pt x="6131821" y="1435289"/>
                  </a:lnTo>
                  <a:lnTo>
                    <a:pt x="6131153" y="1435289"/>
                  </a:lnTo>
                  <a:lnTo>
                    <a:pt x="6130485" y="1435289"/>
                  </a:lnTo>
                  <a:lnTo>
                    <a:pt x="6129817" y="1435289"/>
                  </a:lnTo>
                  <a:lnTo>
                    <a:pt x="6129149" y="1435289"/>
                  </a:lnTo>
                  <a:lnTo>
                    <a:pt x="6128481" y="1435289"/>
                  </a:lnTo>
                  <a:lnTo>
                    <a:pt x="6127813" y="1435289"/>
                  </a:lnTo>
                  <a:lnTo>
                    <a:pt x="6127145" y="1435289"/>
                  </a:lnTo>
                  <a:lnTo>
                    <a:pt x="6126477" y="1435289"/>
                  </a:lnTo>
                  <a:lnTo>
                    <a:pt x="6125809" y="1435289"/>
                  </a:lnTo>
                  <a:lnTo>
                    <a:pt x="6125141" y="1435289"/>
                  </a:lnTo>
                  <a:lnTo>
                    <a:pt x="6124473" y="1435289"/>
                  </a:lnTo>
                  <a:lnTo>
                    <a:pt x="6123805" y="1435289"/>
                  </a:lnTo>
                  <a:lnTo>
                    <a:pt x="6123137" y="1435289"/>
                  </a:lnTo>
                  <a:lnTo>
                    <a:pt x="6122469" y="1435289"/>
                  </a:lnTo>
                  <a:lnTo>
                    <a:pt x="6121801" y="1435289"/>
                  </a:lnTo>
                  <a:lnTo>
                    <a:pt x="6121133" y="1435289"/>
                  </a:lnTo>
                  <a:lnTo>
                    <a:pt x="6120465" y="1435289"/>
                  </a:lnTo>
                  <a:lnTo>
                    <a:pt x="6119797" y="1435289"/>
                  </a:lnTo>
                  <a:lnTo>
                    <a:pt x="6119129" y="1435289"/>
                  </a:lnTo>
                  <a:lnTo>
                    <a:pt x="6118461" y="1435289"/>
                  </a:lnTo>
                  <a:lnTo>
                    <a:pt x="6117793" y="1435289"/>
                  </a:lnTo>
                  <a:lnTo>
                    <a:pt x="6117125" y="1435289"/>
                  </a:lnTo>
                  <a:lnTo>
                    <a:pt x="6116457" y="1435289"/>
                  </a:lnTo>
                  <a:lnTo>
                    <a:pt x="6115789" y="1435289"/>
                  </a:lnTo>
                  <a:lnTo>
                    <a:pt x="6115121" y="1435289"/>
                  </a:lnTo>
                  <a:lnTo>
                    <a:pt x="6114453" y="1435289"/>
                  </a:lnTo>
                  <a:lnTo>
                    <a:pt x="6113785" y="1435289"/>
                  </a:lnTo>
                  <a:lnTo>
                    <a:pt x="6113117" y="1435289"/>
                  </a:lnTo>
                  <a:lnTo>
                    <a:pt x="6112449" y="1435289"/>
                  </a:lnTo>
                  <a:lnTo>
                    <a:pt x="6111781" y="1435289"/>
                  </a:lnTo>
                  <a:lnTo>
                    <a:pt x="6111112" y="1435289"/>
                  </a:lnTo>
                  <a:lnTo>
                    <a:pt x="6110444" y="1435289"/>
                  </a:lnTo>
                  <a:lnTo>
                    <a:pt x="6109776" y="1435289"/>
                  </a:lnTo>
                  <a:lnTo>
                    <a:pt x="6109108" y="1435289"/>
                  </a:lnTo>
                  <a:lnTo>
                    <a:pt x="6108440" y="1435289"/>
                  </a:lnTo>
                  <a:lnTo>
                    <a:pt x="6107772" y="1435289"/>
                  </a:lnTo>
                  <a:lnTo>
                    <a:pt x="6107104" y="1435289"/>
                  </a:lnTo>
                  <a:lnTo>
                    <a:pt x="6106436" y="1435289"/>
                  </a:lnTo>
                  <a:lnTo>
                    <a:pt x="6105768" y="1435289"/>
                  </a:lnTo>
                  <a:lnTo>
                    <a:pt x="6105100" y="1435289"/>
                  </a:lnTo>
                  <a:lnTo>
                    <a:pt x="6104432" y="1435289"/>
                  </a:lnTo>
                  <a:lnTo>
                    <a:pt x="6103764" y="1435289"/>
                  </a:lnTo>
                  <a:lnTo>
                    <a:pt x="6103096" y="1435289"/>
                  </a:lnTo>
                  <a:lnTo>
                    <a:pt x="6102428" y="1435289"/>
                  </a:lnTo>
                  <a:lnTo>
                    <a:pt x="6101760" y="1435289"/>
                  </a:lnTo>
                  <a:lnTo>
                    <a:pt x="6101092" y="1435289"/>
                  </a:lnTo>
                  <a:lnTo>
                    <a:pt x="6100424" y="1435289"/>
                  </a:lnTo>
                  <a:lnTo>
                    <a:pt x="6099756" y="1435289"/>
                  </a:lnTo>
                  <a:lnTo>
                    <a:pt x="6099088" y="1435289"/>
                  </a:lnTo>
                  <a:lnTo>
                    <a:pt x="6098420" y="1435289"/>
                  </a:lnTo>
                  <a:lnTo>
                    <a:pt x="6097752" y="1435289"/>
                  </a:lnTo>
                  <a:lnTo>
                    <a:pt x="6097084" y="1435289"/>
                  </a:lnTo>
                  <a:lnTo>
                    <a:pt x="6096416" y="1435289"/>
                  </a:lnTo>
                  <a:lnTo>
                    <a:pt x="6095748" y="1435289"/>
                  </a:lnTo>
                  <a:lnTo>
                    <a:pt x="6095080" y="1435289"/>
                  </a:lnTo>
                  <a:lnTo>
                    <a:pt x="6094412" y="1435289"/>
                  </a:lnTo>
                  <a:lnTo>
                    <a:pt x="6093744" y="1435289"/>
                  </a:lnTo>
                  <a:lnTo>
                    <a:pt x="6093076" y="1435289"/>
                  </a:lnTo>
                  <a:lnTo>
                    <a:pt x="6092408" y="1435289"/>
                  </a:lnTo>
                  <a:lnTo>
                    <a:pt x="6091740" y="1435289"/>
                  </a:lnTo>
                  <a:lnTo>
                    <a:pt x="6091072" y="1435289"/>
                  </a:lnTo>
                  <a:lnTo>
                    <a:pt x="6090404" y="1435289"/>
                  </a:lnTo>
                  <a:lnTo>
                    <a:pt x="6089736" y="1435289"/>
                  </a:lnTo>
                  <a:lnTo>
                    <a:pt x="6089068" y="1435289"/>
                  </a:lnTo>
                  <a:lnTo>
                    <a:pt x="6088400" y="1435289"/>
                  </a:lnTo>
                  <a:lnTo>
                    <a:pt x="6087732" y="1435289"/>
                  </a:lnTo>
                  <a:lnTo>
                    <a:pt x="6087064" y="1435289"/>
                  </a:lnTo>
                  <a:lnTo>
                    <a:pt x="6086395" y="1435289"/>
                  </a:lnTo>
                  <a:lnTo>
                    <a:pt x="6085727" y="1435289"/>
                  </a:lnTo>
                  <a:lnTo>
                    <a:pt x="6085059" y="1435289"/>
                  </a:lnTo>
                  <a:lnTo>
                    <a:pt x="6084391" y="1435289"/>
                  </a:lnTo>
                  <a:lnTo>
                    <a:pt x="6083723" y="1435289"/>
                  </a:lnTo>
                  <a:lnTo>
                    <a:pt x="6083055" y="1435289"/>
                  </a:lnTo>
                  <a:lnTo>
                    <a:pt x="6082387" y="1435289"/>
                  </a:lnTo>
                  <a:lnTo>
                    <a:pt x="6081719" y="1435289"/>
                  </a:lnTo>
                  <a:lnTo>
                    <a:pt x="6081051" y="1435289"/>
                  </a:lnTo>
                  <a:lnTo>
                    <a:pt x="6080383" y="1435289"/>
                  </a:lnTo>
                  <a:lnTo>
                    <a:pt x="6079715" y="1435289"/>
                  </a:lnTo>
                  <a:lnTo>
                    <a:pt x="6079047" y="1435289"/>
                  </a:lnTo>
                  <a:lnTo>
                    <a:pt x="6078379" y="1435289"/>
                  </a:lnTo>
                  <a:lnTo>
                    <a:pt x="6077711" y="1435289"/>
                  </a:lnTo>
                  <a:lnTo>
                    <a:pt x="6077043" y="1435289"/>
                  </a:lnTo>
                  <a:lnTo>
                    <a:pt x="6076375" y="1435289"/>
                  </a:lnTo>
                  <a:lnTo>
                    <a:pt x="6075707" y="1435289"/>
                  </a:lnTo>
                  <a:lnTo>
                    <a:pt x="6075039" y="1435289"/>
                  </a:lnTo>
                  <a:lnTo>
                    <a:pt x="6074371" y="1435289"/>
                  </a:lnTo>
                  <a:lnTo>
                    <a:pt x="6073703" y="1435289"/>
                  </a:lnTo>
                  <a:lnTo>
                    <a:pt x="6073035" y="1435289"/>
                  </a:lnTo>
                  <a:lnTo>
                    <a:pt x="6072367" y="1435289"/>
                  </a:lnTo>
                  <a:lnTo>
                    <a:pt x="6071699" y="1435289"/>
                  </a:lnTo>
                  <a:lnTo>
                    <a:pt x="6071031" y="1435289"/>
                  </a:lnTo>
                  <a:lnTo>
                    <a:pt x="6070363" y="1435289"/>
                  </a:lnTo>
                  <a:lnTo>
                    <a:pt x="6069695" y="1435289"/>
                  </a:lnTo>
                  <a:lnTo>
                    <a:pt x="6069027" y="1435289"/>
                  </a:lnTo>
                  <a:lnTo>
                    <a:pt x="6068359" y="1435289"/>
                  </a:lnTo>
                  <a:lnTo>
                    <a:pt x="6067691" y="1435289"/>
                  </a:lnTo>
                  <a:lnTo>
                    <a:pt x="6067023" y="1435289"/>
                  </a:lnTo>
                  <a:lnTo>
                    <a:pt x="6066355" y="1435289"/>
                  </a:lnTo>
                  <a:lnTo>
                    <a:pt x="6065687" y="1435289"/>
                  </a:lnTo>
                  <a:lnTo>
                    <a:pt x="6065019" y="1435289"/>
                  </a:lnTo>
                  <a:lnTo>
                    <a:pt x="6064351" y="1435289"/>
                  </a:lnTo>
                  <a:lnTo>
                    <a:pt x="6063683" y="1435289"/>
                  </a:lnTo>
                  <a:lnTo>
                    <a:pt x="6063015" y="1435289"/>
                  </a:lnTo>
                  <a:lnTo>
                    <a:pt x="6062347" y="1435289"/>
                  </a:lnTo>
                  <a:lnTo>
                    <a:pt x="6061678" y="1435289"/>
                  </a:lnTo>
                  <a:lnTo>
                    <a:pt x="6061010" y="1435289"/>
                  </a:lnTo>
                  <a:lnTo>
                    <a:pt x="6060342" y="1435289"/>
                  </a:lnTo>
                  <a:lnTo>
                    <a:pt x="6059674" y="1435289"/>
                  </a:lnTo>
                  <a:lnTo>
                    <a:pt x="6059006" y="1435289"/>
                  </a:lnTo>
                  <a:lnTo>
                    <a:pt x="6058338" y="1435289"/>
                  </a:lnTo>
                  <a:lnTo>
                    <a:pt x="6057670" y="1435289"/>
                  </a:lnTo>
                  <a:lnTo>
                    <a:pt x="6057002" y="1435289"/>
                  </a:lnTo>
                  <a:lnTo>
                    <a:pt x="6056334" y="1435289"/>
                  </a:lnTo>
                  <a:lnTo>
                    <a:pt x="6055666" y="1435289"/>
                  </a:lnTo>
                  <a:lnTo>
                    <a:pt x="6054998" y="1435289"/>
                  </a:lnTo>
                  <a:lnTo>
                    <a:pt x="6054330" y="1435289"/>
                  </a:lnTo>
                  <a:lnTo>
                    <a:pt x="6053662" y="1435289"/>
                  </a:lnTo>
                  <a:lnTo>
                    <a:pt x="6052994" y="1435289"/>
                  </a:lnTo>
                  <a:lnTo>
                    <a:pt x="6052326" y="1435289"/>
                  </a:lnTo>
                  <a:lnTo>
                    <a:pt x="6051658" y="1435289"/>
                  </a:lnTo>
                  <a:lnTo>
                    <a:pt x="6050990" y="1435289"/>
                  </a:lnTo>
                  <a:lnTo>
                    <a:pt x="6050322" y="1435289"/>
                  </a:lnTo>
                  <a:lnTo>
                    <a:pt x="6049654" y="1435289"/>
                  </a:lnTo>
                  <a:lnTo>
                    <a:pt x="6048986" y="1435289"/>
                  </a:lnTo>
                  <a:lnTo>
                    <a:pt x="6048318" y="1435289"/>
                  </a:lnTo>
                  <a:lnTo>
                    <a:pt x="6047650" y="1435289"/>
                  </a:lnTo>
                  <a:lnTo>
                    <a:pt x="6046982" y="1435289"/>
                  </a:lnTo>
                  <a:lnTo>
                    <a:pt x="6046314" y="1435289"/>
                  </a:lnTo>
                  <a:lnTo>
                    <a:pt x="6045646" y="1435289"/>
                  </a:lnTo>
                  <a:lnTo>
                    <a:pt x="6044978" y="1435289"/>
                  </a:lnTo>
                  <a:lnTo>
                    <a:pt x="6044310" y="1435289"/>
                  </a:lnTo>
                  <a:lnTo>
                    <a:pt x="6043642" y="1435289"/>
                  </a:lnTo>
                  <a:lnTo>
                    <a:pt x="6042974" y="1435289"/>
                  </a:lnTo>
                  <a:lnTo>
                    <a:pt x="6042306" y="1435289"/>
                  </a:lnTo>
                  <a:lnTo>
                    <a:pt x="6041638" y="1435289"/>
                  </a:lnTo>
                  <a:lnTo>
                    <a:pt x="6040970" y="1435289"/>
                  </a:lnTo>
                  <a:lnTo>
                    <a:pt x="6040302" y="1435289"/>
                  </a:lnTo>
                  <a:lnTo>
                    <a:pt x="6039634" y="1435289"/>
                  </a:lnTo>
                  <a:lnTo>
                    <a:pt x="6038966" y="1435289"/>
                  </a:lnTo>
                  <a:lnTo>
                    <a:pt x="6038298" y="1435289"/>
                  </a:lnTo>
                  <a:lnTo>
                    <a:pt x="6037629" y="1435289"/>
                  </a:lnTo>
                  <a:lnTo>
                    <a:pt x="6036961" y="1435289"/>
                  </a:lnTo>
                  <a:lnTo>
                    <a:pt x="6036293" y="1435289"/>
                  </a:lnTo>
                  <a:lnTo>
                    <a:pt x="6035625" y="1435289"/>
                  </a:lnTo>
                  <a:lnTo>
                    <a:pt x="6034957" y="1435289"/>
                  </a:lnTo>
                  <a:lnTo>
                    <a:pt x="6034289" y="1435289"/>
                  </a:lnTo>
                  <a:lnTo>
                    <a:pt x="6033621" y="1435289"/>
                  </a:lnTo>
                  <a:lnTo>
                    <a:pt x="6032953" y="1435289"/>
                  </a:lnTo>
                  <a:lnTo>
                    <a:pt x="6032285" y="1435289"/>
                  </a:lnTo>
                  <a:lnTo>
                    <a:pt x="6031617" y="1435289"/>
                  </a:lnTo>
                  <a:lnTo>
                    <a:pt x="6030949" y="1435289"/>
                  </a:lnTo>
                  <a:lnTo>
                    <a:pt x="6030281" y="1435289"/>
                  </a:lnTo>
                  <a:lnTo>
                    <a:pt x="6029613" y="1435289"/>
                  </a:lnTo>
                  <a:lnTo>
                    <a:pt x="6028945" y="1435289"/>
                  </a:lnTo>
                  <a:lnTo>
                    <a:pt x="6028277" y="1435289"/>
                  </a:lnTo>
                  <a:lnTo>
                    <a:pt x="6027609" y="1435289"/>
                  </a:lnTo>
                  <a:lnTo>
                    <a:pt x="6026941" y="1435289"/>
                  </a:lnTo>
                  <a:lnTo>
                    <a:pt x="6026273" y="1435289"/>
                  </a:lnTo>
                  <a:lnTo>
                    <a:pt x="6025605" y="1435289"/>
                  </a:lnTo>
                  <a:lnTo>
                    <a:pt x="6024937" y="1435289"/>
                  </a:lnTo>
                  <a:lnTo>
                    <a:pt x="6024269" y="1435289"/>
                  </a:lnTo>
                  <a:lnTo>
                    <a:pt x="6023601" y="1435289"/>
                  </a:lnTo>
                  <a:lnTo>
                    <a:pt x="6022933" y="1435289"/>
                  </a:lnTo>
                  <a:lnTo>
                    <a:pt x="6022265" y="1435289"/>
                  </a:lnTo>
                  <a:lnTo>
                    <a:pt x="6021597" y="1435289"/>
                  </a:lnTo>
                  <a:lnTo>
                    <a:pt x="6020929" y="1435289"/>
                  </a:lnTo>
                  <a:lnTo>
                    <a:pt x="6020261" y="1435289"/>
                  </a:lnTo>
                  <a:lnTo>
                    <a:pt x="6019593" y="1435289"/>
                  </a:lnTo>
                  <a:lnTo>
                    <a:pt x="6018925" y="1435289"/>
                  </a:lnTo>
                  <a:lnTo>
                    <a:pt x="6018257" y="1435289"/>
                  </a:lnTo>
                  <a:lnTo>
                    <a:pt x="6017589" y="1435289"/>
                  </a:lnTo>
                  <a:lnTo>
                    <a:pt x="6016921" y="1435289"/>
                  </a:lnTo>
                  <a:lnTo>
                    <a:pt x="6016253" y="1435289"/>
                  </a:lnTo>
                  <a:lnTo>
                    <a:pt x="6015585" y="1435289"/>
                  </a:lnTo>
                  <a:lnTo>
                    <a:pt x="6014917" y="1435289"/>
                  </a:lnTo>
                  <a:lnTo>
                    <a:pt x="6014249" y="1435289"/>
                  </a:lnTo>
                  <a:lnTo>
                    <a:pt x="6013581" y="1435289"/>
                  </a:lnTo>
                  <a:lnTo>
                    <a:pt x="6012912" y="1435289"/>
                  </a:lnTo>
                  <a:lnTo>
                    <a:pt x="6012244" y="1435289"/>
                  </a:lnTo>
                  <a:lnTo>
                    <a:pt x="6011576" y="1435289"/>
                  </a:lnTo>
                  <a:lnTo>
                    <a:pt x="6010908" y="1435289"/>
                  </a:lnTo>
                  <a:lnTo>
                    <a:pt x="6010240" y="1435289"/>
                  </a:lnTo>
                  <a:lnTo>
                    <a:pt x="6009572" y="1435289"/>
                  </a:lnTo>
                  <a:lnTo>
                    <a:pt x="6008904" y="1435289"/>
                  </a:lnTo>
                  <a:lnTo>
                    <a:pt x="6008236" y="1435289"/>
                  </a:lnTo>
                  <a:lnTo>
                    <a:pt x="6007568" y="1435289"/>
                  </a:lnTo>
                  <a:lnTo>
                    <a:pt x="6006900" y="1435289"/>
                  </a:lnTo>
                  <a:lnTo>
                    <a:pt x="6006232" y="1435289"/>
                  </a:lnTo>
                  <a:lnTo>
                    <a:pt x="6005564" y="1435289"/>
                  </a:lnTo>
                  <a:lnTo>
                    <a:pt x="6004896" y="1435289"/>
                  </a:lnTo>
                  <a:lnTo>
                    <a:pt x="6004228" y="1435289"/>
                  </a:lnTo>
                  <a:lnTo>
                    <a:pt x="6003560" y="1435289"/>
                  </a:lnTo>
                  <a:lnTo>
                    <a:pt x="6002892" y="1435289"/>
                  </a:lnTo>
                  <a:lnTo>
                    <a:pt x="6002224" y="1435289"/>
                  </a:lnTo>
                  <a:lnTo>
                    <a:pt x="6001556" y="1435289"/>
                  </a:lnTo>
                  <a:lnTo>
                    <a:pt x="6000888" y="1435289"/>
                  </a:lnTo>
                  <a:lnTo>
                    <a:pt x="6000220" y="1435289"/>
                  </a:lnTo>
                  <a:lnTo>
                    <a:pt x="5999552" y="1435289"/>
                  </a:lnTo>
                  <a:lnTo>
                    <a:pt x="5998884" y="1435289"/>
                  </a:lnTo>
                  <a:lnTo>
                    <a:pt x="5998216" y="1435289"/>
                  </a:lnTo>
                  <a:lnTo>
                    <a:pt x="5997548" y="1435289"/>
                  </a:lnTo>
                  <a:lnTo>
                    <a:pt x="5996880" y="1435289"/>
                  </a:lnTo>
                  <a:lnTo>
                    <a:pt x="5996212" y="1435289"/>
                  </a:lnTo>
                  <a:lnTo>
                    <a:pt x="5995544" y="1435289"/>
                  </a:lnTo>
                  <a:lnTo>
                    <a:pt x="5994876" y="1435289"/>
                  </a:lnTo>
                  <a:lnTo>
                    <a:pt x="5994208" y="1435289"/>
                  </a:lnTo>
                  <a:lnTo>
                    <a:pt x="5993540" y="1435289"/>
                  </a:lnTo>
                  <a:lnTo>
                    <a:pt x="5992872" y="1435289"/>
                  </a:lnTo>
                  <a:lnTo>
                    <a:pt x="5992204" y="1435289"/>
                  </a:lnTo>
                  <a:lnTo>
                    <a:pt x="5991536" y="1435289"/>
                  </a:lnTo>
                  <a:lnTo>
                    <a:pt x="5990868" y="1435289"/>
                  </a:lnTo>
                  <a:lnTo>
                    <a:pt x="5990200" y="1435289"/>
                  </a:lnTo>
                  <a:lnTo>
                    <a:pt x="5989532" y="1435289"/>
                  </a:lnTo>
                  <a:lnTo>
                    <a:pt x="5988864" y="1435289"/>
                  </a:lnTo>
                  <a:lnTo>
                    <a:pt x="5988195" y="1435289"/>
                  </a:lnTo>
                  <a:lnTo>
                    <a:pt x="5987527" y="1435289"/>
                  </a:lnTo>
                  <a:lnTo>
                    <a:pt x="5986859" y="1435289"/>
                  </a:lnTo>
                  <a:lnTo>
                    <a:pt x="5986191" y="1435289"/>
                  </a:lnTo>
                  <a:lnTo>
                    <a:pt x="5985523" y="1435289"/>
                  </a:lnTo>
                  <a:lnTo>
                    <a:pt x="5984855" y="1435289"/>
                  </a:lnTo>
                  <a:lnTo>
                    <a:pt x="5984187" y="1435289"/>
                  </a:lnTo>
                  <a:lnTo>
                    <a:pt x="5983519" y="1435289"/>
                  </a:lnTo>
                  <a:lnTo>
                    <a:pt x="5982851" y="1435289"/>
                  </a:lnTo>
                  <a:lnTo>
                    <a:pt x="5982183" y="1435289"/>
                  </a:lnTo>
                  <a:lnTo>
                    <a:pt x="5981515" y="1435289"/>
                  </a:lnTo>
                  <a:lnTo>
                    <a:pt x="5980847" y="1435289"/>
                  </a:lnTo>
                  <a:lnTo>
                    <a:pt x="5980179" y="1435289"/>
                  </a:lnTo>
                  <a:lnTo>
                    <a:pt x="5979511" y="1435289"/>
                  </a:lnTo>
                  <a:lnTo>
                    <a:pt x="5978843" y="1435289"/>
                  </a:lnTo>
                  <a:lnTo>
                    <a:pt x="5978175" y="1435289"/>
                  </a:lnTo>
                  <a:lnTo>
                    <a:pt x="5977507" y="1435289"/>
                  </a:lnTo>
                  <a:lnTo>
                    <a:pt x="5976839" y="1435289"/>
                  </a:lnTo>
                  <a:lnTo>
                    <a:pt x="5976171" y="1435289"/>
                  </a:lnTo>
                  <a:lnTo>
                    <a:pt x="5975503" y="1435289"/>
                  </a:lnTo>
                  <a:lnTo>
                    <a:pt x="5974835" y="1435289"/>
                  </a:lnTo>
                  <a:lnTo>
                    <a:pt x="5974167" y="1435289"/>
                  </a:lnTo>
                  <a:lnTo>
                    <a:pt x="5973499" y="1435289"/>
                  </a:lnTo>
                  <a:lnTo>
                    <a:pt x="5972831" y="1435289"/>
                  </a:lnTo>
                  <a:lnTo>
                    <a:pt x="5972163" y="1435289"/>
                  </a:lnTo>
                  <a:lnTo>
                    <a:pt x="5971495" y="1435289"/>
                  </a:lnTo>
                  <a:lnTo>
                    <a:pt x="5970827" y="1435289"/>
                  </a:lnTo>
                  <a:lnTo>
                    <a:pt x="5970159" y="1435289"/>
                  </a:lnTo>
                  <a:lnTo>
                    <a:pt x="5969491" y="1435289"/>
                  </a:lnTo>
                  <a:lnTo>
                    <a:pt x="5968823" y="1435289"/>
                  </a:lnTo>
                  <a:lnTo>
                    <a:pt x="5968155" y="1435289"/>
                  </a:lnTo>
                  <a:lnTo>
                    <a:pt x="5967487" y="1435289"/>
                  </a:lnTo>
                  <a:lnTo>
                    <a:pt x="5966819" y="1435289"/>
                  </a:lnTo>
                  <a:lnTo>
                    <a:pt x="5966151" y="1435289"/>
                  </a:lnTo>
                  <a:lnTo>
                    <a:pt x="5965483" y="1435289"/>
                  </a:lnTo>
                  <a:lnTo>
                    <a:pt x="5964815" y="1435289"/>
                  </a:lnTo>
                  <a:lnTo>
                    <a:pt x="5964147" y="1435289"/>
                  </a:lnTo>
                  <a:lnTo>
                    <a:pt x="5963478" y="1435289"/>
                  </a:lnTo>
                  <a:lnTo>
                    <a:pt x="5962810" y="1435289"/>
                  </a:lnTo>
                  <a:lnTo>
                    <a:pt x="5962142" y="1435289"/>
                  </a:lnTo>
                  <a:lnTo>
                    <a:pt x="5961474" y="1435289"/>
                  </a:lnTo>
                  <a:lnTo>
                    <a:pt x="5960806" y="1435289"/>
                  </a:lnTo>
                  <a:lnTo>
                    <a:pt x="5960138" y="1435289"/>
                  </a:lnTo>
                  <a:lnTo>
                    <a:pt x="5959470" y="1435289"/>
                  </a:lnTo>
                  <a:lnTo>
                    <a:pt x="5958802" y="1435289"/>
                  </a:lnTo>
                  <a:lnTo>
                    <a:pt x="5958134" y="1435289"/>
                  </a:lnTo>
                  <a:lnTo>
                    <a:pt x="5957466" y="1435289"/>
                  </a:lnTo>
                  <a:lnTo>
                    <a:pt x="5956798" y="1435289"/>
                  </a:lnTo>
                  <a:lnTo>
                    <a:pt x="5956130" y="1435289"/>
                  </a:lnTo>
                  <a:lnTo>
                    <a:pt x="5955462" y="1435289"/>
                  </a:lnTo>
                  <a:lnTo>
                    <a:pt x="5954794" y="1435289"/>
                  </a:lnTo>
                  <a:lnTo>
                    <a:pt x="5954126" y="1435289"/>
                  </a:lnTo>
                  <a:lnTo>
                    <a:pt x="5953458" y="1435289"/>
                  </a:lnTo>
                  <a:lnTo>
                    <a:pt x="5952790" y="1435289"/>
                  </a:lnTo>
                  <a:lnTo>
                    <a:pt x="5952122" y="1435289"/>
                  </a:lnTo>
                  <a:lnTo>
                    <a:pt x="5951454" y="1435289"/>
                  </a:lnTo>
                  <a:lnTo>
                    <a:pt x="5950786" y="1435289"/>
                  </a:lnTo>
                  <a:lnTo>
                    <a:pt x="5950118" y="1435289"/>
                  </a:lnTo>
                  <a:lnTo>
                    <a:pt x="5949450" y="1435289"/>
                  </a:lnTo>
                  <a:lnTo>
                    <a:pt x="5948782" y="1435289"/>
                  </a:lnTo>
                  <a:lnTo>
                    <a:pt x="5948114" y="1435289"/>
                  </a:lnTo>
                  <a:lnTo>
                    <a:pt x="5947446" y="1435289"/>
                  </a:lnTo>
                  <a:lnTo>
                    <a:pt x="5946778" y="1435289"/>
                  </a:lnTo>
                  <a:lnTo>
                    <a:pt x="5946110" y="1435289"/>
                  </a:lnTo>
                  <a:lnTo>
                    <a:pt x="5945442" y="1435289"/>
                  </a:lnTo>
                  <a:lnTo>
                    <a:pt x="5944774" y="1435289"/>
                  </a:lnTo>
                  <a:lnTo>
                    <a:pt x="5944106" y="1435289"/>
                  </a:lnTo>
                  <a:lnTo>
                    <a:pt x="5943438" y="1435289"/>
                  </a:lnTo>
                  <a:lnTo>
                    <a:pt x="5942770" y="1435289"/>
                  </a:lnTo>
                  <a:lnTo>
                    <a:pt x="5942102" y="1435289"/>
                  </a:lnTo>
                  <a:lnTo>
                    <a:pt x="5941434" y="1435289"/>
                  </a:lnTo>
                  <a:lnTo>
                    <a:pt x="5940766" y="1435289"/>
                  </a:lnTo>
                  <a:lnTo>
                    <a:pt x="5940098" y="1435289"/>
                  </a:lnTo>
                  <a:lnTo>
                    <a:pt x="5939429" y="1435289"/>
                  </a:lnTo>
                  <a:lnTo>
                    <a:pt x="5938761" y="1435289"/>
                  </a:lnTo>
                  <a:lnTo>
                    <a:pt x="5938093" y="1435289"/>
                  </a:lnTo>
                  <a:lnTo>
                    <a:pt x="5937425" y="1435289"/>
                  </a:lnTo>
                  <a:lnTo>
                    <a:pt x="5936757" y="1435289"/>
                  </a:lnTo>
                  <a:lnTo>
                    <a:pt x="5936089" y="1435289"/>
                  </a:lnTo>
                  <a:lnTo>
                    <a:pt x="5935421" y="1435289"/>
                  </a:lnTo>
                  <a:lnTo>
                    <a:pt x="5934753" y="1435289"/>
                  </a:lnTo>
                  <a:lnTo>
                    <a:pt x="5934085" y="1435289"/>
                  </a:lnTo>
                  <a:lnTo>
                    <a:pt x="5933417" y="1435289"/>
                  </a:lnTo>
                  <a:lnTo>
                    <a:pt x="5932749" y="1435289"/>
                  </a:lnTo>
                  <a:lnTo>
                    <a:pt x="5932081" y="1435289"/>
                  </a:lnTo>
                  <a:lnTo>
                    <a:pt x="5931413" y="1435289"/>
                  </a:lnTo>
                  <a:lnTo>
                    <a:pt x="5930745" y="1435289"/>
                  </a:lnTo>
                  <a:lnTo>
                    <a:pt x="5930077" y="1435289"/>
                  </a:lnTo>
                  <a:lnTo>
                    <a:pt x="5929409" y="1435289"/>
                  </a:lnTo>
                  <a:lnTo>
                    <a:pt x="5928741" y="1435289"/>
                  </a:lnTo>
                  <a:lnTo>
                    <a:pt x="5928073" y="1435289"/>
                  </a:lnTo>
                  <a:lnTo>
                    <a:pt x="5927405" y="1435289"/>
                  </a:lnTo>
                  <a:lnTo>
                    <a:pt x="5926737" y="1435289"/>
                  </a:lnTo>
                  <a:lnTo>
                    <a:pt x="5926069" y="1435289"/>
                  </a:lnTo>
                  <a:lnTo>
                    <a:pt x="5925401" y="1435289"/>
                  </a:lnTo>
                  <a:lnTo>
                    <a:pt x="5924733" y="1435289"/>
                  </a:lnTo>
                  <a:lnTo>
                    <a:pt x="5924065" y="1435289"/>
                  </a:lnTo>
                  <a:lnTo>
                    <a:pt x="5923397" y="1435289"/>
                  </a:lnTo>
                  <a:lnTo>
                    <a:pt x="5922729" y="1435289"/>
                  </a:lnTo>
                  <a:lnTo>
                    <a:pt x="5922061" y="1435289"/>
                  </a:lnTo>
                  <a:lnTo>
                    <a:pt x="5921393" y="1435289"/>
                  </a:lnTo>
                  <a:lnTo>
                    <a:pt x="5920725" y="1435289"/>
                  </a:lnTo>
                  <a:lnTo>
                    <a:pt x="5920057" y="1435289"/>
                  </a:lnTo>
                  <a:lnTo>
                    <a:pt x="5919389" y="1435289"/>
                  </a:lnTo>
                  <a:lnTo>
                    <a:pt x="5918721" y="1435289"/>
                  </a:lnTo>
                  <a:lnTo>
                    <a:pt x="5918053" y="1435289"/>
                  </a:lnTo>
                  <a:lnTo>
                    <a:pt x="5917385" y="1435289"/>
                  </a:lnTo>
                  <a:lnTo>
                    <a:pt x="5916717" y="1435289"/>
                  </a:lnTo>
                  <a:lnTo>
                    <a:pt x="5916049" y="1435289"/>
                  </a:lnTo>
                  <a:lnTo>
                    <a:pt x="5915381" y="1435289"/>
                  </a:lnTo>
                  <a:lnTo>
                    <a:pt x="5914712" y="1435289"/>
                  </a:lnTo>
                  <a:lnTo>
                    <a:pt x="5914044" y="1435289"/>
                  </a:lnTo>
                  <a:lnTo>
                    <a:pt x="5913376" y="1435289"/>
                  </a:lnTo>
                  <a:lnTo>
                    <a:pt x="5912708" y="1435289"/>
                  </a:lnTo>
                  <a:lnTo>
                    <a:pt x="5912040" y="1435289"/>
                  </a:lnTo>
                  <a:lnTo>
                    <a:pt x="5911372" y="1435289"/>
                  </a:lnTo>
                  <a:lnTo>
                    <a:pt x="5910704" y="1435289"/>
                  </a:lnTo>
                  <a:lnTo>
                    <a:pt x="5910036" y="1435289"/>
                  </a:lnTo>
                  <a:lnTo>
                    <a:pt x="5909368" y="1435289"/>
                  </a:lnTo>
                  <a:lnTo>
                    <a:pt x="5908700" y="1435289"/>
                  </a:lnTo>
                  <a:lnTo>
                    <a:pt x="5908032" y="1435289"/>
                  </a:lnTo>
                  <a:lnTo>
                    <a:pt x="5907364" y="1435289"/>
                  </a:lnTo>
                  <a:lnTo>
                    <a:pt x="5906696" y="1435289"/>
                  </a:lnTo>
                  <a:lnTo>
                    <a:pt x="5906028" y="1435289"/>
                  </a:lnTo>
                  <a:lnTo>
                    <a:pt x="5905360" y="1435289"/>
                  </a:lnTo>
                  <a:lnTo>
                    <a:pt x="5904692" y="1435289"/>
                  </a:lnTo>
                  <a:lnTo>
                    <a:pt x="5904024" y="1435289"/>
                  </a:lnTo>
                  <a:lnTo>
                    <a:pt x="5903356" y="1435289"/>
                  </a:lnTo>
                  <a:lnTo>
                    <a:pt x="5902688" y="1435289"/>
                  </a:lnTo>
                  <a:lnTo>
                    <a:pt x="5902020" y="1435289"/>
                  </a:lnTo>
                  <a:lnTo>
                    <a:pt x="5901352" y="1435289"/>
                  </a:lnTo>
                  <a:lnTo>
                    <a:pt x="5900684" y="1435289"/>
                  </a:lnTo>
                  <a:lnTo>
                    <a:pt x="5900016" y="1435289"/>
                  </a:lnTo>
                  <a:lnTo>
                    <a:pt x="5899348" y="1435289"/>
                  </a:lnTo>
                  <a:lnTo>
                    <a:pt x="5898680" y="1435289"/>
                  </a:lnTo>
                  <a:lnTo>
                    <a:pt x="5898012" y="1435289"/>
                  </a:lnTo>
                  <a:lnTo>
                    <a:pt x="5897344" y="1435289"/>
                  </a:lnTo>
                  <a:lnTo>
                    <a:pt x="5896676" y="1435289"/>
                  </a:lnTo>
                  <a:lnTo>
                    <a:pt x="5896008" y="1435289"/>
                  </a:lnTo>
                  <a:lnTo>
                    <a:pt x="5895340" y="1435289"/>
                  </a:lnTo>
                  <a:lnTo>
                    <a:pt x="5894672" y="1435289"/>
                  </a:lnTo>
                  <a:lnTo>
                    <a:pt x="5894004" y="1435289"/>
                  </a:lnTo>
                  <a:lnTo>
                    <a:pt x="5893336" y="1435289"/>
                  </a:lnTo>
                  <a:lnTo>
                    <a:pt x="5892668" y="1435289"/>
                  </a:lnTo>
                  <a:lnTo>
                    <a:pt x="5892000" y="1435289"/>
                  </a:lnTo>
                  <a:lnTo>
                    <a:pt x="5891332" y="1435289"/>
                  </a:lnTo>
                  <a:lnTo>
                    <a:pt x="5890664" y="1435289"/>
                  </a:lnTo>
                  <a:lnTo>
                    <a:pt x="5889995" y="1435289"/>
                  </a:lnTo>
                  <a:lnTo>
                    <a:pt x="5889327" y="1435289"/>
                  </a:lnTo>
                  <a:lnTo>
                    <a:pt x="5888659" y="1435289"/>
                  </a:lnTo>
                  <a:lnTo>
                    <a:pt x="5887991" y="1435289"/>
                  </a:lnTo>
                  <a:lnTo>
                    <a:pt x="5887323" y="1435289"/>
                  </a:lnTo>
                  <a:lnTo>
                    <a:pt x="5886655" y="1435289"/>
                  </a:lnTo>
                  <a:lnTo>
                    <a:pt x="5885987" y="1435289"/>
                  </a:lnTo>
                  <a:lnTo>
                    <a:pt x="5885319" y="1435289"/>
                  </a:lnTo>
                  <a:lnTo>
                    <a:pt x="5884651" y="1435289"/>
                  </a:lnTo>
                  <a:lnTo>
                    <a:pt x="5883983" y="1435289"/>
                  </a:lnTo>
                  <a:lnTo>
                    <a:pt x="5883315" y="1435289"/>
                  </a:lnTo>
                  <a:lnTo>
                    <a:pt x="5882647" y="1435289"/>
                  </a:lnTo>
                  <a:lnTo>
                    <a:pt x="5881979" y="1435289"/>
                  </a:lnTo>
                  <a:lnTo>
                    <a:pt x="5881311" y="1435289"/>
                  </a:lnTo>
                  <a:lnTo>
                    <a:pt x="5880643" y="1435289"/>
                  </a:lnTo>
                  <a:lnTo>
                    <a:pt x="5879975" y="1435289"/>
                  </a:lnTo>
                  <a:lnTo>
                    <a:pt x="5879307" y="1435289"/>
                  </a:lnTo>
                  <a:lnTo>
                    <a:pt x="5878639" y="1435289"/>
                  </a:lnTo>
                  <a:lnTo>
                    <a:pt x="5877971" y="1435289"/>
                  </a:lnTo>
                  <a:lnTo>
                    <a:pt x="5877303" y="1435289"/>
                  </a:lnTo>
                  <a:lnTo>
                    <a:pt x="5876635" y="1435289"/>
                  </a:lnTo>
                  <a:lnTo>
                    <a:pt x="5875967" y="1435289"/>
                  </a:lnTo>
                  <a:lnTo>
                    <a:pt x="5875299" y="1435289"/>
                  </a:lnTo>
                  <a:lnTo>
                    <a:pt x="5874631" y="1435289"/>
                  </a:lnTo>
                  <a:lnTo>
                    <a:pt x="5873963" y="1435289"/>
                  </a:lnTo>
                  <a:lnTo>
                    <a:pt x="5873295" y="1435289"/>
                  </a:lnTo>
                  <a:lnTo>
                    <a:pt x="5872627" y="1435289"/>
                  </a:lnTo>
                  <a:lnTo>
                    <a:pt x="5871959" y="1435289"/>
                  </a:lnTo>
                  <a:lnTo>
                    <a:pt x="5871291" y="1435289"/>
                  </a:lnTo>
                  <a:lnTo>
                    <a:pt x="5870623" y="1435289"/>
                  </a:lnTo>
                  <a:lnTo>
                    <a:pt x="5869955" y="1435289"/>
                  </a:lnTo>
                  <a:lnTo>
                    <a:pt x="5869287" y="1435289"/>
                  </a:lnTo>
                  <a:lnTo>
                    <a:pt x="5868619" y="1435289"/>
                  </a:lnTo>
                  <a:lnTo>
                    <a:pt x="5867951" y="1435289"/>
                  </a:lnTo>
                  <a:lnTo>
                    <a:pt x="5867283" y="1435289"/>
                  </a:lnTo>
                  <a:lnTo>
                    <a:pt x="5866615" y="1435289"/>
                  </a:lnTo>
                  <a:lnTo>
                    <a:pt x="5865947" y="1435289"/>
                  </a:lnTo>
                  <a:lnTo>
                    <a:pt x="5865278" y="1435289"/>
                  </a:lnTo>
                  <a:lnTo>
                    <a:pt x="5864610" y="1435289"/>
                  </a:lnTo>
                  <a:lnTo>
                    <a:pt x="5863942" y="1435289"/>
                  </a:lnTo>
                  <a:lnTo>
                    <a:pt x="5863274" y="1435289"/>
                  </a:lnTo>
                  <a:lnTo>
                    <a:pt x="5862606" y="1435289"/>
                  </a:lnTo>
                  <a:lnTo>
                    <a:pt x="5861938" y="1435289"/>
                  </a:lnTo>
                  <a:lnTo>
                    <a:pt x="5861270" y="1435289"/>
                  </a:lnTo>
                  <a:lnTo>
                    <a:pt x="5860602" y="1435289"/>
                  </a:lnTo>
                  <a:lnTo>
                    <a:pt x="5859934" y="1435289"/>
                  </a:lnTo>
                  <a:lnTo>
                    <a:pt x="5859266" y="1435289"/>
                  </a:lnTo>
                  <a:lnTo>
                    <a:pt x="5858598" y="1435289"/>
                  </a:lnTo>
                  <a:lnTo>
                    <a:pt x="5857930" y="1435289"/>
                  </a:lnTo>
                  <a:lnTo>
                    <a:pt x="5857262" y="1435289"/>
                  </a:lnTo>
                  <a:lnTo>
                    <a:pt x="5856594" y="1435289"/>
                  </a:lnTo>
                  <a:lnTo>
                    <a:pt x="5855926" y="1435289"/>
                  </a:lnTo>
                  <a:lnTo>
                    <a:pt x="5855258" y="1435289"/>
                  </a:lnTo>
                  <a:lnTo>
                    <a:pt x="5854590" y="1435289"/>
                  </a:lnTo>
                  <a:lnTo>
                    <a:pt x="5853922" y="1435289"/>
                  </a:lnTo>
                  <a:lnTo>
                    <a:pt x="5853254" y="1435289"/>
                  </a:lnTo>
                  <a:lnTo>
                    <a:pt x="5852586" y="1435289"/>
                  </a:lnTo>
                  <a:lnTo>
                    <a:pt x="5851918" y="1435289"/>
                  </a:lnTo>
                  <a:lnTo>
                    <a:pt x="5851250" y="1435289"/>
                  </a:lnTo>
                  <a:lnTo>
                    <a:pt x="5850582" y="1435289"/>
                  </a:lnTo>
                  <a:lnTo>
                    <a:pt x="5849914" y="1435289"/>
                  </a:lnTo>
                  <a:lnTo>
                    <a:pt x="5849246" y="1435289"/>
                  </a:lnTo>
                  <a:lnTo>
                    <a:pt x="5848578" y="1435289"/>
                  </a:lnTo>
                  <a:lnTo>
                    <a:pt x="5847910" y="1435289"/>
                  </a:lnTo>
                  <a:lnTo>
                    <a:pt x="5847242" y="1435289"/>
                  </a:lnTo>
                  <a:lnTo>
                    <a:pt x="5846574" y="1435289"/>
                  </a:lnTo>
                  <a:lnTo>
                    <a:pt x="5845906" y="1435289"/>
                  </a:lnTo>
                  <a:lnTo>
                    <a:pt x="5845238" y="1435289"/>
                  </a:lnTo>
                  <a:lnTo>
                    <a:pt x="5844570" y="1435289"/>
                  </a:lnTo>
                  <a:lnTo>
                    <a:pt x="5843902" y="1435289"/>
                  </a:lnTo>
                  <a:lnTo>
                    <a:pt x="5843234" y="1435289"/>
                  </a:lnTo>
                  <a:lnTo>
                    <a:pt x="5842566" y="1435289"/>
                  </a:lnTo>
                  <a:lnTo>
                    <a:pt x="5841898" y="1435289"/>
                  </a:lnTo>
                  <a:lnTo>
                    <a:pt x="5841229" y="1435289"/>
                  </a:lnTo>
                  <a:lnTo>
                    <a:pt x="5840561" y="1435289"/>
                  </a:lnTo>
                  <a:lnTo>
                    <a:pt x="5839893" y="1435289"/>
                  </a:lnTo>
                  <a:lnTo>
                    <a:pt x="5839225" y="1435289"/>
                  </a:lnTo>
                  <a:lnTo>
                    <a:pt x="5838557" y="1435289"/>
                  </a:lnTo>
                  <a:lnTo>
                    <a:pt x="5837889" y="1435289"/>
                  </a:lnTo>
                  <a:lnTo>
                    <a:pt x="5837221" y="1435289"/>
                  </a:lnTo>
                  <a:lnTo>
                    <a:pt x="5836553" y="1435289"/>
                  </a:lnTo>
                  <a:lnTo>
                    <a:pt x="5835885" y="1435289"/>
                  </a:lnTo>
                  <a:lnTo>
                    <a:pt x="5835217" y="1435289"/>
                  </a:lnTo>
                  <a:lnTo>
                    <a:pt x="5834549" y="1435289"/>
                  </a:lnTo>
                  <a:lnTo>
                    <a:pt x="5833881" y="1435289"/>
                  </a:lnTo>
                  <a:lnTo>
                    <a:pt x="5833213" y="1435289"/>
                  </a:lnTo>
                  <a:lnTo>
                    <a:pt x="5832545" y="1435289"/>
                  </a:lnTo>
                  <a:lnTo>
                    <a:pt x="5831877" y="1435289"/>
                  </a:lnTo>
                  <a:lnTo>
                    <a:pt x="5831209" y="1435289"/>
                  </a:lnTo>
                  <a:lnTo>
                    <a:pt x="5830541" y="1435289"/>
                  </a:lnTo>
                  <a:lnTo>
                    <a:pt x="5829873" y="1435289"/>
                  </a:lnTo>
                  <a:lnTo>
                    <a:pt x="5829205" y="1435289"/>
                  </a:lnTo>
                  <a:lnTo>
                    <a:pt x="5828537" y="1435289"/>
                  </a:lnTo>
                  <a:lnTo>
                    <a:pt x="5827869" y="1435289"/>
                  </a:lnTo>
                  <a:lnTo>
                    <a:pt x="5827201" y="1435289"/>
                  </a:lnTo>
                  <a:lnTo>
                    <a:pt x="5826533" y="1435289"/>
                  </a:lnTo>
                  <a:lnTo>
                    <a:pt x="5825865" y="1435289"/>
                  </a:lnTo>
                  <a:lnTo>
                    <a:pt x="5825197" y="1435289"/>
                  </a:lnTo>
                  <a:lnTo>
                    <a:pt x="5824529" y="1435289"/>
                  </a:lnTo>
                  <a:lnTo>
                    <a:pt x="5823861" y="1435289"/>
                  </a:lnTo>
                  <a:lnTo>
                    <a:pt x="5823193" y="1435289"/>
                  </a:lnTo>
                  <a:lnTo>
                    <a:pt x="5822525" y="1435289"/>
                  </a:lnTo>
                  <a:lnTo>
                    <a:pt x="5821857" y="1435289"/>
                  </a:lnTo>
                  <a:lnTo>
                    <a:pt x="5821189" y="1435289"/>
                  </a:lnTo>
                  <a:lnTo>
                    <a:pt x="5820521" y="1435289"/>
                  </a:lnTo>
                  <a:lnTo>
                    <a:pt x="5819853" y="1435289"/>
                  </a:lnTo>
                  <a:lnTo>
                    <a:pt x="5819185" y="1435289"/>
                  </a:lnTo>
                  <a:lnTo>
                    <a:pt x="5818517" y="1435289"/>
                  </a:lnTo>
                  <a:lnTo>
                    <a:pt x="5817849" y="1435289"/>
                  </a:lnTo>
                  <a:lnTo>
                    <a:pt x="5817181" y="1435289"/>
                  </a:lnTo>
                  <a:lnTo>
                    <a:pt x="5816512" y="1435289"/>
                  </a:lnTo>
                  <a:lnTo>
                    <a:pt x="5815844" y="1435289"/>
                  </a:lnTo>
                  <a:lnTo>
                    <a:pt x="5815176" y="1435289"/>
                  </a:lnTo>
                  <a:lnTo>
                    <a:pt x="5814508" y="1435289"/>
                  </a:lnTo>
                  <a:lnTo>
                    <a:pt x="5813840" y="1435289"/>
                  </a:lnTo>
                  <a:lnTo>
                    <a:pt x="5813172" y="1435289"/>
                  </a:lnTo>
                  <a:lnTo>
                    <a:pt x="5812504" y="1435289"/>
                  </a:lnTo>
                  <a:lnTo>
                    <a:pt x="5811836" y="1435289"/>
                  </a:lnTo>
                  <a:lnTo>
                    <a:pt x="5811168" y="1435289"/>
                  </a:lnTo>
                  <a:lnTo>
                    <a:pt x="5810500" y="1435289"/>
                  </a:lnTo>
                  <a:lnTo>
                    <a:pt x="5809832" y="1435289"/>
                  </a:lnTo>
                  <a:lnTo>
                    <a:pt x="5809164" y="1435289"/>
                  </a:lnTo>
                  <a:lnTo>
                    <a:pt x="5808496" y="1435289"/>
                  </a:lnTo>
                  <a:lnTo>
                    <a:pt x="5807828" y="1435289"/>
                  </a:lnTo>
                  <a:lnTo>
                    <a:pt x="5807160" y="1435289"/>
                  </a:lnTo>
                  <a:lnTo>
                    <a:pt x="5806492" y="1435289"/>
                  </a:lnTo>
                  <a:lnTo>
                    <a:pt x="5805824" y="1435289"/>
                  </a:lnTo>
                  <a:lnTo>
                    <a:pt x="5805156" y="1435289"/>
                  </a:lnTo>
                  <a:lnTo>
                    <a:pt x="5804488" y="1435289"/>
                  </a:lnTo>
                  <a:lnTo>
                    <a:pt x="5803820" y="1435289"/>
                  </a:lnTo>
                  <a:lnTo>
                    <a:pt x="5803152" y="1435289"/>
                  </a:lnTo>
                  <a:lnTo>
                    <a:pt x="5802484" y="1435289"/>
                  </a:lnTo>
                  <a:lnTo>
                    <a:pt x="5801816" y="1435289"/>
                  </a:lnTo>
                  <a:lnTo>
                    <a:pt x="5801148" y="1435289"/>
                  </a:lnTo>
                  <a:lnTo>
                    <a:pt x="5800480" y="1435289"/>
                  </a:lnTo>
                  <a:lnTo>
                    <a:pt x="5799812" y="1435289"/>
                  </a:lnTo>
                  <a:lnTo>
                    <a:pt x="5799144" y="1435289"/>
                  </a:lnTo>
                  <a:lnTo>
                    <a:pt x="5798476" y="1435289"/>
                  </a:lnTo>
                  <a:lnTo>
                    <a:pt x="5797808" y="1435289"/>
                  </a:lnTo>
                  <a:lnTo>
                    <a:pt x="5797140" y="1435289"/>
                  </a:lnTo>
                  <a:lnTo>
                    <a:pt x="5796472" y="1435289"/>
                  </a:lnTo>
                  <a:lnTo>
                    <a:pt x="5795804" y="1435289"/>
                  </a:lnTo>
                  <a:lnTo>
                    <a:pt x="5795136" y="1435289"/>
                  </a:lnTo>
                  <a:lnTo>
                    <a:pt x="5794468" y="1435289"/>
                  </a:lnTo>
                  <a:lnTo>
                    <a:pt x="5793800" y="1435289"/>
                  </a:lnTo>
                  <a:lnTo>
                    <a:pt x="5793132" y="1435289"/>
                  </a:lnTo>
                  <a:lnTo>
                    <a:pt x="5792464" y="1435289"/>
                  </a:lnTo>
                  <a:lnTo>
                    <a:pt x="5791795" y="1435289"/>
                  </a:lnTo>
                  <a:lnTo>
                    <a:pt x="5791127" y="1435289"/>
                  </a:lnTo>
                  <a:lnTo>
                    <a:pt x="5790459" y="1435289"/>
                  </a:lnTo>
                  <a:lnTo>
                    <a:pt x="5789791" y="1435289"/>
                  </a:lnTo>
                  <a:lnTo>
                    <a:pt x="5789123" y="1435289"/>
                  </a:lnTo>
                  <a:lnTo>
                    <a:pt x="5788455" y="1435289"/>
                  </a:lnTo>
                  <a:lnTo>
                    <a:pt x="5787787" y="1435289"/>
                  </a:lnTo>
                  <a:lnTo>
                    <a:pt x="5787119" y="1435289"/>
                  </a:lnTo>
                  <a:lnTo>
                    <a:pt x="5786451" y="1435289"/>
                  </a:lnTo>
                  <a:lnTo>
                    <a:pt x="5785783" y="1435289"/>
                  </a:lnTo>
                  <a:lnTo>
                    <a:pt x="5785115" y="1435289"/>
                  </a:lnTo>
                  <a:lnTo>
                    <a:pt x="5784447" y="1435289"/>
                  </a:lnTo>
                  <a:lnTo>
                    <a:pt x="5783779" y="1435289"/>
                  </a:lnTo>
                  <a:lnTo>
                    <a:pt x="5783111" y="1435289"/>
                  </a:lnTo>
                  <a:lnTo>
                    <a:pt x="5782443" y="1435289"/>
                  </a:lnTo>
                  <a:lnTo>
                    <a:pt x="5781775" y="1435289"/>
                  </a:lnTo>
                  <a:lnTo>
                    <a:pt x="5781107" y="1435289"/>
                  </a:lnTo>
                  <a:lnTo>
                    <a:pt x="5780439" y="1435289"/>
                  </a:lnTo>
                  <a:lnTo>
                    <a:pt x="5779771" y="1435289"/>
                  </a:lnTo>
                  <a:lnTo>
                    <a:pt x="5779103" y="1435289"/>
                  </a:lnTo>
                  <a:lnTo>
                    <a:pt x="5778435" y="1435289"/>
                  </a:lnTo>
                  <a:lnTo>
                    <a:pt x="5777767" y="1435289"/>
                  </a:lnTo>
                  <a:lnTo>
                    <a:pt x="5777099" y="1435289"/>
                  </a:lnTo>
                  <a:lnTo>
                    <a:pt x="5776431" y="1435289"/>
                  </a:lnTo>
                  <a:lnTo>
                    <a:pt x="5775763" y="1435289"/>
                  </a:lnTo>
                  <a:lnTo>
                    <a:pt x="5775095" y="1435289"/>
                  </a:lnTo>
                  <a:lnTo>
                    <a:pt x="5774427" y="1435289"/>
                  </a:lnTo>
                  <a:lnTo>
                    <a:pt x="5773759" y="1435289"/>
                  </a:lnTo>
                  <a:lnTo>
                    <a:pt x="5773091" y="1435289"/>
                  </a:lnTo>
                  <a:lnTo>
                    <a:pt x="5772423" y="1435289"/>
                  </a:lnTo>
                  <a:lnTo>
                    <a:pt x="5771755" y="1435289"/>
                  </a:lnTo>
                  <a:lnTo>
                    <a:pt x="5771087" y="1435289"/>
                  </a:lnTo>
                  <a:lnTo>
                    <a:pt x="5770419" y="1435289"/>
                  </a:lnTo>
                  <a:lnTo>
                    <a:pt x="5769751" y="1435289"/>
                  </a:lnTo>
                  <a:lnTo>
                    <a:pt x="5769083" y="1435289"/>
                  </a:lnTo>
                  <a:lnTo>
                    <a:pt x="5768415" y="1435289"/>
                  </a:lnTo>
                  <a:lnTo>
                    <a:pt x="5767746" y="1435289"/>
                  </a:lnTo>
                  <a:lnTo>
                    <a:pt x="5767078" y="1435289"/>
                  </a:lnTo>
                  <a:lnTo>
                    <a:pt x="5766410" y="1435289"/>
                  </a:lnTo>
                  <a:lnTo>
                    <a:pt x="5765742" y="1435289"/>
                  </a:lnTo>
                  <a:lnTo>
                    <a:pt x="5765074" y="1435289"/>
                  </a:lnTo>
                  <a:lnTo>
                    <a:pt x="5764406" y="1435289"/>
                  </a:lnTo>
                  <a:lnTo>
                    <a:pt x="5763738" y="1435289"/>
                  </a:lnTo>
                  <a:lnTo>
                    <a:pt x="5763070" y="1435289"/>
                  </a:lnTo>
                  <a:lnTo>
                    <a:pt x="5762402" y="1435289"/>
                  </a:lnTo>
                  <a:lnTo>
                    <a:pt x="5761734" y="1435289"/>
                  </a:lnTo>
                  <a:lnTo>
                    <a:pt x="5761066" y="1435289"/>
                  </a:lnTo>
                  <a:lnTo>
                    <a:pt x="5760398" y="1435289"/>
                  </a:lnTo>
                  <a:lnTo>
                    <a:pt x="5759730" y="1435289"/>
                  </a:lnTo>
                  <a:lnTo>
                    <a:pt x="5759062" y="1435289"/>
                  </a:lnTo>
                  <a:lnTo>
                    <a:pt x="5758394" y="1435289"/>
                  </a:lnTo>
                  <a:lnTo>
                    <a:pt x="5757726" y="1435289"/>
                  </a:lnTo>
                  <a:lnTo>
                    <a:pt x="5757058" y="1435289"/>
                  </a:lnTo>
                  <a:lnTo>
                    <a:pt x="5756390" y="1435289"/>
                  </a:lnTo>
                  <a:lnTo>
                    <a:pt x="5755722" y="1435289"/>
                  </a:lnTo>
                  <a:lnTo>
                    <a:pt x="5755054" y="1435289"/>
                  </a:lnTo>
                  <a:lnTo>
                    <a:pt x="5754386" y="1435289"/>
                  </a:lnTo>
                  <a:lnTo>
                    <a:pt x="5753718" y="1435289"/>
                  </a:lnTo>
                  <a:lnTo>
                    <a:pt x="5753050" y="1435289"/>
                  </a:lnTo>
                  <a:lnTo>
                    <a:pt x="5752382" y="1435289"/>
                  </a:lnTo>
                  <a:lnTo>
                    <a:pt x="5751714" y="1435289"/>
                  </a:lnTo>
                  <a:lnTo>
                    <a:pt x="5751046" y="1435289"/>
                  </a:lnTo>
                  <a:lnTo>
                    <a:pt x="5750378" y="1435289"/>
                  </a:lnTo>
                  <a:lnTo>
                    <a:pt x="5749710" y="1435289"/>
                  </a:lnTo>
                  <a:lnTo>
                    <a:pt x="5749042" y="1435289"/>
                  </a:lnTo>
                  <a:lnTo>
                    <a:pt x="5748374" y="1435289"/>
                  </a:lnTo>
                  <a:lnTo>
                    <a:pt x="5747706" y="1435289"/>
                  </a:lnTo>
                  <a:lnTo>
                    <a:pt x="5747038" y="1435289"/>
                  </a:lnTo>
                  <a:lnTo>
                    <a:pt x="5746370" y="1435289"/>
                  </a:lnTo>
                  <a:lnTo>
                    <a:pt x="5745702" y="1435289"/>
                  </a:lnTo>
                  <a:lnTo>
                    <a:pt x="5745034" y="1435289"/>
                  </a:lnTo>
                  <a:lnTo>
                    <a:pt x="5744366" y="1435289"/>
                  </a:lnTo>
                  <a:lnTo>
                    <a:pt x="5743698" y="1435289"/>
                  </a:lnTo>
                  <a:lnTo>
                    <a:pt x="5743029" y="1435289"/>
                  </a:lnTo>
                  <a:lnTo>
                    <a:pt x="5742361" y="1435289"/>
                  </a:lnTo>
                  <a:lnTo>
                    <a:pt x="5741693" y="1435289"/>
                  </a:lnTo>
                  <a:lnTo>
                    <a:pt x="5741025" y="1435289"/>
                  </a:lnTo>
                  <a:lnTo>
                    <a:pt x="5740357" y="1435289"/>
                  </a:lnTo>
                  <a:lnTo>
                    <a:pt x="5739689" y="1435289"/>
                  </a:lnTo>
                  <a:lnTo>
                    <a:pt x="5739021" y="1435289"/>
                  </a:lnTo>
                  <a:lnTo>
                    <a:pt x="5738353" y="1435289"/>
                  </a:lnTo>
                  <a:lnTo>
                    <a:pt x="5737685" y="1435289"/>
                  </a:lnTo>
                  <a:lnTo>
                    <a:pt x="5737017" y="1435289"/>
                  </a:lnTo>
                  <a:lnTo>
                    <a:pt x="5736349" y="1435289"/>
                  </a:lnTo>
                  <a:lnTo>
                    <a:pt x="5735681" y="1435289"/>
                  </a:lnTo>
                  <a:lnTo>
                    <a:pt x="5735013" y="1435289"/>
                  </a:lnTo>
                  <a:lnTo>
                    <a:pt x="5734345" y="1435289"/>
                  </a:lnTo>
                  <a:lnTo>
                    <a:pt x="5733677" y="1435289"/>
                  </a:lnTo>
                  <a:lnTo>
                    <a:pt x="5733009" y="1435289"/>
                  </a:lnTo>
                  <a:lnTo>
                    <a:pt x="5732341" y="1435289"/>
                  </a:lnTo>
                  <a:lnTo>
                    <a:pt x="5731673" y="1435289"/>
                  </a:lnTo>
                  <a:lnTo>
                    <a:pt x="5731005" y="1435289"/>
                  </a:lnTo>
                  <a:lnTo>
                    <a:pt x="5730337" y="1435289"/>
                  </a:lnTo>
                  <a:lnTo>
                    <a:pt x="5729669" y="1435289"/>
                  </a:lnTo>
                  <a:lnTo>
                    <a:pt x="5729001" y="1435289"/>
                  </a:lnTo>
                  <a:lnTo>
                    <a:pt x="5728333" y="1435289"/>
                  </a:lnTo>
                  <a:lnTo>
                    <a:pt x="5727665" y="1435289"/>
                  </a:lnTo>
                  <a:lnTo>
                    <a:pt x="5726997" y="1435289"/>
                  </a:lnTo>
                  <a:lnTo>
                    <a:pt x="5726329" y="1435289"/>
                  </a:lnTo>
                  <a:lnTo>
                    <a:pt x="5725661" y="1435289"/>
                  </a:lnTo>
                  <a:lnTo>
                    <a:pt x="5724993" y="1435289"/>
                  </a:lnTo>
                  <a:lnTo>
                    <a:pt x="5724325" y="1435289"/>
                  </a:lnTo>
                  <a:lnTo>
                    <a:pt x="5723657" y="1435289"/>
                  </a:lnTo>
                  <a:lnTo>
                    <a:pt x="5722989" y="1435289"/>
                  </a:lnTo>
                  <a:lnTo>
                    <a:pt x="5722321" y="1435289"/>
                  </a:lnTo>
                  <a:lnTo>
                    <a:pt x="5721653" y="1435289"/>
                  </a:lnTo>
                  <a:lnTo>
                    <a:pt x="5720985" y="1435289"/>
                  </a:lnTo>
                  <a:lnTo>
                    <a:pt x="5720317" y="1435289"/>
                  </a:lnTo>
                  <a:lnTo>
                    <a:pt x="5719649" y="1435289"/>
                  </a:lnTo>
                  <a:lnTo>
                    <a:pt x="5718981" y="1435289"/>
                  </a:lnTo>
                  <a:lnTo>
                    <a:pt x="5718312" y="1435289"/>
                  </a:lnTo>
                  <a:lnTo>
                    <a:pt x="5717644" y="1435289"/>
                  </a:lnTo>
                  <a:lnTo>
                    <a:pt x="5716976" y="1435289"/>
                  </a:lnTo>
                  <a:lnTo>
                    <a:pt x="5716308" y="1435289"/>
                  </a:lnTo>
                  <a:lnTo>
                    <a:pt x="5715640" y="1435289"/>
                  </a:lnTo>
                  <a:lnTo>
                    <a:pt x="5714972" y="1435289"/>
                  </a:lnTo>
                  <a:lnTo>
                    <a:pt x="5714304" y="1435289"/>
                  </a:lnTo>
                  <a:lnTo>
                    <a:pt x="5713636" y="1435289"/>
                  </a:lnTo>
                  <a:lnTo>
                    <a:pt x="5712968" y="1435289"/>
                  </a:lnTo>
                  <a:lnTo>
                    <a:pt x="5712300" y="1435289"/>
                  </a:lnTo>
                  <a:lnTo>
                    <a:pt x="5711632" y="1435289"/>
                  </a:lnTo>
                  <a:lnTo>
                    <a:pt x="5710964" y="1435289"/>
                  </a:lnTo>
                  <a:lnTo>
                    <a:pt x="5710296" y="1435289"/>
                  </a:lnTo>
                  <a:lnTo>
                    <a:pt x="5709628" y="1435289"/>
                  </a:lnTo>
                  <a:lnTo>
                    <a:pt x="5708960" y="1435289"/>
                  </a:lnTo>
                  <a:lnTo>
                    <a:pt x="5708292" y="1435289"/>
                  </a:lnTo>
                  <a:lnTo>
                    <a:pt x="5707624" y="1435289"/>
                  </a:lnTo>
                  <a:lnTo>
                    <a:pt x="5706956" y="1435289"/>
                  </a:lnTo>
                  <a:lnTo>
                    <a:pt x="5706288" y="1435289"/>
                  </a:lnTo>
                  <a:lnTo>
                    <a:pt x="5705620" y="1435289"/>
                  </a:lnTo>
                  <a:lnTo>
                    <a:pt x="5704952" y="1435289"/>
                  </a:lnTo>
                  <a:lnTo>
                    <a:pt x="5704284" y="1435289"/>
                  </a:lnTo>
                  <a:lnTo>
                    <a:pt x="5703616" y="1435289"/>
                  </a:lnTo>
                  <a:lnTo>
                    <a:pt x="5702948" y="1435289"/>
                  </a:lnTo>
                  <a:lnTo>
                    <a:pt x="5702280" y="1435289"/>
                  </a:lnTo>
                  <a:lnTo>
                    <a:pt x="5701612" y="1435289"/>
                  </a:lnTo>
                  <a:lnTo>
                    <a:pt x="5700944" y="1435289"/>
                  </a:lnTo>
                  <a:lnTo>
                    <a:pt x="5700276" y="1435289"/>
                  </a:lnTo>
                  <a:lnTo>
                    <a:pt x="5699608" y="1435289"/>
                  </a:lnTo>
                  <a:lnTo>
                    <a:pt x="5698940" y="1435289"/>
                  </a:lnTo>
                  <a:lnTo>
                    <a:pt x="5698272" y="1435289"/>
                  </a:lnTo>
                  <a:lnTo>
                    <a:pt x="5697604" y="1435289"/>
                  </a:lnTo>
                  <a:lnTo>
                    <a:pt x="5696936" y="1435289"/>
                  </a:lnTo>
                  <a:lnTo>
                    <a:pt x="5696268" y="1435289"/>
                  </a:lnTo>
                  <a:lnTo>
                    <a:pt x="5695600" y="1435289"/>
                  </a:lnTo>
                  <a:lnTo>
                    <a:pt x="5694932" y="1435289"/>
                  </a:lnTo>
                  <a:lnTo>
                    <a:pt x="5694264" y="1435289"/>
                  </a:lnTo>
                  <a:lnTo>
                    <a:pt x="5693595" y="1435289"/>
                  </a:lnTo>
                  <a:lnTo>
                    <a:pt x="5692927" y="1435289"/>
                  </a:lnTo>
                  <a:lnTo>
                    <a:pt x="5692259" y="1435289"/>
                  </a:lnTo>
                  <a:lnTo>
                    <a:pt x="5691591" y="1435289"/>
                  </a:lnTo>
                  <a:lnTo>
                    <a:pt x="5690923" y="1435289"/>
                  </a:lnTo>
                  <a:lnTo>
                    <a:pt x="5690255" y="1435289"/>
                  </a:lnTo>
                  <a:lnTo>
                    <a:pt x="5689587" y="1435289"/>
                  </a:lnTo>
                  <a:lnTo>
                    <a:pt x="5688919" y="1435289"/>
                  </a:lnTo>
                  <a:lnTo>
                    <a:pt x="5688251" y="1435289"/>
                  </a:lnTo>
                  <a:lnTo>
                    <a:pt x="5687583" y="1435289"/>
                  </a:lnTo>
                  <a:lnTo>
                    <a:pt x="5686915" y="1435289"/>
                  </a:lnTo>
                  <a:lnTo>
                    <a:pt x="5686247" y="1435289"/>
                  </a:lnTo>
                  <a:lnTo>
                    <a:pt x="5685579" y="1435289"/>
                  </a:lnTo>
                  <a:lnTo>
                    <a:pt x="5684911" y="1435289"/>
                  </a:lnTo>
                  <a:lnTo>
                    <a:pt x="5684243" y="1435289"/>
                  </a:lnTo>
                  <a:lnTo>
                    <a:pt x="5683575" y="1435289"/>
                  </a:lnTo>
                  <a:lnTo>
                    <a:pt x="5682907" y="1435289"/>
                  </a:lnTo>
                  <a:lnTo>
                    <a:pt x="5682239" y="1435289"/>
                  </a:lnTo>
                  <a:lnTo>
                    <a:pt x="5681571" y="1435289"/>
                  </a:lnTo>
                  <a:lnTo>
                    <a:pt x="5680903" y="1435289"/>
                  </a:lnTo>
                  <a:lnTo>
                    <a:pt x="5680235" y="1435289"/>
                  </a:lnTo>
                  <a:lnTo>
                    <a:pt x="5679567" y="1435289"/>
                  </a:lnTo>
                  <a:lnTo>
                    <a:pt x="5678899" y="1435289"/>
                  </a:lnTo>
                  <a:lnTo>
                    <a:pt x="5678231" y="1435289"/>
                  </a:lnTo>
                  <a:lnTo>
                    <a:pt x="5677563" y="1435289"/>
                  </a:lnTo>
                  <a:lnTo>
                    <a:pt x="5676895" y="1435289"/>
                  </a:lnTo>
                  <a:lnTo>
                    <a:pt x="5676227" y="1435289"/>
                  </a:lnTo>
                  <a:lnTo>
                    <a:pt x="5675559" y="1435289"/>
                  </a:lnTo>
                  <a:lnTo>
                    <a:pt x="5674891" y="1435289"/>
                  </a:lnTo>
                  <a:lnTo>
                    <a:pt x="5674223" y="1435289"/>
                  </a:lnTo>
                  <a:lnTo>
                    <a:pt x="5673555" y="1435289"/>
                  </a:lnTo>
                  <a:lnTo>
                    <a:pt x="5672887" y="1435289"/>
                  </a:lnTo>
                  <a:lnTo>
                    <a:pt x="5672219" y="1435289"/>
                  </a:lnTo>
                  <a:lnTo>
                    <a:pt x="5671551" y="1435289"/>
                  </a:lnTo>
                  <a:lnTo>
                    <a:pt x="5670883" y="1435289"/>
                  </a:lnTo>
                  <a:lnTo>
                    <a:pt x="5670215" y="1435289"/>
                  </a:lnTo>
                  <a:lnTo>
                    <a:pt x="5669546" y="1435289"/>
                  </a:lnTo>
                  <a:lnTo>
                    <a:pt x="5668878" y="1435289"/>
                  </a:lnTo>
                  <a:lnTo>
                    <a:pt x="5668210" y="1435289"/>
                  </a:lnTo>
                  <a:lnTo>
                    <a:pt x="5667542" y="1435289"/>
                  </a:lnTo>
                  <a:lnTo>
                    <a:pt x="5666874" y="1435289"/>
                  </a:lnTo>
                  <a:lnTo>
                    <a:pt x="5666206" y="1435289"/>
                  </a:lnTo>
                  <a:lnTo>
                    <a:pt x="5665538" y="1435289"/>
                  </a:lnTo>
                  <a:lnTo>
                    <a:pt x="5664870" y="1435289"/>
                  </a:lnTo>
                  <a:lnTo>
                    <a:pt x="5664202" y="1435289"/>
                  </a:lnTo>
                  <a:lnTo>
                    <a:pt x="5663534" y="1435289"/>
                  </a:lnTo>
                  <a:lnTo>
                    <a:pt x="5662866" y="1435289"/>
                  </a:lnTo>
                  <a:lnTo>
                    <a:pt x="5662198" y="1435289"/>
                  </a:lnTo>
                  <a:lnTo>
                    <a:pt x="5661530" y="1435289"/>
                  </a:lnTo>
                  <a:lnTo>
                    <a:pt x="5660862" y="1435289"/>
                  </a:lnTo>
                  <a:lnTo>
                    <a:pt x="5660194" y="1435289"/>
                  </a:lnTo>
                  <a:lnTo>
                    <a:pt x="5659526" y="1435289"/>
                  </a:lnTo>
                  <a:lnTo>
                    <a:pt x="5658858" y="1435289"/>
                  </a:lnTo>
                  <a:lnTo>
                    <a:pt x="5658190" y="1435289"/>
                  </a:lnTo>
                  <a:lnTo>
                    <a:pt x="5657522" y="1435289"/>
                  </a:lnTo>
                  <a:lnTo>
                    <a:pt x="5656854" y="1435289"/>
                  </a:lnTo>
                  <a:lnTo>
                    <a:pt x="5656186" y="1435289"/>
                  </a:lnTo>
                  <a:lnTo>
                    <a:pt x="5655518" y="1435289"/>
                  </a:lnTo>
                  <a:lnTo>
                    <a:pt x="5654850" y="1435289"/>
                  </a:lnTo>
                  <a:lnTo>
                    <a:pt x="5654182" y="1435289"/>
                  </a:lnTo>
                  <a:lnTo>
                    <a:pt x="5653514" y="1435289"/>
                  </a:lnTo>
                  <a:lnTo>
                    <a:pt x="5652846" y="1435289"/>
                  </a:lnTo>
                  <a:lnTo>
                    <a:pt x="5652178" y="1435289"/>
                  </a:lnTo>
                  <a:lnTo>
                    <a:pt x="5651510" y="1435289"/>
                  </a:lnTo>
                  <a:lnTo>
                    <a:pt x="5650842" y="1435289"/>
                  </a:lnTo>
                  <a:lnTo>
                    <a:pt x="5650174" y="1435289"/>
                  </a:lnTo>
                  <a:lnTo>
                    <a:pt x="5649506" y="1435289"/>
                  </a:lnTo>
                  <a:lnTo>
                    <a:pt x="5648838" y="1435289"/>
                  </a:lnTo>
                  <a:lnTo>
                    <a:pt x="5648170" y="1435289"/>
                  </a:lnTo>
                  <a:lnTo>
                    <a:pt x="5647502" y="1435289"/>
                  </a:lnTo>
                  <a:lnTo>
                    <a:pt x="5646834" y="1435289"/>
                  </a:lnTo>
                  <a:lnTo>
                    <a:pt x="5646166" y="1435289"/>
                  </a:lnTo>
                  <a:lnTo>
                    <a:pt x="5645498" y="1435289"/>
                  </a:lnTo>
                  <a:lnTo>
                    <a:pt x="5644829" y="1435289"/>
                  </a:lnTo>
                  <a:lnTo>
                    <a:pt x="5644161" y="1435289"/>
                  </a:lnTo>
                  <a:lnTo>
                    <a:pt x="5643493" y="1435289"/>
                  </a:lnTo>
                  <a:lnTo>
                    <a:pt x="5642825" y="1435289"/>
                  </a:lnTo>
                  <a:lnTo>
                    <a:pt x="5642157" y="1435289"/>
                  </a:lnTo>
                  <a:lnTo>
                    <a:pt x="5641489" y="1435289"/>
                  </a:lnTo>
                  <a:lnTo>
                    <a:pt x="5640821" y="1435289"/>
                  </a:lnTo>
                  <a:lnTo>
                    <a:pt x="5640153" y="1435289"/>
                  </a:lnTo>
                  <a:lnTo>
                    <a:pt x="5639485" y="1435289"/>
                  </a:lnTo>
                  <a:lnTo>
                    <a:pt x="5638817" y="1435289"/>
                  </a:lnTo>
                  <a:lnTo>
                    <a:pt x="5638149" y="1435289"/>
                  </a:lnTo>
                  <a:lnTo>
                    <a:pt x="5637481" y="1435289"/>
                  </a:lnTo>
                  <a:lnTo>
                    <a:pt x="5636813" y="1435289"/>
                  </a:lnTo>
                  <a:lnTo>
                    <a:pt x="5636145" y="1435289"/>
                  </a:lnTo>
                  <a:lnTo>
                    <a:pt x="5635477" y="1435289"/>
                  </a:lnTo>
                  <a:lnTo>
                    <a:pt x="5634809" y="1435289"/>
                  </a:lnTo>
                  <a:lnTo>
                    <a:pt x="5634141" y="1435289"/>
                  </a:lnTo>
                  <a:lnTo>
                    <a:pt x="5633473" y="1435289"/>
                  </a:lnTo>
                  <a:lnTo>
                    <a:pt x="5632805" y="1435289"/>
                  </a:lnTo>
                  <a:lnTo>
                    <a:pt x="5632137" y="1435289"/>
                  </a:lnTo>
                  <a:lnTo>
                    <a:pt x="5631469" y="1435289"/>
                  </a:lnTo>
                  <a:lnTo>
                    <a:pt x="5630801" y="1435289"/>
                  </a:lnTo>
                  <a:lnTo>
                    <a:pt x="5630133" y="1435289"/>
                  </a:lnTo>
                  <a:lnTo>
                    <a:pt x="5629465" y="1435289"/>
                  </a:lnTo>
                  <a:lnTo>
                    <a:pt x="5628797" y="1435289"/>
                  </a:lnTo>
                  <a:lnTo>
                    <a:pt x="5628129" y="1435289"/>
                  </a:lnTo>
                  <a:lnTo>
                    <a:pt x="5627461" y="1435289"/>
                  </a:lnTo>
                  <a:lnTo>
                    <a:pt x="5626793" y="1435289"/>
                  </a:lnTo>
                  <a:lnTo>
                    <a:pt x="5626125" y="1435289"/>
                  </a:lnTo>
                  <a:lnTo>
                    <a:pt x="5625457" y="1435289"/>
                  </a:lnTo>
                  <a:lnTo>
                    <a:pt x="5624789" y="1435289"/>
                  </a:lnTo>
                  <a:lnTo>
                    <a:pt x="5624121" y="1435289"/>
                  </a:lnTo>
                  <a:lnTo>
                    <a:pt x="5623453" y="1435289"/>
                  </a:lnTo>
                  <a:lnTo>
                    <a:pt x="5622785" y="1435289"/>
                  </a:lnTo>
                  <a:lnTo>
                    <a:pt x="5622117" y="1435289"/>
                  </a:lnTo>
                  <a:lnTo>
                    <a:pt x="5621449" y="1435289"/>
                  </a:lnTo>
                  <a:lnTo>
                    <a:pt x="5620781" y="1435289"/>
                  </a:lnTo>
                  <a:lnTo>
                    <a:pt x="5620112" y="1435289"/>
                  </a:lnTo>
                  <a:lnTo>
                    <a:pt x="5619444" y="1435289"/>
                  </a:lnTo>
                  <a:lnTo>
                    <a:pt x="5618776" y="1435289"/>
                  </a:lnTo>
                  <a:lnTo>
                    <a:pt x="5618108" y="1435289"/>
                  </a:lnTo>
                  <a:lnTo>
                    <a:pt x="5617440" y="1435289"/>
                  </a:lnTo>
                  <a:lnTo>
                    <a:pt x="5616772" y="1435289"/>
                  </a:lnTo>
                  <a:lnTo>
                    <a:pt x="5616104" y="1435289"/>
                  </a:lnTo>
                  <a:lnTo>
                    <a:pt x="5615436" y="1435289"/>
                  </a:lnTo>
                  <a:lnTo>
                    <a:pt x="5614768" y="1435289"/>
                  </a:lnTo>
                  <a:lnTo>
                    <a:pt x="5614100" y="1435289"/>
                  </a:lnTo>
                  <a:lnTo>
                    <a:pt x="5613432" y="1435289"/>
                  </a:lnTo>
                  <a:lnTo>
                    <a:pt x="5612764" y="1435289"/>
                  </a:lnTo>
                  <a:lnTo>
                    <a:pt x="5612096" y="1435289"/>
                  </a:lnTo>
                  <a:lnTo>
                    <a:pt x="5611428" y="1435289"/>
                  </a:lnTo>
                  <a:lnTo>
                    <a:pt x="5610760" y="1435289"/>
                  </a:lnTo>
                  <a:lnTo>
                    <a:pt x="5610092" y="1435289"/>
                  </a:lnTo>
                  <a:lnTo>
                    <a:pt x="5609424" y="1435289"/>
                  </a:lnTo>
                  <a:lnTo>
                    <a:pt x="5608756" y="1435289"/>
                  </a:lnTo>
                  <a:lnTo>
                    <a:pt x="5608088" y="1435289"/>
                  </a:lnTo>
                  <a:lnTo>
                    <a:pt x="5607420" y="1435289"/>
                  </a:lnTo>
                  <a:lnTo>
                    <a:pt x="5606752" y="1435289"/>
                  </a:lnTo>
                  <a:lnTo>
                    <a:pt x="5606084" y="1435289"/>
                  </a:lnTo>
                  <a:lnTo>
                    <a:pt x="5605416" y="1435289"/>
                  </a:lnTo>
                  <a:lnTo>
                    <a:pt x="5604748" y="1435289"/>
                  </a:lnTo>
                  <a:lnTo>
                    <a:pt x="5604080" y="1435289"/>
                  </a:lnTo>
                  <a:lnTo>
                    <a:pt x="5603412" y="1435289"/>
                  </a:lnTo>
                  <a:lnTo>
                    <a:pt x="5602744" y="1435289"/>
                  </a:lnTo>
                  <a:lnTo>
                    <a:pt x="5602076" y="1435289"/>
                  </a:lnTo>
                  <a:lnTo>
                    <a:pt x="5601408" y="1435289"/>
                  </a:lnTo>
                  <a:lnTo>
                    <a:pt x="5600740" y="1435289"/>
                  </a:lnTo>
                  <a:lnTo>
                    <a:pt x="5600072" y="1435289"/>
                  </a:lnTo>
                  <a:lnTo>
                    <a:pt x="5599404" y="1435289"/>
                  </a:lnTo>
                  <a:lnTo>
                    <a:pt x="5598736" y="1435289"/>
                  </a:lnTo>
                  <a:lnTo>
                    <a:pt x="5598068" y="1435289"/>
                  </a:lnTo>
                  <a:lnTo>
                    <a:pt x="5597400" y="1435289"/>
                  </a:lnTo>
                  <a:lnTo>
                    <a:pt x="5596732" y="1435289"/>
                  </a:lnTo>
                  <a:lnTo>
                    <a:pt x="5596064" y="1435289"/>
                  </a:lnTo>
                  <a:lnTo>
                    <a:pt x="5595395" y="1435289"/>
                  </a:lnTo>
                  <a:lnTo>
                    <a:pt x="5594727" y="1435289"/>
                  </a:lnTo>
                  <a:lnTo>
                    <a:pt x="5594059" y="1435289"/>
                  </a:lnTo>
                  <a:lnTo>
                    <a:pt x="5593391" y="1435289"/>
                  </a:lnTo>
                  <a:lnTo>
                    <a:pt x="5592723" y="1435289"/>
                  </a:lnTo>
                  <a:lnTo>
                    <a:pt x="5592055" y="1435289"/>
                  </a:lnTo>
                  <a:lnTo>
                    <a:pt x="5591387" y="1435289"/>
                  </a:lnTo>
                  <a:lnTo>
                    <a:pt x="5590719" y="1435289"/>
                  </a:lnTo>
                  <a:lnTo>
                    <a:pt x="5590051" y="1435289"/>
                  </a:lnTo>
                  <a:lnTo>
                    <a:pt x="5589383" y="1435289"/>
                  </a:lnTo>
                  <a:lnTo>
                    <a:pt x="5588715" y="1435289"/>
                  </a:lnTo>
                  <a:lnTo>
                    <a:pt x="5588047" y="1435289"/>
                  </a:lnTo>
                  <a:lnTo>
                    <a:pt x="5587379" y="1435289"/>
                  </a:lnTo>
                  <a:lnTo>
                    <a:pt x="5586711" y="1435289"/>
                  </a:lnTo>
                  <a:lnTo>
                    <a:pt x="5586043" y="1435289"/>
                  </a:lnTo>
                  <a:lnTo>
                    <a:pt x="5585375" y="1435289"/>
                  </a:lnTo>
                  <a:lnTo>
                    <a:pt x="5584707" y="1435289"/>
                  </a:lnTo>
                  <a:lnTo>
                    <a:pt x="5584039" y="1435289"/>
                  </a:lnTo>
                  <a:lnTo>
                    <a:pt x="5583371" y="1435289"/>
                  </a:lnTo>
                  <a:lnTo>
                    <a:pt x="5582703" y="1435289"/>
                  </a:lnTo>
                  <a:lnTo>
                    <a:pt x="5582035" y="1435289"/>
                  </a:lnTo>
                  <a:lnTo>
                    <a:pt x="5581367" y="1435289"/>
                  </a:lnTo>
                  <a:lnTo>
                    <a:pt x="5580699" y="1435289"/>
                  </a:lnTo>
                  <a:lnTo>
                    <a:pt x="5580031" y="1435289"/>
                  </a:lnTo>
                  <a:lnTo>
                    <a:pt x="5579363" y="1435289"/>
                  </a:lnTo>
                  <a:lnTo>
                    <a:pt x="5578695" y="1435289"/>
                  </a:lnTo>
                  <a:lnTo>
                    <a:pt x="5578027" y="1435289"/>
                  </a:lnTo>
                  <a:lnTo>
                    <a:pt x="5577359" y="1435289"/>
                  </a:lnTo>
                  <a:lnTo>
                    <a:pt x="5576691" y="1435289"/>
                  </a:lnTo>
                  <a:lnTo>
                    <a:pt x="5576023" y="1435289"/>
                  </a:lnTo>
                  <a:lnTo>
                    <a:pt x="5575355" y="1435289"/>
                  </a:lnTo>
                  <a:lnTo>
                    <a:pt x="5574687" y="1435289"/>
                  </a:lnTo>
                  <a:lnTo>
                    <a:pt x="5574019" y="1435289"/>
                  </a:lnTo>
                  <a:lnTo>
                    <a:pt x="5573351" y="1435289"/>
                  </a:lnTo>
                  <a:lnTo>
                    <a:pt x="5572683" y="1435289"/>
                  </a:lnTo>
                  <a:lnTo>
                    <a:pt x="5572015" y="1435289"/>
                  </a:lnTo>
                  <a:lnTo>
                    <a:pt x="5571346" y="1435289"/>
                  </a:lnTo>
                  <a:lnTo>
                    <a:pt x="5570678" y="1435289"/>
                  </a:lnTo>
                  <a:lnTo>
                    <a:pt x="5570010" y="1435289"/>
                  </a:lnTo>
                  <a:lnTo>
                    <a:pt x="5569342" y="1435289"/>
                  </a:lnTo>
                  <a:lnTo>
                    <a:pt x="5568674" y="1435289"/>
                  </a:lnTo>
                  <a:lnTo>
                    <a:pt x="5568006" y="1435289"/>
                  </a:lnTo>
                  <a:lnTo>
                    <a:pt x="5567338" y="1435289"/>
                  </a:lnTo>
                  <a:lnTo>
                    <a:pt x="5566670" y="1435289"/>
                  </a:lnTo>
                  <a:lnTo>
                    <a:pt x="5566002" y="1435289"/>
                  </a:lnTo>
                  <a:lnTo>
                    <a:pt x="5565334" y="1435289"/>
                  </a:lnTo>
                  <a:lnTo>
                    <a:pt x="5564666" y="1435289"/>
                  </a:lnTo>
                  <a:lnTo>
                    <a:pt x="5563998" y="1435289"/>
                  </a:lnTo>
                  <a:lnTo>
                    <a:pt x="5563330" y="1435289"/>
                  </a:lnTo>
                  <a:lnTo>
                    <a:pt x="5562662" y="1435289"/>
                  </a:lnTo>
                  <a:lnTo>
                    <a:pt x="5561994" y="1435289"/>
                  </a:lnTo>
                  <a:lnTo>
                    <a:pt x="5561326" y="1435289"/>
                  </a:lnTo>
                  <a:lnTo>
                    <a:pt x="5560658" y="1435289"/>
                  </a:lnTo>
                  <a:lnTo>
                    <a:pt x="5559990" y="1435289"/>
                  </a:lnTo>
                  <a:lnTo>
                    <a:pt x="5559322" y="1435289"/>
                  </a:lnTo>
                  <a:lnTo>
                    <a:pt x="5558654" y="1435289"/>
                  </a:lnTo>
                  <a:lnTo>
                    <a:pt x="5557986" y="1435289"/>
                  </a:lnTo>
                  <a:lnTo>
                    <a:pt x="5557318" y="1435289"/>
                  </a:lnTo>
                  <a:lnTo>
                    <a:pt x="5556650" y="1435289"/>
                  </a:lnTo>
                  <a:lnTo>
                    <a:pt x="5555982" y="1435289"/>
                  </a:lnTo>
                  <a:lnTo>
                    <a:pt x="5555314" y="1435289"/>
                  </a:lnTo>
                  <a:lnTo>
                    <a:pt x="5554646" y="1435289"/>
                  </a:lnTo>
                  <a:lnTo>
                    <a:pt x="5553978" y="1435289"/>
                  </a:lnTo>
                  <a:lnTo>
                    <a:pt x="5553310" y="1435289"/>
                  </a:lnTo>
                  <a:lnTo>
                    <a:pt x="5552642" y="1435289"/>
                  </a:lnTo>
                  <a:lnTo>
                    <a:pt x="5551974" y="1435289"/>
                  </a:lnTo>
                  <a:lnTo>
                    <a:pt x="5551306" y="1435289"/>
                  </a:lnTo>
                  <a:lnTo>
                    <a:pt x="5550638" y="1435289"/>
                  </a:lnTo>
                  <a:lnTo>
                    <a:pt x="5549970" y="1435289"/>
                  </a:lnTo>
                  <a:lnTo>
                    <a:pt x="5549302" y="1435289"/>
                  </a:lnTo>
                  <a:lnTo>
                    <a:pt x="5548634" y="1435289"/>
                  </a:lnTo>
                  <a:lnTo>
                    <a:pt x="5547966" y="1435289"/>
                  </a:lnTo>
                  <a:lnTo>
                    <a:pt x="5547298" y="1435289"/>
                  </a:lnTo>
                  <a:lnTo>
                    <a:pt x="5546629" y="1435289"/>
                  </a:lnTo>
                  <a:lnTo>
                    <a:pt x="5545961" y="1435289"/>
                  </a:lnTo>
                  <a:lnTo>
                    <a:pt x="5545293" y="1435289"/>
                  </a:lnTo>
                  <a:lnTo>
                    <a:pt x="5544625" y="1435289"/>
                  </a:lnTo>
                  <a:lnTo>
                    <a:pt x="5543957" y="1435289"/>
                  </a:lnTo>
                  <a:lnTo>
                    <a:pt x="5543289" y="1435289"/>
                  </a:lnTo>
                  <a:lnTo>
                    <a:pt x="5542621" y="1435289"/>
                  </a:lnTo>
                  <a:lnTo>
                    <a:pt x="5541953" y="1435289"/>
                  </a:lnTo>
                  <a:lnTo>
                    <a:pt x="5541285" y="1435289"/>
                  </a:lnTo>
                  <a:lnTo>
                    <a:pt x="5540617" y="1435289"/>
                  </a:lnTo>
                  <a:lnTo>
                    <a:pt x="5539949" y="1435289"/>
                  </a:lnTo>
                  <a:lnTo>
                    <a:pt x="5539281" y="1435289"/>
                  </a:lnTo>
                  <a:lnTo>
                    <a:pt x="5538613" y="1435289"/>
                  </a:lnTo>
                  <a:lnTo>
                    <a:pt x="5537945" y="1435289"/>
                  </a:lnTo>
                  <a:lnTo>
                    <a:pt x="5537277" y="1435289"/>
                  </a:lnTo>
                  <a:lnTo>
                    <a:pt x="5536609" y="1435289"/>
                  </a:lnTo>
                  <a:lnTo>
                    <a:pt x="5535941" y="1435289"/>
                  </a:lnTo>
                  <a:lnTo>
                    <a:pt x="5535273" y="1435289"/>
                  </a:lnTo>
                  <a:lnTo>
                    <a:pt x="5534605" y="1435289"/>
                  </a:lnTo>
                  <a:lnTo>
                    <a:pt x="5533937" y="1435289"/>
                  </a:lnTo>
                  <a:lnTo>
                    <a:pt x="5533269" y="1435289"/>
                  </a:lnTo>
                  <a:lnTo>
                    <a:pt x="5532601" y="1435289"/>
                  </a:lnTo>
                  <a:lnTo>
                    <a:pt x="5531933" y="1435289"/>
                  </a:lnTo>
                  <a:lnTo>
                    <a:pt x="5531265" y="1435289"/>
                  </a:lnTo>
                  <a:lnTo>
                    <a:pt x="5530597" y="1435289"/>
                  </a:lnTo>
                  <a:lnTo>
                    <a:pt x="5529929" y="1435289"/>
                  </a:lnTo>
                  <a:lnTo>
                    <a:pt x="5529261" y="1435289"/>
                  </a:lnTo>
                  <a:lnTo>
                    <a:pt x="5528593" y="1435289"/>
                  </a:lnTo>
                  <a:lnTo>
                    <a:pt x="5527925" y="1435289"/>
                  </a:lnTo>
                  <a:lnTo>
                    <a:pt x="5527257" y="1435289"/>
                  </a:lnTo>
                  <a:lnTo>
                    <a:pt x="5526589" y="1435289"/>
                  </a:lnTo>
                  <a:lnTo>
                    <a:pt x="5525921" y="1435289"/>
                  </a:lnTo>
                  <a:lnTo>
                    <a:pt x="5525253" y="1435289"/>
                  </a:lnTo>
                  <a:lnTo>
                    <a:pt x="5524585" y="1435289"/>
                  </a:lnTo>
                  <a:lnTo>
                    <a:pt x="5523917" y="1435289"/>
                  </a:lnTo>
                  <a:lnTo>
                    <a:pt x="5523249" y="1435289"/>
                  </a:lnTo>
                  <a:lnTo>
                    <a:pt x="5522581" y="1435289"/>
                  </a:lnTo>
                  <a:lnTo>
                    <a:pt x="5521912" y="1435289"/>
                  </a:lnTo>
                  <a:lnTo>
                    <a:pt x="5521244" y="1435289"/>
                  </a:lnTo>
                  <a:lnTo>
                    <a:pt x="5520576" y="1435289"/>
                  </a:lnTo>
                  <a:lnTo>
                    <a:pt x="5519908" y="1435289"/>
                  </a:lnTo>
                  <a:lnTo>
                    <a:pt x="5519240" y="1435289"/>
                  </a:lnTo>
                  <a:lnTo>
                    <a:pt x="5518572" y="1435289"/>
                  </a:lnTo>
                  <a:lnTo>
                    <a:pt x="5517904" y="1435289"/>
                  </a:lnTo>
                  <a:lnTo>
                    <a:pt x="5517236" y="1435289"/>
                  </a:lnTo>
                  <a:lnTo>
                    <a:pt x="5516568" y="1435289"/>
                  </a:lnTo>
                  <a:lnTo>
                    <a:pt x="5515900" y="1435289"/>
                  </a:lnTo>
                  <a:lnTo>
                    <a:pt x="5515232" y="1435289"/>
                  </a:lnTo>
                  <a:lnTo>
                    <a:pt x="5514564" y="1435289"/>
                  </a:lnTo>
                  <a:lnTo>
                    <a:pt x="5513896" y="1435289"/>
                  </a:lnTo>
                  <a:lnTo>
                    <a:pt x="5513228" y="1435289"/>
                  </a:lnTo>
                  <a:lnTo>
                    <a:pt x="5512560" y="1435289"/>
                  </a:lnTo>
                  <a:lnTo>
                    <a:pt x="5511892" y="1435289"/>
                  </a:lnTo>
                  <a:lnTo>
                    <a:pt x="5511224" y="1435289"/>
                  </a:lnTo>
                  <a:lnTo>
                    <a:pt x="5510556" y="1435289"/>
                  </a:lnTo>
                  <a:lnTo>
                    <a:pt x="5509888" y="1435289"/>
                  </a:lnTo>
                  <a:lnTo>
                    <a:pt x="5509220" y="1435289"/>
                  </a:lnTo>
                  <a:lnTo>
                    <a:pt x="5508552" y="1435289"/>
                  </a:lnTo>
                  <a:lnTo>
                    <a:pt x="5507884" y="1435289"/>
                  </a:lnTo>
                  <a:lnTo>
                    <a:pt x="5507216" y="1435289"/>
                  </a:lnTo>
                  <a:lnTo>
                    <a:pt x="5506548" y="1435289"/>
                  </a:lnTo>
                  <a:lnTo>
                    <a:pt x="5505880" y="1435289"/>
                  </a:lnTo>
                  <a:lnTo>
                    <a:pt x="5505212" y="1435289"/>
                  </a:lnTo>
                  <a:lnTo>
                    <a:pt x="5504544" y="1435289"/>
                  </a:lnTo>
                  <a:lnTo>
                    <a:pt x="5503876" y="1435289"/>
                  </a:lnTo>
                  <a:lnTo>
                    <a:pt x="5503208" y="1435289"/>
                  </a:lnTo>
                  <a:lnTo>
                    <a:pt x="5502540" y="1435289"/>
                  </a:lnTo>
                  <a:lnTo>
                    <a:pt x="5501872" y="1435289"/>
                  </a:lnTo>
                  <a:lnTo>
                    <a:pt x="5501204" y="1435289"/>
                  </a:lnTo>
                  <a:lnTo>
                    <a:pt x="5500536" y="1435289"/>
                  </a:lnTo>
                  <a:lnTo>
                    <a:pt x="5499868" y="1435289"/>
                  </a:lnTo>
                  <a:lnTo>
                    <a:pt x="5499200" y="1435289"/>
                  </a:lnTo>
                  <a:lnTo>
                    <a:pt x="5498532" y="1435289"/>
                  </a:lnTo>
                  <a:lnTo>
                    <a:pt x="5497864" y="1435289"/>
                  </a:lnTo>
                  <a:lnTo>
                    <a:pt x="5497195" y="1435289"/>
                  </a:lnTo>
                  <a:lnTo>
                    <a:pt x="5496527" y="1435289"/>
                  </a:lnTo>
                  <a:lnTo>
                    <a:pt x="5495859" y="1435289"/>
                  </a:lnTo>
                  <a:lnTo>
                    <a:pt x="5495191" y="1435289"/>
                  </a:lnTo>
                  <a:lnTo>
                    <a:pt x="5494523" y="1435289"/>
                  </a:lnTo>
                  <a:lnTo>
                    <a:pt x="5493855" y="1435289"/>
                  </a:lnTo>
                  <a:lnTo>
                    <a:pt x="5493187" y="1435289"/>
                  </a:lnTo>
                  <a:lnTo>
                    <a:pt x="5492519" y="1435289"/>
                  </a:lnTo>
                  <a:lnTo>
                    <a:pt x="5491851" y="1435289"/>
                  </a:lnTo>
                  <a:lnTo>
                    <a:pt x="5491183" y="1435289"/>
                  </a:lnTo>
                  <a:lnTo>
                    <a:pt x="5490515" y="1435289"/>
                  </a:lnTo>
                  <a:lnTo>
                    <a:pt x="5489847" y="1435289"/>
                  </a:lnTo>
                  <a:lnTo>
                    <a:pt x="5489179" y="1435289"/>
                  </a:lnTo>
                  <a:lnTo>
                    <a:pt x="5488511" y="1435289"/>
                  </a:lnTo>
                  <a:lnTo>
                    <a:pt x="5487843" y="1435289"/>
                  </a:lnTo>
                  <a:lnTo>
                    <a:pt x="5487175" y="1435289"/>
                  </a:lnTo>
                  <a:lnTo>
                    <a:pt x="5486507" y="1435289"/>
                  </a:lnTo>
                  <a:lnTo>
                    <a:pt x="5485839" y="1435289"/>
                  </a:lnTo>
                  <a:lnTo>
                    <a:pt x="5485171" y="1435289"/>
                  </a:lnTo>
                  <a:lnTo>
                    <a:pt x="5484503" y="1435289"/>
                  </a:lnTo>
                  <a:lnTo>
                    <a:pt x="5483835" y="1435289"/>
                  </a:lnTo>
                  <a:lnTo>
                    <a:pt x="5483167" y="1435289"/>
                  </a:lnTo>
                  <a:lnTo>
                    <a:pt x="5482499" y="1435289"/>
                  </a:lnTo>
                  <a:lnTo>
                    <a:pt x="5481831" y="1435289"/>
                  </a:lnTo>
                  <a:lnTo>
                    <a:pt x="5481163" y="1435289"/>
                  </a:lnTo>
                  <a:lnTo>
                    <a:pt x="5480495" y="1435289"/>
                  </a:lnTo>
                  <a:lnTo>
                    <a:pt x="5479827" y="1435289"/>
                  </a:lnTo>
                  <a:lnTo>
                    <a:pt x="5479159" y="1435289"/>
                  </a:lnTo>
                  <a:lnTo>
                    <a:pt x="5478491" y="1435289"/>
                  </a:lnTo>
                  <a:lnTo>
                    <a:pt x="5477823" y="1435289"/>
                  </a:lnTo>
                  <a:lnTo>
                    <a:pt x="5477155" y="1435289"/>
                  </a:lnTo>
                  <a:lnTo>
                    <a:pt x="5476487" y="1435289"/>
                  </a:lnTo>
                  <a:lnTo>
                    <a:pt x="5475819" y="1435289"/>
                  </a:lnTo>
                  <a:lnTo>
                    <a:pt x="5475151" y="1435289"/>
                  </a:lnTo>
                  <a:lnTo>
                    <a:pt x="5474483" y="1435289"/>
                  </a:lnTo>
                  <a:lnTo>
                    <a:pt x="5473815" y="1435289"/>
                  </a:lnTo>
                  <a:lnTo>
                    <a:pt x="5473146" y="1435289"/>
                  </a:lnTo>
                  <a:lnTo>
                    <a:pt x="5472478" y="1435289"/>
                  </a:lnTo>
                  <a:lnTo>
                    <a:pt x="5471810" y="1435289"/>
                  </a:lnTo>
                  <a:lnTo>
                    <a:pt x="5471142" y="1435289"/>
                  </a:lnTo>
                  <a:lnTo>
                    <a:pt x="5470474" y="1435289"/>
                  </a:lnTo>
                  <a:lnTo>
                    <a:pt x="5469806" y="1435289"/>
                  </a:lnTo>
                  <a:lnTo>
                    <a:pt x="5469138" y="1435289"/>
                  </a:lnTo>
                  <a:lnTo>
                    <a:pt x="5468470" y="1435289"/>
                  </a:lnTo>
                  <a:lnTo>
                    <a:pt x="5467802" y="1435289"/>
                  </a:lnTo>
                  <a:lnTo>
                    <a:pt x="5467134" y="1435289"/>
                  </a:lnTo>
                  <a:lnTo>
                    <a:pt x="5466466" y="1435289"/>
                  </a:lnTo>
                  <a:lnTo>
                    <a:pt x="5465798" y="1435289"/>
                  </a:lnTo>
                  <a:lnTo>
                    <a:pt x="5465130" y="1435289"/>
                  </a:lnTo>
                  <a:lnTo>
                    <a:pt x="5464462" y="1435289"/>
                  </a:lnTo>
                  <a:lnTo>
                    <a:pt x="5463794" y="1435289"/>
                  </a:lnTo>
                  <a:lnTo>
                    <a:pt x="5463126" y="1435289"/>
                  </a:lnTo>
                  <a:lnTo>
                    <a:pt x="5462458" y="1435289"/>
                  </a:lnTo>
                  <a:lnTo>
                    <a:pt x="5461790" y="1435289"/>
                  </a:lnTo>
                  <a:lnTo>
                    <a:pt x="5461122" y="1435289"/>
                  </a:lnTo>
                  <a:lnTo>
                    <a:pt x="5460454" y="1435289"/>
                  </a:lnTo>
                  <a:lnTo>
                    <a:pt x="5459786" y="1435289"/>
                  </a:lnTo>
                  <a:lnTo>
                    <a:pt x="5459118" y="1435289"/>
                  </a:lnTo>
                  <a:lnTo>
                    <a:pt x="5458450" y="1435289"/>
                  </a:lnTo>
                  <a:lnTo>
                    <a:pt x="5457782" y="1435289"/>
                  </a:lnTo>
                  <a:lnTo>
                    <a:pt x="5457114" y="1435289"/>
                  </a:lnTo>
                  <a:lnTo>
                    <a:pt x="5456446" y="1435289"/>
                  </a:lnTo>
                  <a:lnTo>
                    <a:pt x="5455778" y="1435289"/>
                  </a:lnTo>
                  <a:lnTo>
                    <a:pt x="5455110" y="1435289"/>
                  </a:lnTo>
                  <a:lnTo>
                    <a:pt x="5454442" y="1435289"/>
                  </a:lnTo>
                  <a:lnTo>
                    <a:pt x="5453774" y="1435289"/>
                  </a:lnTo>
                  <a:lnTo>
                    <a:pt x="5453106" y="1435289"/>
                  </a:lnTo>
                  <a:lnTo>
                    <a:pt x="5452438" y="1435289"/>
                  </a:lnTo>
                  <a:lnTo>
                    <a:pt x="5451770" y="1435289"/>
                  </a:lnTo>
                  <a:lnTo>
                    <a:pt x="5451102" y="1435289"/>
                  </a:lnTo>
                  <a:lnTo>
                    <a:pt x="5450434" y="1435289"/>
                  </a:lnTo>
                  <a:lnTo>
                    <a:pt x="5449766" y="1435289"/>
                  </a:lnTo>
                  <a:lnTo>
                    <a:pt x="5449098" y="1435289"/>
                  </a:lnTo>
                  <a:lnTo>
                    <a:pt x="5448429" y="1435289"/>
                  </a:lnTo>
                  <a:lnTo>
                    <a:pt x="5447761" y="1435289"/>
                  </a:lnTo>
                  <a:lnTo>
                    <a:pt x="5447093" y="1435289"/>
                  </a:lnTo>
                  <a:lnTo>
                    <a:pt x="5446425" y="1435289"/>
                  </a:lnTo>
                  <a:lnTo>
                    <a:pt x="5445757" y="1435289"/>
                  </a:lnTo>
                  <a:lnTo>
                    <a:pt x="5445089" y="1435289"/>
                  </a:lnTo>
                  <a:lnTo>
                    <a:pt x="5444421" y="1435289"/>
                  </a:lnTo>
                  <a:lnTo>
                    <a:pt x="5443753" y="1435289"/>
                  </a:lnTo>
                  <a:lnTo>
                    <a:pt x="5443085" y="1435289"/>
                  </a:lnTo>
                  <a:lnTo>
                    <a:pt x="5442417" y="1435289"/>
                  </a:lnTo>
                  <a:lnTo>
                    <a:pt x="5441749" y="1435289"/>
                  </a:lnTo>
                  <a:lnTo>
                    <a:pt x="5441081" y="1435289"/>
                  </a:lnTo>
                  <a:lnTo>
                    <a:pt x="5440413" y="1435289"/>
                  </a:lnTo>
                  <a:lnTo>
                    <a:pt x="5439745" y="1435289"/>
                  </a:lnTo>
                  <a:lnTo>
                    <a:pt x="5439077" y="1435289"/>
                  </a:lnTo>
                  <a:lnTo>
                    <a:pt x="5438409" y="1435289"/>
                  </a:lnTo>
                  <a:lnTo>
                    <a:pt x="5437741" y="1435289"/>
                  </a:lnTo>
                  <a:lnTo>
                    <a:pt x="5437073" y="1435289"/>
                  </a:lnTo>
                  <a:lnTo>
                    <a:pt x="5436405" y="1435289"/>
                  </a:lnTo>
                  <a:lnTo>
                    <a:pt x="5435737" y="1435289"/>
                  </a:lnTo>
                  <a:lnTo>
                    <a:pt x="5435069" y="1435289"/>
                  </a:lnTo>
                  <a:lnTo>
                    <a:pt x="5434401" y="1435289"/>
                  </a:lnTo>
                  <a:lnTo>
                    <a:pt x="5433733" y="1435289"/>
                  </a:lnTo>
                  <a:lnTo>
                    <a:pt x="5433065" y="1435289"/>
                  </a:lnTo>
                  <a:lnTo>
                    <a:pt x="5432397" y="1435289"/>
                  </a:lnTo>
                  <a:lnTo>
                    <a:pt x="5431729" y="1435289"/>
                  </a:lnTo>
                  <a:lnTo>
                    <a:pt x="5431061" y="1435289"/>
                  </a:lnTo>
                  <a:lnTo>
                    <a:pt x="5430393" y="1435289"/>
                  </a:lnTo>
                  <a:lnTo>
                    <a:pt x="5429725" y="1435289"/>
                  </a:lnTo>
                  <a:lnTo>
                    <a:pt x="5429057" y="1435289"/>
                  </a:lnTo>
                  <a:lnTo>
                    <a:pt x="5428389" y="1435289"/>
                  </a:lnTo>
                  <a:lnTo>
                    <a:pt x="5427721" y="1435289"/>
                  </a:lnTo>
                  <a:lnTo>
                    <a:pt x="5427053" y="1435289"/>
                  </a:lnTo>
                  <a:lnTo>
                    <a:pt x="5426385" y="1435289"/>
                  </a:lnTo>
                  <a:lnTo>
                    <a:pt x="5425717" y="1435289"/>
                  </a:lnTo>
                  <a:lnTo>
                    <a:pt x="5425049" y="1435289"/>
                  </a:lnTo>
                  <a:lnTo>
                    <a:pt x="5424381" y="1435289"/>
                  </a:lnTo>
                  <a:lnTo>
                    <a:pt x="5423712" y="1435289"/>
                  </a:lnTo>
                  <a:lnTo>
                    <a:pt x="5423044" y="1435289"/>
                  </a:lnTo>
                  <a:lnTo>
                    <a:pt x="5422376" y="1435289"/>
                  </a:lnTo>
                  <a:lnTo>
                    <a:pt x="5421708" y="1435289"/>
                  </a:lnTo>
                  <a:lnTo>
                    <a:pt x="5421040" y="1435289"/>
                  </a:lnTo>
                  <a:lnTo>
                    <a:pt x="5420372" y="1435289"/>
                  </a:lnTo>
                  <a:lnTo>
                    <a:pt x="5419704" y="1435289"/>
                  </a:lnTo>
                  <a:lnTo>
                    <a:pt x="5419036" y="1435289"/>
                  </a:lnTo>
                  <a:lnTo>
                    <a:pt x="5418368" y="1435289"/>
                  </a:lnTo>
                  <a:lnTo>
                    <a:pt x="5417700" y="1435289"/>
                  </a:lnTo>
                  <a:lnTo>
                    <a:pt x="5417032" y="1435289"/>
                  </a:lnTo>
                  <a:lnTo>
                    <a:pt x="5416364" y="1435289"/>
                  </a:lnTo>
                  <a:lnTo>
                    <a:pt x="5415696" y="1435289"/>
                  </a:lnTo>
                  <a:lnTo>
                    <a:pt x="5415028" y="1435289"/>
                  </a:lnTo>
                  <a:lnTo>
                    <a:pt x="5414360" y="1435289"/>
                  </a:lnTo>
                  <a:lnTo>
                    <a:pt x="5413692" y="1435289"/>
                  </a:lnTo>
                  <a:lnTo>
                    <a:pt x="5413024" y="1435289"/>
                  </a:lnTo>
                  <a:lnTo>
                    <a:pt x="5412356" y="1435289"/>
                  </a:lnTo>
                  <a:lnTo>
                    <a:pt x="5411688" y="1435289"/>
                  </a:lnTo>
                  <a:lnTo>
                    <a:pt x="5411020" y="1435289"/>
                  </a:lnTo>
                  <a:lnTo>
                    <a:pt x="5410352" y="1435289"/>
                  </a:lnTo>
                  <a:lnTo>
                    <a:pt x="5409684" y="1435289"/>
                  </a:lnTo>
                  <a:lnTo>
                    <a:pt x="5409016" y="1435289"/>
                  </a:lnTo>
                  <a:lnTo>
                    <a:pt x="5408348" y="1435289"/>
                  </a:lnTo>
                  <a:lnTo>
                    <a:pt x="5407680" y="1435289"/>
                  </a:lnTo>
                  <a:lnTo>
                    <a:pt x="5407012" y="1435289"/>
                  </a:lnTo>
                  <a:lnTo>
                    <a:pt x="5406344" y="1435289"/>
                  </a:lnTo>
                  <a:lnTo>
                    <a:pt x="5405676" y="1435289"/>
                  </a:lnTo>
                  <a:lnTo>
                    <a:pt x="5405008" y="1435289"/>
                  </a:lnTo>
                  <a:lnTo>
                    <a:pt x="5404340" y="1435289"/>
                  </a:lnTo>
                  <a:lnTo>
                    <a:pt x="5403672" y="1435289"/>
                  </a:lnTo>
                  <a:lnTo>
                    <a:pt x="5403004" y="1435289"/>
                  </a:lnTo>
                  <a:lnTo>
                    <a:pt x="5402336" y="1435289"/>
                  </a:lnTo>
                  <a:lnTo>
                    <a:pt x="5401668" y="1435289"/>
                  </a:lnTo>
                  <a:lnTo>
                    <a:pt x="5401000" y="1435289"/>
                  </a:lnTo>
                  <a:lnTo>
                    <a:pt x="5400332" y="1435289"/>
                  </a:lnTo>
                  <a:lnTo>
                    <a:pt x="5399664" y="1435289"/>
                  </a:lnTo>
                  <a:lnTo>
                    <a:pt x="5398995" y="1435289"/>
                  </a:lnTo>
                  <a:lnTo>
                    <a:pt x="5398327" y="1435289"/>
                  </a:lnTo>
                  <a:lnTo>
                    <a:pt x="5397659" y="1435289"/>
                  </a:lnTo>
                  <a:lnTo>
                    <a:pt x="5396991" y="1435289"/>
                  </a:lnTo>
                  <a:lnTo>
                    <a:pt x="5396323" y="1435289"/>
                  </a:lnTo>
                  <a:lnTo>
                    <a:pt x="5395655" y="1435289"/>
                  </a:lnTo>
                  <a:lnTo>
                    <a:pt x="5394987" y="1435289"/>
                  </a:lnTo>
                  <a:lnTo>
                    <a:pt x="5394319" y="1435289"/>
                  </a:lnTo>
                  <a:lnTo>
                    <a:pt x="5393651" y="1435289"/>
                  </a:lnTo>
                  <a:lnTo>
                    <a:pt x="5392983" y="1435289"/>
                  </a:lnTo>
                  <a:lnTo>
                    <a:pt x="5392315" y="1435289"/>
                  </a:lnTo>
                  <a:lnTo>
                    <a:pt x="5391647" y="1435289"/>
                  </a:lnTo>
                  <a:lnTo>
                    <a:pt x="5390979" y="1435289"/>
                  </a:lnTo>
                  <a:lnTo>
                    <a:pt x="5390311" y="1435289"/>
                  </a:lnTo>
                  <a:lnTo>
                    <a:pt x="5389643" y="1435289"/>
                  </a:lnTo>
                  <a:lnTo>
                    <a:pt x="5388975" y="1435289"/>
                  </a:lnTo>
                  <a:lnTo>
                    <a:pt x="5388307" y="1435289"/>
                  </a:lnTo>
                  <a:lnTo>
                    <a:pt x="5387639" y="1435289"/>
                  </a:lnTo>
                  <a:lnTo>
                    <a:pt x="5386971" y="1435289"/>
                  </a:lnTo>
                  <a:lnTo>
                    <a:pt x="5386303" y="1435289"/>
                  </a:lnTo>
                  <a:lnTo>
                    <a:pt x="5385635" y="1435289"/>
                  </a:lnTo>
                  <a:lnTo>
                    <a:pt x="5384967" y="1435289"/>
                  </a:lnTo>
                  <a:lnTo>
                    <a:pt x="5384299" y="1435289"/>
                  </a:lnTo>
                  <a:lnTo>
                    <a:pt x="5383631" y="1435289"/>
                  </a:lnTo>
                  <a:lnTo>
                    <a:pt x="5382963" y="1435289"/>
                  </a:lnTo>
                  <a:lnTo>
                    <a:pt x="5382295" y="1435289"/>
                  </a:lnTo>
                  <a:lnTo>
                    <a:pt x="5381627" y="1435289"/>
                  </a:lnTo>
                  <a:lnTo>
                    <a:pt x="5380959" y="1435289"/>
                  </a:lnTo>
                  <a:lnTo>
                    <a:pt x="5380291" y="1435289"/>
                  </a:lnTo>
                  <a:lnTo>
                    <a:pt x="5379623" y="1435289"/>
                  </a:lnTo>
                  <a:lnTo>
                    <a:pt x="5378955" y="1435289"/>
                  </a:lnTo>
                  <a:lnTo>
                    <a:pt x="5378287" y="1435289"/>
                  </a:lnTo>
                  <a:lnTo>
                    <a:pt x="5377619" y="1435289"/>
                  </a:lnTo>
                  <a:lnTo>
                    <a:pt x="5376951" y="1435289"/>
                  </a:lnTo>
                  <a:lnTo>
                    <a:pt x="5376283" y="1435289"/>
                  </a:lnTo>
                  <a:lnTo>
                    <a:pt x="5375615" y="1435289"/>
                  </a:lnTo>
                  <a:lnTo>
                    <a:pt x="5374946" y="1435289"/>
                  </a:lnTo>
                  <a:lnTo>
                    <a:pt x="5374278" y="1435289"/>
                  </a:lnTo>
                  <a:lnTo>
                    <a:pt x="5373610" y="1435289"/>
                  </a:lnTo>
                  <a:lnTo>
                    <a:pt x="5372942" y="1435289"/>
                  </a:lnTo>
                  <a:lnTo>
                    <a:pt x="5372274" y="1435289"/>
                  </a:lnTo>
                  <a:lnTo>
                    <a:pt x="5371606" y="1435289"/>
                  </a:lnTo>
                  <a:lnTo>
                    <a:pt x="5370938" y="1435289"/>
                  </a:lnTo>
                  <a:lnTo>
                    <a:pt x="5370270" y="1435289"/>
                  </a:lnTo>
                  <a:lnTo>
                    <a:pt x="5369602" y="1435289"/>
                  </a:lnTo>
                  <a:lnTo>
                    <a:pt x="5368934" y="1435289"/>
                  </a:lnTo>
                  <a:lnTo>
                    <a:pt x="5368266" y="1435289"/>
                  </a:lnTo>
                  <a:lnTo>
                    <a:pt x="5367598" y="1435289"/>
                  </a:lnTo>
                  <a:lnTo>
                    <a:pt x="5366930" y="1435289"/>
                  </a:lnTo>
                  <a:lnTo>
                    <a:pt x="5366262" y="1435289"/>
                  </a:lnTo>
                  <a:lnTo>
                    <a:pt x="5365594" y="1435289"/>
                  </a:lnTo>
                  <a:lnTo>
                    <a:pt x="5364926" y="1435289"/>
                  </a:lnTo>
                  <a:lnTo>
                    <a:pt x="5364258" y="1435289"/>
                  </a:lnTo>
                  <a:lnTo>
                    <a:pt x="5363590" y="1435289"/>
                  </a:lnTo>
                  <a:lnTo>
                    <a:pt x="5362922" y="1435289"/>
                  </a:lnTo>
                  <a:lnTo>
                    <a:pt x="5362254" y="1435289"/>
                  </a:lnTo>
                  <a:lnTo>
                    <a:pt x="5361586" y="1435289"/>
                  </a:lnTo>
                  <a:lnTo>
                    <a:pt x="5360918" y="1435289"/>
                  </a:lnTo>
                  <a:lnTo>
                    <a:pt x="5360250" y="1435289"/>
                  </a:lnTo>
                  <a:lnTo>
                    <a:pt x="5359582" y="1435289"/>
                  </a:lnTo>
                  <a:lnTo>
                    <a:pt x="5358914" y="1435289"/>
                  </a:lnTo>
                  <a:lnTo>
                    <a:pt x="5358246" y="1435289"/>
                  </a:lnTo>
                  <a:lnTo>
                    <a:pt x="5357578" y="1435289"/>
                  </a:lnTo>
                  <a:lnTo>
                    <a:pt x="5356910" y="1435289"/>
                  </a:lnTo>
                  <a:lnTo>
                    <a:pt x="5356242" y="1435289"/>
                  </a:lnTo>
                  <a:lnTo>
                    <a:pt x="5355574" y="1435289"/>
                  </a:lnTo>
                  <a:lnTo>
                    <a:pt x="5354906" y="1435289"/>
                  </a:lnTo>
                  <a:lnTo>
                    <a:pt x="5354238" y="1435289"/>
                  </a:lnTo>
                  <a:lnTo>
                    <a:pt x="5353570" y="1435289"/>
                  </a:lnTo>
                  <a:lnTo>
                    <a:pt x="5352902" y="1435289"/>
                  </a:lnTo>
                  <a:lnTo>
                    <a:pt x="5352234" y="1435289"/>
                  </a:lnTo>
                  <a:lnTo>
                    <a:pt x="5351566" y="1435289"/>
                  </a:lnTo>
                  <a:lnTo>
                    <a:pt x="5350898" y="1435289"/>
                  </a:lnTo>
                  <a:lnTo>
                    <a:pt x="5350229" y="1435289"/>
                  </a:lnTo>
                  <a:lnTo>
                    <a:pt x="5349561" y="1435289"/>
                  </a:lnTo>
                  <a:lnTo>
                    <a:pt x="5348893" y="1435289"/>
                  </a:lnTo>
                  <a:lnTo>
                    <a:pt x="5348225" y="1435289"/>
                  </a:lnTo>
                  <a:lnTo>
                    <a:pt x="5347557" y="1435289"/>
                  </a:lnTo>
                  <a:lnTo>
                    <a:pt x="5346889" y="1435289"/>
                  </a:lnTo>
                  <a:lnTo>
                    <a:pt x="5346221" y="1435289"/>
                  </a:lnTo>
                  <a:lnTo>
                    <a:pt x="5345553" y="1435289"/>
                  </a:lnTo>
                  <a:lnTo>
                    <a:pt x="5344885" y="1435289"/>
                  </a:lnTo>
                  <a:lnTo>
                    <a:pt x="5344217" y="1435289"/>
                  </a:lnTo>
                  <a:lnTo>
                    <a:pt x="5343549" y="1435289"/>
                  </a:lnTo>
                  <a:lnTo>
                    <a:pt x="5342881" y="1435289"/>
                  </a:lnTo>
                  <a:lnTo>
                    <a:pt x="5342213" y="1435289"/>
                  </a:lnTo>
                  <a:lnTo>
                    <a:pt x="5341545" y="1435289"/>
                  </a:lnTo>
                  <a:lnTo>
                    <a:pt x="5340877" y="1435289"/>
                  </a:lnTo>
                  <a:lnTo>
                    <a:pt x="5340209" y="1435289"/>
                  </a:lnTo>
                  <a:lnTo>
                    <a:pt x="5339541" y="1435289"/>
                  </a:lnTo>
                  <a:lnTo>
                    <a:pt x="5338873" y="1435289"/>
                  </a:lnTo>
                  <a:lnTo>
                    <a:pt x="5338205" y="1435289"/>
                  </a:lnTo>
                  <a:lnTo>
                    <a:pt x="5337537" y="1435289"/>
                  </a:lnTo>
                  <a:lnTo>
                    <a:pt x="5336869" y="1435289"/>
                  </a:lnTo>
                  <a:lnTo>
                    <a:pt x="5336201" y="1435289"/>
                  </a:lnTo>
                  <a:lnTo>
                    <a:pt x="5335533" y="1435289"/>
                  </a:lnTo>
                  <a:lnTo>
                    <a:pt x="5334865" y="1435289"/>
                  </a:lnTo>
                  <a:lnTo>
                    <a:pt x="5334197" y="1435289"/>
                  </a:lnTo>
                  <a:lnTo>
                    <a:pt x="5333529" y="1435289"/>
                  </a:lnTo>
                  <a:lnTo>
                    <a:pt x="5332861" y="1435289"/>
                  </a:lnTo>
                  <a:lnTo>
                    <a:pt x="5332193" y="1435289"/>
                  </a:lnTo>
                  <a:lnTo>
                    <a:pt x="5331525" y="1435289"/>
                  </a:lnTo>
                  <a:lnTo>
                    <a:pt x="5330857" y="1435289"/>
                  </a:lnTo>
                  <a:lnTo>
                    <a:pt x="5330189" y="1435289"/>
                  </a:lnTo>
                  <a:lnTo>
                    <a:pt x="5329521" y="1435289"/>
                  </a:lnTo>
                  <a:lnTo>
                    <a:pt x="5328853" y="1435289"/>
                  </a:lnTo>
                  <a:lnTo>
                    <a:pt x="5328185" y="1435289"/>
                  </a:lnTo>
                  <a:lnTo>
                    <a:pt x="5327517" y="1435289"/>
                  </a:lnTo>
                  <a:lnTo>
                    <a:pt x="5326849" y="1435289"/>
                  </a:lnTo>
                  <a:lnTo>
                    <a:pt x="5326181" y="1435289"/>
                  </a:lnTo>
                  <a:lnTo>
                    <a:pt x="5325512" y="1435289"/>
                  </a:lnTo>
                  <a:lnTo>
                    <a:pt x="5324844" y="1435289"/>
                  </a:lnTo>
                  <a:lnTo>
                    <a:pt x="5324176" y="1435289"/>
                  </a:lnTo>
                  <a:lnTo>
                    <a:pt x="5323508" y="1435289"/>
                  </a:lnTo>
                  <a:lnTo>
                    <a:pt x="5322840" y="1435289"/>
                  </a:lnTo>
                  <a:lnTo>
                    <a:pt x="5322172" y="1435289"/>
                  </a:lnTo>
                  <a:lnTo>
                    <a:pt x="5321504" y="1435289"/>
                  </a:lnTo>
                  <a:lnTo>
                    <a:pt x="5320836" y="1435289"/>
                  </a:lnTo>
                  <a:lnTo>
                    <a:pt x="5320168" y="1435289"/>
                  </a:lnTo>
                  <a:lnTo>
                    <a:pt x="5319500" y="1435289"/>
                  </a:lnTo>
                  <a:lnTo>
                    <a:pt x="5318832" y="1435289"/>
                  </a:lnTo>
                  <a:lnTo>
                    <a:pt x="5318164" y="1435289"/>
                  </a:lnTo>
                  <a:lnTo>
                    <a:pt x="5317496" y="1435289"/>
                  </a:lnTo>
                  <a:lnTo>
                    <a:pt x="5316828" y="1435289"/>
                  </a:lnTo>
                  <a:lnTo>
                    <a:pt x="5316160" y="1435289"/>
                  </a:lnTo>
                  <a:lnTo>
                    <a:pt x="5315492" y="1435289"/>
                  </a:lnTo>
                  <a:lnTo>
                    <a:pt x="5314824" y="1435289"/>
                  </a:lnTo>
                  <a:lnTo>
                    <a:pt x="5314156" y="1435289"/>
                  </a:lnTo>
                  <a:lnTo>
                    <a:pt x="5313488" y="1435289"/>
                  </a:lnTo>
                  <a:lnTo>
                    <a:pt x="5312820" y="1435289"/>
                  </a:lnTo>
                  <a:lnTo>
                    <a:pt x="5312152" y="1435289"/>
                  </a:lnTo>
                  <a:lnTo>
                    <a:pt x="5311484" y="1435289"/>
                  </a:lnTo>
                  <a:lnTo>
                    <a:pt x="5310816" y="1435289"/>
                  </a:lnTo>
                  <a:lnTo>
                    <a:pt x="5310148" y="1435289"/>
                  </a:lnTo>
                  <a:lnTo>
                    <a:pt x="5309480" y="1435289"/>
                  </a:lnTo>
                  <a:lnTo>
                    <a:pt x="5308812" y="1435289"/>
                  </a:lnTo>
                  <a:lnTo>
                    <a:pt x="5308144" y="1435289"/>
                  </a:lnTo>
                  <a:lnTo>
                    <a:pt x="5307476" y="1435289"/>
                  </a:lnTo>
                  <a:lnTo>
                    <a:pt x="5306808" y="1435289"/>
                  </a:lnTo>
                  <a:lnTo>
                    <a:pt x="5306140" y="1435289"/>
                  </a:lnTo>
                  <a:lnTo>
                    <a:pt x="5305472" y="1435289"/>
                  </a:lnTo>
                  <a:lnTo>
                    <a:pt x="5304804" y="1435289"/>
                  </a:lnTo>
                  <a:lnTo>
                    <a:pt x="5304136" y="1435289"/>
                  </a:lnTo>
                  <a:lnTo>
                    <a:pt x="5303468" y="1435289"/>
                  </a:lnTo>
                  <a:lnTo>
                    <a:pt x="5302800" y="1435289"/>
                  </a:lnTo>
                  <a:lnTo>
                    <a:pt x="5302132" y="1435289"/>
                  </a:lnTo>
                  <a:lnTo>
                    <a:pt x="5301464" y="1435289"/>
                  </a:lnTo>
                  <a:lnTo>
                    <a:pt x="5300795" y="1435289"/>
                  </a:lnTo>
                  <a:lnTo>
                    <a:pt x="5300127" y="1435289"/>
                  </a:lnTo>
                  <a:lnTo>
                    <a:pt x="5299459" y="1435289"/>
                  </a:lnTo>
                  <a:lnTo>
                    <a:pt x="5298791" y="1435289"/>
                  </a:lnTo>
                  <a:lnTo>
                    <a:pt x="5298123" y="1435289"/>
                  </a:lnTo>
                  <a:lnTo>
                    <a:pt x="5297455" y="1435289"/>
                  </a:lnTo>
                  <a:lnTo>
                    <a:pt x="5296787" y="1435289"/>
                  </a:lnTo>
                  <a:lnTo>
                    <a:pt x="5296119" y="1435289"/>
                  </a:lnTo>
                  <a:lnTo>
                    <a:pt x="5295451" y="1435289"/>
                  </a:lnTo>
                  <a:lnTo>
                    <a:pt x="5294783" y="1435289"/>
                  </a:lnTo>
                  <a:lnTo>
                    <a:pt x="5294115" y="1435289"/>
                  </a:lnTo>
                  <a:lnTo>
                    <a:pt x="5293447" y="1435289"/>
                  </a:lnTo>
                  <a:lnTo>
                    <a:pt x="5292779" y="1435289"/>
                  </a:lnTo>
                  <a:lnTo>
                    <a:pt x="5292111" y="1435289"/>
                  </a:lnTo>
                  <a:lnTo>
                    <a:pt x="5291443" y="1435289"/>
                  </a:lnTo>
                  <a:lnTo>
                    <a:pt x="5290775" y="1435289"/>
                  </a:lnTo>
                  <a:lnTo>
                    <a:pt x="5290107" y="1435289"/>
                  </a:lnTo>
                  <a:lnTo>
                    <a:pt x="5289439" y="1435289"/>
                  </a:lnTo>
                  <a:lnTo>
                    <a:pt x="5288771" y="1435289"/>
                  </a:lnTo>
                  <a:lnTo>
                    <a:pt x="5288103" y="1435289"/>
                  </a:lnTo>
                  <a:lnTo>
                    <a:pt x="5287435" y="1435289"/>
                  </a:lnTo>
                  <a:lnTo>
                    <a:pt x="5286767" y="1435289"/>
                  </a:lnTo>
                  <a:lnTo>
                    <a:pt x="5286099" y="1435289"/>
                  </a:lnTo>
                  <a:lnTo>
                    <a:pt x="5285431" y="1435289"/>
                  </a:lnTo>
                  <a:lnTo>
                    <a:pt x="5284763" y="1435289"/>
                  </a:lnTo>
                  <a:lnTo>
                    <a:pt x="5284095" y="1435289"/>
                  </a:lnTo>
                  <a:lnTo>
                    <a:pt x="5283427" y="1435289"/>
                  </a:lnTo>
                  <a:lnTo>
                    <a:pt x="5282759" y="1435289"/>
                  </a:lnTo>
                  <a:lnTo>
                    <a:pt x="5282091" y="1435289"/>
                  </a:lnTo>
                  <a:lnTo>
                    <a:pt x="5281423" y="1435289"/>
                  </a:lnTo>
                  <a:lnTo>
                    <a:pt x="5280755" y="1435289"/>
                  </a:lnTo>
                  <a:lnTo>
                    <a:pt x="5280087" y="1435289"/>
                  </a:lnTo>
                  <a:lnTo>
                    <a:pt x="5279419" y="1435289"/>
                  </a:lnTo>
                  <a:lnTo>
                    <a:pt x="5278751" y="1435289"/>
                  </a:lnTo>
                  <a:lnTo>
                    <a:pt x="5278083" y="1435289"/>
                  </a:lnTo>
                  <a:lnTo>
                    <a:pt x="5277415" y="1435289"/>
                  </a:lnTo>
                  <a:lnTo>
                    <a:pt x="5276746" y="1435289"/>
                  </a:lnTo>
                  <a:lnTo>
                    <a:pt x="5276078" y="1435289"/>
                  </a:lnTo>
                  <a:lnTo>
                    <a:pt x="5275410" y="1435289"/>
                  </a:lnTo>
                  <a:lnTo>
                    <a:pt x="5274742" y="1435289"/>
                  </a:lnTo>
                  <a:lnTo>
                    <a:pt x="5274074" y="1435289"/>
                  </a:lnTo>
                  <a:lnTo>
                    <a:pt x="5273406" y="1435289"/>
                  </a:lnTo>
                  <a:lnTo>
                    <a:pt x="5272738" y="1435289"/>
                  </a:lnTo>
                  <a:lnTo>
                    <a:pt x="5272070" y="1435289"/>
                  </a:lnTo>
                  <a:lnTo>
                    <a:pt x="5271402" y="1435289"/>
                  </a:lnTo>
                  <a:lnTo>
                    <a:pt x="5270734" y="1435289"/>
                  </a:lnTo>
                  <a:lnTo>
                    <a:pt x="5270066" y="1435289"/>
                  </a:lnTo>
                  <a:lnTo>
                    <a:pt x="5269398" y="1435289"/>
                  </a:lnTo>
                  <a:lnTo>
                    <a:pt x="5268730" y="1435289"/>
                  </a:lnTo>
                  <a:lnTo>
                    <a:pt x="5268062" y="1435289"/>
                  </a:lnTo>
                  <a:lnTo>
                    <a:pt x="5267394" y="1435289"/>
                  </a:lnTo>
                  <a:lnTo>
                    <a:pt x="5266726" y="1435289"/>
                  </a:lnTo>
                  <a:lnTo>
                    <a:pt x="5266058" y="1435289"/>
                  </a:lnTo>
                  <a:lnTo>
                    <a:pt x="5265390" y="1435289"/>
                  </a:lnTo>
                  <a:lnTo>
                    <a:pt x="5264722" y="1435289"/>
                  </a:lnTo>
                  <a:lnTo>
                    <a:pt x="5264054" y="1435289"/>
                  </a:lnTo>
                  <a:lnTo>
                    <a:pt x="5263386" y="1435289"/>
                  </a:lnTo>
                  <a:lnTo>
                    <a:pt x="5262718" y="1435289"/>
                  </a:lnTo>
                  <a:lnTo>
                    <a:pt x="5262050" y="1435289"/>
                  </a:lnTo>
                  <a:lnTo>
                    <a:pt x="5261382" y="1435289"/>
                  </a:lnTo>
                  <a:lnTo>
                    <a:pt x="5260714" y="1435289"/>
                  </a:lnTo>
                  <a:lnTo>
                    <a:pt x="5260046" y="1435289"/>
                  </a:lnTo>
                  <a:lnTo>
                    <a:pt x="5259378" y="1435289"/>
                  </a:lnTo>
                  <a:lnTo>
                    <a:pt x="5258710" y="1435289"/>
                  </a:lnTo>
                  <a:lnTo>
                    <a:pt x="5258042" y="1435289"/>
                  </a:lnTo>
                  <a:lnTo>
                    <a:pt x="5257374" y="1435289"/>
                  </a:lnTo>
                  <a:lnTo>
                    <a:pt x="5256706" y="1435289"/>
                  </a:lnTo>
                  <a:lnTo>
                    <a:pt x="5256038" y="1435289"/>
                  </a:lnTo>
                  <a:lnTo>
                    <a:pt x="5255370" y="1435289"/>
                  </a:lnTo>
                  <a:lnTo>
                    <a:pt x="5254702" y="1435289"/>
                  </a:lnTo>
                  <a:lnTo>
                    <a:pt x="5254034" y="1435289"/>
                  </a:lnTo>
                  <a:lnTo>
                    <a:pt x="5253366" y="1435289"/>
                  </a:lnTo>
                  <a:lnTo>
                    <a:pt x="5252698" y="1435289"/>
                  </a:lnTo>
                  <a:lnTo>
                    <a:pt x="5252029" y="1435289"/>
                  </a:lnTo>
                  <a:lnTo>
                    <a:pt x="5251361" y="1435289"/>
                  </a:lnTo>
                  <a:lnTo>
                    <a:pt x="5250693" y="1435289"/>
                  </a:lnTo>
                  <a:lnTo>
                    <a:pt x="5250025" y="1435289"/>
                  </a:lnTo>
                  <a:lnTo>
                    <a:pt x="5249357" y="1435289"/>
                  </a:lnTo>
                  <a:lnTo>
                    <a:pt x="5248689" y="1435289"/>
                  </a:lnTo>
                  <a:lnTo>
                    <a:pt x="5248021" y="1435289"/>
                  </a:lnTo>
                  <a:lnTo>
                    <a:pt x="5247353" y="1435289"/>
                  </a:lnTo>
                  <a:lnTo>
                    <a:pt x="5246685" y="1435289"/>
                  </a:lnTo>
                  <a:lnTo>
                    <a:pt x="5246017" y="1435289"/>
                  </a:lnTo>
                  <a:lnTo>
                    <a:pt x="5245349" y="1435289"/>
                  </a:lnTo>
                  <a:lnTo>
                    <a:pt x="5244681" y="1435289"/>
                  </a:lnTo>
                  <a:lnTo>
                    <a:pt x="5244013" y="1435289"/>
                  </a:lnTo>
                  <a:lnTo>
                    <a:pt x="5243345" y="1435289"/>
                  </a:lnTo>
                  <a:lnTo>
                    <a:pt x="5242677" y="1435289"/>
                  </a:lnTo>
                  <a:lnTo>
                    <a:pt x="5242009" y="1435289"/>
                  </a:lnTo>
                  <a:lnTo>
                    <a:pt x="5241341" y="1435289"/>
                  </a:lnTo>
                  <a:lnTo>
                    <a:pt x="5240673" y="1435289"/>
                  </a:lnTo>
                  <a:lnTo>
                    <a:pt x="5240005" y="1435289"/>
                  </a:lnTo>
                  <a:lnTo>
                    <a:pt x="5239337" y="1435289"/>
                  </a:lnTo>
                  <a:lnTo>
                    <a:pt x="5238669" y="1435289"/>
                  </a:lnTo>
                  <a:lnTo>
                    <a:pt x="5238001" y="1435289"/>
                  </a:lnTo>
                  <a:lnTo>
                    <a:pt x="5237333" y="1435289"/>
                  </a:lnTo>
                  <a:lnTo>
                    <a:pt x="5236665" y="1435289"/>
                  </a:lnTo>
                  <a:lnTo>
                    <a:pt x="5235997" y="1435289"/>
                  </a:lnTo>
                  <a:lnTo>
                    <a:pt x="5235329" y="1435289"/>
                  </a:lnTo>
                  <a:lnTo>
                    <a:pt x="5234661" y="1435289"/>
                  </a:lnTo>
                  <a:lnTo>
                    <a:pt x="5233993" y="1435289"/>
                  </a:lnTo>
                  <a:lnTo>
                    <a:pt x="5233325" y="1435289"/>
                  </a:lnTo>
                  <a:lnTo>
                    <a:pt x="5232657" y="1435289"/>
                  </a:lnTo>
                  <a:lnTo>
                    <a:pt x="5231989" y="1435289"/>
                  </a:lnTo>
                  <a:lnTo>
                    <a:pt x="5231321" y="1435289"/>
                  </a:lnTo>
                  <a:lnTo>
                    <a:pt x="5230653" y="1435289"/>
                  </a:lnTo>
                  <a:lnTo>
                    <a:pt x="5229985" y="1435289"/>
                  </a:lnTo>
                  <a:lnTo>
                    <a:pt x="5229317" y="1435289"/>
                  </a:lnTo>
                  <a:lnTo>
                    <a:pt x="5228649" y="1435289"/>
                  </a:lnTo>
                  <a:lnTo>
                    <a:pt x="5227981" y="1435289"/>
                  </a:lnTo>
                  <a:lnTo>
                    <a:pt x="5227312" y="1435289"/>
                  </a:lnTo>
                  <a:lnTo>
                    <a:pt x="5226644" y="1435289"/>
                  </a:lnTo>
                  <a:lnTo>
                    <a:pt x="5225976" y="1435289"/>
                  </a:lnTo>
                  <a:lnTo>
                    <a:pt x="5225308" y="1435289"/>
                  </a:lnTo>
                  <a:lnTo>
                    <a:pt x="5224640" y="1435289"/>
                  </a:lnTo>
                  <a:lnTo>
                    <a:pt x="5223972" y="1435289"/>
                  </a:lnTo>
                  <a:lnTo>
                    <a:pt x="5223304" y="1435289"/>
                  </a:lnTo>
                  <a:lnTo>
                    <a:pt x="5222636" y="1435289"/>
                  </a:lnTo>
                  <a:lnTo>
                    <a:pt x="5221968" y="1435289"/>
                  </a:lnTo>
                  <a:lnTo>
                    <a:pt x="5221300" y="1435289"/>
                  </a:lnTo>
                  <a:lnTo>
                    <a:pt x="5220632" y="1435289"/>
                  </a:lnTo>
                  <a:lnTo>
                    <a:pt x="5219964" y="1435289"/>
                  </a:lnTo>
                  <a:lnTo>
                    <a:pt x="5219296" y="1435289"/>
                  </a:lnTo>
                  <a:lnTo>
                    <a:pt x="5218628" y="1435289"/>
                  </a:lnTo>
                  <a:lnTo>
                    <a:pt x="5217960" y="1435289"/>
                  </a:lnTo>
                  <a:lnTo>
                    <a:pt x="5217292" y="1435289"/>
                  </a:lnTo>
                  <a:lnTo>
                    <a:pt x="5216624" y="1435289"/>
                  </a:lnTo>
                  <a:lnTo>
                    <a:pt x="5215956" y="1435289"/>
                  </a:lnTo>
                  <a:lnTo>
                    <a:pt x="5215288" y="1435289"/>
                  </a:lnTo>
                  <a:lnTo>
                    <a:pt x="5214620" y="1435289"/>
                  </a:lnTo>
                  <a:lnTo>
                    <a:pt x="5213952" y="1435289"/>
                  </a:lnTo>
                  <a:lnTo>
                    <a:pt x="5213284" y="1435289"/>
                  </a:lnTo>
                  <a:lnTo>
                    <a:pt x="5212616" y="1435289"/>
                  </a:lnTo>
                  <a:lnTo>
                    <a:pt x="5211948" y="1435289"/>
                  </a:lnTo>
                  <a:lnTo>
                    <a:pt x="5211280" y="1435289"/>
                  </a:lnTo>
                  <a:lnTo>
                    <a:pt x="5210612" y="1435289"/>
                  </a:lnTo>
                  <a:lnTo>
                    <a:pt x="5209944" y="1435289"/>
                  </a:lnTo>
                  <a:lnTo>
                    <a:pt x="5209276" y="1435289"/>
                  </a:lnTo>
                  <a:lnTo>
                    <a:pt x="5208608" y="1435289"/>
                  </a:lnTo>
                  <a:lnTo>
                    <a:pt x="5207940" y="1435289"/>
                  </a:lnTo>
                  <a:lnTo>
                    <a:pt x="5207272" y="1435289"/>
                  </a:lnTo>
                  <a:lnTo>
                    <a:pt x="5206604" y="1435289"/>
                  </a:lnTo>
                  <a:lnTo>
                    <a:pt x="5205936" y="1435289"/>
                  </a:lnTo>
                  <a:lnTo>
                    <a:pt x="5205268" y="1435289"/>
                  </a:lnTo>
                  <a:lnTo>
                    <a:pt x="5204600" y="1435289"/>
                  </a:lnTo>
                  <a:lnTo>
                    <a:pt x="5203932" y="1435289"/>
                  </a:lnTo>
                  <a:lnTo>
                    <a:pt x="5203264" y="1435289"/>
                  </a:lnTo>
                  <a:lnTo>
                    <a:pt x="5202595" y="1435289"/>
                  </a:lnTo>
                  <a:lnTo>
                    <a:pt x="5201927" y="1435289"/>
                  </a:lnTo>
                  <a:lnTo>
                    <a:pt x="5201259" y="1435289"/>
                  </a:lnTo>
                  <a:lnTo>
                    <a:pt x="5200591" y="1435289"/>
                  </a:lnTo>
                  <a:lnTo>
                    <a:pt x="5199923" y="1435289"/>
                  </a:lnTo>
                  <a:lnTo>
                    <a:pt x="5199255" y="1435289"/>
                  </a:lnTo>
                  <a:lnTo>
                    <a:pt x="5198587" y="1435289"/>
                  </a:lnTo>
                  <a:lnTo>
                    <a:pt x="5197919" y="1435289"/>
                  </a:lnTo>
                  <a:lnTo>
                    <a:pt x="5197251" y="1435289"/>
                  </a:lnTo>
                  <a:lnTo>
                    <a:pt x="5196583" y="1435289"/>
                  </a:lnTo>
                  <a:lnTo>
                    <a:pt x="5195915" y="1435289"/>
                  </a:lnTo>
                  <a:lnTo>
                    <a:pt x="5195247" y="1435289"/>
                  </a:lnTo>
                  <a:lnTo>
                    <a:pt x="5194579" y="1435289"/>
                  </a:lnTo>
                  <a:lnTo>
                    <a:pt x="5193911" y="1435289"/>
                  </a:lnTo>
                  <a:lnTo>
                    <a:pt x="5193243" y="1435289"/>
                  </a:lnTo>
                  <a:lnTo>
                    <a:pt x="5192575" y="1435289"/>
                  </a:lnTo>
                  <a:lnTo>
                    <a:pt x="5191907" y="1435289"/>
                  </a:lnTo>
                  <a:lnTo>
                    <a:pt x="5191239" y="1435289"/>
                  </a:lnTo>
                  <a:lnTo>
                    <a:pt x="5190571" y="1435289"/>
                  </a:lnTo>
                  <a:lnTo>
                    <a:pt x="5189903" y="1435289"/>
                  </a:lnTo>
                  <a:lnTo>
                    <a:pt x="5189235" y="1435289"/>
                  </a:lnTo>
                  <a:lnTo>
                    <a:pt x="5188567" y="1435289"/>
                  </a:lnTo>
                  <a:lnTo>
                    <a:pt x="5187899" y="1435289"/>
                  </a:lnTo>
                  <a:lnTo>
                    <a:pt x="5187231" y="1435289"/>
                  </a:lnTo>
                  <a:lnTo>
                    <a:pt x="5186563" y="1435289"/>
                  </a:lnTo>
                  <a:lnTo>
                    <a:pt x="5185895" y="1435289"/>
                  </a:lnTo>
                  <a:lnTo>
                    <a:pt x="5185227" y="1435289"/>
                  </a:lnTo>
                  <a:lnTo>
                    <a:pt x="5184559" y="1435289"/>
                  </a:lnTo>
                  <a:lnTo>
                    <a:pt x="5183891" y="1435289"/>
                  </a:lnTo>
                  <a:lnTo>
                    <a:pt x="5183223" y="1435289"/>
                  </a:lnTo>
                  <a:lnTo>
                    <a:pt x="5182555" y="1435289"/>
                  </a:lnTo>
                  <a:lnTo>
                    <a:pt x="5181887" y="1435289"/>
                  </a:lnTo>
                  <a:lnTo>
                    <a:pt x="5181219" y="1435289"/>
                  </a:lnTo>
                  <a:lnTo>
                    <a:pt x="5180551" y="1435289"/>
                  </a:lnTo>
                  <a:lnTo>
                    <a:pt x="5179883" y="1435289"/>
                  </a:lnTo>
                  <a:lnTo>
                    <a:pt x="5179215" y="1435289"/>
                  </a:lnTo>
                  <a:lnTo>
                    <a:pt x="5178546" y="1435289"/>
                  </a:lnTo>
                  <a:lnTo>
                    <a:pt x="5177878" y="1435289"/>
                  </a:lnTo>
                  <a:lnTo>
                    <a:pt x="5177210" y="1435289"/>
                  </a:lnTo>
                  <a:lnTo>
                    <a:pt x="5176542" y="1435289"/>
                  </a:lnTo>
                  <a:lnTo>
                    <a:pt x="5175874" y="1435289"/>
                  </a:lnTo>
                  <a:lnTo>
                    <a:pt x="5175206" y="1435289"/>
                  </a:lnTo>
                  <a:lnTo>
                    <a:pt x="5174538" y="1435289"/>
                  </a:lnTo>
                  <a:lnTo>
                    <a:pt x="5173870" y="1435289"/>
                  </a:lnTo>
                  <a:lnTo>
                    <a:pt x="5173202" y="1435289"/>
                  </a:lnTo>
                  <a:lnTo>
                    <a:pt x="5172534" y="1435289"/>
                  </a:lnTo>
                  <a:lnTo>
                    <a:pt x="5171866" y="1435289"/>
                  </a:lnTo>
                  <a:lnTo>
                    <a:pt x="5171198" y="1435289"/>
                  </a:lnTo>
                  <a:lnTo>
                    <a:pt x="5170530" y="1435289"/>
                  </a:lnTo>
                  <a:lnTo>
                    <a:pt x="5169862" y="1435289"/>
                  </a:lnTo>
                  <a:lnTo>
                    <a:pt x="5169194" y="1435289"/>
                  </a:lnTo>
                  <a:lnTo>
                    <a:pt x="5168526" y="1435289"/>
                  </a:lnTo>
                  <a:lnTo>
                    <a:pt x="5167858" y="1435289"/>
                  </a:lnTo>
                  <a:lnTo>
                    <a:pt x="5167190" y="1435289"/>
                  </a:lnTo>
                  <a:lnTo>
                    <a:pt x="5166522" y="1435289"/>
                  </a:lnTo>
                  <a:lnTo>
                    <a:pt x="5165854" y="1435289"/>
                  </a:lnTo>
                  <a:lnTo>
                    <a:pt x="5165186" y="1435289"/>
                  </a:lnTo>
                  <a:lnTo>
                    <a:pt x="5164518" y="1435289"/>
                  </a:lnTo>
                  <a:lnTo>
                    <a:pt x="5163850" y="1435289"/>
                  </a:lnTo>
                  <a:lnTo>
                    <a:pt x="5163182" y="1435289"/>
                  </a:lnTo>
                  <a:lnTo>
                    <a:pt x="5162514" y="1435289"/>
                  </a:lnTo>
                  <a:lnTo>
                    <a:pt x="5161846" y="1435289"/>
                  </a:lnTo>
                  <a:lnTo>
                    <a:pt x="5161178" y="1435289"/>
                  </a:lnTo>
                  <a:lnTo>
                    <a:pt x="5160510" y="1435289"/>
                  </a:lnTo>
                  <a:lnTo>
                    <a:pt x="5159842" y="1435289"/>
                  </a:lnTo>
                  <a:lnTo>
                    <a:pt x="5159174" y="1435289"/>
                  </a:lnTo>
                  <a:lnTo>
                    <a:pt x="5158506" y="1435289"/>
                  </a:lnTo>
                  <a:lnTo>
                    <a:pt x="5157838" y="1435289"/>
                  </a:lnTo>
                  <a:lnTo>
                    <a:pt x="5157170" y="1435289"/>
                  </a:lnTo>
                  <a:lnTo>
                    <a:pt x="5156502" y="1435289"/>
                  </a:lnTo>
                  <a:lnTo>
                    <a:pt x="5155834" y="1435289"/>
                  </a:lnTo>
                  <a:lnTo>
                    <a:pt x="5155166" y="1435289"/>
                  </a:lnTo>
                  <a:lnTo>
                    <a:pt x="5154498" y="1435289"/>
                  </a:lnTo>
                  <a:lnTo>
                    <a:pt x="5153829" y="1435289"/>
                  </a:lnTo>
                  <a:lnTo>
                    <a:pt x="5153161" y="1435289"/>
                  </a:lnTo>
                  <a:lnTo>
                    <a:pt x="5152493" y="1435289"/>
                  </a:lnTo>
                  <a:lnTo>
                    <a:pt x="5151825" y="1435289"/>
                  </a:lnTo>
                  <a:lnTo>
                    <a:pt x="5151157" y="1435289"/>
                  </a:lnTo>
                  <a:lnTo>
                    <a:pt x="5150489" y="1435289"/>
                  </a:lnTo>
                  <a:lnTo>
                    <a:pt x="5149821" y="1435289"/>
                  </a:lnTo>
                  <a:lnTo>
                    <a:pt x="5149153" y="1435289"/>
                  </a:lnTo>
                  <a:lnTo>
                    <a:pt x="5148485" y="1435289"/>
                  </a:lnTo>
                  <a:lnTo>
                    <a:pt x="5147817" y="1435289"/>
                  </a:lnTo>
                  <a:lnTo>
                    <a:pt x="5147149" y="1435289"/>
                  </a:lnTo>
                  <a:lnTo>
                    <a:pt x="5146481" y="1435289"/>
                  </a:lnTo>
                  <a:lnTo>
                    <a:pt x="5145813" y="1435289"/>
                  </a:lnTo>
                  <a:lnTo>
                    <a:pt x="5145145" y="1435289"/>
                  </a:lnTo>
                  <a:lnTo>
                    <a:pt x="5144477" y="1435289"/>
                  </a:lnTo>
                  <a:lnTo>
                    <a:pt x="5143809" y="1435289"/>
                  </a:lnTo>
                  <a:lnTo>
                    <a:pt x="5143141" y="1435289"/>
                  </a:lnTo>
                  <a:lnTo>
                    <a:pt x="5142473" y="1435289"/>
                  </a:lnTo>
                  <a:lnTo>
                    <a:pt x="5141805" y="1435289"/>
                  </a:lnTo>
                  <a:lnTo>
                    <a:pt x="5141137" y="1435289"/>
                  </a:lnTo>
                  <a:lnTo>
                    <a:pt x="5140469" y="1435289"/>
                  </a:lnTo>
                  <a:lnTo>
                    <a:pt x="5139801" y="1435289"/>
                  </a:lnTo>
                  <a:lnTo>
                    <a:pt x="5139133" y="1435289"/>
                  </a:lnTo>
                  <a:lnTo>
                    <a:pt x="5138465" y="1435289"/>
                  </a:lnTo>
                  <a:lnTo>
                    <a:pt x="5137797" y="1435289"/>
                  </a:lnTo>
                  <a:lnTo>
                    <a:pt x="5137129" y="1435289"/>
                  </a:lnTo>
                  <a:lnTo>
                    <a:pt x="5136461" y="1435289"/>
                  </a:lnTo>
                  <a:lnTo>
                    <a:pt x="5135793" y="1435289"/>
                  </a:lnTo>
                  <a:lnTo>
                    <a:pt x="5135125" y="1435289"/>
                  </a:lnTo>
                  <a:lnTo>
                    <a:pt x="5134457" y="1435289"/>
                  </a:lnTo>
                  <a:lnTo>
                    <a:pt x="5133789" y="1435289"/>
                  </a:lnTo>
                  <a:lnTo>
                    <a:pt x="5133121" y="1435289"/>
                  </a:lnTo>
                  <a:lnTo>
                    <a:pt x="5132453" y="1435289"/>
                  </a:lnTo>
                  <a:lnTo>
                    <a:pt x="5131785" y="1435289"/>
                  </a:lnTo>
                  <a:lnTo>
                    <a:pt x="5131117" y="1435289"/>
                  </a:lnTo>
                  <a:lnTo>
                    <a:pt x="5130449" y="1435289"/>
                  </a:lnTo>
                  <a:lnTo>
                    <a:pt x="5129781" y="1435289"/>
                  </a:lnTo>
                  <a:lnTo>
                    <a:pt x="5129112" y="1435289"/>
                  </a:lnTo>
                  <a:lnTo>
                    <a:pt x="5128444" y="1435289"/>
                  </a:lnTo>
                  <a:lnTo>
                    <a:pt x="5127776" y="1435289"/>
                  </a:lnTo>
                  <a:lnTo>
                    <a:pt x="5127108" y="1435289"/>
                  </a:lnTo>
                  <a:lnTo>
                    <a:pt x="5126440" y="1435289"/>
                  </a:lnTo>
                  <a:lnTo>
                    <a:pt x="5125772" y="1435289"/>
                  </a:lnTo>
                  <a:lnTo>
                    <a:pt x="5125104" y="1435289"/>
                  </a:lnTo>
                  <a:lnTo>
                    <a:pt x="5124436" y="1435289"/>
                  </a:lnTo>
                  <a:lnTo>
                    <a:pt x="5123768" y="1435289"/>
                  </a:lnTo>
                  <a:lnTo>
                    <a:pt x="5123100" y="1435289"/>
                  </a:lnTo>
                  <a:lnTo>
                    <a:pt x="5122432" y="1435289"/>
                  </a:lnTo>
                  <a:lnTo>
                    <a:pt x="5121764" y="1435289"/>
                  </a:lnTo>
                  <a:lnTo>
                    <a:pt x="5121096" y="1435289"/>
                  </a:lnTo>
                  <a:lnTo>
                    <a:pt x="5120428" y="1435289"/>
                  </a:lnTo>
                  <a:lnTo>
                    <a:pt x="5119760" y="1435289"/>
                  </a:lnTo>
                  <a:lnTo>
                    <a:pt x="5119092" y="1435289"/>
                  </a:lnTo>
                  <a:lnTo>
                    <a:pt x="5118424" y="1435289"/>
                  </a:lnTo>
                  <a:lnTo>
                    <a:pt x="5117756" y="1435289"/>
                  </a:lnTo>
                  <a:lnTo>
                    <a:pt x="5117088" y="1435289"/>
                  </a:lnTo>
                  <a:lnTo>
                    <a:pt x="5116420" y="1435289"/>
                  </a:lnTo>
                  <a:lnTo>
                    <a:pt x="5115752" y="1435289"/>
                  </a:lnTo>
                  <a:lnTo>
                    <a:pt x="5115084" y="1435289"/>
                  </a:lnTo>
                  <a:lnTo>
                    <a:pt x="5114416" y="1435289"/>
                  </a:lnTo>
                  <a:lnTo>
                    <a:pt x="5113748" y="1435289"/>
                  </a:lnTo>
                  <a:lnTo>
                    <a:pt x="5113080" y="1435289"/>
                  </a:lnTo>
                  <a:lnTo>
                    <a:pt x="5112412" y="1435289"/>
                  </a:lnTo>
                  <a:lnTo>
                    <a:pt x="5111744" y="1435289"/>
                  </a:lnTo>
                  <a:lnTo>
                    <a:pt x="5111076" y="1435289"/>
                  </a:lnTo>
                  <a:lnTo>
                    <a:pt x="5110408" y="1435289"/>
                  </a:lnTo>
                  <a:lnTo>
                    <a:pt x="5109740" y="1435289"/>
                  </a:lnTo>
                  <a:lnTo>
                    <a:pt x="5109072" y="1435289"/>
                  </a:lnTo>
                  <a:lnTo>
                    <a:pt x="5108404" y="1435289"/>
                  </a:lnTo>
                  <a:lnTo>
                    <a:pt x="5107736" y="1435289"/>
                  </a:lnTo>
                  <a:lnTo>
                    <a:pt x="5107068" y="1435289"/>
                  </a:lnTo>
                  <a:lnTo>
                    <a:pt x="5106400" y="1435289"/>
                  </a:lnTo>
                  <a:lnTo>
                    <a:pt x="5105732" y="1435289"/>
                  </a:lnTo>
                  <a:lnTo>
                    <a:pt x="5105063" y="1435289"/>
                  </a:lnTo>
                  <a:lnTo>
                    <a:pt x="5104395" y="1435289"/>
                  </a:lnTo>
                  <a:lnTo>
                    <a:pt x="5103727" y="1435289"/>
                  </a:lnTo>
                  <a:lnTo>
                    <a:pt x="5103059" y="1435289"/>
                  </a:lnTo>
                  <a:lnTo>
                    <a:pt x="5102391" y="1435289"/>
                  </a:lnTo>
                  <a:lnTo>
                    <a:pt x="5101723" y="1435289"/>
                  </a:lnTo>
                  <a:lnTo>
                    <a:pt x="5101055" y="1435289"/>
                  </a:lnTo>
                  <a:lnTo>
                    <a:pt x="5100387" y="1435289"/>
                  </a:lnTo>
                  <a:lnTo>
                    <a:pt x="5099719" y="1435289"/>
                  </a:lnTo>
                  <a:lnTo>
                    <a:pt x="5099051" y="1435289"/>
                  </a:lnTo>
                  <a:lnTo>
                    <a:pt x="5098383" y="1435289"/>
                  </a:lnTo>
                  <a:lnTo>
                    <a:pt x="5097715" y="1435289"/>
                  </a:lnTo>
                  <a:lnTo>
                    <a:pt x="5097047" y="1435289"/>
                  </a:lnTo>
                  <a:lnTo>
                    <a:pt x="5096379" y="1435289"/>
                  </a:lnTo>
                  <a:lnTo>
                    <a:pt x="5095711" y="1435289"/>
                  </a:lnTo>
                  <a:lnTo>
                    <a:pt x="5095043" y="1435289"/>
                  </a:lnTo>
                  <a:lnTo>
                    <a:pt x="5094375" y="1435289"/>
                  </a:lnTo>
                  <a:lnTo>
                    <a:pt x="5093707" y="1435289"/>
                  </a:lnTo>
                  <a:lnTo>
                    <a:pt x="5093039" y="1435289"/>
                  </a:lnTo>
                  <a:lnTo>
                    <a:pt x="5092371" y="1435289"/>
                  </a:lnTo>
                  <a:lnTo>
                    <a:pt x="5091703" y="1435289"/>
                  </a:lnTo>
                  <a:lnTo>
                    <a:pt x="5091035" y="1435289"/>
                  </a:lnTo>
                  <a:lnTo>
                    <a:pt x="5090367" y="1435289"/>
                  </a:lnTo>
                  <a:lnTo>
                    <a:pt x="5089699" y="1435289"/>
                  </a:lnTo>
                  <a:lnTo>
                    <a:pt x="5089031" y="1435289"/>
                  </a:lnTo>
                  <a:lnTo>
                    <a:pt x="5088363" y="1435289"/>
                  </a:lnTo>
                  <a:lnTo>
                    <a:pt x="5087695" y="1435289"/>
                  </a:lnTo>
                  <a:lnTo>
                    <a:pt x="5087027" y="1435289"/>
                  </a:lnTo>
                  <a:lnTo>
                    <a:pt x="5086359" y="1435289"/>
                  </a:lnTo>
                  <a:lnTo>
                    <a:pt x="5085691" y="1435289"/>
                  </a:lnTo>
                  <a:lnTo>
                    <a:pt x="5085023" y="1435289"/>
                  </a:lnTo>
                  <a:lnTo>
                    <a:pt x="5084355" y="1435289"/>
                  </a:lnTo>
                  <a:lnTo>
                    <a:pt x="5083687" y="1435289"/>
                  </a:lnTo>
                  <a:lnTo>
                    <a:pt x="5083019" y="1435289"/>
                  </a:lnTo>
                  <a:lnTo>
                    <a:pt x="5082351" y="1435289"/>
                  </a:lnTo>
                  <a:lnTo>
                    <a:pt x="5081683" y="1435289"/>
                  </a:lnTo>
                  <a:lnTo>
                    <a:pt x="5081015" y="1435289"/>
                  </a:lnTo>
                  <a:lnTo>
                    <a:pt x="5080346" y="1435289"/>
                  </a:lnTo>
                  <a:lnTo>
                    <a:pt x="5079678" y="1435289"/>
                  </a:lnTo>
                  <a:lnTo>
                    <a:pt x="5079010" y="1435289"/>
                  </a:lnTo>
                  <a:lnTo>
                    <a:pt x="5078342" y="1435289"/>
                  </a:lnTo>
                  <a:lnTo>
                    <a:pt x="5077674" y="1435289"/>
                  </a:lnTo>
                  <a:lnTo>
                    <a:pt x="5077006" y="1435289"/>
                  </a:lnTo>
                  <a:lnTo>
                    <a:pt x="5076338" y="1435289"/>
                  </a:lnTo>
                  <a:lnTo>
                    <a:pt x="5075670" y="1435289"/>
                  </a:lnTo>
                  <a:lnTo>
                    <a:pt x="5075002" y="1435289"/>
                  </a:lnTo>
                  <a:lnTo>
                    <a:pt x="5074334" y="1435289"/>
                  </a:lnTo>
                  <a:lnTo>
                    <a:pt x="5073666" y="1435289"/>
                  </a:lnTo>
                  <a:lnTo>
                    <a:pt x="5072998" y="1435289"/>
                  </a:lnTo>
                  <a:lnTo>
                    <a:pt x="5072330" y="1435289"/>
                  </a:lnTo>
                  <a:lnTo>
                    <a:pt x="5071662" y="1435289"/>
                  </a:lnTo>
                  <a:lnTo>
                    <a:pt x="5070994" y="1435289"/>
                  </a:lnTo>
                  <a:lnTo>
                    <a:pt x="5070326" y="1435289"/>
                  </a:lnTo>
                  <a:lnTo>
                    <a:pt x="5069658" y="1435289"/>
                  </a:lnTo>
                  <a:lnTo>
                    <a:pt x="5068990" y="1435289"/>
                  </a:lnTo>
                  <a:lnTo>
                    <a:pt x="5068322" y="1435289"/>
                  </a:lnTo>
                  <a:lnTo>
                    <a:pt x="5067654" y="1435289"/>
                  </a:lnTo>
                  <a:lnTo>
                    <a:pt x="5066986" y="1435289"/>
                  </a:lnTo>
                  <a:lnTo>
                    <a:pt x="5066318" y="1435289"/>
                  </a:lnTo>
                  <a:lnTo>
                    <a:pt x="5065650" y="1435289"/>
                  </a:lnTo>
                  <a:lnTo>
                    <a:pt x="5064982" y="1435289"/>
                  </a:lnTo>
                  <a:lnTo>
                    <a:pt x="5064314" y="1435289"/>
                  </a:lnTo>
                  <a:lnTo>
                    <a:pt x="5063646" y="1435289"/>
                  </a:lnTo>
                  <a:lnTo>
                    <a:pt x="5062978" y="1435289"/>
                  </a:lnTo>
                  <a:lnTo>
                    <a:pt x="5062310" y="1435289"/>
                  </a:lnTo>
                  <a:lnTo>
                    <a:pt x="5061642" y="1435289"/>
                  </a:lnTo>
                  <a:lnTo>
                    <a:pt x="5060974" y="1435289"/>
                  </a:lnTo>
                  <a:lnTo>
                    <a:pt x="5060306" y="1435289"/>
                  </a:lnTo>
                  <a:lnTo>
                    <a:pt x="5059638" y="1435289"/>
                  </a:lnTo>
                  <a:lnTo>
                    <a:pt x="5058970" y="1435289"/>
                  </a:lnTo>
                  <a:lnTo>
                    <a:pt x="5058302" y="1435289"/>
                  </a:lnTo>
                  <a:lnTo>
                    <a:pt x="5057634" y="1435289"/>
                  </a:lnTo>
                  <a:lnTo>
                    <a:pt x="5056966" y="1435289"/>
                  </a:lnTo>
                  <a:lnTo>
                    <a:pt x="5056298" y="1435289"/>
                  </a:lnTo>
                  <a:lnTo>
                    <a:pt x="5055629" y="1435289"/>
                  </a:lnTo>
                  <a:lnTo>
                    <a:pt x="5054961" y="1435289"/>
                  </a:lnTo>
                  <a:lnTo>
                    <a:pt x="5054293" y="1435289"/>
                  </a:lnTo>
                  <a:lnTo>
                    <a:pt x="5053625" y="1435289"/>
                  </a:lnTo>
                  <a:lnTo>
                    <a:pt x="5052957" y="1435289"/>
                  </a:lnTo>
                  <a:lnTo>
                    <a:pt x="5052289" y="1435289"/>
                  </a:lnTo>
                  <a:lnTo>
                    <a:pt x="5051621" y="1435289"/>
                  </a:lnTo>
                  <a:lnTo>
                    <a:pt x="5050953" y="1435289"/>
                  </a:lnTo>
                  <a:lnTo>
                    <a:pt x="5050285" y="1435289"/>
                  </a:lnTo>
                  <a:lnTo>
                    <a:pt x="5049617" y="1435289"/>
                  </a:lnTo>
                  <a:lnTo>
                    <a:pt x="5048949" y="1435289"/>
                  </a:lnTo>
                  <a:lnTo>
                    <a:pt x="5048281" y="1435289"/>
                  </a:lnTo>
                  <a:lnTo>
                    <a:pt x="5047613" y="1435289"/>
                  </a:lnTo>
                  <a:lnTo>
                    <a:pt x="5046945" y="1435289"/>
                  </a:lnTo>
                  <a:lnTo>
                    <a:pt x="5046277" y="1435289"/>
                  </a:lnTo>
                  <a:lnTo>
                    <a:pt x="5045609" y="1435289"/>
                  </a:lnTo>
                  <a:lnTo>
                    <a:pt x="5044941" y="1435289"/>
                  </a:lnTo>
                  <a:lnTo>
                    <a:pt x="5044273" y="1435289"/>
                  </a:lnTo>
                  <a:lnTo>
                    <a:pt x="5043605" y="1435289"/>
                  </a:lnTo>
                  <a:lnTo>
                    <a:pt x="5042937" y="1435289"/>
                  </a:lnTo>
                  <a:lnTo>
                    <a:pt x="5042269" y="1435289"/>
                  </a:lnTo>
                  <a:lnTo>
                    <a:pt x="5041601" y="1435289"/>
                  </a:lnTo>
                  <a:lnTo>
                    <a:pt x="5040933" y="1435289"/>
                  </a:lnTo>
                  <a:lnTo>
                    <a:pt x="5040265" y="1435289"/>
                  </a:lnTo>
                  <a:lnTo>
                    <a:pt x="5039597" y="1435289"/>
                  </a:lnTo>
                  <a:lnTo>
                    <a:pt x="5038929" y="1435289"/>
                  </a:lnTo>
                  <a:lnTo>
                    <a:pt x="5038261" y="1435289"/>
                  </a:lnTo>
                  <a:lnTo>
                    <a:pt x="5037593" y="1435289"/>
                  </a:lnTo>
                  <a:lnTo>
                    <a:pt x="5036925" y="1435289"/>
                  </a:lnTo>
                  <a:lnTo>
                    <a:pt x="5036257" y="1435289"/>
                  </a:lnTo>
                  <a:lnTo>
                    <a:pt x="5035589" y="1435289"/>
                  </a:lnTo>
                  <a:lnTo>
                    <a:pt x="5034921" y="1435289"/>
                  </a:lnTo>
                  <a:lnTo>
                    <a:pt x="5034253" y="1435289"/>
                  </a:lnTo>
                  <a:lnTo>
                    <a:pt x="5033585" y="1435289"/>
                  </a:lnTo>
                  <a:lnTo>
                    <a:pt x="5032917" y="1435289"/>
                  </a:lnTo>
                  <a:lnTo>
                    <a:pt x="5032249" y="1435289"/>
                  </a:lnTo>
                  <a:lnTo>
                    <a:pt x="5031581" y="1435289"/>
                  </a:lnTo>
                  <a:lnTo>
                    <a:pt x="5030912" y="1435289"/>
                  </a:lnTo>
                  <a:lnTo>
                    <a:pt x="5030244" y="1435289"/>
                  </a:lnTo>
                  <a:lnTo>
                    <a:pt x="5029576" y="1435289"/>
                  </a:lnTo>
                  <a:lnTo>
                    <a:pt x="5028908" y="1435289"/>
                  </a:lnTo>
                  <a:lnTo>
                    <a:pt x="5028240" y="1435289"/>
                  </a:lnTo>
                  <a:lnTo>
                    <a:pt x="5027572" y="1435289"/>
                  </a:lnTo>
                  <a:lnTo>
                    <a:pt x="5026904" y="1435289"/>
                  </a:lnTo>
                  <a:lnTo>
                    <a:pt x="5026236" y="1435289"/>
                  </a:lnTo>
                  <a:lnTo>
                    <a:pt x="5025568" y="1435289"/>
                  </a:lnTo>
                  <a:lnTo>
                    <a:pt x="5024900" y="1435289"/>
                  </a:lnTo>
                  <a:lnTo>
                    <a:pt x="5024232" y="1435289"/>
                  </a:lnTo>
                  <a:lnTo>
                    <a:pt x="5023564" y="1435289"/>
                  </a:lnTo>
                  <a:lnTo>
                    <a:pt x="5022896" y="1435289"/>
                  </a:lnTo>
                  <a:lnTo>
                    <a:pt x="5022228" y="1435289"/>
                  </a:lnTo>
                  <a:lnTo>
                    <a:pt x="5021560" y="1435289"/>
                  </a:lnTo>
                  <a:lnTo>
                    <a:pt x="5020892" y="1435289"/>
                  </a:lnTo>
                  <a:lnTo>
                    <a:pt x="5020224" y="1435289"/>
                  </a:lnTo>
                  <a:lnTo>
                    <a:pt x="5019556" y="1435289"/>
                  </a:lnTo>
                  <a:lnTo>
                    <a:pt x="5018888" y="1435289"/>
                  </a:lnTo>
                  <a:lnTo>
                    <a:pt x="5018220" y="1435289"/>
                  </a:lnTo>
                  <a:lnTo>
                    <a:pt x="5017552" y="1435289"/>
                  </a:lnTo>
                  <a:lnTo>
                    <a:pt x="5016884" y="1435289"/>
                  </a:lnTo>
                  <a:lnTo>
                    <a:pt x="5016216" y="1435289"/>
                  </a:lnTo>
                  <a:lnTo>
                    <a:pt x="5015548" y="1435289"/>
                  </a:lnTo>
                  <a:lnTo>
                    <a:pt x="5014880" y="1435289"/>
                  </a:lnTo>
                  <a:lnTo>
                    <a:pt x="5014212" y="1435289"/>
                  </a:lnTo>
                  <a:lnTo>
                    <a:pt x="5013544" y="1435289"/>
                  </a:lnTo>
                  <a:lnTo>
                    <a:pt x="5012876" y="1435289"/>
                  </a:lnTo>
                  <a:lnTo>
                    <a:pt x="5012208" y="1435289"/>
                  </a:lnTo>
                  <a:lnTo>
                    <a:pt x="5011540" y="1435289"/>
                  </a:lnTo>
                  <a:lnTo>
                    <a:pt x="5010872" y="1435289"/>
                  </a:lnTo>
                  <a:lnTo>
                    <a:pt x="5010204" y="1435289"/>
                  </a:lnTo>
                  <a:lnTo>
                    <a:pt x="5009536" y="1435289"/>
                  </a:lnTo>
                  <a:lnTo>
                    <a:pt x="5008868" y="1435289"/>
                  </a:lnTo>
                  <a:lnTo>
                    <a:pt x="5008200" y="1435289"/>
                  </a:lnTo>
                  <a:lnTo>
                    <a:pt x="5007532" y="1435289"/>
                  </a:lnTo>
                  <a:lnTo>
                    <a:pt x="5006863" y="1435289"/>
                  </a:lnTo>
                  <a:lnTo>
                    <a:pt x="5006195" y="1435289"/>
                  </a:lnTo>
                  <a:lnTo>
                    <a:pt x="5005527" y="1435289"/>
                  </a:lnTo>
                  <a:lnTo>
                    <a:pt x="5004859" y="1435289"/>
                  </a:lnTo>
                  <a:lnTo>
                    <a:pt x="5004191" y="1435289"/>
                  </a:lnTo>
                  <a:lnTo>
                    <a:pt x="5003523" y="1435289"/>
                  </a:lnTo>
                  <a:lnTo>
                    <a:pt x="5002855" y="1435289"/>
                  </a:lnTo>
                  <a:lnTo>
                    <a:pt x="5002187" y="1435289"/>
                  </a:lnTo>
                  <a:lnTo>
                    <a:pt x="5001519" y="1435289"/>
                  </a:lnTo>
                  <a:lnTo>
                    <a:pt x="5000851" y="1435289"/>
                  </a:lnTo>
                  <a:lnTo>
                    <a:pt x="5000183" y="1435289"/>
                  </a:lnTo>
                  <a:lnTo>
                    <a:pt x="4999515" y="1435289"/>
                  </a:lnTo>
                  <a:lnTo>
                    <a:pt x="4998847" y="1435289"/>
                  </a:lnTo>
                  <a:lnTo>
                    <a:pt x="4998179" y="1435289"/>
                  </a:lnTo>
                  <a:lnTo>
                    <a:pt x="4997511" y="1435289"/>
                  </a:lnTo>
                  <a:lnTo>
                    <a:pt x="4996843" y="1435289"/>
                  </a:lnTo>
                  <a:lnTo>
                    <a:pt x="4996175" y="1435289"/>
                  </a:lnTo>
                  <a:lnTo>
                    <a:pt x="4995507" y="1435289"/>
                  </a:lnTo>
                  <a:lnTo>
                    <a:pt x="4994839" y="1435289"/>
                  </a:lnTo>
                  <a:lnTo>
                    <a:pt x="4994171" y="1435289"/>
                  </a:lnTo>
                  <a:lnTo>
                    <a:pt x="4993503" y="1435289"/>
                  </a:lnTo>
                  <a:lnTo>
                    <a:pt x="4992835" y="1435289"/>
                  </a:lnTo>
                  <a:lnTo>
                    <a:pt x="4992167" y="1435289"/>
                  </a:lnTo>
                  <a:lnTo>
                    <a:pt x="4991499" y="1435289"/>
                  </a:lnTo>
                  <a:lnTo>
                    <a:pt x="4990831" y="1435289"/>
                  </a:lnTo>
                  <a:lnTo>
                    <a:pt x="4990163" y="1435289"/>
                  </a:lnTo>
                  <a:lnTo>
                    <a:pt x="4989495" y="1435289"/>
                  </a:lnTo>
                  <a:lnTo>
                    <a:pt x="4988827" y="1435289"/>
                  </a:lnTo>
                  <a:lnTo>
                    <a:pt x="4988159" y="1435289"/>
                  </a:lnTo>
                  <a:lnTo>
                    <a:pt x="4987491" y="1435289"/>
                  </a:lnTo>
                  <a:lnTo>
                    <a:pt x="4986823" y="1435289"/>
                  </a:lnTo>
                  <a:lnTo>
                    <a:pt x="4986155" y="1435289"/>
                  </a:lnTo>
                  <a:lnTo>
                    <a:pt x="4985487" y="1435289"/>
                  </a:lnTo>
                  <a:lnTo>
                    <a:pt x="4984819" y="1435289"/>
                  </a:lnTo>
                  <a:lnTo>
                    <a:pt x="4984151" y="1435289"/>
                  </a:lnTo>
                  <a:lnTo>
                    <a:pt x="4983483" y="1435289"/>
                  </a:lnTo>
                  <a:lnTo>
                    <a:pt x="4982815" y="1435289"/>
                  </a:lnTo>
                  <a:lnTo>
                    <a:pt x="4982146" y="1435289"/>
                  </a:lnTo>
                  <a:lnTo>
                    <a:pt x="4981478" y="1435289"/>
                  </a:lnTo>
                  <a:lnTo>
                    <a:pt x="4980810" y="1435289"/>
                  </a:lnTo>
                  <a:lnTo>
                    <a:pt x="4980142" y="1435289"/>
                  </a:lnTo>
                  <a:lnTo>
                    <a:pt x="4979474" y="1435289"/>
                  </a:lnTo>
                  <a:lnTo>
                    <a:pt x="4978806" y="1435289"/>
                  </a:lnTo>
                  <a:lnTo>
                    <a:pt x="4978138" y="1435289"/>
                  </a:lnTo>
                  <a:lnTo>
                    <a:pt x="4977470" y="1435289"/>
                  </a:lnTo>
                  <a:lnTo>
                    <a:pt x="4976802" y="1435289"/>
                  </a:lnTo>
                  <a:lnTo>
                    <a:pt x="4976134" y="1435289"/>
                  </a:lnTo>
                  <a:lnTo>
                    <a:pt x="4975466" y="1435289"/>
                  </a:lnTo>
                  <a:lnTo>
                    <a:pt x="4974798" y="1435289"/>
                  </a:lnTo>
                  <a:lnTo>
                    <a:pt x="4974130" y="1435289"/>
                  </a:lnTo>
                  <a:lnTo>
                    <a:pt x="4973462" y="1435289"/>
                  </a:lnTo>
                  <a:lnTo>
                    <a:pt x="4972794" y="1435289"/>
                  </a:lnTo>
                  <a:lnTo>
                    <a:pt x="4972126" y="1435289"/>
                  </a:lnTo>
                  <a:lnTo>
                    <a:pt x="4971458" y="1435289"/>
                  </a:lnTo>
                  <a:lnTo>
                    <a:pt x="4970790" y="1435289"/>
                  </a:lnTo>
                  <a:lnTo>
                    <a:pt x="4970122" y="1435289"/>
                  </a:lnTo>
                  <a:lnTo>
                    <a:pt x="4969454" y="1435289"/>
                  </a:lnTo>
                  <a:lnTo>
                    <a:pt x="4968786" y="1435289"/>
                  </a:lnTo>
                  <a:lnTo>
                    <a:pt x="4968118" y="1435289"/>
                  </a:lnTo>
                  <a:lnTo>
                    <a:pt x="4967450" y="1435289"/>
                  </a:lnTo>
                  <a:lnTo>
                    <a:pt x="4966782" y="1435289"/>
                  </a:lnTo>
                  <a:lnTo>
                    <a:pt x="4966114" y="1435289"/>
                  </a:lnTo>
                  <a:lnTo>
                    <a:pt x="4965446" y="1435289"/>
                  </a:lnTo>
                  <a:lnTo>
                    <a:pt x="4964778" y="1435289"/>
                  </a:lnTo>
                  <a:lnTo>
                    <a:pt x="4964110" y="1435289"/>
                  </a:lnTo>
                  <a:lnTo>
                    <a:pt x="4963442" y="1435289"/>
                  </a:lnTo>
                  <a:lnTo>
                    <a:pt x="4962774" y="1435289"/>
                  </a:lnTo>
                  <a:lnTo>
                    <a:pt x="4962106" y="1435289"/>
                  </a:lnTo>
                  <a:lnTo>
                    <a:pt x="4961438" y="1435289"/>
                  </a:lnTo>
                  <a:lnTo>
                    <a:pt x="4960770" y="1435289"/>
                  </a:lnTo>
                  <a:lnTo>
                    <a:pt x="4960102" y="1435289"/>
                  </a:lnTo>
                  <a:lnTo>
                    <a:pt x="4959434" y="1435289"/>
                  </a:lnTo>
                  <a:lnTo>
                    <a:pt x="4958766" y="1435289"/>
                  </a:lnTo>
                  <a:lnTo>
                    <a:pt x="4958098" y="1435289"/>
                  </a:lnTo>
                  <a:lnTo>
                    <a:pt x="4957429" y="1435289"/>
                  </a:lnTo>
                  <a:lnTo>
                    <a:pt x="4956761" y="1435289"/>
                  </a:lnTo>
                  <a:lnTo>
                    <a:pt x="4956093" y="1435289"/>
                  </a:lnTo>
                  <a:lnTo>
                    <a:pt x="4955425" y="1435289"/>
                  </a:lnTo>
                  <a:lnTo>
                    <a:pt x="4954757" y="1435289"/>
                  </a:lnTo>
                  <a:lnTo>
                    <a:pt x="4954089" y="1435289"/>
                  </a:lnTo>
                  <a:lnTo>
                    <a:pt x="4953421" y="1435289"/>
                  </a:lnTo>
                  <a:lnTo>
                    <a:pt x="4952753" y="1435289"/>
                  </a:lnTo>
                  <a:lnTo>
                    <a:pt x="4952085" y="1435289"/>
                  </a:lnTo>
                  <a:lnTo>
                    <a:pt x="4951417" y="1435289"/>
                  </a:lnTo>
                  <a:lnTo>
                    <a:pt x="4950749" y="1435289"/>
                  </a:lnTo>
                  <a:lnTo>
                    <a:pt x="4950081" y="1435289"/>
                  </a:lnTo>
                  <a:lnTo>
                    <a:pt x="4949413" y="1435289"/>
                  </a:lnTo>
                  <a:lnTo>
                    <a:pt x="4948745" y="1435289"/>
                  </a:lnTo>
                  <a:lnTo>
                    <a:pt x="4948077" y="1435289"/>
                  </a:lnTo>
                  <a:lnTo>
                    <a:pt x="4947409" y="1435289"/>
                  </a:lnTo>
                  <a:lnTo>
                    <a:pt x="4946741" y="1435289"/>
                  </a:lnTo>
                  <a:lnTo>
                    <a:pt x="4946073" y="1435289"/>
                  </a:lnTo>
                  <a:lnTo>
                    <a:pt x="4945405" y="1435289"/>
                  </a:lnTo>
                  <a:lnTo>
                    <a:pt x="4944737" y="1435289"/>
                  </a:lnTo>
                  <a:lnTo>
                    <a:pt x="4944069" y="1435289"/>
                  </a:lnTo>
                  <a:lnTo>
                    <a:pt x="4943401" y="1435289"/>
                  </a:lnTo>
                  <a:lnTo>
                    <a:pt x="4942733" y="1435289"/>
                  </a:lnTo>
                  <a:lnTo>
                    <a:pt x="4942065" y="1435289"/>
                  </a:lnTo>
                  <a:lnTo>
                    <a:pt x="4941397" y="1435289"/>
                  </a:lnTo>
                  <a:lnTo>
                    <a:pt x="4940729" y="1435289"/>
                  </a:lnTo>
                  <a:lnTo>
                    <a:pt x="4940061" y="1435289"/>
                  </a:lnTo>
                  <a:lnTo>
                    <a:pt x="4939393" y="1435289"/>
                  </a:lnTo>
                  <a:lnTo>
                    <a:pt x="4938725" y="1435289"/>
                  </a:lnTo>
                  <a:lnTo>
                    <a:pt x="4938057" y="1435289"/>
                  </a:lnTo>
                  <a:lnTo>
                    <a:pt x="4937389" y="1435289"/>
                  </a:lnTo>
                  <a:lnTo>
                    <a:pt x="4936721" y="1435289"/>
                  </a:lnTo>
                  <a:lnTo>
                    <a:pt x="4936053" y="1435289"/>
                  </a:lnTo>
                  <a:lnTo>
                    <a:pt x="4935385" y="1435289"/>
                  </a:lnTo>
                  <a:lnTo>
                    <a:pt x="4934717" y="1435289"/>
                  </a:lnTo>
                  <a:lnTo>
                    <a:pt x="4934049" y="1435289"/>
                  </a:lnTo>
                  <a:lnTo>
                    <a:pt x="4933381" y="1435289"/>
                  </a:lnTo>
                  <a:lnTo>
                    <a:pt x="4932712" y="1435289"/>
                  </a:lnTo>
                  <a:lnTo>
                    <a:pt x="4932044" y="1435289"/>
                  </a:lnTo>
                  <a:lnTo>
                    <a:pt x="4931376" y="1435289"/>
                  </a:lnTo>
                  <a:lnTo>
                    <a:pt x="4930708" y="1435289"/>
                  </a:lnTo>
                  <a:lnTo>
                    <a:pt x="4930040" y="1435289"/>
                  </a:lnTo>
                  <a:lnTo>
                    <a:pt x="4929372" y="1435289"/>
                  </a:lnTo>
                  <a:lnTo>
                    <a:pt x="4928704" y="1435289"/>
                  </a:lnTo>
                  <a:lnTo>
                    <a:pt x="4928036" y="1435289"/>
                  </a:lnTo>
                  <a:lnTo>
                    <a:pt x="4927368" y="1435289"/>
                  </a:lnTo>
                  <a:lnTo>
                    <a:pt x="4926700" y="1435289"/>
                  </a:lnTo>
                  <a:lnTo>
                    <a:pt x="4926032" y="1435289"/>
                  </a:lnTo>
                  <a:lnTo>
                    <a:pt x="4925364" y="1435289"/>
                  </a:lnTo>
                  <a:lnTo>
                    <a:pt x="4924696" y="1435289"/>
                  </a:lnTo>
                  <a:lnTo>
                    <a:pt x="4924028" y="1435289"/>
                  </a:lnTo>
                  <a:lnTo>
                    <a:pt x="4923360" y="1435289"/>
                  </a:lnTo>
                  <a:lnTo>
                    <a:pt x="4922692" y="1435289"/>
                  </a:lnTo>
                  <a:lnTo>
                    <a:pt x="4922024" y="1435289"/>
                  </a:lnTo>
                  <a:lnTo>
                    <a:pt x="4921356" y="1435289"/>
                  </a:lnTo>
                  <a:lnTo>
                    <a:pt x="4920688" y="1435289"/>
                  </a:lnTo>
                  <a:lnTo>
                    <a:pt x="4920020" y="1435289"/>
                  </a:lnTo>
                  <a:lnTo>
                    <a:pt x="4919352" y="1435289"/>
                  </a:lnTo>
                  <a:lnTo>
                    <a:pt x="4918684" y="1435289"/>
                  </a:lnTo>
                  <a:lnTo>
                    <a:pt x="4918016" y="1435289"/>
                  </a:lnTo>
                  <a:lnTo>
                    <a:pt x="4917348" y="1435289"/>
                  </a:lnTo>
                  <a:lnTo>
                    <a:pt x="4916680" y="1435289"/>
                  </a:lnTo>
                  <a:lnTo>
                    <a:pt x="4916012" y="1435289"/>
                  </a:lnTo>
                  <a:lnTo>
                    <a:pt x="4915344" y="1435289"/>
                  </a:lnTo>
                  <a:lnTo>
                    <a:pt x="4914676" y="1435289"/>
                  </a:lnTo>
                  <a:lnTo>
                    <a:pt x="4914008" y="1435289"/>
                  </a:lnTo>
                  <a:lnTo>
                    <a:pt x="4913340" y="1435289"/>
                  </a:lnTo>
                  <a:lnTo>
                    <a:pt x="4912672" y="1435289"/>
                  </a:lnTo>
                  <a:lnTo>
                    <a:pt x="4912004" y="1435289"/>
                  </a:lnTo>
                  <a:lnTo>
                    <a:pt x="4911336" y="1435289"/>
                  </a:lnTo>
                  <a:lnTo>
                    <a:pt x="4910668" y="1435289"/>
                  </a:lnTo>
                  <a:lnTo>
                    <a:pt x="4910000" y="1435289"/>
                  </a:lnTo>
                  <a:lnTo>
                    <a:pt x="4909332" y="1435289"/>
                  </a:lnTo>
                  <a:lnTo>
                    <a:pt x="4908663" y="1435289"/>
                  </a:lnTo>
                  <a:lnTo>
                    <a:pt x="4907995" y="1435289"/>
                  </a:lnTo>
                  <a:lnTo>
                    <a:pt x="4907327" y="1435289"/>
                  </a:lnTo>
                  <a:lnTo>
                    <a:pt x="4906659" y="1435289"/>
                  </a:lnTo>
                  <a:lnTo>
                    <a:pt x="4905991" y="1435289"/>
                  </a:lnTo>
                  <a:lnTo>
                    <a:pt x="4905323" y="1435289"/>
                  </a:lnTo>
                  <a:lnTo>
                    <a:pt x="4904655" y="1435289"/>
                  </a:lnTo>
                  <a:lnTo>
                    <a:pt x="4903987" y="1435289"/>
                  </a:lnTo>
                  <a:lnTo>
                    <a:pt x="4903319" y="1435289"/>
                  </a:lnTo>
                  <a:lnTo>
                    <a:pt x="4902651" y="1435289"/>
                  </a:lnTo>
                  <a:lnTo>
                    <a:pt x="4901983" y="1435289"/>
                  </a:lnTo>
                  <a:lnTo>
                    <a:pt x="4901315" y="1435289"/>
                  </a:lnTo>
                  <a:lnTo>
                    <a:pt x="4900647" y="1435289"/>
                  </a:lnTo>
                  <a:lnTo>
                    <a:pt x="4899979" y="1435289"/>
                  </a:lnTo>
                  <a:lnTo>
                    <a:pt x="4899311" y="1435289"/>
                  </a:lnTo>
                  <a:lnTo>
                    <a:pt x="4898643" y="1435289"/>
                  </a:lnTo>
                  <a:lnTo>
                    <a:pt x="4897975" y="1435289"/>
                  </a:lnTo>
                  <a:lnTo>
                    <a:pt x="4897307" y="1435289"/>
                  </a:lnTo>
                  <a:lnTo>
                    <a:pt x="4896639" y="1435289"/>
                  </a:lnTo>
                  <a:lnTo>
                    <a:pt x="4895971" y="1435289"/>
                  </a:lnTo>
                  <a:lnTo>
                    <a:pt x="4895303" y="1435289"/>
                  </a:lnTo>
                  <a:lnTo>
                    <a:pt x="4894635" y="1435289"/>
                  </a:lnTo>
                  <a:lnTo>
                    <a:pt x="4893967" y="1435289"/>
                  </a:lnTo>
                  <a:lnTo>
                    <a:pt x="4893299" y="1435289"/>
                  </a:lnTo>
                  <a:lnTo>
                    <a:pt x="4892631" y="1435289"/>
                  </a:lnTo>
                  <a:lnTo>
                    <a:pt x="4891963" y="1435289"/>
                  </a:lnTo>
                  <a:lnTo>
                    <a:pt x="4891295" y="1435289"/>
                  </a:lnTo>
                  <a:lnTo>
                    <a:pt x="4890627" y="1435289"/>
                  </a:lnTo>
                  <a:lnTo>
                    <a:pt x="4889959" y="1435289"/>
                  </a:lnTo>
                  <a:lnTo>
                    <a:pt x="4889291" y="1435289"/>
                  </a:lnTo>
                  <a:lnTo>
                    <a:pt x="4888623" y="1435289"/>
                  </a:lnTo>
                  <a:lnTo>
                    <a:pt x="4887955" y="1435289"/>
                  </a:lnTo>
                  <a:lnTo>
                    <a:pt x="4887287" y="1435289"/>
                  </a:lnTo>
                  <a:lnTo>
                    <a:pt x="4886619" y="1435289"/>
                  </a:lnTo>
                  <a:lnTo>
                    <a:pt x="4885951" y="1435289"/>
                  </a:lnTo>
                  <a:lnTo>
                    <a:pt x="4885283" y="1435289"/>
                  </a:lnTo>
                  <a:lnTo>
                    <a:pt x="4884615" y="1435289"/>
                  </a:lnTo>
                  <a:lnTo>
                    <a:pt x="4883946" y="1435289"/>
                  </a:lnTo>
                  <a:lnTo>
                    <a:pt x="4883278" y="1435289"/>
                  </a:lnTo>
                  <a:lnTo>
                    <a:pt x="4882610" y="1435289"/>
                  </a:lnTo>
                  <a:lnTo>
                    <a:pt x="4881942" y="1435289"/>
                  </a:lnTo>
                  <a:lnTo>
                    <a:pt x="4881274" y="1435289"/>
                  </a:lnTo>
                  <a:lnTo>
                    <a:pt x="4880606" y="1435289"/>
                  </a:lnTo>
                  <a:lnTo>
                    <a:pt x="4879938" y="1435289"/>
                  </a:lnTo>
                  <a:lnTo>
                    <a:pt x="4879270" y="1435289"/>
                  </a:lnTo>
                  <a:lnTo>
                    <a:pt x="4878602" y="1435289"/>
                  </a:lnTo>
                  <a:lnTo>
                    <a:pt x="4877934" y="1435289"/>
                  </a:lnTo>
                  <a:lnTo>
                    <a:pt x="4877266" y="1435289"/>
                  </a:lnTo>
                  <a:lnTo>
                    <a:pt x="4876598" y="1435289"/>
                  </a:lnTo>
                  <a:lnTo>
                    <a:pt x="4875930" y="1435289"/>
                  </a:lnTo>
                  <a:lnTo>
                    <a:pt x="4875262" y="1435289"/>
                  </a:lnTo>
                  <a:lnTo>
                    <a:pt x="4874594" y="1435289"/>
                  </a:lnTo>
                  <a:lnTo>
                    <a:pt x="4873926" y="1435289"/>
                  </a:lnTo>
                  <a:lnTo>
                    <a:pt x="4873258" y="1435289"/>
                  </a:lnTo>
                  <a:lnTo>
                    <a:pt x="4872590" y="1435289"/>
                  </a:lnTo>
                  <a:lnTo>
                    <a:pt x="4871922" y="1435289"/>
                  </a:lnTo>
                  <a:lnTo>
                    <a:pt x="4871254" y="1435289"/>
                  </a:lnTo>
                  <a:lnTo>
                    <a:pt x="4870586" y="1435289"/>
                  </a:lnTo>
                  <a:lnTo>
                    <a:pt x="4869918" y="1435289"/>
                  </a:lnTo>
                  <a:lnTo>
                    <a:pt x="4869250" y="1435289"/>
                  </a:lnTo>
                  <a:lnTo>
                    <a:pt x="4868582" y="1435289"/>
                  </a:lnTo>
                  <a:lnTo>
                    <a:pt x="4867914" y="1435289"/>
                  </a:lnTo>
                  <a:lnTo>
                    <a:pt x="4867246" y="1435289"/>
                  </a:lnTo>
                  <a:lnTo>
                    <a:pt x="4866578" y="1435289"/>
                  </a:lnTo>
                  <a:lnTo>
                    <a:pt x="4865910" y="1435289"/>
                  </a:lnTo>
                  <a:lnTo>
                    <a:pt x="4865242" y="1435289"/>
                  </a:lnTo>
                  <a:lnTo>
                    <a:pt x="4864574" y="1435289"/>
                  </a:lnTo>
                  <a:lnTo>
                    <a:pt x="4863906" y="1435289"/>
                  </a:lnTo>
                  <a:lnTo>
                    <a:pt x="4863238" y="1435289"/>
                  </a:lnTo>
                  <a:lnTo>
                    <a:pt x="4862570" y="1435289"/>
                  </a:lnTo>
                  <a:lnTo>
                    <a:pt x="4861902" y="1435289"/>
                  </a:lnTo>
                  <a:lnTo>
                    <a:pt x="4861234" y="1435289"/>
                  </a:lnTo>
                  <a:lnTo>
                    <a:pt x="4860566" y="1435289"/>
                  </a:lnTo>
                  <a:lnTo>
                    <a:pt x="4859898" y="1435289"/>
                  </a:lnTo>
                  <a:lnTo>
                    <a:pt x="4859229" y="1435289"/>
                  </a:lnTo>
                  <a:lnTo>
                    <a:pt x="4858561" y="1435289"/>
                  </a:lnTo>
                  <a:lnTo>
                    <a:pt x="4857893" y="1435289"/>
                  </a:lnTo>
                  <a:lnTo>
                    <a:pt x="4857225" y="1435289"/>
                  </a:lnTo>
                  <a:lnTo>
                    <a:pt x="4856557" y="1435289"/>
                  </a:lnTo>
                  <a:lnTo>
                    <a:pt x="4855889" y="1435289"/>
                  </a:lnTo>
                  <a:lnTo>
                    <a:pt x="4855221" y="1435289"/>
                  </a:lnTo>
                  <a:lnTo>
                    <a:pt x="4854553" y="1435289"/>
                  </a:lnTo>
                  <a:lnTo>
                    <a:pt x="4853885" y="1435289"/>
                  </a:lnTo>
                  <a:lnTo>
                    <a:pt x="4853217" y="1435289"/>
                  </a:lnTo>
                  <a:lnTo>
                    <a:pt x="4852549" y="1435289"/>
                  </a:lnTo>
                  <a:lnTo>
                    <a:pt x="4851881" y="1435289"/>
                  </a:lnTo>
                  <a:lnTo>
                    <a:pt x="4851213" y="1435289"/>
                  </a:lnTo>
                  <a:lnTo>
                    <a:pt x="4850545" y="1435289"/>
                  </a:lnTo>
                  <a:lnTo>
                    <a:pt x="4849877" y="1435289"/>
                  </a:lnTo>
                  <a:lnTo>
                    <a:pt x="4849209" y="1435289"/>
                  </a:lnTo>
                  <a:lnTo>
                    <a:pt x="4848541" y="1435289"/>
                  </a:lnTo>
                  <a:lnTo>
                    <a:pt x="4847873" y="1435289"/>
                  </a:lnTo>
                  <a:lnTo>
                    <a:pt x="4847205" y="1435289"/>
                  </a:lnTo>
                  <a:lnTo>
                    <a:pt x="4846537" y="1435289"/>
                  </a:lnTo>
                  <a:lnTo>
                    <a:pt x="4845869" y="1435289"/>
                  </a:lnTo>
                  <a:lnTo>
                    <a:pt x="4845201" y="1435289"/>
                  </a:lnTo>
                  <a:lnTo>
                    <a:pt x="4844533" y="1435289"/>
                  </a:lnTo>
                  <a:lnTo>
                    <a:pt x="4843865" y="1435289"/>
                  </a:lnTo>
                  <a:lnTo>
                    <a:pt x="4843197" y="1435289"/>
                  </a:lnTo>
                  <a:lnTo>
                    <a:pt x="4842529" y="1435289"/>
                  </a:lnTo>
                  <a:lnTo>
                    <a:pt x="4841861" y="1435289"/>
                  </a:lnTo>
                  <a:lnTo>
                    <a:pt x="4841193" y="1435289"/>
                  </a:lnTo>
                  <a:lnTo>
                    <a:pt x="4840525" y="1435289"/>
                  </a:lnTo>
                  <a:lnTo>
                    <a:pt x="4839857" y="1435289"/>
                  </a:lnTo>
                  <a:lnTo>
                    <a:pt x="4839189" y="1435289"/>
                  </a:lnTo>
                  <a:lnTo>
                    <a:pt x="4838521" y="1435289"/>
                  </a:lnTo>
                  <a:lnTo>
                    <a:pt x="4837853" y="1435289"/>
                  </a:lnTo>
                  <a:lnTo>
                    <a:pt x="4837185" y="1435289"/>
                  </a:lnTo>
                  <a:lnTo>
                    <a:pt x="4836517" y="1435289"/>
                  </a:lnTo>
                  <a:lnTo>
                    <a:pt x="4835849" y="1435289"/>
                  </a:lnTo>
                  <a:lnTo>
                    <a:pt x="4835181" y="1435289"/>
                  </a:lnTo>
                  <a:lnTo>
                    <a:pt x="4834512" y="1435289"/>
                  </a:lnTo>
                  <a:lnTo>
                    <a:pt x="4833844" y="1435289"/>
                  </a:lnTo>
                  <a:lnTo>
                    <a:pt x="4833176" y="1435289"/>
                  </a:lnTo>
                  <a:lnTo>
                    <a:pt x="4832508" y="1435289"/>
                  </a:lnTo>
                  <a:lnTo>
                    <a:pt x="4831840" y="1435289"/>
                  </a:lnTo>
                  <a:lnTo>
                    <a:pt x="4831172" y="1435289"/>
                  </a:lnTo>
                  <a:lnTo>
                    <a:pt x="4830504" y="1435289"/>
                  </a:lnTo>
                  <a:lnTo>
                    <a:pt x="4829836" y="1435289"/>
                  </a:lnTo>
                  <a:lnTo>
                    <a:pt x="4829168" y="1435289"/>
                  </a:lnTo>
                  <a:lnTo>
                    <a:pt x="4828500" y="1435289"/>
                  </a:lnTo>
                  <a:lnTo>
                    <a:pt x="4827832" y="1435289"/>
                  </a:lnTo>
                  <a:lnTo>
                    <a:pt x="4827164" y="1435289"/>
                  </a:lnTo>
                  <a:lnTo>
                    <a:pt x="4826496" y="1435289"/>
                  </a:lnTo>
                  <a:lnTo>
                    <a:pt x="4825828" y="1435289"/>
                  </a:lnTo>
                  <a:lnTo>
                    <a:pt x="4825160" y="1435289"/>
                  </a:lnTo>
                  <a:lnTo>
                    <a:pt x="4824492" y="1435289"/>
                  </a:lnTo>
                  <a:lnTo>
                    <a:pt x="4823824" y="1435289"/>
                  </a:lnTo>
                  <a:lnTo>
                    <a:pt x="4823156" y="1435289"/>
                  </a:lnTo>
                  <a:lnTo>
                    <a:pt x="4822488" y="1435289"/>
                  </a:lnTo>
                  <a:lnTo>
                    <a:pt x="4821820" y="1435289"/>
                  </a:lnTo>
                  <a:lnTo>
                    <a:pt x="4821152" y="1435289"/>
                  </a:lnTo>
                  <a:lnTo>
                    <a:pt x="4820484" y="1435289"/>
                  </a:lnTo>
                  <a:lnTo>
                    <a:pt x="4819816" y="1435289"/>
                  </a:lnTo>
                  <a:lnTo>
                    <a:pt x="4819148" y="1435289"/>
                  </a:lnTo>
                  <a:lnTo>
                    <a:pt x="4818480" y="1435289"/>
                  </a:lnTo>
                  <a:lnTo>
                    <a:pt x="4817812" y="1435289"/>
                  </a:lnTo>
                  <a:lnTo>
                    <a:pt x="4817144" y="1435289"/>
                  </a:lnTo>
                  <a:lnTo>
                    <a:pt x="4816476" y="1435289"/>
                  </a:lnTo>
                  <a:lnTo>
                    <a:pt x="4815808" y="1435289"/>
                  </a:lnTo>
                  <a:lnTo>
                    <a:pt x="4815140" y="1435289"/>
                  </a:lnTo>
                  <a:lnTo>
                    <a:pt x="4814472" y="1435289"/>
                  </a:lnTo>
                  <a:lnTo>
                    <a:pt x="4813804" y="1435289"/>
                  </a:lnTo>
                  <a:lnTo>
                    <a:pt x="4813136" y="1435289"/>
                  </a:lnTo>
                  <a:lnTo>
                    <a:pt x="4812468" y="1435289"/>
                  </a:lnTo>
                  <a:lnTo>
                    <a:pt x="4811800" y="1435289"/>
                  </a:lnTo>
                  <a:lnTo>
                    <a:pt x="4811132" y="1435289"/>
                  </a:lnTo>
                  <a:lnTo>
                    <a:pt x="4810463" y="1435289"/>
                  </a:lnTo>
                  <a:lnTo>
                    <a:pt x="4809795" y="1435289"/>
                  </a:lnTo>
                  <a:lnTo>
                    <a:pt x="4809127" y="1435289"/>
                  </a:lnTo>
                  <a:lnTo>
                    <a:pt x="4808459" y="1435289"/>
                  </a:lnTo>
                  <a:lnTo>
                    <a:pt x="4807791" y="1435289"/>
                  </a:lnTo>
                  <a:lnTo>
                    <a:pt x="4807123" y="1435289"/>
                  </a:lnTo>
                  <a:lnTo>
                    <a:pt x="4806455" y="1435289"/>
                  </a:lnTo>
                  <a:lnTo>
                    <a:pt x="4805787" y="1435289"/>
                  </a:lnTo>
                  <a:lnTo>
                    <a:pt x="4805119" y="1435289"/>
                  </a:lnTo>
                  <a:lnTo>
                    <a:pt x="4804451" y="1435289"/>
                  </a:lnTo>
                  <a:lnTo>
                    <a:pt x="4803783" y="1435289"/>
                  </a:lnTo>
                  <a:lnTo>
                    <a:pt x="4803115" y="1435289"/>
                  </a:lnTo>
                  <a:lnTo>
                    <a:pt x="4802447" y="1435289"/>
                  </a:lnTo>
                  <a:lnTo>
                    <a:pt x="4801779" y="1435289"/>
                  </a:lnTo>
                  <a:lnTo>
                    <a:pt x="4801111" y="1435289"/>
                  </a:lnTo>
                  <a:lnTo>
                    <a:pt x="4800443" y="1435289"/>
                  </a:lnTo>
                  <a:lnTo>
                    <a:pt x="4799775" y="1435289"/>
                  </a:lnTo>
                  <a:lnTo>
                    <a:pt x="4799107" y="1435289"/>
                  </a:lnTo>
                  <a:lnTo>
                    <a:pt x="4798439" y="1435289"/>
                  </a:lnTo>
                  <a:lnTo>
                    <a:pt x="4797771" y="1435289"/>
                  </a:lnTo>
                  <a:lnTo>
                    <a:pt x="4797103" y="1435289"/>
                  </a:lnTo>
                  <a:lnTo>
                    <a:pt x="4796435" y="1435289"/>
                  </a:lnTo>
                  <a:lnTo>
                    <a:pt x="4795767" y="1435289"/>
                  </a:lnTo>
                  <a:lnTo>
                    <a:pt x="4795099" y="1435289"/>
                  </a:lnTo>
                  <a:lnTo>
                    <a:pt x="4794431" y="1435289"/>
                  </a:lnTo>
                  <a:lnTo>
                    <a:pt x="4793763" y="1435289"/>
                  </a:lnTo>
                  <a:lnTo>
                    <a:pt x="4793095" y="1435289"/>
                  </a:lnTo>
                  <a:lnTo>
                    <a:pt x="4792427" y="1435289"/>
                  </a:lnTo>
                  <a:lnTo>
                    <a:pt x="4791759" y="1435289"/>
                  </a:lnTo>
                  <a:lnTo>
                    <a:pt x="4791091" y="1435289"/>
                  </a:lnTo>
                  <a:lnTo>
                    <a:pt x="4790423" y="1435289"/>
                  </a:lnTo>
                  <a:lnTo>
                    <a:pt x="4789755" y="1435289"/>
                  </a:lnTo>
                  <a:lnTo>
                    <a:pt x="4789087" y="1435289"/>
                  </a:lnTo>
                  <a:lnTo>
                    <a:pt x="4788419" y="1435289"/>
                  </a:lnTo>
                  <a:lnTo>
                    <a:pt x="4787751" y="1435289"/>
                  </a:lnTo>
                  <a:lnTo>
                    <a:pt x="4787083" y="1435289"/>
                  </a:lnTo>
                  <a:lnTo>
                    <a:pt x="4786415" y="1435289"/>
                  </a:lnTo>
                  <a:lnTo>
                    <a:pt x="4785746" y="1435289"/>
                  </a:lnTo>
                  <a:lnTo>
                    <a:pt x="4785078" y="1435289"/>
                  </a:lnTo>
                  <a:lnTo>
                    <a:pt x="4784410" y="1435289"/>
                  </a:lnTo>
                  <a:lnTo>
                    <a:pt x="4783742" y="1435289"/>
                  </a:lnTo>
                  <a:lnTo>
                    <a:pt x="4783074" y="1435289"/>
                  </a:lnTo>
                  <a:lnTo>
                    <a:pt x="4782406" y="1435289"/>
                  </a:lnTo>
                  <a:lnTo>
                    <a:pt x="4781738" y="1435289"/>
                  </a:lnTo>
                  <a:lnTo>
                    <a:pt x="4781070" y="1435289"/>
                  </a:lnTo>
                  <a:lnTo>
                    <a:pt x="4780402" y="1435289"/>
                  </a:lnTo>
                  <a:lnTo>
                    <a:pt x="4779734" y="1435289"/>
                  </a:lnTo>
                  <a:lnTo>
                    <a:pt x="4779066" y="1435289"/>
                  </a:lnTo>
                  <a:lnTo>
                    <a:pt x="4778398" y="1435289"/>
                  </a:lnTo>
                  <a:lnTo>
                    <a:pt x="4777730" y="1435289"/>
                  </a:lnTo>
                  <a:lnTo>
                    <a:pt x="4777062" y="1435289"/>
                  </a:lnTo>
                  <a:lnTo>
                    <a:pt x="4776394" y="1435289"/>
                  </a:lnTo>
                  <a:lnTo>
                    <a:pt x="4775726" y="1435289"/>
                  </a:lnTo>
                  <a:lnTo>
                    <a:pt x="4775058" y="1435289"/>
                  </a:lnTo>
                  <a:lnTo>
                    <a:pt x="4774390" y="1435289"/>
                  </a:lnTo>
                  <a:lnTo>
                    <a:pt x="4773722" y="1435289"/>
                  </a:lnTo>
                  <a:lnTo>
                    <a:pt x="4773054" y="1435289"/>
                  </a:lnTo>
                  <a:lnTo>
                    <a:pt x="4772386" y="1435289"/>
                  </a:lnTo>
                  <a:lnTo>
                    <a:pt x="4771718" y="1435289"/>
                  </a:lnTo>
                  <a:lnTo>
                    <a:pt x="4771050" y="1435289"/>
                  </a:lnTo>
                  <a:lnTo>
                    <a:pt x="4770382" y="1435289"/>
                  </a:lnTo>
                  <a:lnTo>
                    <a:pt x="4769714" y="1435289"/>
                  </a:lnTo>
                  <a:lnTo>
                    <a:pt x="4769046" y="1435289"/>
                  </a:lnTo>
                  <a:lnTo>
                    <a:pt x="4768378" y="1435289"/>
                  </a:lnTo>
                  <a:lnTo>
                    <a:pt x="4767710" y="1435289"/>
                  </a:lnTo>
                  <a:lnTo>
                    <a:pt x="4767042" y="1435289"/>
                  </a:lnTo>
                  <a:lnTo>
                    <a:pt x="4766374" y="1435289"/>
                  </a:lnTo>
                  <a:lnTo>
                    <a:pt x="4765706" y="1435289"/>
                  </a:lnTo>
                  <a:lnTo>
                    <a:pt x="4765038" y="1435289"/>
                  </a:lnTo>
                  <a:lnTo>
                    <a:pt x="4764370" y="1435289"/>
                  </a:lnTo>
                  <a:lnTo>
                    <a:pt x="4763702" y="1435289"/>
                  </a:lnTo>
                  <a:lnTo>
                    <a:pt x="4763034" y="1435289"/>
                  </a:lnTo>
                  <a:lnTo>
                    <a:pt x="4762366" y="1435289"/>
                  </a:lnTo>
                  <a:lnTo>
                    <a:pt x="4761698" y="1435289"/>
                  </a:lnTo>
                  <a:lnTo>
                    <a:pt x="4761029" y="1435289"/>
                  </a:lnTo>
                  <a:lnTo>
                    <a:pt x="4760361" y="1435289"/>
                  </a:lnTo>
                  <a:lnTo>
                    <a:pt x="4759693" y="1435289"/>
                  </a:lnTo>
                  <a:lnTo>
                    <a:pt x="4759025" y="1435289"/>
                  </a:lnTo>
                  <a:lnTo>
                    <a:pt x="4758357" y="1435289"/>
                  </a:lnTo>
                  <a:lnTo>
                    <a:pt x="4757689" y="1435289"/>
                  </a:lnTo>
                  <a:lnTo>
                    <a:pt x="4757021" y="1435289"/>
                  </a:lnTo>
                  <a:lnTo>
                    <a:pt x="4756353" y="1435289"/>
                  </a:lnTo>
                  <a:lnTo>
                    <a:pt x="4755685" y="1435289"/>
                  </a:lnTo>
                  <a:lnTo>
                    <a:pt x="4755017" y="1435289"/>
                  </a:lnTo>
                  <a:lnTo>
                    <a:pt x="4754349" y="1435289"/>
                  </a:lnTo>
                  <a:lnTo>
                    <a:pt x="4753681" y="1435289"/>
                  </a:lnTo>
                  <a:lnTo>
                    <a:pt x="4753013" y="1435289"/>
                  </a:lnTo>
                  <a:lnTo>
                    <a:pt x="4752345" y="1435289"/>
                  </a:lnTo>
                  <a:lnTo>
                    <a:pt x="4751677" y="1435289"/>
                  </a:lnTo>
                  <a:lnTo>
                    <a:pt x="4751009" y="1435289"/>
                  </a:lnTo>
                  <a:lnTo>
                    <a:pt x="4750341" y="1435289"/>
                  </a:lnTo>
                  <a:lnTo>
                    <a:pt x="4749673" y="1435289"/>
                  </a:lnTo>
                  <a:lnTo>
                    <a:pt x="4749005" y="1435289"/>
                  </a:lnTo>
                  <a:lnTo>
                    <a:pt x="4748337" y="1435289"/>
                  </a:lnTo>
                  <a:lnTo>
                    <a:pt x="4747669" y="1435289"/>
                  </a:lnTo>
                  <a:lnTo>
                    <a:pt x="4747001" y="1435289"/>
                  </a:lnTo>
                  <a:lnTo>
                    <a:pt x="4746333" y="1435289"/>
                  </a:lnTo>
                  <a:lnTo>
                    <a:pt x="4745665" y="1435289"/>
                  </a:lnTo>
                  <a:lnTo>
                    <a:pt x="4744997" y="1435289"/>
                  </a:lnTo>
                  <a:lnTo>
                    <a:pt x="4744329" y="1435289"/>
                  </a:lnTo>
                  <a:lnTo>
                    <a:pt x="4743661" y="1435289"/>
                  </a:lnTo>
                  <a:lnTo>
                    <a:pt x="4742993" y="1435289"/>
                  </a:lnTo>
                  <a:lnTo>
                    <a:pt x="4742325" y="1435289"/>
                  </a:lnTo>
                  <a:lnTo>
                    <a:pt x="4741657" y="1435289"/>
                  </a:lnTo>
                  <a:lnTo>
                    <a:pt x="4740989" y="1435289"/>
                  </a:lnTo>
                  <a:lnTo>
                    <a:pt x="4740321" y="1435289"/>
                  </a:lnTo>
                  <a:lnTo>
                    <a:pt x="4739653" y="1435289"/>
                  </a:lnTo>
                  <a:lnTo>
                    <a:pt x="4738985" y="1435289"/>
                  </a:lnTo>
                  <a:lnTo>
                    <a:pt x="4738317" y="1435289"/>
                  </a:lnTo>
                  <a:lnTo>
                    <a:pt x="4737649" y="1435289"/>
                  </a:lnTo>
                  <a:lnTo>
                    <a:pt x="4736981" y="1435289"/>
                  </a:lnTo>
                  <a:lnTo>
                    <a:pt x="4736312" y="1435289"/>
                  </a:lnTo>
                  <a:lnTo>
                    <a:pt x="4735644" y="1435289"/>
                  </a:lnTo>
                  <a:lnTo>
                    <a:pt x="4734976" y="1435289"/>
                  </a:lnTo>
                  <a:lnTo>
                    <a:pt x="4734308" y="1435289"/>
                  </a:lnTo>
                  <a:lnTo>
                    <a:pt x="4733640" y="1435289"/>
                  </a:lnTo>
                  <a:lnTo>
                    <a:pt x="4732972" y="1435289"/>
                  </a:lnTo>
                  <a:lnTo>
                    <a:pt x="4732304" y="1435289"/>
                  </a:lnTo>
                  <a:lnTo>
                    <a:pt x="4731636" y="1435289"/>
                  </a:lnTo>
                  <a:lnTo>
                    <a:pt x="4730968" y="1435289"/>
                  </a:lnTo>
                  <a:lnTo>
                    <a:pt x="4730300" y="1435289"/>
                  </a:lnTo>
                  <a:lnTo>
                    <a:pt x="4729632" y="1435289"/>
                  </a:lnTo>
                  <a:lnTo>
                    <a:pt x="4728964" y="1435289"/>
                  </a:lnTo>
                  <a:lnTo>
                    <a:pt x="4728296" y="1435289"/>
                  </a:lnTo>
                  <a:lnTo>
                    <a:pt x="4727628" y="1435289"/>
                  </a:lnTo>
                  <a:lnTo>
                    <a:pt x="4726960" y="1435289"/>
                  </a:lnTo>
                  <a:lnTo>
                    <a:pt x="4726292" y="1435289"/>
                  </a:lnTo>
                  <a:lnTo>
                    <a:pt x="4725624" y="1435289"/>
                  </a:lnTo>
                  <a:lnTo>
                    <a:pt x="4724956" y="1435289"/>
                  </a:lnTo>
                  <a:lnTo>
                    <a:pt x="4724288" y="1435289"/>
                  </a:lnTo>
                  <a:lnTo>
                    <a:pt x="4723620" y="1435289"/>
                  </a:lnTo>
                  <a:lnTo>
                    <a:pt x="4722952" y="1435289"/>
                  </a:lnTo>
                  <a:lnTo>
                    <a:pt x="4722284" y="1435289"/>
                  </a:lnTo>
                  <a:lnTo>
                    <a:pt x="4721616" y="1435289"/>
                  </a:lnTo>
                  <a:lnTo>
                    <a:pt x="4720948" y="1435289"/>
                  </a:lnTo>
                  <a:lnTo>
                    <a:pt x="4720280" y="1435289"/>
                  </a:lnTo>
                  <a:lnTo>
                    <a:pt x="4719612" y="1435289"/>
                  </a:lnTo>
                  <a:lnTo>
                    <a:pt x="4718944" y="1435289"/>
                  </a:lnTo>
                  <a:lnTo>
                    <a:pt x="4718276" y="1435289"/>
                  </a:lnTo>
                  <a:lnTo>
                    <a:pt x="4717608" y="1435289"/>
                  </a:lnTo>
                  <a:lnTo>
                    <a:pt x="4716940" y="1435289"/>
                  </a:lnTo>
                  <a:lnTo>
                    <a:pt x="4716272" y="1435289"/>
                  </a:lnTo>
                  <a:lnTo>
                    <a:pt x="4715604" y="1435289"/>
                  </a:lnTo>
                  <a:lnTo>
                    <a:pt x="4714936" y="1435289"/>
                  </a:lnTo>
                  <a:lnTo>
                    <a:pt x="4714268" y="1435289"/>
                  </a:lnTo>
                  <a:lnTo>
                    <a:pt x="4713600" y="1435289"/>
                  </a:lnTo>
                  <a:lnTo>
                    <a:pt x="4712932" y="1435289"/>
                  </a:lnTo>
                  <a:lnTo>
                    <a:pt x="4712263" y="1435289"/>
                  </a:lnTo>
                  <a:lnTo>
                    <a:pt x="4711595" y="1435289"/>
                  </a:lnTo>
                  <a:lnTo>
                    <a:pt x="4710927" y="1435289"/>
                  </a:lnTo>
                  <a:lnTo>
                    <a:pt x="4710259" y="1435289"/>
                  </a:lnTo>
                  <a:lnTo>
                    <a:pt x="4709591" y="1435289"/>
                  </a:lnTo>
                  <a:lnTo>
                    <a:pt x="4708923" y="1435289"/>
                  </a:lnTo>
                  <a:lnTo>
                    <a:pt x="4708255" y="1435289"/>
                  </a:lnTo>
                  <a:lnTo>
                    <a:pt x="4707587" y="1435289"/>
                  </a:lnTo>
                  <a:lnTo>
                    <a:pt x="4706919" y="1435289"/>
                  </a:lnTo>
                  <a:lnTo>
                    <a:pt x="4706251" y="1435289"/>
                  </a:lnTo>
                  <a:lnTo>
                    <a:pt x="4705583" y="1435289"/>
                  </a:lnTo>
                  <a:lnTo>
                    <a:pt x="4704915" y="1435289"/>
                  </a:lnTo>
                  <a:lnTo>
                    <a:pt x="4704247" y="1435289"/>
                  </a:lnTo>
                  <a:lnTo>
                    <a:pt x="4703579" y="1435289"/>
                  </a:lnTo>
                  <a:lnTo>
                    <a:pt x="4702911" y="1435289"/>
                  </a:lnTo>
                  <a:lnTo>
                    <a:pt x="4702243" y="1435289"/>
                  </a:lnTo>
                  <a:lnTo>
                    <a:pt x="4701575" y="1435289"/>
                  </a:lnTo>
                  <a:lnTo>
                    <a:pt x="4700907" y="1435289"/>
                  </a:lnTo>
                  <a:lnTo>
                    <a:pt x="4700239" y="1435289"/>
                  </a:lnTo>
                  <a:lnTo>
                    <a:pt x="4699571" y="1435289"/>
                  </a:lnTo>
                  <a:lnTo>
                    <a:pt x="4698903" y="1435289"/>
                  </a:lnTo>
                  <a:lnTo>
                    <a:pt x="4698235" y="1435289"/>
                  </a:lnTo>
                  <a:lnTo>
                    <a:pt x="4697567" y="1435289"/>
                  </a:lnTo>
                  <a:lnTo>
                    <a:pt x="4696899" y="1435289"/>
                  </a:lnTo>
                  <a:lnTo>
                    <a:pt x="4696231" y="1435289"/>
                  </a:lnTo>
                  <a:lnTo>
                    <a:pt x="4695563" y="1435289"/>
                  </a:lnTo>
                  <a:lnTo>
                    <a:pt x="4694895" y="1435289"/>
                  </a:lnTo>
                  <a:lnTo>
                    <a:pt x="4694227" y="1435289"/>
                  </a:lnTo>
                  <a:lnTo>
                    <a:pt x="4693559" y="1435289"/>
                  </a:lnTo>
                  <a:lnTo>
                    <a:pt x="4692891" y="1435289"/>
                  </a:lnTo>
                  <a:lnTo>
                    <a:pt x="4692223" y="1435289"/>
                  </a:lnTo>
                  <a:lnTo>
                    <a:pt x="4691555" y="1435289"/>
                  </a:lnTo>
                  <a:lnTo>
                    <a:pt x="4690887" y="1435289"/>
                  </a:lnTo>
                  <a:lnTo>
                    <a:pt x="4690219" y="1435289"/>
                  </a:lnTo>
                  <a:lnTo>
                    <a:pt x="4689551" y="1435289"/>
                  </a:lnTo>
                  <a:lnTo>
                    <a:pt x="4688883" y="1435289"/>
                  </a:lnTo>
                  <a:lnTo>
                    <a:pt x="4688215" y="1435289"/>
                  </a:lnTo>
                  <a:lnTo>
                    <a:pt x="4687546" y="1435289"/>
                  </a:lnTo>
                  <a:lnTo>
                    <a:pt x="4686878" y="1435289"/>
                  </a:lnTo>
                  <a:lnTo>
                    <a:pt x="4686210" y="1435289"/>
                  </a:lnTo>
                  <a:lnTo>
                    <a:pt x="4685542" y="1435289"/>
                  </a:lnTo>
                  <a:lnTo>
                    <a:pt x="4684874" y="1435289"/>
                  </a:lnTo>
                  <a:lnTo>
                    <a:pt x="4684206" y="1435289"/>
                  </a:lnTo>
                  <a:lnTo>
                    <a:pt x="4683538" y="1435289"/>
                  </a:lnTo>
                  <a:lnTo>
                    <a:pt x="4682870" y="1435289"/>
                  </a:lnTo>
                  <a:lnTo>
                    <a:pt x="4682202" y="1435289"/>
                  </a:lnTo>
                  <a:lnTo>
                    <a:pt x="4681534" y="1435289"/>
                  </a:lnTo>
                  <a:lnTo>
                    <a:pt x="4680866" y="1435289"/>
                  </a:lnTo>
                  <a:lnTo>
                    <a:pt x="4680198" y="1435289"/>
                  </a:lnTo>
                  <a:lnTo>
                    <a:pt x="4679530" y="1435289"/>
                  </a:lnTo>
                  <a:lnTo>
                    <a:pt x="4678862" y="1435289"/>
                  </a:lnTo>
                  <a:lnTo>
                    <a:pt x="4678194" y="1435289"/>
                  </a:lnTo>
                  <a:lnTo>
                    <a:pt x="4677526" y="1435289"/>
                  </a:lnTo>
                  <a:lnTo>
                    <a:pt x="4676858" y="1435289"/>
                  </a:lnTo>
                  <a:lnTo>
                    <a:pt x="4676190" y="1435289"/>
                  </a:lnTo>
                  <a:lnTo>
                    <a:pt x="4675522" y="1435289"/>
                  </a:lnTo>
                  <a:lnTo>
                    <a:pt x="4674854" y="1435289"/>
                  </a:lnTo>
                  <a:lnTo>
                    <a:pt x="4674186" y="1435289"/>
                  </a:lnTo>
                  <a:lnTo>
                    <a:pt x="4673518" y="1435289"/>
                  </a:lnTo>
                  <a:lnTo>
                    <a:pt x="4672850" y="1435289"/>
                  </a:lnTo>
                  <a:lnTo>
                    <a:pt x="4672182" y="1435289"/>
                  </a:lnTo>
                  <a:lnTo>
                    <a:pt x="4671514" y="1435289"/>
                  </a:lnTo>
                  <a:lnTo>
                    <a:pt x="4670846" y="1435289"/>
                  </a:lnTo>
                  <a:lnTo>
                    <a:pt x="4670178" y="1435289"/>
                  </a:lnTo>
                  <a:lnTo>
                    <a:pt x="4669510" y="1435289"/>
                  </a:lnTo>
                  <a:lnTo>
                    <a:pt x="4668842" y="1435289"/>
                  </a:lnTo>
                  <a:lnTo>
                    <a:pt x="4668174" y="1435289"/>
                  </a:lnTo>
                  <a:lnTo>
                    <a:pt x="4667506" y="1435289"/>
                  </a:lnTo>
                  <a:lnTo>
                    <a:pt x="4666838" y="1435289"/>
                  </a:lnTo>
                  <a:lnTo>
                    <a:pt x="4666170" y="1435289"/>
                  </a:lnTo>
                  <a:lnTo>
                    <a:pt x="4665502" y="1435289"/>
                  </a:lnTo>
                  <a:lnTo>
                    <a:pt x="4664834" y="1435289"/>
                  </a:lnTo>
                  <a:lnTo>
                    <a:pt x="4664166" y="1435289"/>
                  </a:lnTo>
                  <a:lnTo>
                    <a:pt x="4663498" y="1435289"/>
                  </a:lnTo>
                  <a:lnTo>
                    <a:pt x="4662829" y="1435289"/>
                  </a:lnTo>
                  <a:lnTo>
                    <a:pt x="4662161" y="1435289"/>
                  </a:lnTo>
                  <a:lnTo>
                    <a:pt x="4661493" y="1435289"/>
                  </a:lnTo>
                  <a:lnTo>
                    <a:pt x="4660825" y="1435289"/>
                  </a:lnTo>
                  <a:lnTo>
                    <a:pt x="4660157" y="1435289"/>
                  </a:lnTo>
                  <a:lnTo>
                    <a:pt x="4659489" y="1435289"/>
                  </a:lnTo>
                  <a:lnTo>
                    <a:pt x="4658821" y="1435289"/>
                  </a:lnTo>
                  <a:lnTo>
                    <a:pt x="4658153" y="1435289"/>
                  </a:lnTo>
                  <a:lnTo>
                    <a:pt x="4657485" y="1435289"/>
                  </a:lnTo>
                  <a:lnTo>
                    <a:pt x="4656817" y="1435289"/>
                  </a:lnTo>
                  <a:lnTo>
                    <a:pt x="4656149" y="1435289"/>
                  </a:lnTo>
                  <a:lnTo>
                    <a:pt x="4655481" y="1435289"/>
                  </a:lnTo>
                  <a:lnTo>
                    <a:pt x="4654813" y="1435289"/>
                  </a:lnTo>
                  <a:lnTo>
                    <a:pt x="4654145" y="1435289"/>
                  </a:lnTo>
                  <a:lnTo>
                    <a:pt x="4653477" y="1435289"/>
                  </a:lnTo>
                  <a:lnTo>
                    <a:pt x="4652809" y="1435289"/>
                  </a:lnTo>
                  <a:lnTo>
                    <a:pt x="4652141" y="1435289"/>
                  </a:lnTo>
                  <a:lnTo>
                    <a:pt x="4651473" y="1435289"/>
                  </a:lnTo>
                  <a:lnTo>
                    <a:pt x="4650805" y="1435289"/>
                  </a:lnTo>
                  <a:lnTo>
                    <a:pt x="4650137" y="1435289"/>
                  </a:lnTo>
                  <a:lnTo>
                    <a:pt x="4649469" y="1435289"/>
                  </a:lnTo>
                  <a:lnTo>
                    <a:pt x="4648801" y="1435289"/>
                  </a:lnTo>
                  <a:lnTo>
                    <a:pt x="4648133" y="1435289"/>
                  </a:lnTo>
                  <a:lnTo>
                    <a:pt x="4647465" y="1435289"/>
                  </a:lnTo>
                  <a:lnTo>
                    <a:pt x="4646797" y="1435289"/>
                  </a:lnTo>
                  <a:lnTo>
                    <a:pt x="4646129" y="1435289"/>
                  </a:lnTo>
                  <a:lnTo>
                    <a:pt x="4645461" y="1435289"/>
                  </a:lnTo>
                  <a:lnTo>
                    <a:pt x="4644793" y="1435289"/>
                  </a:lnTo>
                  <a:lnTo>
                    <a:pt x="4644125" y="1435289"/>
                  </a:lnTo>
                  <a:lnTo>
                    <a:pt x="4643457" y="1435289"/>
                  </a:lnTo>
                  <a:lnTo>
                    <a:pt x="4642789" y="1435289"/>
                  </a:lnTo>
                  <a:lnTo>
                    <a:pt x="4642121" y="1435289"/>
                  </a:lnTo>
                  <a:lnTo>
                    <a:pt x="4641453" y="1435289"/>
                  </a:lnTo>
                  <a:lnTo>
                    <a:pt x="4640785" y="1435289"/>
                  </a:lnTo>
                  <a:lnTo>
                    <a:pt x="4640117" y="1435289"/>
                  </a:lnTo>
                  <a:lnTo>
                    <a:pt x="4639449" y="1435289"/>
                  </a:lnTo>
                  <a:lnTo>
                    <a:pt x="4638781" y="1435289"/>
                  </a:lnTo>
                  <a:lnTo>
                    <a:pt x="4638112" y="1435289"/>
                  </a:lnTo>
                  <a:lnTo>
                    <a:pt x="4637444" y="1435289"/>
                  </a:lnTo>
                  <a:lnTo>
                    <a:pt x="4636776" y="1435289"/>
                  </a:lnTo>
                  <a:lnTo>
                    <a:pt x="4636108" y="1435289"/>
                  </a:lnTo>
                  <a:lnTo>
                    <a:pt x="4635440" y="1435289"/>
                  </a:lnTo>
                  <a:lnTo>
                    <a:pt x="4634772" y="1435289"/>
                  </a:lnTo>
                  <a:lnTo>
                    <a:pt x="4634104" y="1435289"/>
                  </a:lnTo>
                  <a:lnTo>
                    <a:pt x="4633436" y="1435289"/>
                  </a:lnTo>
                  <a:lnTo>
                    <a:pt x="4632768" y="1435289"/>
                  </a:lnTo>
                  <a:lnTo>
                    <a:pt x="4632100" y="1435289"/>
                  </a:lnTo>
                  <a:lnTo>
                    <a:pt x="4631432" y="1435289"/>
                  </a:lnTo>
                  <a:lnTo>
                    <a:pt x="4630764" y="1435289"/>
                  </a:lnTo>
                  <a:lnTo>
                    <a:pt x="4630096" y="1435289"/>
                  </a:lnTo>
                  <a:lnTo>
                    <a:pt x="4629428" y="1435289"/>
                  </a:lnTo>
                  <a:lnTo>
                    <a:pt x="4628760" y="1435289"/>
                  </a:lnTo>
                  <a:lnTo>
                    <a:pt x="4628092" y="1435289"/>
                  </a:lnTo>
                  <a:lnTo>
                    <a:pt x="4627424" y="1435289"/>
                  </a:lnTo>
                  <a:lnTo>
                    <a:pt x="4626756" y="1435289"/>
                  </a:lnTo>
                  <a:lnTo>
                    <a:pt x="4626088" y="1435289"/>
                  </a:lnTo>
                  <a:lnTo>
                    <a:pt x="4625420" y="1435289"/>
                  </a:lnTo>
                  <a:lnTo>
                    <a:pt x="4624752" y="1435289"/>
                  </a:lnTo>
                  <a:lnTo>
                    <a:pt x="4624084" y="1435289"/>
                  </a:lnTo>
                  <a:lnTo>
                    <a:pt x="4623416" y="1435289"/>
                  </a:lnTo>
                  <a:lnTo>
                    <a:pt x="4622748" y="1435289"/>
                  </a:lnTo>
                  <a:lnTo>
                    <a:pt x="4622080" y="1435289"/>
                  </a:lnTo>
                  <a:lnTo>
                    <a:pt x="4621412" y="1435289"/>
                  </a:lnTo>
                  <a:lnTo>
                    <a:pt x="4620744" y="1435289"/>
                  </a:lnTo>
                  <a:lnTo>
                    <a:pt x="4620076" y="1435289"/>
                  </a:lnTo>
                  <a:lnTo>
                    <a:pt x="4619408" y="1435289"/>
                  </a:lnTo>
                  <a:lnTo>
                    <a:pt x="4618740" y="1435289"/>
                  </a:lnTo>
                  <a:lnTo>
                    <a:pt x="4618072" y="1435289"/>
                  </a:lnTo>
                  <a:lnTo>
                    <a:pt x="4617404" y="1435289"/>
                  </a:lnTo>
                  <a:lnTo>
                    <a:pt x="4616736" y="1435289"/>
                  </a:lnTo>
                  <a:lnTo>
                    <a:pt x="4616068" y="1435289"/>
                  </a:lnTo>
                  <a:lnTo>
                    <a:pt x="4615400" y="1435289"/>
                  </a:lnTo>
                  <a:lnTo>
                    <a:pt x="4614732" y="1435289"/>
                  </a:lnTo>
                  <a:lnTo>
                    <a:pt x="4614063" y="1435289"/>
                  </a:lnTo>
                  <a:lnTo>
                    <a:pt x="4613395" y="1435289"/>
                  </a:lnTo>
                  <a:lnTo>
                    <a:pt x="4612727" y="1435289"/>
                  </a:lnTo>
                  <a:lnTo>
                    <a:pt x="4612059" y="1435289"/>
                  </a:lnTo>
                  <a:lnTo>
                    <a:pt x="4611391" y="1435289"/>
                  </a:lnTo>
                  <a:lnTo>
                    <a:pt x="4610723" y="1435289"/>
                  </a:lnTo>
                  <a:lnTo>
                    <a:pt x="4610055" y="1435289"/>
                  </a:lnTo>
                  <a:lnTo>
                    <a:pt x="4609387" y="1435289"/>
                  </a:lnTo>
                  <a:lnTo>
                    <a:pt x="4608719" y="1435289"/>
                  </a:lnTo>
                  <a:lnTo>
                    <a:pt x="4608051" y="1435289"/>
                  </a:lnTo>
                  <a:lnTo>
                    <a:pt x="4607383" y="1435289"/>
                  </a:lnTo>
                  <a:lnTo>
                    <a:pt x="4606715" y="1435289"/>
                  </a:lnTo>
                  <a:lnTo>
                    <a:pt x="4606047" y="1435289"/>
                  </a:lnTo>
                  <a:lnTo>
                    <a:pt x="4605379" y="1435289"/>
                  </a:lnTo>
                  <a:lnTo>
                    <a:pt x="4604711" y="1435289"/>
                  </a:lnTo>
                  <a:lnTo>
                    <a:pt x="4604043" y="1435289"/>
                  </a:lnTo>
                  <a:lnTo>
                    <a:pt x="4603375" y="1435289"/>
                  </a:lnTo>
                  <a:lnTo>
                    <a:pt x="4602707" y="1435289"/>
                  </a:lnTo>
                  <a:lnTo>
                    <a:pt x="4602039" y="1435289"/>
                  </a:lnTo>
                  <a:lnTo>
                    <a:pt x="4601371" y="1435289"/>
                  </a:lnTo>
                  <a:lnTo>
                    <a:pt x="4600703" y="1435289"/>
                  </a:lnTo>
                  <a:lnTo>
                    <a:pt x="4600035" y="1435289"/>
                  </a:lnTo>
                  <a:lnTo>
                    <a:pt x="4599367" y="1435289"/>
                  </a:lnTo>
                  <a:lnTo>
                    <a:pt x="4598699" y="1435289"/>
                  </a:lnTo>
                  <a:lnTo>
                    <a:pt x="4598031" y="1435289"/>
                  </a:lnTo>
                  <a:lnTo>
                    <a:pt x="4597363" y="1435289"/>
                  </a:lnTo>
                  <a:lnTo>
                    <a:pt x="4596695" y="1435289"/>
                  </a:lnTo>
                  <a:lnTo>
                    <a:pt x="4596027" y="1435289"/>
                  </a:lnTo>
                  <a:lnTo>
                    <a:pt x="4595359" y="1435289"/>
                  </a:lnTo>
                  <a:lnTo>
                    <a:pt x="4594691" y="1435289"/>
                  </a:lnTo>
                  <a:lnTo>
                    <a:pt x="4594023" y="1435289"/>
                  </a:lnTo>
                  <a:lnTo>
                    <a:pt x="4593355" y="1435289"/>
                  </a:lnTo>
                  <a:lnTo>
                    <a:pt x="4592687" y="1435289"/>
                  </a:lnTo>
                  <a:lnTo>
                    <a:pt x="4592019" y="1435289"/>
                  </a:lnTo>
                  <a:lnTo>
                    <a:pt x="4591351" y="1435289"/>
                  </a:lnTo>
                  <a:lnTo>
                    <a:pt x="4590683" y="1435289"/>
                  </a:lnTo>
                  <a:lnTo>
                    <a:pt x="4590015" y="1435289"/>
                  </a:lnTo>
                  <a:lnTo>
                    <a:pt x="4589346" y="1435289"/>
                  </a:lnTo>
                  <a:lnTo>
                    <a:pt x="4588678" y="1435289"/>
                  </a:lnTo>
                  <a:lnTo>
                    <a:pt x="4588010" y="1435289"/>
                  </a:lnTo>
                  <a:lnTo>
                    <a:pt x="4587342" y="1435289"/>
                  </a:lnTo>
                  <a:lnTo>
                    <a:pt x="4586674" y="1435289"/>
                  </a:lnTo>
                  <a:lnTo>
                    <a:pt x="4586006" y="1435289"/>
                  </a:lnTo>
                  <a:lnTo>
                    <a:pt x="4585338" y="1435289"/>
                  </a:lnTo>
                  <a:lnTo>
                    <a:pt x="4584670" y="1435289"/>
                  </a:lnTo>
                  <a:lnTo>
                    <a:pt x="4584002" y="1435289"/>
                  </a:lnTo>
                  <a:lnTo>
                    <a:pt x="4583334" y="1435289"/>
                  </a:lnTo>
                  <a:lnTo>
                    <a:pt x="4582666" y="1435289"/>
                  </a:lnTo>
                  <a:lnTo>
                    <a:pt x="4581998" y="1435289"/>
                  </a:lnTo>
                  <a:lnTo>
                    <a:pt x="4581330" y="1435289"/>
                  </a:lnTo>
                  <a:lnTo>
                    <a:pt x="4580662" y="1435289"/>
                  </a:lnTo>
                  <a:lnTo>
                    <a:pt x="4579994" y="1435289"/>
                  </a:lnTo>
                  <a:lnTo>
                    <a:pt x="4579326" y="1435289"/>
                  </a:lnTo>
                  <a:lnTo>
                    <a:pt x="4578658" y="1435289"/>
                  </a:lnTo>
                  <a:lnTo>
                    <a:pt x="4577990" y="1435289"/>
                  </a:lnTo>
                  <a:lnTo>
                    <a:pt x="4577322" y="1435289"/>
                  </a:lnTo>
                  <a:lnTo>
                    <a:pt x="4576654" y="1435289"/>
                  </a:lnTo>
                  <a:lnTo>
                    <a:pt x="4575986" y="1435289"/>
                  </a:lnTo>
                  <a:lnTo>
                    <a:pt x="4575318" y="1435289"/>
                  </a:lnTo>
                  <a:lnTo>
                    <a:pt x="4574650" y="1435289"/>
                  </a:lnTo>
                  <a:lnTo>
                    <a:pt x="4573982" y="1435289"/>
                  </a:lnTo>
                  <a:lnTo>
                    <a:pt x="4573314" y="1435289"/>
                  </a:lnTo>
                  <a:lnTo>
                    <a:pt x="4572646" y="1435289"/>
                  </a:lnTo>
                  <a:lnTo>
                    <a:pt x="4571978" y="1435289"/>
                  </a:lnTo>
                  <a:lnTo>
                    <a:pt x="4571310" y="1435289"/>
                  </a:lnTo>
                  <a:lnTo>
                    <a:pt x="4570642" y="1435289"/>
                  </a:lnTo>
                  <a:lnTo>
                    <a:pt x="4569974" y="1435289"/>
                  </a:lnTo>
                  <a:lnTo>
                    <a:pt x="4569306" y="1435289"/>
                  </a:lnTo>
                  <a:lnTo>
                    <a:pt x="4568638" y="1435289"/>
                  </a:lnTo>
                  <a:lnTo>
                    <a:pt x="4567970" y="1435289"/>
                  </a:lnTo>
                  <a:lnTo>
                    <a:pt x="4567302" y="1435289"/>
                  </a:lnTo>
                  <a:lnTo>
                    <a:pt x="4566634" y="1435289"/>
                  </a:lnTo>
                  <a:lnTo>
                    <a:pt x="4565966" y="1435289"/>
                  </a:lnTo>
                  <a:lnTo>
                    <a:pt x="4565298" y="1435289"/>
                  </a:lnTo>
                  <a:lnTo>
                    <a:pt x="4564629" y="1435289"/>
                  </a:lnTo>
                  <a:lnTo>
                    <a:pt x="4563961" y="1435289"/>
                  </a:lnTo>
                  <a:lnTo>
                    <a:pt x="4563293" y="1435289"/>
                  </a:lnTo>
                  <a:lnTo>
                    <a:pt x="4562625" y="1435289"/>
                  </a:lnTo>
                  <a:lnTo>
                    <a:pt x="4561957" y="1435289"/>
                  </a:lnTo>
                  <a:lnTo>
                    <a:pt x="4561289" y="1435289"/>
                  </a:lnTo>
                  <a:lnTo>
                    <a:pt x="4560621" y="1435289"/>
                  </a:lnTo>
                  <a:lnTo>
                    <a:pt x="4559953" y="1435289"/>
                  </a:lnTo>
                  <a:lnTo>
                    <a:pt x="4559285" y="1435289"/>
                  </a:lnTo>
                  <a:lnTo>
                    <a:pt x="4558617" y="1435289"/>
                  </a:lnTo>
                  <a:lnTo>
                    <a:pt x="4557949" y="1435289"/>
                  </a:lnTo>
                  <a:lnTo>
                    <a:pt x="4557281" y="1435289"/>
                  </a:lnTo>
                  <a:lnTo>
                    <a:pt x="4556613" y="1435289"/>
                  </a:lnTo>
                  <a:lnTo>
                    <a:pt x="4555945" y="1435289"/>
                  </a:lnTo>
                  <a:lnTo>
                    <a:pt x="4555277" y="1435289"/>
                  </a:lnTo>
                  <a:lnTo>
                    <a:pt x="4554609" y="1435289"/>
                  </a:lnTo>
                  <a:lnTo>
                    <a:pt x="4553941" y="1435289"/>
                  </a:lnTo>
                  <a:lnTo>
                    <a:pt x="4553273" y="1435289"/>
                  </a:lnTo>
                  <a:lnTo>
                    <a:pt x="4552605" y="1435289"/>
                  </a:lnTo>
                  <a:lnTo>
                    <a:pt x="4551937" y="1435289"/>
                  </a:lnTo>
                  <a:lnTo>
                    <a:pt x="4551269" y="1435289"/>
                  </a:lnTo>
                  <a:lnTo>
                    <a:pt x="4550601" y="1435289"/>
                  </a:lnTo>
                  <a:lnTo>
                    <a:pt x="4549933" y="1435289"/>
                  </a:lnTo>
                  <a:lnTo>
                    <a:pt x="4549265" y="1435289"/>
                  </a:lnTo>
                  <a:lnTo>
                    <a:pt x="4548597" y="1435289"/>
                  </a:lnTo>
                  <a:lnTo>
                    <a:pt x="4547929" y="1435289"/>
                  </a:lnTo>
                  <a:lnTo>
                    <a:pt x="4547261" y="1435289"/>
                  </a:lnTo>
                  <a:lnTo>
                    <a:pt x="4546593" y="1435289"/>
                  </a:lnTo>
                  <a:lnTo>
                    <a:pt x="4545925" y="1435289"/>
                  </a:lnTo>
                  <a:lnTo>
                    <a:pt x="4545257" y="1435289"/>
                  </a:lnTo>
                  <a:lnTo>
                    <a:pt x="4544589" y="1435289"/>
                  </a:lnTo>
                  <a:lnTo>
                    <a:pt x="4543921" y="1435289"/>
                  </a:lnTo>
                  <a:lnTo>
                    <a:pt x="4543253" y="1435289"/>
                  </a:lnTo>
                  <a:lnTo>
                    <a:pt x="4542585" y="1435289"/>
                  </a:lnTo>
                  <a:lnTo>
                    <a:pt x="4541917" y="1435289"/>
                  </a:lnTo>
                  <a:lnTo>
                    <a:pt x="4541249" y="1435289"/>
                  </a:lnTo>
                  <a:lnTo>
                    <a:pt x="4540581" y="1435289"/>
                  </a:lnTo>
                  <a:lnTo>
                    <a:pt x="4539912" y="1435289"/>
                  </a:lnTo>
                  <a:lnTo>
                    <a:pt x="4539244" y="1435289"/>
                  </a:lnTo>
                  <a:lnTo>
                    <a:pt x="4538576" y="1435289"/>
                  </a:lnTo>
                  <a:lnTo>
                    <a:pt x="4537908" y="1435289"/>
                  </a:lnTo>
                  <a:lnTo>
                    <a:pt x="4537240" y="1435289"/>
                  </a:lnTo>
                  <a:lnTo>
                    <a:pt x="4536572" y="1435289"/>
                  </a:lnTo>
                  <a:lnTo>
                    <a:pt x="4535904" y="1435289"/>
                  </a:lnTo>
                  <a:lnTo>
                    <a:pt x="4535236" y="1435289"/>
                  </a:lnTo>
                  <a:lnTo>
                    <a:pt x="4534568" y="1435289"/>
                  </a:lnTo>
                  <a:lnTo>
                    <a:pt x="4533900" y="1435289"/>
                  </a:lnTo>
                  <a:lnTo>
                    <a:pt x="4533232" y="1435289"/>
                  </a:lnTo>
                  <a:lnTo>
                    <a:pt x="4532564" y="1435289"/>
                  </a:lnTo>
                  <a:lnTo>
                    <a:pt x="4531896" y="1435289"/>
                  </a:lnTo>
                  <a:lnTo>
                    <a:pt x="4531228" y="1435289"/>
                  </a:lnTo>
                  <a:lnTo>
                    <a:pt x="4530560" y="1435289"/>
                  </a:lnTo>
                  <a:lnTo>
                    <a:pt x="4529892" y="1435289"/>
                  </a:lnTo>
                  <a:lnTo>
                    <a:pt x="4529224" y="1435289"/>
                  </a:lnTo>
                  <a:lnTo>
                    <a:pt x="4528556" y="1435289"/>
                  </a:lnTo>
                  <a:lnTo>
                    <a:pt x="4527888" y="1435289"/>
                  </a:lnTo>
                  <a:lnTo>
                    <a:pt x="4527220" y="1435289"/>
                  </a:lnTo>
                  <a:lnTo>
                    <a:pt x="4526552" y="1435289"/>
                  </a:lnTo>
                  <a:lnTo>
                    <a:pt x="4525884" y="1435289"/>
                  </a:lnTo>
                  <a:lnTo>
                    <a:pt x="4525216" y="1435289"/>
                  </a:lnTo>
                  <a:lnTo>
                    <a:pt x="4524548" y="1435289"/>
                  </a:lnTo>
                  <a:lnTo>
                    <a:pt x="4523880" y="1435289"/>
                  </a:lnTo>
                  <a:lnTo>
                    <a:pt x="4523212" y="1435289"/>
                  </a:lnTo>
                  <a:lnTo>
                    <a:pt x="4522544" y="1435289"/>
                  </a:lnTo>
                  <a:lnTo>
                    <a:pt x="4521876" y="1435289"/>
                  </a:lnTo>
                  <a:lnTo>
                    <a:pt x="4521208" y="1435289"/>
                  </a:lnTo>
                  <a:lnTo>
                    <a:pt x="4520540" y="1435289"/>
                  </a:lnTo>
                  <a:lnTo>
                    <a:pt x="4519872" y="1435289"/>
                  </a:lnTo>
                  <a:lnTo>
                    <a:pt x="4519204" y="1435289"/>
                  </a:lnTo>
                  <a:lnTo>
                    <a:pt x="4518536" y="1435289"/>
                  </a:lnTo>
                  <a:lnTo>
                    <a:pt x="4517868" y="1435289"/>
                  </a:lnTo>
                  <a:lnTo>
                    <a:pt x="4517200" y="1435289"/>
                  </a:lnTo>
                  <a:lnTo>
                    <a:pt x="4516532" y="1435289"/>
                  </a:lnTo>
                  <a:lnTo>
                    <a:pt x="4515863" y="1435289"/>
                  </a:lnTo>
                  <a:lnTo>
                    <a:pt x="4515195" y="1435289"/>
                  </a:lnTo>
                  <a:lnTo>
                    <a:pt x="4514527" y="1435289"/>
                  </a:lnTo>
                  <a:lnTo>
                    <a:pt x="4513859" y="1435289"/>
                  </a:lnTo>
                  <a:lnTo>
                    <a:pt x="4513191" y="1435289"/>
                  </a:lnTo>
                  <a:lnTo>
                    <a:pt x="4512523" y="1435289"/>
                  </a:lnTo>
                  <a:lnTo>
                    <a:pt x="4511855" y="1435289"/>
                  </a:lnTo>
                  <a:lnTo>
                    <a:pt x="4511187" y="1435289"/>
                  </a:lnTo>
                  <a:lnTo>
                    <a:pt x="4510519" y="1435289"/>
                  </a:lnTo>
                  <a:lnTo>
                    <a:pt x="4509851" y="1435289"/>
                  </a:lnTo>
                  <a:lnTo>
                    <a:pt x="4509183" y="1435289"/>
                  </a:lnTo>
                  <a:lnTo>
                    <a:pt x="4508515" y="1435289"/>
                  </a:lnTo>
                  <a:lnTo>
                    <a:pt x="4507847" y="1435289"/>
                  </a:lnTo>
                  <a:lnTo>
                    <a:pt x="4507179" y="1435289"/>
                  </a:lnTo>
                  <a:lnTo>
                    <a:pt x="4506511" y="1435289"/>
                  </a:lnTo>
                  <a:lnTo>
                    <a:pt x="4505843" y="1435289"/>
                  </a:lnTo>
                  <a:lnTo>
                    <a:pt x="4505175" y="1435289"/>
                  </a:lnTo>
                  <a:lnTo>
                    <a:pt x="4504507" y="1435289"/>
                  </a:lnTo>
                  <a:lnTo>
                    <a:pt x="4503839" y="1435289"/>
                  </a:lnTo>
                  <a:lnTo>
                    <a:pt x="4503171" y="1435289"/>
                  </a:lnTo>
                  <a:lnTo>
                    <a:pt x="4502503" y="1435289"/>
                  </a:lnTo>
                  <a:lnTo>
                    <a:pt x="4501835" y="1435289"/>
                  </a:lnTo>
                  <a:lnTo>
                    <a:pt x="4501167" y="1435289"/>
                  </a:lnTo>
                  <a:lnTo>
                    <a:pt x="4500499" y="1435289"/>
                  </a:lnTo>
                  <a:lnTo>
                    <a:pt x="4499831" y="1435289"/>
                  </a:lnTo>
                  <a:lnTo>
                    <a:pt x="4499163" y="1435289"/>
                  </a:lnTo>
                  <a:lnTo>
                    <a:pt x="4498495" y="1435289"/>
                  </a:lnTo>
                  <a:lnTo>
                    <a:pt x="4497827" y="1435289"/>
                  </a:lnTo>
                  <a:lnTo>
                    <a:pt x="4497159" y="1435289"/>
                  </a:lnTo>
                  <a:lnTo>
                    <a:pt x="4496491" y="1435289"/>
                  </a:lnTo>
                  <a:lnTo>
                    <a:pt x="4495823" y="1435289"/>
                  </a:lnTo>
                  <a:lnTo>
                    <a:pt x="4495155" y="1435289"/>
                  </a:lnTo>
                  <a:lnTo>
                    <a:pt x="4494487" y="1435289"/>
                  </a:lnTo>
                  <a:lnTo>
                    <a:pt x="4493819" y="1435289"/>
                  </a:lnTo>
                  <a:lnTo>
                    <a:pt x="4493151" y="1435289"/>
                  </a:lnTo>
                  <a:lnTo>
                    <a:pt x="4492483" y="1435289"/>
                  </a:lnTo>
                  <a:lnTo>
                    <a:pt x="4491815" y="1435289"/>
                  </a:lnTo>
                  <a:lnTo>
                    <a:pt x="4491146" y="1435289"/>
                  </a:lnTo>
                  <a:lnTo>
                    <a:pt x="4490478" y="1435289"/>
                  </a:lnTo>
                  <a:lnTo>
                    <a:pt x="4489810" y="1435289"/>
                  </a:lnTo>
                  <a:lnTo>
                    <a:pt x="4489142" y="1435289"/>
                  </a:lnTo>
                  <a:lnTo>
                    <a:pt x="4488474" y="1435289"/>
                  </a:lnTo>
                  <a:lnTo>
                    <a:pt x="4487806" y="1435289"/>
                  </a:lnTo>
                  <a:lnTo>
                    <a:pt x="4487138" y="1435289"/>
                  </a:lnTo>
                  <a:lnTo>
                    <a:pt x="4486470" y="1435289"/>
                  </a:lnTo>
                  <a:lnTo>
                    <a:pt x="4485802" y="1435289"/>
                  </a:lnTo>
                  <a:lnTo>
                    <a:pt x="4485134" y="1435289"/>
                  </a:lnTo>
                  <a:lnTo>
                    <a:pt x="4484466" y="1435289"/>
                  </a:lnTo>
                  <a:lnTo>
                    <a:pt x="4483798" y="1435289"/>
                  </a:lnTo>
                  <a:lnTo>
                    <a:pt x="4483130" y="1435289"/>
                  </a:lnTo>
                  <a:lnTo>
                    <a:pt x="4482462" y="1435289"/>
                  </a:lnTo>
                  <a:lnTo>
                    <a:pt x="4481794" y="1435289"/>
                  </a:lnTo>
                  <a:lnTo>
                    <a:pt x="4481126" y="1435289"/>
                  </a:lnTo>
                  <a:lnTo>
                    <a:pt x="4480458" y="1435289"/>
                  </a:lnTo>
                  <a:lnTo>
                    <a:pt x="4479790" y="1435289"/>
                  </a:lnTo>
                  <a:lnTo>
                    <a:pt x="4479122" y="1435289"/>
                  </a:lnTo>
                  <a:lnTo>
                    <a:pt x="4478454" y="1435289"/>
                  </a:lnTo>
                  <a:lnTo>
                    <a:pt x="4477786" y="1435289"/>
                  </a:lnTo>
                  <a:lnTo>
                    <a:pt x="4477118" y="1435289"/>
                  </a:lnTo>
                  <a:lnTo>
                    <a:pt x="4476450" y="1435289"/>
                  </a:lnTo>
                  <a:lnTo>
                    <a:pt x="4475782" y="1435289"/>
                  </a:lnTo>
                  <a:lnTo>
                    <a:pt x="4475114" y="1435289"/>
                  </a:lnTo>
                  <a:lnTo>
                    <a:pt x="4474446" y="1435289"/>
                  </a:lnTo>
                  <a:lnTo>
                    <a:pt x="4473778" y="1435289"/>
                  </a:lnTo>
                  <a:lnTo>
                    <a:pt x="4473110" y="1435289"/>
                  </a:lnTo>
                  <a:lnTo>
                    <a:pt x="4472442" y="1435289"/>
                  </a:lnTo>
                  <a:lnTo>
                    <a:pt x="4471774" y="1435289"/>
                  </a:lnTo>
                  <a:lnTo>
                    <a:pt x="4471106" y="1435289"/>
                  </a:lnTo>
                  <a:lnTo>
                    <a:pt x="4470438" y="1435289"/>
                  </a:lnTo>
                  <a:lnTo>
                    <a:pt x="4469770" y="1435289"/>
                  </a:lnTo>
                  <a:lnTo>
                    <a:pt x="4469102" y="1435289"/>
                  </a:lnTo>
                  <a:lnTo>
                    <a:pt x="4468434" y="1435289"/>
                  </a:lnTo>
                  <a:lnTo>
                    <a:pt x="4467766" y="1435289"/>
                  </a:lnTo>
                  <a:lnTo>
                    <a:pt x="4467098" y="1435289"/>
                  </a:lnTo>
                  <a:lnTo>
                    <a:pt x="4466429" y="1435289"/>
                  </a:lnTo>
                  <a:lnTo>
                    <a:pt x="4465761" y="1435289"/>
                  </a:lnTo>
                  <a:lnTo>
                    <a:pt x="4465093" y="1435289"/>
                  </a:lnTo>
                  <a:lnTo>
                    <a:pt x="4464425" y="1435289"/>
                  </a:lnTo>
                  <a:lnTo>
                    <a:pt x="4463757" y="1435289"/>
                  </a:lnTo>
                  <a:lnTo>
                    <a:pt x="4463089" y="1435289"/>
                  </a:lnTo>
                  <a:lnTo>
                    <a:pt x="4462421" y="1435289"/>
                  </a:lnTo>
                  <a:lnTo>
                    <a:pt x="4461753" y="1435289"/>
                  </a:lnTo>
                  <a:lnTo>
                    <a:pt x="4461085" y="1435289"/>
                  </a:lnTo>
                  <a:lnTo>
                    <a:pt x="4460417" y="1435289"/>
                  </a:lnTo>
                  <a:lnTo>
                    <a:pt x="4459749" y="1435289"/>
                  </a:lnTo>
                  <a:lnTo>
                    <a:pt x="4459081" y="1435289"/>
                  </a:lnTo>
                  <a:lnTo>
                    <a:pt x="4458413" y="1435289"/>
                  </a:lnTo>
                  <a:lnTo>
                    <a:pt x="4457745" y="1435289"/>
                  </a:lnTo>
                  <a:lnTo>
                    <a:pt x="4457077" y="1435289"/>
                  </a:lnTo>
                  <a:lnTo>
                    <a:pt x="4456409" y="1435289"/>
                  </a:lnTo>
                  <a:lnTo>
                    <a:pt x="4455741" y="1435289"/>
                  </a:lnTo>
                  <a:lnTo>
                    <a:pt x="4455073" y="1435289"/>
                  </a:lnTo>
                  <a:lnTo>
                    <a:pt x="4454405" y="1435289"/>
                  </a:lnTo>
                  <a:lnTo>
                    <a:pt x="4453737" y="1435289"/>
                  </a:lnTo>
                  <a:lnTo>
                    <a:pt x="4453069" y="1435289"/>
                  </a:lnTo>
                  <a:lnTo>
                    <a:pt x="4452401" y="1435289"/>
                  </a:lnTo>
                  <a:lnTo>
                    <a:pt x="4451733" y="1435289"/>
                  </a:lnTo>
                  <a:lnTo>
                    <a:pt x="4451065" y="1435289"/>
                  </a:lnTo>
                  <a:lnTo>
                    <a:pt x="4450397" y="1435289"/>
                  </a:lnTo>
                  <a:lnTo>
                    <a:pt x="4449729" y="1435289"/>
                  </a:lnTo>
                  <a:lnTo>
                    <a:pt x="4449061" y="1435289"/>
                  </a:lnTo>
                  <a:lnTo>
                    <a:pt x="4448393" y="1435289"/>
                  </a:lnTo>
                  <a:lnTo>
                    <a:pt x="4447725" y="1435289"/>
                  </a:lnTo>
                  <a:lnTo>
                    <a:pt x="4447057" y="1435289"/>
                  </a:lnTo>
                  <a:lnTo>
                    <a:pt x="4446389" y="1435289"/>
                  </a:lnTo>
                  <a:lnTo>
                    <a:pt x="4445721" y="1435289"/>
                  </a:lnTo>
                  <a:lnTo>
                    <a:pt x="4445053" y="1435289"/>
                  </a:lnTo>
                  <a:lnTo>
                    <a:pt x="4444385" y="1435289"/>
                  </a:lnTo>
                  <a:lnTo>
                    <a:pt x="4443717" y="1435289"/>
                  </a:lnTo>
                  <a:lnTo>
                    <a:pt x="4443049" y="1435289"/>
                  </a:lnTo>
                  <a:lnTo>
                    <a:pt x="4442380" y="1435289"/>
                  </a:lnTo>
                  <a:lnTo>
                    <a:pt x="4441712" y="1435289"/>
                  </a:lnTo>
                  <a:lnTo>
                    <a:pt x="4441044" y="1435289"/>
                  </a:lnTo>
                  <a:lnTo>
                    <a:pt x="4440376" y="1435289"/>
                  </a:lnTo>
                  <a:lnTo>
                    <a:pt x="4439708" y="1435289"/>
                  </a:lnTo>
                  <a:lnTo>
                    <a:pt x="4439040" y="1435289"/>
                  </a:lnTo>
                  <a:lnTo>
                    <a:pt x="4438372" y="1435289"/>
                  </a:lnTo>
                  <a:lnTo>
                    <a:pt x="4437704" y="1435289"/>
                  </a:lnTo>
                  <a:lnTo>
                    <a:pt x="4437036" y="1435289"/>
                  </a:lnTo>
                  <a:lnTo>
                    <a:pt x="4436368" y="1435289"/>
                  </a:lnTo>
                  <a:lnTo>
                    <a:pt x="4435700" y="1435289"/>
                  </a:lnTo>
                  <a:lnTo>
                    <a:pt x="4435032" y="1435289"/>
                  </a:lnTo>
                  <a:lnTo>
                    <a:pt x="4434364" y="1435289"/>
                  </a:lnTo>
                  <a:lnTo>
                    <a:pt x="4433696" y="1435289"/>
                  </a:lnTo>
                  <a:lnTo>
                    <a:pt x="4433028" y="1435289"/>
                  </a:lnTo>
                  <a:lnTo>
                    <a:pt x="4432360" y="1435289"/>
                  </a:lnTo>
                  <a:lnTo>
                    <a:pt x="4431692" y="1435289"/>
                  </a:lnTo>
                  <a:lnTo>
                    <a:pt x="4431024" y="1435289"/>
                  </a:lnTo>
                  <a:lnTo>
                    <a:pt x="4430356" y="1435289"/>
                  </a:lnTo>
                  <a:lnTo>
                    <a:pt x="4429688" y="1435289"/>
                  </a:lnTo>
                  <a:lnTo>
                    <a:pt x="4429020" y="1435289"/>
                  </a:lnTo>
                  <a:lnTo>
                    <a:pt x="4428352" y="1435289"/>
                  </a:lnTo>
                  <a:lnTo>
                    <a:pt x="4427684" y="1435289"/>
                  </a:lnTo>
                  <a:lnTo>
                    <a:pt x="4427016" y="1435289"/>
                  </a:lnTo>
                  <a:lnTo>
                    <a:pt x="4426348" y="1435289"/>
                  </a:lnTo>
                  <a:lnTo>
                    <a:pt x="4425680" y="1435289"/>
                  </a:lnTo>
                  <a:lnTo>
                    <a:pt x="4425012" y="1435289"/>
                  </a:lnTo>
                  <a:lnTo>
                    <a:pt x="4424344" y="1435289"/>
                  </a:lnTo>
                  <a:lnTo>
                    <a:pt x="4423676" y="1435289"/>
                  </a:lnTo>
                  <a:lnTo>
                    <a:pt x="4423008" y="1435289"/>
                  </a:lnTo>
                  <a:lnTo>
                    <a:pt x="4422340" y="1435289"/>
                  </a:lnTo>
                  <a:lnTo>
                    <a:pt x="4421672" y="1435289"/>
                  </a:lnTo>
                  <a:lnTo>
                    <a:pt x="4421004" y="1435289"/>
                  </a:lnTo>
                  <a:lnTo>
                    <a:pt x="4420336" y="1435289"/>
                  </a:lnTo>
                  <a:lnTo>
                    <a:pt x="4419668" y="1435289"/>
                  </a:lnTo>
                  <a:lnTo>
                    <a:pt x="4419000" y="1435289"/>
                  </a:lnTo>
                  <a:lnTo>
                    <a:pt x="4418332" y="1435289"/>
                  </a:lnTo>
                  <a:lnTo>
                    <a:pt x="4417663" y="1435289"/>
                  </a:lnTo>
                  <a:lnTo>
                    <a:pt x="4416995" y="1435289"/>
                  </a:lnTo>
                  <a:lnTo>
                    <a:pt x="4416327" y="1435289"/>
                  </a:lnTo>
                  <a:lnTo>
                    <a:pt x="4415659" y="1435289"/>
                  </a:lnTo>
                  <a:lnTo>
                    <a:pt x="4414991" y="1435289"/>
                  </a:lnTo>
                  <a:lnTo>
                    <a:pt x="4414323" y="1435289"/>
                  </a:lnTo>
                  <a:lnTo>
                    <a:pt x="4413655" y="1435289"/>
                  </a:lnTo>
                  <a:lnTo>
                    <a:pt x="4412987" y="1435289"/>
                  </a:lnTo>
                  <a:lnTo>
                    <a:pt x="4412319" y="1435289"/>
                  </a:lnTo>
                  <a:lnTo>
                    <a:pt x="4411651" y="1435289"/>
                  </a:lnTo>
                  <a:lnTo>
                    <a:pt x="4410983" y="1435289"/>
                  </a:lnTo>
                  <a:lnTo>
                    <a:pt x="4410315" y="1435289"/>
                  </a:lnTo>
                  <a:lnTo>
                    <a:pt x="4409647" y="1435289"/>
                  </a:lnTo>
                  <a:lnTo>
                    <a:pt x="4408979" y="1435289"/>
                  </a:lnTo>
                  <a:lnTo>
                    <a:pt x="4408311" y="1435289"/>
                  </a:lnTo>
                  <a:lnTo>
                    <a:pt x="4407643" y="1435289"/>
                  </a:lnTo>
                  <a:lnTo>
                    <a:pt x="4406975" y="1435289"/>
                  </a:lnTo>
                  <a:lnTo>
                    <a:pt x="4406307" y="1435289"/>
                  </a:lnTo>
                  <a:lnTo>
                    <a:pt x="4405639" y="1435289"/>
                  </a:lnTo>
                  <a:lnTo>
                    <a:pt x="4404971" y="1435289"/>
                  </a:lnTo>
                  <a:lnTo>
                    <a:pt x="4404303" y="1435289"/>
                  </a:lnTo>
                  <a:lnTo>
                    <a:pt x="4403635" y="1435289"/>
                  </a:lnTo>
                  <a:lnTo>
                    <a:pt x="4402967" y="1435289"/>
                  </a:lnTo>
                  <a:lnTo>
                    <a:pt x="4402299" y="1435289"/>
                  </a:lnTo>
                  <a:lnTo>
                    <a:pt x="4401631" y="1435289"/>
                  </a:lnTo>
                  <a:lnTo>
                    <a:pt x="4400963" y="1435289"/>
                  </a:lnTo>
                  <a:lnTo>
                    <a:pt x="4400295" y="1435289"/>
                  </a:lnTo>
                  <a:lnTo>
                    <a:pt x="4399627" y="1435289"/>
                  </a:lnTo>
                  <a:lnTo>
                    <a:pt x="4398959" y="1435289"/>
                  </a:lnTo>
                  <a:lnTo>
                    <a:pt x="4398291" y="1435289"/>
                  </a:lnTo>
                  <a:lnTo>
                    <a:pt x="4397623" y="1435289"/>
                  </a:lnTo>
                  <a:lnTo>
                    <a:pt x="4396955" y="1435289"/>
                  </a:lnTo>
                  <a:lnTo>
                    <a:pt x="4396287" y="1435289"/>
                  </a:lnTo>
                  <a:lnTo>
                    <a:pt x="4395619" y="1435289"/>
                  </a:lnTo>
                  <a:lnTo>
                    <a:pt x="4394951" y="1435289"/>
                  </a:lnTo>
                  <a:lnTo>
                    <a:pt x="4394283" y="1435289"/>
                  </a:lnTo>
                  <a:lnTo>
                    <a:pt x="4393615" y="1435289"/>
                  </a:lnTo>
                  <a:lnTo>
                    <a:pt x="4392946" y="1435289"/>
                  </a:lnTo>
                  <a:lnTo>
                    <a:pt x="4392278" y="1435289"/>
                  </a:lnTo>
                  <a:lnTo>
                    <a:pt x="4391610" y="1435289"/>
                  </a:lnTo>
                  <a:lnTo>
                    <a:pt x="4390942" y="1435289"/>
                  </a:lnTo>
                  <a:lnTo>
                    <a:pt x="4390274" y="1435289"/>
                  </a:lnTo>
                  <a:lnTo>
                    <a:pt x="4389606" y="1435289"/>
                  </a:lnTo>
                  <a:lnTo>
                    <a:pt x="4388938" y="1435289"/>
                  </a:lnTo>
                  <a:lnTo>
                    <a:pt x="4388270" y="1435289"/>
                  </a:lnTo>
                  <a:lnTo>
                    <a:pt x="4387602" y="1435289"/>
                  </a:lnTo>
                  <a:lnTo>
                    <a:pt x="4386934" y="1435289"/>
                  </a:lnTo>
                  <a:lnTo>
                    <a:pt x="4386266" y="1435289"/>
                  </a:lnTo>
                  <a:lnTo>
                    <a:pt x="4385598" y="1435289"/>
                  </a:lnTo>
                  <a:lnTo>
                    <a:pt x="4384930" y="1435289"/>
                  </a:lnTo>
                  <a:lnTo>
                    <a:pt x="4384262" y="1435289"/>
                  </a:lnTo>
                  <a:lnTo>
                    <a:pt x="4383594" y="1435289"/>
                  </a:lnTo>
                  <a:lnTo>
                    <a:pt x="4382926" y="1435289"/>
                  </a:lnTo>
                  <a:lnTo>
                    <a:pt x="4382258" y="1435289"/>
                  </a:lnTo>
                  <a:lnTo>
                    <a:pt x="4381590" y="1435289"/>
                  </a:lnTo>
                  <a:lnTo>
                    <a:pt x="4380922" y="1435289"/>
                  </a:lnTo>
                  <a:lnTo>
                    <a:pt x="4380254" y="1435289"/>
                  </a:lnTo>
                  <a:lnTo>
                    <a:pt x="4379586" y="1435289"/>
                  </a:lnTo>
                  <a:lnTo>
                    <a:pt x="4378918" y="1435289"/>
                  </a:lnTo>
                  <a:lnTo>
                    <a:pt x="4378250" y="1435289"/>
                  </a:lnTo>
                  <a:lnTo>
                    <a:pt x="4377582" y="1435289"/>
                  </a:lnTo>
                  <a:lnTo>
                    <a:pt x="4376914" y="1435289"/>
                  </a:lnTo>
                  <a:lnTo>
                    <a:pt x="4376246" y="1435289"/>
                  </a:lnTo>
                  <a:lnTo>
                    <a:pt x="4375578" y="1435289"/>
                  </a:lnTo>
                  <a:lnTo>
                    <a:pt x="4374910" y="1435289"/>
                  </a:lnTo>
                  <a:lnTo>
                    <a:pt x="4374242" y="1435289"/>
                  </a:lnTo>
                  <a:lnTo>
                    <a:pt x="4373574" y="1435289"/>
                  </a:lnTo>
                  <a:lnTo>
                    <a:pt x="4372906" y="1435289"/>
                  </a:lnTo>
                  <a:lnTo>
                    <a:pt x="4372238" y="1435289"/>
                  </a:lnTo>
                  <a:lnTo>
                    <a:pt x="4371570" y="1435289"/>
                  </a:lnTo>
                  <a:lnTo>
                    <a:pt x="4370902" y="1435289"/>
                  </a:lnTo>
                  <a:lnTo>
                    <a:pt x="4370234" y="1435289"/>
                  </a:lnTo>
                  <a:lnTo>
                    <a:pt x="4369566" y="1435289"/>
                  </a:lnTo>
                  <a:lnTo>
                    <a:pt x="4368898" y="1435289"/>
                  </a:lnTo>
                  <a:lnTo>
                    <a:pt x="4368229" y="1435289"/>
                  </a:lnTo>
                  <a:lnTo>
                    <a:pt x="4367561" y="1435289"/>
                  </a:lnTo>
                  <a:lnTo>
                    <a:pt x="4366893" y="1435289"/>
                  </a:lnTo>
                  <a:lnTo>
                    <a:pt x="4366225" y="1435289"/>
                  </a:lnTo>
                  <a:lnTo>
                    <a:pt x="4365557" y="1435289"/>
                  </a:lnTo>
                  <a:lnTo>
                    <a:pt x="4364889" y="1435289"/>
                  </a:lnTo>
                  <a:lnTo>
                    <a:pt x="4364221" y="1435289"/>
                  </a:lnTo>
                  <a:lnTo>
                    <a:pt x="4363553" y="1435289"/>
                  </a:lnTo>
                  <a:lnTo>
                    <a:pt x="4362885" y="1435289"/>
                  </a:lnTo>
                  <a:lnTo>
                    <a:pt x="4362217" y="1435289"/>
                  </a:lnTo>
                  <a:lnTo>
                    <a:pt x="4361549" y="1435289"/>
                  </a:lnTo>
                  <a:lnTo>
                    <a:pt x="4360881" y="1435289"/>
                  </a:lnTo>
                  <a:lnTo>
                    <a:pt x="4360213" y="1435289"/>
                  </a:lnTo>
                  <a:lnTo>
                    <a:pt x="4359545" y="1435289"/>
                  </a:lnTo>
                  <a:lnTo>
                    <a:pt x="4358877" y="1435289"/>
                  </a:lnTo>
                  <a:lnTo>
                    <a:pt x="4358209" y="1435289"/>
                  </a:lnTo>
                  <a:lnTo>
                    <a:pt x="4357541" y="1435289"/>
                  </a:lnTo>
                  <a:lnTo>
                    <a:pt x="4356873" y="1435289"/>
                  </a:lnTo>
                  <a:lnTo>
                    <a:pt x="4356205" y="1435289"/>
                  </a:lnTo>
                  <a:lnTo>
                    <a:pt x="4355537" y="1435289"/>
                  </a:lnTo>
                  <a:lnTo>
                    <a:pt x="4354869" y="1435289"/>
                  </a:lnTo>
                  <a:lnTo>
                    <a:pt x="4354201" y="1435289"/>
                  </a:lnTo>
                  <a:lnTo>
                    <a:pt x="4353533" y="1435289"/>
                  </a:lnTo>
                  <a:lnTo>
                    <a:pt x="4352865" y="1435289"/>
                  </a:lnTo>
                  <a:lnTo>
                    <a:pt x="4352197" y="1435289"/>
                  </a:lnTo>
                  <a:lnTo>
                    <a:pt x="4351529" y="1435289"/>
                  </a:lnTo>
                  <a:lnTo>
                    <a:pt x="4350861" y="1435289"/>
                  </a:lnTo>
                  <a:lnTo>
                    <a:pt x="4350193" y="1435289"/>
                  </a:lnTo>
                  <a:lnTo>
                    <a:pt x="4349525" y="1435289"/>
                  </a:lnTo>
                  <a:lnTo>
                    <a:pt x="4348857" y="1435289"/>
                  </a:lnTo>
                  <a:lnTo>
                    <a:pt x="4348189" y="1435289"/>
                  </a:lnTo>
                  <a:lnTo>
                    <a:pt x="4347521" y="1435289"/>
                  </a:lnTo>
                  <a:lnTo>
                    <a:pt x="4346853" y="1435289"/>
                  </a:lnTo>
                  <a:lnTo>
                    <a:pt x="4346185" y="1435289"/>
                  </a:lnTo>
                  <a:lnTo>
                    <a:pt x="4345517" y="1435289"/>
                  </a:lnTo>
                  <a:lnTo>
                    <a:pt x="4344849" y="1435289"/>
                  </a:lnTo>
                  <a:lnTo>
                    <a:pt x="4344180" y="1435289"/>
                  </a:lnTo>
                  <a:lnTo>
                    <a:pt x="4343512" y="1435289"/>
                  </a:lnTo>
                  <a:lnTo>
                    <a:pt x="4342844" y="1435289"/>
                  </a:lnTo>
                  <a:lnTo>
                    <a:pt x="4342176" y="1435289"/>
                  </a:lnTo>
                  <a:lnTo>
                    <a:pt x="4341508" y="1435289"/>
                  </a:lnTo>
                  <a:lnTo>
                    <a:pt x="4340840" y="1435289"/>
                  </a:lnTo>
                  <a:lnTo>
                    <a:pt x="4340172" y="1435289"/>
                  </a:lnTo>
                  <a:lnTo>
                    <a:pt x="4339504" y="1435289"/>
                  </a:lnTo>
                  <a:lnTo>
                    <a:pt x="4338836" y="1435289"/>
                  </a:lnTo>
                  <a:lnTo>
                    <a:pt x="4338168" y="1435289"/>
                  </a:lnTo>
                  <a:lnTo>
                    <a:pt x="4337500" y="1435289"/>
                  </a:lnTo>
                  <a:lnTo>
                    <a:pt x="4336832" y="1435289"/>
                  </a:lnTo>
                  <a:lnTo>
                    <a:pt x="4336164" y="1435289"/>
                  </a:lnTo>
                  <a:lnTo>
                    <a:pt x="4335496" y="1435289"/>
                  </a:lnTo>
                  <a:lnTo>
                    <a:pt x="4334828" y="1435289"/>
                  </a:lnTo>
                  <a:lnTo>
                    <a:pt x="4334160" y="1435289"/>
                  </a:lnTo>
                  <a:lnTo>
                    <a:pt x="4333492" y="1435289"/>
                  </a:lnTo>
                  <a:lnTo>
                    <a:pt x="4332824" y="1435289"/>
                  </a:lnTo>
                  <a:lnTo>
                    <a:pt x="4332156" y="1435289"/>
                  </a:lnTo>
                  <a:lnTo>
                    <a:pt x="4331488" y="1435289"/>
                  </a:lnTo>
                  <a:lnTo>
                    <a:pt x="4330820" y="1435289"/>
                  </a:lnTo>
                  <a:lnTo>
                    <a:pt x="4330152" y="1435289"/>
                  </a:lnTo>
                  <a:lnTo>
                    <a:pt x="4329484" y="1435289"/>
                  </a:lnTo>
                  <a:lnTo>
                    <a:pt x="4328816" y="1435289"/>
                  </a:lnTo>
                  <a:lnTo>
                    <a:pt x="4328148" y="1435289"/>
                  </a:lnTo>
                  <a:lnTo>
                    <a:pt x="4327480" y="1435289"/>
                  </a:lnTo>
                  <a:lnTo>
                    <a:pt x="4326812" y="1435289"/>
                  </a:lnTo>
                  <a:lnTo>
                    <a:pt x="4326144" y="1435289"/>
                  </a:lnTo>
                  <a:lnTo>
                    <a:pt x="4325476" y="1435289"/>
                  </a:lnTo>
                  <a:lnTo>
                    <a:pt x="4324808" y="1435289"/>
                  </a:lnTo>
                  <a:lnTo>
                    <a:pt x="4324140" y="1435289"/>
                  </a:lnTo>
                  <a:lnTo>
                    <a:pt x="4323472" y="1435289"/>
                  </a:lnTo>
                  <a:lnTo>
                    <a:pt x="4322804" y="1435289"/>
                  </a:lnTo>
                  <a:lnTo>
                    <a:pt x="4322136" y="1435289"/>
                  </a:lnTo>
                  <a:lnTo>
                    <a:pt x="4321468" y="1435289"/>
                  </a:lnTo>
                  <a:lnTo>
                    <a:pt x="4320800" y="1435289"/>
                  </a:lnTo>
                  <a:lnTo>
                    <a:pt x="4320132" y="1435289"/>
                  </a:lnTo>
                  <a:lnTo>
                    <a:pt x="4319463" y="1435289"/>
                  </a:lnTo>
                  <a:lnTo>
                    <a:pt x="4318795" y="1435289"/>
                  </a:lnTo>
                  <a:lnTo>
                    <a:pt x="4318127" y="1435289"/>
                  </a:lnTo>
                  <a:lnTo>
                    <a:pt x="4317459" y="1435289"/>
                  </a:lnTo>
                  <a:lnTo>
                    <a:pt x="4316791" y="1435289"/>
                  </a:lnTo>
                  <a:lnTo>
                    <a:pt x="4316123" y="1435289"/>
                  </a:lnTo>
                  <a:lnTo>
                    <a:pt x="4315455" y="1435289"/>
                  </a:lnTo>
                  <a:lnTo>
                    <a:pt x="4314787" y="1435289"/>
                  </a:lnTo>
                  <a:lnTo>
                    <a:pt x="4314119" y="1435289"/>
                  </a:lnTo>
                  <a:lnTo>
                    <a:pt x="4313451" y="1435289"/>
                  </a:lnTo>
                  <a:lnTo>
                    <a:pt x="4312783" y="1435289"/>
                  </a:lnTo>
                  <a:lnTo>
                    <a:pt x="4312115" y="1435289"/>
                  </a:lnTo>
                  <a:lnTo>
                    <a:pt x="4311447" y="1435289"/>
                  </a:lnTo>
                  <a:lnTo>
                    <a:pt x="4310779" y="1435289"/>
                  </a:lnTo>
                  <a:lnTo>
                    <a:pt x="4310111" y="1435289"/>
                  </a:lnTo>
                  <a:lnTo>
                    <a:pt x="4309443" y="1435289"/>
                  </a:lnTo>
                  <a:lnTo>
                    <a:pt x="4308775" y="1435289"/>
                  </a:lnTo>
                  <a:lnTo>
                    <a:pt x="4308107" y="1435289"/>
                  </a:lnTo>
                  <a:lnTo>
                    <a:pt x="4307439" y="1435289"/>
                  </a:lnTo>
                  <a:lnTo>
                    <a:pt x="4306771" y="1435289"/>
                  </a:lnTo>
                  <a:lnTo>
                    <a:pt x="4306103" y="1435289"/>
                  </a:lnTo>
                  <a:lnTo>
                    <a:pt x="4305435" y="1435289"/>
                  </a:lnTo>
                  <a:lnTo>
                    <a:pt x="4304767" y="1435289"/>
                  </a:lnTo>
                  <a:lnTo>
                    <a:pt x="4304099" y="1435289"/>
                  </a:lnTo>
                  <a:lnTo>
                    <a:pt x="4303431" y="1435289"/>
                  </a:lnTo>
                  <a:lnTo>
                    <a:pt x="4302763" y="1435289"/>
                  </a:lnTo>
                  <a:lnTo>
                    <a:pt x="4302095" y="1435289"/>
                  </a:lnTo>
                  <a:lnTo>
                    <a:pt x="4301427" y="1435289"/>
                  </a:lnTo>
                  <a:lnTo>
                    <a:pt x="4300759" y="1435289"/>
                  </a:lnTo>
                  <a:lnTo>
                    <a:pt x="4300091" y="1435289"/>
                  </a:lnTo>
                  <a:lnTo>
                    <a:pt x="4299423" y="1435289"/>
                  </a:lnTo>
                  <a:lnTo>
                    <a:pt x="4298755" y="1435289"/>
                  </a:lnTo>
                  <a:lnTo>
                    <a:pt x="4298087" y="1435289"/>
                  </a:lnTo>
                  <a:lnTo>
                    <a:pt x="4297419" y="1435289"/>
                  </a:lnTo>
                  <a:lnTo>
                    <a:pt x="4296751" y="1435289"/>
                  </a:lnTo>
                  <a:lnTo>
                    <a:pt x="4296083" y="1435289"/>
                  </a:lnTo>
                  <a:lnTo>
                    <a:pt x="4295415" y="1435289"/>
                  </a:lnTo>
                  <a:lnTo>
                    <a:pt x="4294746" y="1435289"/>
                  </a:lnTo>
                  <a:lnTo>
                    <a:pt x="4294078" y="1435289"/>
                  </a:lnTo>
                  <a:lnTo>
                    <a:pt x="4293410" y="1435289"/>
                  </a:lnTo>
                  <a:lnTo>
                    <a:pt x="4292742" y="1435289"/>
                  </a:lnTo>
                  <a:lnTo>
                    <a:pt x="4292074" y="1435289"/>
                  </a:lnTo>
                  <a:lnTo>
                    <a:pt x="4291406" y="1435289"/>
                  </a:lnTo>
                  <a:lnTo>
                    <a:pt x="4290738" y="1435289"/>
                  </a:lnTo>
                  <a:lnTo>
                    <a:pt x="4290070" y="1435289"/>
                  </a:lnTo>
                  <a:lnTo>
                    <a:pt x="4289402" y="1435289"/>
                  </a:lnTo>
                  <a:lnTo>
                    <a:pt x="4288734" y="1435289"/>
                  </a:lnTo>
                  <a:lnTo>
                    <a:pt x="4288066" y="1435289"/>
                  </a:lnTo>
                  <a:lnTo>
                    <a:pt x="4287398" y="1435289"/>
                  </a:lnTo>
                  <a:lnTo>
                    <a:pt x="4286730" y="1435289"/>
                  </a:lnTo>
                  <a:lnTo>
                    <a:pt x="4286062" y="1435289"/>
                  </a:lnTo>
                  <a:lnTo>
                    <a:pt x="4285394" y="1435289"/>
                  </a:lnTo>
                  <a:lnTo>
                    <a:pt x="4284726" y="1435289"/>
                  </a:lnTo>
                  <a:lnTo>
                    <a:pt x="4284058" y="1435289"/>
                  </a:lnTo>
                  <a:lnTo>
                    <a:pt x="4283390" y="1435289"/>
                  </a:lnTo>
                  <a:lnTo>
                    <a:pt x="4282722" y="1435289"/>
                  </a:lnTo>
                  <a:lnTo>
                    <a:pt x="4282054" y="1435289"/>
                  </a:lnTo>
                  <a:lnTo>
                    <a:pt x="4281386" y="1435289"/>
                  </a:lnTo>
                  <a:lnTo>
                    <a:pt x="4280718" y="1435289"/>
                  </a:lnTo>
                  <a:lnTo>
                    <a:pt x="4280050" y="1435289"/>
                  </a:lnTo>
                  <a:lnTo>
                    <a:pt x="4279382" y="1435289"/>
                  </a:lnTo>
                  <a:lnTo>
                    <a:pt x="4278714" y="1435289"/>
                  </a:lnTo>
                  <a:lnTo>
                    <a:pt x="4278046" y="1435289"/>
                  </a:lnTo>
                  <a:lnTo>
                    <a:pt x="4277378" y="1435289"/>
                  </a:lnTo>
                  <a:lnTo>
                    <a:pt x="4276710" y="1435289"/>
                  </a:lnTo>
                  <a:lnTo>
                    <a:pt x="4276042" y="1435289"/>
                  </a:lnTo>
                  <a:lnTo>
                    <a:pt x="4275374" y="1435289"/>
                  </a:lnTo>
                  <a:lnTo>
                    <a:pt x="4274706" y="1435289"/>
                  </a:lnTo>
                  <a:lnTo>
                    <a:pt x="4274038" y="1435289"/>
                  </a:lnTo>
                  <a:lnTo>
                    <a:pt x="4273370" y="1435289"/>
                  </a:lnTo>
                  <a:lnTo>
                    <a:pt x="4272702" y="1435289"/>
                  </a:lnTo>
                  <a:lnTo>
                    <a:pt x="4272034" y="1435289"/>
                  </a:lnTo>
                  <a:lnTo>
                    <a:pt x="4271366" y="1435289"/>
                  </a:lnTo>
                  <a:lnTo>
                    <a:pt x="4270698" y="1435289"/>
                  </a:lnTo>
                  <a:lnTo>
                    <a:pt x="4270029" y="1435289"/>
                  </a:lnTo>
                  <a:lnTo>
                    <a:pt x="4269361" y="1435289"/>
                  </a:lnTo>
                  <a:lnTo>
                    <a:pt x="4268693" y="1435289"/>
                  </a:lnTo>
                  <a:lnTo>
                    <a:pt x="4268025" y="1435289"/>
                  </a:lnTo>
                  <a:lnTo>
                    <a:pt x="4267357" y="1435289"/>
                  </a:lnTo>
                  <a:lnTo>
                    <a:pt x="4266689" y="1435289"/>
                  </a:lnTo>
                  <a:lnTo>
                    <a:pt x="4266021" y="1435289"/>
                  </a:lnTo>
                  <a:lnTo>
                    <a:pt x="4265353" y="1435289"/>
                  </a:lnTo>
                  <a:lnTo>
                    <a:pt x="4264685" y="1435289"/>
                  </a:lnTo>
                  <a:lnTo>
                    <a:pt x="4264017" y="1435289"/>
                  </a:lnTo>
                  <a:lnTo>
                    <a:pt x="4263349" y="1435289"/>
                  </a:lnTo>
                  <a:lnTo>
                    <a:pt x="4262681" y="1435289"/>
                  </a:lnTo>
                  <a:lnTo>
                    <a:pt x="4262013" y="1435289"/>
                  </a:lnTo>
                  <a:lnTo>
                    <a:pt x="4261345" y="1435289"/>
                  </a:lnTo>
                  <a:lnTo>
                    <a:pt x="4260677" y="1435289"/>
                  </a:lnTo>
                  <a:lnTo>
                    <a:pt x="4260009" y="1435289"/>
                  </a:lnTo>
                  <a:lnTo>
                    <a:pt x="4259341" y="1435289"/>
                  </a:lnTo>
                  <a:lnTo>
                    <a:pt x="4258673" y="1435289"/>
                  </a:lnTo>
                  <a:lnTo>
                    <a:pt x="4258005" y="1435289"/>
                  </a:lnTo>
                  <a:lnTo>
                    <a:pt x="4257337" y="1435289"/>
                  </a:lnTo>
                  <a:lnTo>
                    <a:pt x="4256669" y="1435289"/>
                  </a:lnTo>
                  <a:lnTo>
                    <a:pt x="4256001" y="1435289"/>
                  </a:lnTo>
                  <a:lnTo>
                    <a:pt x="4255333" y="1435289"/>
                  </a:lnTo>
                  <a:lnTo>
                    <a:pt x="4254665" y="1435289"/>
                  </a:lnTo>
                  <a:lnTo>
                    <a:pt x="4253997" y="1435289"/>
                  </a:lnTo>
                  <a:lnTo>
                    <a:pt x="4253329" y="1435289"/>
                  </a:lnTo>
                  <a:lnTo>
                    <a:pt x="4252661" y="1435289"/>
                  </a:lnTo>
                  <a:lnTo>
                    <a:pt x="4251993" y="1435289"/>
                  </a:lnTo>
                  <a:lnTo>
                    <a:pt x="4251325" y="1435289"/>
                  </a:lnTo>
                  <a:lnTo>
                    <a:pt x="4250657" y="1435289"/>
                  </a:lnTo>
                  <a:lnTo>
                    <a:pt x="4249989" y="1435289"/>
                  </a:lnTo>
                  <a:lnTo>
                    <a:pt x="4249321" y="1435289"/>
                  </a:lnTo>
                  <a:lnTo>
                    <a:pt x="4248653" y="1435289"/>
                  </a:lnTo>
                  <a:lnTo>
                    <a:pt x="4247985" y="1435289"/>
                  </a:lnTo>
                  <a:lnTo>
                    <a:pt x="4247317" y="1435289"/>
                  </a:lnTo>
                  <a:lnTo>
                    <a:pt x="4246649" y="1435289"/>
                  </a:lnTo>
                  <a:lnTo>
                    <a:pt x="4245980" y="1435289"/>
                  </a:lnTo>
                  <a:lnTo>
                    <a:pt x="4245312" y="1435289"/>
                  </a:lnTo>
                  <a:lnTo>
                    <a:pt x="4244644" y="1435289"/>
                  </a:lnTo>
                  <a:lnTo>
                    <a:pt x="4243976" y="1435289"/>
                  </a:lnTo>
                  <a:lnTo>
                    <a:pt x="4243308" y="1435289"/>
                  </a:lnTo>
                  <a:lnTo>
                    <a:pt x="4242640" y="1435289"/>
                  </a:lnTo>
                  <a:lnTo>
                    <a:pt x="4241972" y="1435289"/>
                  </a:lnTo>
                  <a:lnTo>
                    <a:pt x="4241304" y="1435289"/>
                  </a:lnTo>
                  <a:lnTo>
                    <a:pt x="4240636" y="1435289"/>
                  </a:lnTo>
                  <a:lnTo>
                    <a:pt x="4239968" y="1435289"/>
                  </a:lnTo>
                  <a:lnTo>
                    <a:pt x="4239300" y="1435289"/>
                  </a:lnTo>
                  <a:lnTo>
                    <a:pt x="4238632" y="1435289"/>
                  </a:lnTo>
                  <a:lnTo>
                    <a:pt x="4237964" y="1435289"/>
                  </a:lnTo>
                  <a:lnTo>
                    <a:pt x="4237296" y="1435289"/>
                  </a:lnTo>
                  <a:lnTo>
                    <a:pt x="4236628" y="1435289"/>
                  </a:lnTo>
                  <a:lnTo>
                    <a:pt x="4235960" y="1435289"/>
                  </a:lnTo>
                  <a:lnTo>
                    <a:pt x="4235292" y="1435289"/>
                  </a:lnTo>
                  <a:lnTo>
                    <a:pt x="4234624" y="1435289"/>
                  </a:lnTo>
                  <a:lnTo>
                    <a:pt x="4233956" y="1435289"/>
                  </a:lnTo>
                  <a:lnTo>
                    <a:pt x="4233288" y="1435289"/>
                  </a:lnTo>
                  <a:lnTo>
                    <a:pt x="4232620" y="1435289"/>
                  </a:lnTo>
                  <a:lnTo>
                    <a:pt x="4231952" y="1435289"/>
                  </a:lnTo>
                  <a:lnTo>
                    <a:pt x="4231284" y="1435289"/>
                  </a:lnTo>
                  <a:lnTo>
                    <a:pt x="4230616" y="1435289"/>
                  </a:lnTo>
                  <a:lnTo>
                    <a:pt x="4229948" y="1435289"/>
                  </a:lnTo>
                  <a:lnTo>
                    <a:pt x="4229280" y="1435289"/>
                  </a:lnTo>
                  <a:lnTo>
                    <a:pt x="4228612" y="1435289"/>
                  </a:lnTo>
                  <a:lnTo>
                    <a:pt x="4227944" y="1435289"/>
                  </a:lnTo>
                  <a:lnTo>
                    <a:pt x="4227276" y="1435289"/>
                  </a:lnTo>
                  <a:lnTo>
                    <a:pt x="4226608" y="1435289"/>
                  </a:lnTo>
                  <a:lnTo>
                    <a:pt x="4225940" y="1435289"/>
                  </a:lnTo>
                  <a:lnTo>
                    <a:pt x="4225272" y="1435289"/>
                  </a:lnTo>
                  <a:lnTo>
                    <a:pt x="4224604" y="1435289"/>
                  </a:lnTo>
                  <a:lnTo>
                    <a:pt x="4223936" y="1435289"/>
                  </a:lnTo>
                  <a:lnTo>
                    <a:pt x="4223268" y="1435289"/>
                  </a:lnTo>
                  <a:lnTo>
                    <a:pt x="4222600" y="1435289"/>
                  </a:lnTo>
                  <a:lnTo>
                    <a:pt x="4221932" y="1435289"/>
                  </a:lnTo>
                  <a:lnTo>
                    <a:pt x="4221263" y="1435289"/>
                  </a:lnTo>
                  <a:lnTo>
                    <a:pt x="4220595" y="1435289"/>
                  </a:lnTo>
                  <a:lnTo>
                    <a:pt x="4219927" y="1435289"/>
                  </a:lnTo>
                  <a:lnTo>
                    <a:pt x="4219259" y="1435289"/>
                  </a:lnTo>
                  <a:lnTo>
                    <a:pt x="4218591" y="1435289"/>
                  </a:lnTo>
                  <a:lnTo>
                    <a:pt x="4217923" y="1435289"/>
                  </a:lnTo>
                  <a:lnTo>
                    <a:pt x="4217255" y="1435289"/>
                  </a:lnTo>
                  <a:lnTo>
                    <a:pt x="4216587" y="1435289"/>
                  </a:lnTo>
                  <a:lnTo>
                    <a:pt x="4215919" y="1435289"/>
                  </a:lnTo>
                  <a:lnTo>
                    <a:pt x="4215251" y="1435289"/>
                  </a:lnTo>
                  <a:lnTo>
                    <a:pt x="4214583" y="1435289"/>
                  </a:lnTo>
                  <a:lnTo>
                    <a:pt x="4213915" y="1435289"/>
                  </a:lnTo>
                  <a:lnTo>
                    <a:pt x="4213247" y="1435289"/>
                  </a:lnTo>
                  <a:lnTo>
                    <a:pt x="4212579" y="1435289"/>
                  </a:lnTo>
                  <a:lnTo>
                    <a:pt x="4211911" y="1435289"/>
                  </a:lnTo>
                  <a:lnTo>
                    <a:pt x="4211243" y="1435289"/>
                  </a:lnTo>
                  <a:lnTo>
                    <a:pt x="4210575" y="1435289"/>
                  </a:lnTo>
                  <a:lnTo>
                    <a:pt x="4209907" y="1435289"/>
                  </a:lnTo>
                  <a:lnTo>
                    <a:pt x="4209239" y="1435289"/>
                  </a:lnTo>
                  <a:lnTo>
                    <a:pt x="4208571" y="1435289"/>
                  </a:lnTo>
                  <a:lnTo>
                    <a:pt x="4207903" y="1435289"/>
                  </a:lnTo>
                  <a:lnTo>
                    <a:pt x="4207235" y="1435289"/>
                  </a:lnTo>
                  <a:lnTo>
                    <a:pt x="4206567" y="1435289"/>
                  </a:lnTo>
                  <a:lnTo>
                    <a:pt x="4205899" y="1435289"/>
                  </a:lnTo>
                  <a:lnTo>
                    <a:pt x="4205231" y="1435289"/>
                  </a:lnTo>
                  <a:lnTo>
                    <a:pt x="4204563" y="1435289"/>
                  </a:lnTo>
                  <a:lnTo>
                    <a:pt x="4203895" y="1435289"/>
                  </a:lnTo>
                  <a:lnTo>
                    <a:pt x="4203227" y="1435289"/>
                  </a:lnTo>
                  <a:lnTo>
                    <a:pt x="4202559" y="1435289"/>
                  </a:lnTo>
                  <a:lnTo>
                    <a:pt x="4201891" y="1435289"/>
                  </a:lnTo>
                  <a:lnTo>
                    <a:pt x="4201223" y="1435289"/>
                  </a:lnTo>
                  <a:lnTo>
                    <a:pt x="4200555" y="1435289"/>
                  </a:lnTo>
                  <a:lnTo>
                    <a:pt x="4199887" y="1435289"/>
                  </a:lnTo>
                  <a:lnTo>
                    <a:pt x="4199219" y="1435289"/>
                  </a:lnTo>
                  <a:lnTo>
                    <a:pt x="4198551" y="1435289"/>
                  </a:lnTo>
                  <a:lnTo>
                    <a:pt x="4197883" y="1435289"/>
                  </a:lnTo>
                  <a:lnTo>
                    <a:pt x="4197215" y="1435289"/>
                  </a:lnTo>
                  <a:lnTo>
                    <a:pt x="4196546" y="1435289"/>
                  </a:lnTo>
                  <a:lnTo>
                    <a:pt x="4195878" y="1435289"/>
                  </a:lnTo>
                  <a:lnTo>
                    <a:pt x="4195210" y="1435289"/>
                  </a:lnTo>
                  <a:lnTo>
                    <a:pt x="4194542" y="1435289"/>
                  </a:lnTo>
                  <a:lnTo>
                    <a:pt x="4193874" y="1435289"/>
                  </a:lnTo>
                  <a:lnTo>
                    <a:pt x="4193206" y="1435289"/>
                  </a:lnTo>
                  <a:lnTo>
                    <a:pt x="4192538" y="1435289"/>
                  </a:lnTo>
                  <a:lnTo>
                    <a:pt x="4191870" y="1435289"/>
                  </a:lnTo>
                  <a:lnTo>
                    <a:pt x="4191202" y="1435289"/>
                  </a:lnTo>
                  <a:lnTo>
                    <a:pt x="4190534" y="1435289"/>
                  </a:lnTo>
                  <a:lnTo>
                    <a:pt x="4189866" y="1435289"/>
                  </a:lnTo>
                  <a:lnTo>
                    <a:pt x="4189198" y="1435289"/>
                  </a:lnTo>
                  <a:lnTo>
                    <a:pt x="4188530" y="1435289"/>
                  </a:lnTo>
                  <a:lnTo>
                    <a:pt x="4187862" y="1435289"/>
                  </a:lnTo>
                  <a:lnTo>
                    <a:pt x="4187194" y="1435289"/>
                  </a:lnTo>
                  <a:lnTo>
                    <a:pt x="4186526" y="1435289"/>
                  </a:lnTo>
                  <a:lnTo>
                    <a:pt x="4185858" y="1435289"/>
                  </a:lnTo>
                  <a:lnTo>
                    <a:pt x="4185190" y="1435289"/>
                  </a:lnTo>
                  <a:lnTo>
                    <a:pt x="4184522" y="1435289"/>
                  </a:lnTo>
                  <a:lnTo>
                    <a:pt x="4183854" y="1435289"/>
                  </a:lnTo>
                  <a:lnTo>
                    <a:pt x="4183186" y="1435289"/>
                  </a:lnTo>
                  <a:lnTo>
                    <a:pt x="4182518" y="1435289"/>
                  </a:lnTo>
                  <a:lnTo>
                    <a:pt x="4181850" y="1435289"/>
                  </a:lnTo>
                  <a:lnTo>
                    <a:pt x="4181182" y="1435289"/>
                  </a:lnTo>
                  <a:lnTo>
                    <a:pt x="4180514" y="1435289"/>
                  </a:lnTo>
                  <a:lnTo>
                    <a:pt x="4179846" y="1435289"/>
                  </a:lnTo>
                  <a:lnTo>
                    <a:pt x="4179178" y="1435289"/>
                  </a:lnTo>
                  <a:lnTo>
                    <a:pt x="4178510" y="1435289"/>
                  </a:lnTo>
                  <a:lnTo>
                    <a:pt x="4177842" y="1435289"/>
                  </a:lnTo>
                  <a:lnTo>
                    <a:pt x="4177174" y="1435289"/>
                  </a:lnTo>
                  <a:lnTo>
                    <a:pt x="4176506" y="1435289"/>
                  </a:lnTo>
                  <a:lnTo>
                    <a:pt x="4175838" y="1435289"/>
                  </a:lnTo>
                  <a:lnTo>
                    <a:pt x="4175170" y="1435289"/>
                  </a:lnTo>
                  <a:lnTo>
                    <a:pt x="4174502" y="1435289"/>
                  </a:lnTo>
                  <a:lnTo>
                    <a:pt x="4173834" y="1435289"/>
                  </a:lnTo>
                  <a:lnTo>
                    <a:pt x="4173166" y="1435289"/>
                  </a:lnTo>
                  <a:lnTo>
                    <a:pt x="4172498" y="1435289"/>
                  </a:lnTo>
                  <a:lnTo>
                    <a:pt x="4171829" y="1435289"/>
                  </a:lnTo>
                  <a:lnTo>
                    <a:pt x="4171161" y="1435289"/>
                  </a:lnTo>
                  <a:lnTo>
                    <a:pt x="4170493" y="1435289"/>
                  </a:lnTo>
                  <a:lnTo>
                    <a:pt x="4169825" y="1435289"/>
                  </a:lnTo>
                  <a:lnTo>
                    <a:pt x="4169157" y="1435289"/>
                  </a:lnTo>
                  <a:lnTo>
                    <a:pt x="4168489" y="1435289"/>
                  </a:lnTo>
                  <a:lnTo>
                    <a:pt x="4167821" y="1435289"/>
                  </a:lnTo>
                  <a:lnTo>
                    <a:pt x="4167153" y="1435289"/>
                  </a:lnTo>
                  <a:lnTo>
                    <a:pt x="4166485" y="1435289"/>
                  </a:lnTo>
                  <a:lnTo>
                    <a:pt x="4165817" y="1435289"/>
                  </a:lnTo>
                  <a:lnTo>
                    <a:pt x="4165149" y="1435289"/>
                  </a:lnTo>
                  <a:lnTo>
                    <a:pt x="4164481" y="1435289"/>
                  </a:lnTo>
                  <a:lnTo>
                    <a:pt x="4163813" y="1435289"/>
                  </a:lnTo>
                  <a:lnTo>
                    <a:pt x="4163145" y="1435289"/>
                  </a:lnTo>
                  <a:lnTo>
                    <a:pt x="4162477" y="1435289"/>
                  </a:lnTo>
                  <a:lnTo>
                    <a:pt x="4161809" y="1435289"/>
                  </a:lnTo>
                  <a:lnTo>
                    <a:pt x="4161141" y="1435289"/>
                  </a:lnTo>
                  <a:lnTo>
                    <a:pt x="4160473" y="1435289"/>
                  </a:lnTo>
                  <a:lnTo>
                    <a:pt x="4159805" y="1435289"/>
                  </a:lnTo>
                  <a:lnTo>
                    <a:pt x="4159137" y="1435289"/>
                  </a:lnTo>
                  <a:lnTo>
                    <a:pt x="4158469" y="1435289"/>
                  </a:lnTo>
                  <a:lnTo>
                    <a:pt x="4157801" y="1435289"/>
                  </a:lnTo>
                  <a:lnTo>
                    <a:pt x="4157133" y="1435289"/>
                  </a:lnTo>
                  <a:lnTo>
                    <a:pt x="4156465" y="1435289"/>
                  </a:lnTo>
                  <a:lnTo>
                    <a:pt x="4155797" y="1435289"/>
                  </a:lnTo>
                  <a:lnTo>
                    <a:pt x="4155129" y="1435289"/>
                  </a:lnTo>
                  <a:lnTo>
                    <a:pt x="4154461" y="1435289"/>
                  </a:lnTo>
                  <a:lnTo>
                    <a:pt x="4153793" y="1435289"/>
                  </a:lnTo>
                  <a:lnTo>
                    <a:pt x="4153125" y="1435289"/>
                  </a:lnTo>
                  <a:lnTo>
                    <a:pt x="4152457" y="1435289"/>
                  </a:lnTo>
                  <a:lnTo>
                    <a:pt x="4151789" y="1435289"/>
                  </a:lnTo>
                  <a:lnTo>
                    <a:pt x="4151121" y="1435289"/>
                  </a:lnTo>
                  <a:lnTo>
                    <a:pt x="4150453" y="1435289"/>
                  </a:lnTo>
                  <a:lnTo>
                    <a:pt x="4149785" y="1435289"/>
                  </a:lnTo>
                  <a:lnTo>
                    <a:pt x="4149117" y="1435289"/>
                  </a:lnTo>
                  <a:lnTo>
                    <a:pt x="4148449" y="1435289"/>
                  </a:lnTo>
                  <a:lnTo>
                    <a:pt x="4147780" y="1435289"/>
                  </a:lnTo>
                  <a:lnTo>
                    <a:pt x="4147112" y="1435289"/>
                  </a:lnTo>
                  <a:lnTo>
                    <a:pt x="4146444" y="1435289"/>
                  </a:lnTo>
                  <a:lnTo>
                    <a:pt x="4145776" y="1435289"/>
                  </a:lnTo>
                  <a:lnTo>
                    <a:pt x="4145108" y="1435289"/>
                  </a:lnTo>
                  <a:lnTo>
                    <a:pt x="4144440" y="1435289"/>
                  </a:lnTo>
                  <a:lnTo>
                    <a:pt x="4143772" y="1435289"/>
                  </a:lnTo>
                  <a:lnTo>
                    <a:pt x="4143104" y="1435289"/>
                  </a:lnTo>
                  <a:lnTo>
                    <a:pt x="4142436" y="1435289"/>
                  </a:lnTo>
                  <a:lnTo>
                    <a:pt x="4141768" y="1435289"/>
                  </a:lnTo>
                  <a:lnTo>
                    <a:pt x="4141100" y="1435289"/>
                  </a:lnTo>
                  <a:lnTo>
                    <a:pt x="4140432" y="1435289"/>
                  </a:lnTo>
                  <a:lnTo>
                    <a:pt x="4139764" y="1435289"/>
                  </a:lnTo>
                  <a:lnTo>
                    <a:pt x="4139096" y="1435289"/>
                  </a:lnTo>
                  <a:lnTo>
                    <a:pt x="4138428" y="1435289"/>
                  </a:lnTo>
                  <a:lnTo>
                    <a:pt x="4137760" y="1435289"/>
                  </a:lnTo>
                  <a:lnTo>
                    <a:pt x="4137092" y="1435289"/>
                  </a:lnTo>
                  <a:lnTo>
                    <a:pt x="4136424" y="1435289"/>
                  </a:lnTo>
                  <a:lnTo>
                    <a:pt x="4135756" y="1435289"/>
                  </a:lnTo>
                  <a:lnTo>
                    <a:pt x="4135088" y="1435289"/>
                  </a:lnTo>
                  <a:lnTo>
                    <a:pt x="4134420" y="1435289"/>
                  </a:lnTo>
                  <a:lnTo>
                    <a:pt x="4133752" y="1435289"/>
                  </a:lnTo>
                  <a:lnTo>
                    <a:pt x="4133084" y="1435289"/>
                  </a:lnTo>
                  <a:lnTo>
                    <a:pt x="4132416" y="1435289"/>
                  </a:lnTo>
                  <a:lnTo>
                    <a:pt x="4131748" y="1435289"/>
                  </a:lnTo>
                  <a:lnTo>
                    <a:pt x="4131080" y="1435289"/>
                  </a:lnTo>
                  <a:lnTo>
                    <a:pt x="4130412" y="1435289"/>
                  </a:lnTo>
                  <a:lnTo>
                    <a:pt x="4129744" y="1435289"/>
                  </a:lnTo>
                  <a:lnTo>
                    <a:pt x="4129076" y="1435289"/>
                  </a:lnTo>
                  <a:lnTo>
                    <a:pt x="4128408" y="1435289"/>
                  </a:lnTo>
                  <a:lnTo>
                    <a:pt x="4127740" y="1435289"/>
                  </a:lnTo>
                  <a:lnTo>
                    <a:pt x="4127072" y="1435289"/>
                  </a:lnTo>
                  <a:lnTo>
                    <a:pt x="4126404" y="1435289"/>
                  </a:lnTo>
                  <a:lnTo>
                    <a:pt x="4125736" y="1435289"/>
                  </a:lnTo>
                  <a:lnTo>
                    <a:pt x="4125068" y="1435289"/>
                  </a:lnTo>
                  <a:lnTo>
                    <a:pt x="4124400" y="1435289"/>
                  </a:lnTo>
                  <a:lnTo>
                    <a:pt x="4123732" y="1435289"/>
                  </a:lnTo>
                  <a:lnTo>
                    <a:pt x="4123063" y="1435289"/>
                  </a:lnTo>
                  <a:lnTo>
                    <a:pt x="4122395" y="1435289"/>
                  </a:lnTo>
                  <a:lnTo>
                    <a:pt x="4121727" y="1435289"/>
                  </a:lnTo>
                  <a:lnTo>
                    <a:pt x="4121059" y="1435289"/>
                  </a:lnTo>
                  <a:lnTo>
                    <a:pt x="4120391" y="1435289"/>
                  </a:lnTo>
                  <a:lnTo>
                    <a:pt x="4119723" y="1435289"/>
                  </a:lnTo>
                  <a:lnTo>
                    <a:pt x="4119055" y="1435289"/>
                  </a:lnTo>
                  <a:lnTo>
                    <a:pt x="4118387" y="1435289"/>
                  </a:lnTo>
                  <a:lnTo>
                    <a:pt x="4117719" y="1435289"/>
                  </a:lnTo>
                  <a:lnTo>
                    <a:pt x="4117051" y="1435289"/>
                  </a:lnTo>
                  <a:lnTo>
                    <a:pt x="4116383" y="1435289"/>
                  </a:lnTo>
                  <a:lnTo>
                    <a:pt x="4115715" y="1435289"/>
                  </a:lnTo>
                  <a:lnTo>
                    <a:pt x="4115047" y="1435289"/>
                  </a:lnTo>
                  <a:lnTo>
                    <a:pt x="4114379" y="1435289"/>
                  </a:lnTo>
                  <a:lnTo>
                    <a:pt x="4113711" y="1435289"/>
                  </a:lnTo>
                  <a:lnTo>
                    <a:pt x="4113043" y="1435289"/>
                  </a:lnTo>
                  <a:lnTo>
                    <a:pt x="4112375" y="1435289"/>
                  </a:lnTo>
                  <a:lnTo>
                    <a:pt x="4111707" y="1435289"/>
                  </a:lnTo>
                  <a:lnTo>
                    <a:pt x="4111039" y="1435289"/>
                  </a:lnTo>
                  <a:lnTo>
                    <a:pt x="4110371" y="1435289"/>
                  </a:lnTo>
                  <a:lnTo>
                    <a:pt x="4109703" y="1435289"/>
                  </a:lnTo>
                  <a:lnTo>
                    <a:pt x="4109035" y="1435289"/>
                  </a:lnTo>
                  <a:lnTo>
                    <a:pt x="4108367" y="1435289"/>
                  </a:lnTo>
                  <a:lnTo>
                    <a:pt x="4107699" y="1435289"/>
                  </a:lnTo>
                  <a:lnTo>
                    <a:pt x="4107031" y="1435289"/>
                  </a:lnTo>
                  <a:lnTo>
                    <a:pt x="4106363" y="1435289"/>
                  </a:lnTo>
                  <a:lnTo>
                    <a:pt x="4105695" y="1435289"/>
                  </a:lnTo>
                  <a:lnTo>
                    <a:pt x="4105027" y="1435289"/>
                  </a:lnTo>
                  <a:lnTo>
                    <a:pt x="4104359" y="1435289"/>
                  </a:lnTo>
                  <a:lnTo>
                    <a:pt x="4103691" y="1435289"/>
                  </a:lnTo>
                  <a:lnTo>
                    <a:pt x="4103023" y="1435289"/>
                  </a:lnTo>
                  <a:lnTo>
                    <a:pt x="4102355" y="1435289"/>
                  </a:lnTo>
                  <a:lnTo>
                    <a:pt x="4101687" y="1435289"/>
                  </a:lnTo>
                  <a:lnTo>
                    <a:pt x="4101019" y="1435289"/>
                  </a:lnTo>
                  <a:lnTo>
                    <a:pt x="4100351" y="1435289"/>
                  </a:lnTo>
                  <a:lnTo>
                    <a:pt x="4099683" y="1435289"/>
                  </a:lnTo>
                  <a:lnTo>
                    <a:pt x="4099015" y="1435289"/>
                  </a:lnTo>
                  <a:lnTo>
                    <a:pt x="4098346" y="1435289"/>
                  </a:lnTo>
                  <a:lnTo>
                    <a:pt x="4097678" y="1435289"/>
                  </a:lnTo>
                  <a:lnTo>
                    <a:pt x="4097010" y="1435289"/>
                  </a:lnTo>
                  <a:lnTo>
                    <a:pt x="4096342" y="1435289"/>
                  </a:lnTo>
                  <a:lnTo>
                    <a:pt x="4095674" y="1435289"/>
                  </a:lnTo>
                  <a:lnTo>
                    <a:pt x="4095006" y="1435289"/>
                  </a:lnTo>
                  <a:lnTo>
                    <a:pt x="4094338" y="1435289"/>
                  </a:lnTo>
                  <a:lnTo>
                    <a:pt x="4093670" y="1435289"/>
                  </a:lnTo>
                  <a:lnTo>
                    <a:pt x="4093002" y="1435289"/>
                  </a:lnTo>
                  <a:lnTo>
                    <a:pt x="4092334" y="1435289"/>
                  </a:lnTo>
                  <a:lnTo>
                    <a:pt x="4091666" y="1435289"/>
                  </a:lnTo>
                  <a:lnTo>
                    <a:pt x="4090998" y="1435289"/>
                  </a:lnTo>
                  <a:lnTo>
                    <a:pt x="4090330" y="1435289"/>
                  </a:lnTo>
                  <a:lnTo>
                    <a:pt x="4089662" y="1435289"/>
                  </a:lnTo>
                  <a:lnTo>
                    <a:pt x="4088994" y="1435289"/>
                  </a:lnTo>
                  <a:lnTo>
                    <a:pt x="4088326" y="1435289"/>
                  </a:lnTo>
                  <a:lnTo>
                    <a:pt x="4087658" y="1435289"/>
                  </a:lnTo>
                  <a:lnTo>
                    <a:pt x="4086990" y="1435289"/>
                  </a:lnTo>
                  <a:lnTo>
                    <a:pt x="4086322" y="1435289"/>
                  </a:lnTo>
                  <a:lnTo>
                    <a:pt x="4085654" y="1435289"/>
                  </a:lnTo>
                  <a:lnTo>
                    <a:pt x="4084986" y="1435289"/>
                  </a:lnTo>
                  <a:lnTo>
                    <a:pt x="4084318" y="1435289"/>
                  </a:lnTo>
                  <a:lnTo>
                    <a:pt x="4083650" y="1435289"/>
                  </a:lnTo>
                  <a:lnTo>
                    <a:pt x="4082982" y="1435289"/>
                  </a:lnTo>
                  <a:lnTo>
                    <a:pt x="4082314" y="1435289"/>
                  </a:lnTo>
                  <a:lnTo>
                    <a:pt x="4081646" y="1435289"/>
                  </a:lnTo>
                  <a:lnTo>
                    <a:pt x="4080978" y="1435289"/>
                  </a:lnTo>
                  <a:lnTo>
                    <a:pt x="4080310" y="1435289"/>
                  </a:lnTo>
                  <a:lnTo>
                    <a:pt x="4079642" y="1435289"/>
                  </a:lnTo>
                  <a:lnTo>
                    <a:pt x="4078974" y="1435289"/>
                  </a:lnTo>
                  <a:lnTo>
                    <a:pt x="4078306" y="1435289"/>
                  </a:lnTo>
                  <a:lnTo>
                    <a:pt x="4077638" y="1435289"/>
                  </a:lnTo>
                  <a:lnTo>
                    <a:pt x="4076970" y="1435289"/>
                  </a:lnTo>
                  <a:lnTo>
                    <a:pt x="4076302" y="1435289"/>
                  </a:lnTo>
                  <a:lnTo>
                    <a:pt x="4075634" y="1435289"/>
                  </a:lnTo>
                  <a:lnTo>
                    <a:pt x="4074966" y="1435289"/>
                  </a:lnTo>
                  <a:lnTo>
                    <a:pt x="4074298" y="1435289"/>
                  </a:lnTo>
                  <a:lnTo>
                    <a:pt x="4073629" y="1435289"/>
                  </a:lnTo>
                  <a:lnTo>
                    <a:pt x="4072961" y="1435289"/>
                  </a:lnTo>
                  <a:lnTo>
                    <a:pt x="4072293" y="1435289"/>
                  </a:lnTo>
                  <a:lnTo>
                    <a:pt x="4071625" y="1435289"/>
                  </a:lnTo>
                  <a:lnTo>
                    <a:pt x="4070957" y="1435289"/>
                  </a:lnTo>
                  <a:lnTo>
                    <a:pt x="4070289" y="1435289"/>
                  </a:lnTo>
                  <a:lnTo>
                    <a:pt x="4069621" y="1435289"/>
                  </a:lnTo>
                  <a:lnTo>
                    <a:pt x="4068953" y="1435289"/>
                  </a:lnTo>
                  <a:lnTo>
                    <a:pt x="4068285" y="1435289"/>
                  </a:lnTo>
                  <a:lnTo>
                    <a:pt x="4067617" y="1435289"/>
                  </a:lnTo>
                  <a:lnTo>
                    <a:pt x="4066949" y="1435289"/>
                  </a:lnTo>
                  <a:lnTo>
                    <a:pt x="4066281" y="1435289"/>
                  </a:lnTo>
                  <a:lnTo>
                    <a:pt x="4065613" y="1435289"/>
                  </a:lnTo>
                  <a:lnTo>
                    <a:pt x="4064945" y="1435289"/>
                  </a:lnTo>
                  <a:lnTo>
                    <a:pt x="4064277" y="1435289"/>
                  </a:lnTo>
                  <a:lnTo>
                    <a:pt x="4063609" y="1435289"/>
                  </a:lnTo>
                  <a:lnTo>
                    <a:pt x="4062941" y="1435289"/>
                  </a:lnTo>
                  <a:lnTo>
                    <a:pt x="4062273" y="1435289"/>
                  </a:lnTo>
                  <a:lnTo>
                    <a:pt x="4061605" y="1435289"/>
                  </a:lnTo>
                  <a:lnTo>
                    <a:pt x="4060937" y="1435289"/>
                  </a:lnTo>
                  <a:lnTo>
                    <a:pt x="4060269" y="1435289"/>
                  </a:lnTo>
                  <a:lnTo>
                    <a:pt x="4059601" y="1435289"/>
                  </a:lnTo>
                  <a:lnTo>
                    <a:pt x="4058933" y="1435289"/>
                  </a:lnTo>
                  <a:lnTo>
                    <a:pt x="4058265" y="1435289"/>
                  </a:lnTo>
                  <a:lnTo>
                    <a:pt x="4057597" y="1435289"/>
                  </a:lnTo>
                  <a:lnTo>
                    <a:pt x="4056929" y="1435289"/>
                  </a:lnTo>
                  <a:lnTo>
                    <a:pt x="4056261" y="1435289"/>
                  </a:lnTo>
                  <a:lnTo>
                    <a:pt x="4055593" y="1435289"/>
                  </a:lnTo>
                  <a:lnTo>
                    <a:pt x="4054925" y="1435289"/>
                  </a:lnTo>
                  <a:lnTo>
                    <a:pt x="4054257" y="1435289"/>
                  </a:lnTo>
                  <a:lnTo>
                    <a:pt x="4053589" y="1435289"/>
                  </a:lnTo>
                  <a:lnTo>
                    <a:pt x="4052921" y="1435289"/>
                  </a:lnTo>
                  <a:lnTo>
                    <a:pt x="4052253" y="1435289"/>
                  </a:lnTo>
                  <a:lnTo>
                    <a:pt x="4051585" y="1435289"/>
                  </a:lnTo>
                  <a:lnTo>
                    <a:pt x="4050917" y="1435289"/>
                  </a:lnTo>
                  <a:lnTo>
                    <a:pt x="4050249" y="1435289"/>
                  </a:lnTo>
                  <a:lnTo>
                    <a:pt x="4049580" y="1435289"/>
                  </a:lnTo>
                  <a:lnTo>
                    <a:pt x="4048912" y="1435289"/>
                  </a:lnTo>
                  <a:lnTo>
                    <a:pt x="4048244" y="1435289"/>
                  </a:lnTo>
                  <a:lnTo>
                    <a:pt x="4047576" y="1435289"/>
                  </a:lnTo>
                  <a:lnTo>
                    <a:pt x="4046908" y="1435289"/>
                  </a:lnTo>
                  <a:lnTo>
                    <a:pt x="4046240" y="1435289"/>
                  </a:lnTo>
                  <a:lnTo>
                    <a:pt x="4045572" y="1435289"/>
                  </a:lnTo>
                  <a:lnTo>
                    <a:pt x="4044904" y="1435289"/>
                  </a:lnTo>
                  <a:lnTo>
                    <a:pt x="4044236" y="1435289"/>
                  </a:lnTo>
                  <a:lnTo>
                    <a:pt x="4043568" y="1435289"/>
                  </a:lnTo>
                  <a:lnTo>
                    <a:pt x="4042900" y="1435289"/>
                  </a:lnTo>
                  <a:lnTo>
                    <a:pt x="4042232" y="1435289"/>
                  </a:lnTo>
                  <a:lnTo>
                    <a:pt x="4041564" y="1435289"/>
                  </a:lnTo>
                  <a:lnTo>
                    <a:pt x="4040896" y="1435289"/>
                  </a:lnTo>
                  <a:lnTo>
                    <a:pt x="4040228" y="1435289"/>
                  </a:lnTo>
                  <a:lnTo>
                    <a:pt x="4039560" y="1435289"/>
                  </a:lnTo>
                  <a:lnTo>
                    <a:pt x="4038892" y="1435289"/>
                  </a:lnTo>
                  <a:lnTo>
                    <a:pt x="4038224" y="1435289"/>
                  </a:lnTo>
                  <a:lnTo>
                    <a:pt x="4037556" y="1435289"/>
                  </a:lnTo>
                  <a:lnTo>
                    <a:pt x="4036888" y="1435289"/>
                  </a:lnTo>
                  <a:lnTo>
                    <a:pt x="4036220" y="1435289"/>
                  </a:lnTo>
                  <a:lnTo>
                    <a:pt x="4035552" y="1435289"/>
                  </a:lnTo>
                  <a:lnTo>
                    <a:pt x="4034884" y="1435289"/>
                  </a:lnTo>
                  <a:lnTo>
                    <a:pt x="4034216" y="1435289"/>
                  </a:lnTo>
                  <a:lnTo>
                    <a:pt x="4033548" y="1435289"/>
                  </a:lnTo>
                  <a:lnTo>
                    <a:pt x="4032880" y="1435289"/>
                  </a:lnTo>
                  <a:lnTo>
                    <a:pt x="4032212" y="1435289"/>
                  </a:lnTo>
                  <a:lnTo>
                    <a:pt x="4031544" y="1435289"/>
                  </a:lnTo>
                  <a:lnTo>
                    <a:pt x="4030876" y="1435289"/>
                  </a:lnTo>
                  <a:lnTo>
                    <a:pt x="4030208" y="1435289"/>
                  </a:lnTo>
                  <a:lnTo>
                    <a:pt x="4029540" y="1435289"/>
                  </a:lnTo>
                  <a:lnTo>
                    <a:pt x="4028872" y="1435289"/>
                  </a:lnTo>
                  <a:lnTo>
                    <a:pt x="4028204" y="1435289"/>
                  </a:lnTo>
                  <a:lnTo>
                    <a:pt x="4027536" y="1435289"/>
                  </a:lnTo>
                  <a:lnTo>
                    <a:pt x="4026868" y="1435289"/>
                  </a:lnTo>
                  <a:lnTo>
                    <a:pt x="4026200" y="1435289"/>
                  </a:lnTo>
                  <a:lnTo>
                    <a:pt x="4025532" y="1435289"/>
                  </a:lnTo>
                  <a:lnTo>
                    <a:pt x="4024863" y="1435289"/>
                  </a:lnTo>
                  <a:lnTo>
                    <a:pt x="4024195" y="1435289"/>
                  </a:lnTo>
                  <a:lnTo>
                    <a:pt x="4023527" y="1435289"/>
                  </a:lnTo>
                  <a:lnTo>
                    <a:pt x="4022859" y="1435289"/>
                  </a:lnTo>
                  <a:lnTo>
                    <a:pt x="4022191" y="1435289"/>
                  </a:lnTo>
                  <a:lnTo>
                    <a:pt x="4021523" y="1435289"/>
                  </a:lnTo>
                  <a:lnTo>
                    <a:pt x="4020855" y="1435289"/>
                  </a:lnTo>
                  <a:lnTo>
                    <a:pt x="4020187" y="1435289"/>
                  </a:lnTo>
                  <a:lnTo>
                    <a:pt x="4019519" y="1435289"/>
                  </a:lnTo>
                  <a:lnTo>
                    <a:pt x="4018851" y="1435289"/>
                  </a:lnTo>
                  <a:lnTo>
                    <a:pt x="4018183" y="1435289"/>
                  </a:lnTo>
                  <a:lnTo>
                    <a:pt x="4017515" y="1435289"/>
                  </a:lnTo>
                  <a:lnTo>
                    <a:pt x="4016847" y="1435289"/>
                  </a:lnTo>
                  <a:lnTo>
                    <a:pt x="4016179" y="1435289"/>
                  </a:lnTo>
                  <a:lnTo>
                    <a:pt x="4015511" y="1435289"/>
                  </a:lnTo>
                  <a:lnTo>
                    <a:pt x="4014843" y="1435289"/>
                  </a:lnTo>
                  <a:lnTo>
                    <a:pt x="4014175" y="1435289"/>
                  </a:lnTo>
                  <a:lnTo>
                    <a:pt x="4013507" y="1435289"/>
                  </a:lnTo>
                  <a:lnTo>
                    <a:pt x="4012839" y="1435289"/>
                  </a:lnTo>
                  <a:lnTo>
                    <a:pt x="4012171" y="1435289"/>
                  </a:lnTo>
                  <a:lnTo>
                    <a:pt x="4011503" y="1435289"/>
                  </a:lnTo>
                  <a:lnTo>
                    <a:pt x="4010835" y="1435289"/>
                  </a:lnTo>
                  <a:lnTo>
                    <a:pt x="4010167" y="1435289"/>
                  </a:lnTo>
                  <a:lnTo>
                    <a:pt x="4009499" y="1435289"/>
                  </a:lnTo>
                  <a:lnTo>
                    <a:pt x="4008831" y="1435289"/>
                  </a:lnTo>
                  <a:lnTo>
                    <a:pt x="4008163" y="1435289"/>
                  </a:lnTo>
                  <a:lnTo>
                    <a:pt x="4007495" y="1435289"/>
                  </a:lnTo>
                  <a:lnTo>
                    <a:pt x="4006827" y="1435289"/>
                  </a:lnTo>
                  <a:lnTo>
                    <a:pt x="4006159" y="1435289"/>
                  </a:lnTo>
                  <a:lnTo>
                    <a:pt x="4005491" y="1435289"/>
                  </a:lnTo>
                  <a:lnTo>
                    <a:pt x="4004823" y="1435289"/>
                  </a:lnTo>
                  <a:lnTo>
                    <a:pt x="4004155" y="1435289"/>
                  </a:lnTo>
                  <a:lnTo>
                    <a:pt x="4003487" y="1435289"/>
                  </a:lnTo>
                  <a:lnTo>
                    <a:pt x="4002819" y="1435289"/>
                  </a:lnTo>
                  <a:lnTo>
                    <a:pt x="4002151" y="1435289"/>
                  </a:lnTo>
                  <a:lnTo>
                    <a:pt x="4001483" y="1435289"/>
                  </a:lnTo>
                  <a:lnTo>
                    <a:pt x="4000815" y="1435289"/>
                  </a:lnTo>
                  <a:lnTo>
                    <a:pt x="4000146" y="1435289"/>
                  </a:lnTo>
                  <a:lnTo>
                    <a:pt x="3999478" y="1435289"/>
                  </a:lnTo>
                  <a:lnTo>
                    <a:pt x="3998810" y="1435289"/>
                  </a:lnTo>
                  <a:lnTo>
                    <a:pt x="3998142" y="1435289"/>
                  </a:lnTo>
                  <a:lnTo>
                    <a:pt x="3997474" y="1435289"/>
                  </a:lnTo>
                  <a:lnTo>
                    <a:pt x="3996806" y="1435289"/>
                  </a:lnTo>
                  <a:lnTo>
                    <a:pt x="3996138" y="1435289"/>
                  </a:lnTo>
                  <a:lnTo>
                    <a:pt x="3995470" y="1435289"/>
                  </a:lnTo>
                  <a:lnTo>
                    <a:pt x="3994802" y="1435289"/>
                  </a:lnTo>
                  <a:lnTo>
                    <a:pt x="3994134" y="1435289"/>
                  </a:lnTo>
                  <a:lnTo>
                    <a:pt x="3993466" y="1435289"/>
                  </a:lnTo>
                  <a:lnTo>
                    <a:pt x="3992798" y="1435289"/>
                  </a:lnTo>
                  <a:lnTo>
                    <a:pt x="3992130" y="1435289"/>
                  </a:lnTo>
                  <a:lnTo>
                    <a:pt x="3991462" y="1435289"/>
                  </a:lnTo>
                  <a:lnTo>
                    <a:pt x="3990794" y="1435289"/>
                  </a:lnTo>
                  <a:lnTo>
                    <a:pt x="3990126" y="1435289"/>
                  </a:lnTo>
                  <a:lnTo>
                    <a:pt x="3989458" y="1435289"/>
                  </a:lnTo>
                  <a:lnTo>
                    <a:pt x="3988790" y="1435289"/>
                  </a:lnTo>
                  <a:lnTo>
                    <a:pt x="3988122" y="1435289"/>
                  </a:lnTo>
                  <a:lnTo>
                    <a:pt x="3987454" y="1435289"/>
                  </a:lnTo>
                  <a:lnTo>
                    <a:pt x="3986786" y="1435289"/>
                  </a:lnTo>
                  <a:lnTo>
                    <a:pt x="3986118" y="1435289"/>
                  </a:lnTo>
                  <a:lnTo>
                    <a:pt x="3985450" y="1435289"/>
                  </a:lnTo>
                  <a:lnTo>
                    <a:pt x="3984782" y="1435289"/>
                  </a:lnTo>
                  <a:lnTo>
                    <a:pt x="3984114" y="1435289"/>
                  </a:lnTo>
                  <a:lnTo>
                    <a:pt x="3983446" y="1435289"/>
                  </a:lnTo>
                  <a:lnTo>
                    <a:pt x="3982778" y="1435289"/>
                  </a:lnTo>
                  <a:lnTo>
                    <a:pt x="3982110" y="1435289"/>
                  </a:lnTo>
                  <a:lnTo>
                    <a:pt x="3981442" y="1435289"/>
                  </a:lnTo>
                  <a:lnTo>
                    <a:pt x="3980774" y="1435289"/>
                  </a:lnTo>
                  <a:lnTo>
                    <a:pt x="3980106" y="1435289"/>
                  </a:lnTo>
                  <a:lnTo>
                    <a:pt x="3979438" y="1435289"/>
                  </a:lnTo>
                  <a:lnTo>
                    <a:pt x="3978770" y="1435289"/>
                  </a:lnTo>
                  <a:lnTo>
                    <a:pt x="3978102" y="1435289"/>
                  </a:lnTo>
                  <a:lnTo>
                    <a:pt x="3977434" y="1435289"/>
                  </a:lnTo>
                  <a:lnTo>
                    <a:pt x="3976766" y="1435289"/>
                  </a:lnTo>
                  <a:lnTo>
                    <a:pt x="3976098" y="1435289"/>
                  </a:lnTo>
                  <a:lnTo>
                    <a:pt x="3975429" y="1435289"/>
                  </a:lnTo>
                  <a:lnTo>
                    <a:pt x="3974761" y="1435289"/>
                  </a:lnTo>
                  <a:lnTo>
                    <a:pt x="3974093" y="1435289"/>
                  </a:lnTo>
                  <a:lnTo>
                    <a:pt x="3973425" y="1435289"/>
                  </a:lnTo>
                  <a:lnTo>
                    <a:pt x="3972757" y="1435289"/>
                  </a:lnTo>
                  <a:lnTo>
                    <a:pt x="3972089" y="1435289"/>
                  </a:lnTo>
                  <a:lnTo>
                    <a:pt x="3971421" y="1435289"/>
                  </a:lnTo>
                  <a:lnTo>
                    <a:pt x="3970753" y="1435289"/>
                  </a:lnTo>
                  <a:lnTo>
                    <a:pt x="3970085" y="1435289"/>
                  </a:lnTo>
                  <a:lnTo>
                    <a:pt x="3969417" y="1435289"/>
                  </a:lnTo>
                  <a:lnTo>
                    <a:pt x="3968749" y="1435289"/>
                  </a:lnTo>
                  <a:lnTo>
                    <a:pt x="3968081" y="1435289"/>
                  </a:lnTo>
                  <a:lnTo>
                    <a:pt x="3967413" y="1435289"/>
                  </a:lnTo>
                  <a:lnTo>
                    <a:pt x="3966745" y="1435289"/>
                  </a:lnTo>
                  <a:lnTo>
                    <a:pt x="3966077" y="1435289"/>
                  </a:lnTo>
                  <a:lnTo>
                    <a:pt x="3965409" y="1435289"/>
                  </a:lnTo>
                  <a:lnTo>
                    <a:pt x="3964741" y="1435289"/>
                  </a:lnTo>
                  <a:lnTo>
                    <a:pt x="3964073" y="1435289"/>
                  </a:lnTo>
                  <a:lnTo>
                    <a:pt x="3963405" y="1435289"/>
                  </a:lnTo>
                  <a:lnTo>
                    <a:pt x="3962737" y="1435289"/>
                  </a:lnTo>
                  <a:lnTo>
                    <a:pt x="3962069" y="1435289"/>
                  </a:lnTo>
                  <a:lnTo>
                    <a:pt x="3961401" y="1435289"/>
                  </a:lnTo>
                  <a:lnTo>
                    <a:pt x="3960733" y="1435289"/>
                  </a:lnTo>
                  <a:lnTo>
                    <a:pt x="3960065" y="1435289"/>
                  </a:lnTo>
                  <a:lnTo>
                    <a:pt x="3959397" y="1435289"/>
                  </a:lnTo>
                  <a:lnTo>
                    <a:pt x="3958729" y="1435289"/>
                  </a:lnTo>
                  <a:lnTo>
                    <a:pt x="3958061" y="1435289"/>
                  </a:lnTo>
                  <a:lnTo>
                    <a:pt x="3957393" y="1435289"/>
                  </a:lnTo>
                  <a:lnTo>
                    <a:pt x="3956725" y="1435289"/>
                  </a:lnTo>
                  <a:lnTo>
                    <a:pt x="3956057" y="1435289"/>
                  </a:lnTo>
                  <a:lnTo>
                    <a:pt x="3955389" y="1435289"/>
                  </a:lnTo>
                  <a:lnTo>
                    <a:pt x="3954721" y="1435289"/>
                  </a:lnTo>
                  <a:lnTo>
                    <a:pt x="3954053" y="1435289"/>
                  </a:lnTo>
                  <a:lnTo>
                    <a:pt x="3953385" y="1435289"/>
                  </a:lnTo>
                  <a:lnTo>
                    <a:pt x="3952717" y="1435289"/>
                  </a:lnTo>
                  <a:lnTo>
                    <a:pt x="3952049" y="1435289"/>
                  </a:lnTo>
                  <a:lnTo>
                    <a:pt x="3951380" y="1435289"/>
                  </a:lnTo>
                  <a:lnTo>
                    <a:pt x="3950712" y="1435289"/>
                  </a:lnTo>
                  <a:lnTo>
                    <a:pt x="3950044" y="1435289"/>
                  </a:lnTo>
                  <a:lnTo>
                    <a:pt x="3949376" y="1435289"/>
                  </a:lnTo>
                  <a:lnTo>
                    <a:pt x="3948708" y="1435289"/>
                  </a:lnTo>
                  <a:lnTo>
                    <a:pt x="3948040" y="1435289"/>
                  </a:lnTo>
                  <a:lnTo>
                    <a:pt x="3947372" y="1435289"/>
                  </a:lnTo>
                  <a:lnTo>
                    <a:pt x="3946704" y="1435289"/>
                  </a:lnTo>
                  <a:lnTo>
                    <a:pt x="3946036" y="1435289"/>
                  </a:lnTo>
                  <a:lnTo>
                    <a:pt x="3945368" y="1435289"/>
                  </a:lnTo>
                  <a:lnTo>
                    <a:pt x="3944700" y="1435289"/>
                  </a:lnTo>
                  <a:lnTo>
                    <a:pt x="3944032" y="1435289"/>
                  </a:lnTo>
                  <a:lnTo>
                    <a:pt x="3943364" y="1435289"/>
                  </a:lnTo>
                  <a:lnTo>
                    <a:pt x="3942696" y="1435289"/>
                  </a:lnTo>
                  <a:lnTo>
                    <a:pt x="3942028" y="1435289"/>
                  </a:lnTo>
                  <a:lnTo>
                    <a:pt x="3941360" y="1435289"/>
                  </a:lnTo>
                  <a:lnTo>
                    <a:pt x="3940692" y="1435289"/>
                  </a:lnTo>
                  <a:lnTo>
                    <a:pt x="3940024" y="1435289"/>
                  </a:lnTo>
                  <a:lnTo>
                    <a:pt x="3939356" y="1435289"/>
                  </a:lnTo>
                  <a:lnTo>
                    <a:pt x="3938688" y="1435289"/>
                  </a:lnTo>
                  <a:lnTo>
                    <a:pt x="3938020" y="1435289"/>
                  </a:lnTo>
                  <a:lnTo>
                    <a:pt x="3937352" y="1435289"/>
                  </a:lnTo>
                  <a:lnTo>
                    <a:pt x="3936684" y="1435289"/>
                  </a:lnTo>
                  <a:lnTo>
                    <a:pt x="3936016" y="1435289"/>
                  </a:lnTo>
                  <a:lnTo>
                    <a:pt x="3935348" y="1435289"/>
                  </a:lnTo>
                  <a:lnTo>
                    <a:pt x="3934680" y="1435289"/>
                  </a:lnTo>
                  <a:lnTo>
                    <a:pt x="3934012" y="1435289"/>
                  </a:lnTo>
                  <a:lnTo>
                    <a:pt x="3933344" y="1435289"/>
                  </a:lnTo>
                  <a:lnTo>
                    <a:pt x="3932676" y="1435289"/>
                  </a:lnTo>
                  <a:lnTo>
                    <a:pt x="3932008" y="1435289"/>
                  </a:lnTo>
                  <a:lnTo>
                    <a:pt x="3931340" y="1435289"/>
                  </a:lnTo>
                  <a:lnTo>
                    <a:pt x="3930672" y="1435289"/>
                  </a:lnTo>
                  <a:lnTo>
                    <a:pt x="3930004" y="1435289"/>
                  </a:lnTo>
                  <a:lnTo>
                    <a:pt x="3929336" y="1435289"/>
                  </a:lnTo>
                  <a:lnTo>
                    <a:pt x="3928668" y="1435289"/>
                  </a:lnTo>
                  <a:lnTo>
                    <a:pt x="3928000" y="1435289"/>
                  </a:lnTo>
                  <a:lnTo>
                    <a:pt x="3927332" y="1435289"/>
                  </a:lnTo>
                  <a:lnTo>
                    <a:pt x="3926663" y="1435289"/>
                  </a:lnTo>
                  <a:lnTo>
                    <a:pt x="3925995" y="1435289"/>
                  </a:lnTo>
                  <a:lnTo>
                    <a:pt x="3925327" y="1435289"/>
                  </a:lnTo>
                  <a:lnTo>
                    <a:pt x="3924659" y="1435289"/>
                  </a:lnTo>
                  <a:lnTo>
                    <a:pt x="3923991" y="1435289"/>
                  </a:lnTo>
                  <a:lnTo>
                    <a:pt x="3923323" y="1435289"/>
                  </a:lnTo>
                  <a:lnTo>
                    <a:pt x="3922655" y="1435289"/>
                  </a:lnTo>
                  <a:lnTo>
                    <a:pt x="3921987" y="1435289"/>
                  </a:lnTo>
                  <a:lnTo>
                    <a:pt x="3921319" y="1435289"/>
                  </a:lnTo>
                  <a:lnTo>
                    <a:pt x="3920651" y="1435289"/>
                  </a:lnTo>
                  <a:lnTo>
                    <a:pt x="3919983" y="1435289"/>
                  </a:lnTo>
                  <a:lnTo>
                    <a:pt x="3919315" y="1435289"/>
                  </a:lnTo>
                  <a:lnTo>
                    <a:pt x="3918647" y="1435289"/>
                  </a:lnTo>
                  <a:lnTo>
                    <a:pt x="3917979" y="1435289"/>
                  </a:lnTo>
                  <a:lnTo>
                    <a:pt x="3917311" y="1435289"/>
                  </a:lnTo>
                  <a:lnTo>
                    <a:pt x="3916643" y="1435289"/>
                  </a:lnTo>
                  <a:lnTo>
                    <a:pt x="3915975" y="1435289"/>
                  </a:lnTo>
                  <a:lnTo>
                    <a:pt x="3915307" y="1435289"/>
                  </a:lnTo>
                  <a:lnTo>
                    <a:pt x="3914639" y="1435289"/>
                  </a:lnTo>
                  <a:lnTo>
                    <a:pt x="3913971" y="1435289"/>
                  </a:lnTo>
                  <a:lnTo>
                    <a:pt x="3913303" y="1435289"/>
                  </a:lnTo>
                  <a:lnTo>
                    <a:pt x="3912635" y="1435289"/>
                  </a:lnTo>
                  <a:lnTo>
                    <a:pt x="3911967" y="1435289"/>
                  </a:lnTo>
                  <a:lnTo>
                    <a:pt x="3911299" y="1435289"/>
                  </a:lnTo>
                  <a:lnTo>
                    <a:pt x="3910631" y="1435289"/>
                  </a:lnTo>
                  <a:lnTo>
                    <a:pt x="3909963" y="1435289"/>
                  </a:lnTo>
                  <a:lnTo>
                    <a:pt x="3909295" y="1435289"/>
                  </a:lnTo>
                  <a:lnTo>
                    <a:pt x="3908627" y="1435289"/>
                  </a:lnTo>
                  <a:lnTo>
                    <a:pt x="3907959" y="1435289"/>
                  </a:lnTo>
                  <a:lnTo>
                    <a:pt x="3907291" y="1435289"/>
                  </a:lnTo>
                  <a:lnTo>
                    <a:pt x="3906623" y="1435289"/>
                  </a:lnTo>
                  <a:lnTo>
                    <a:pt x="3905955" y="1435289"/>
                  </a:lnTo>
                  <a:lnTo>
                    <a:pt x="3905287" y="1435289"/>
                  </a:lnTo>
                  <a:lnTo>
                    <a:pt x="3904619" y="1435289"/>
                  </a:lnTo>
                  <a:lnTo>
                    <a:pt x="3903951" y="1435289"/>
                  </a:lnTo>
                  <a:lnTo>
                    <a:pt x="3903283" y="1435289"/>
                  </a:lnTo>
                  <a:lnTo>
                    <a:pt x="3902615" y="1435289"/>
                  </a:lnTo>
                  <a:lnTo>
                    <a:pt x="3901946" y="1435289"/>
                  </a:lnTo>
                  <a:lnTo>
                    <a:pt x="3901278" y="1435289"/>
                  </a:lnTo>
                  <a:lnTo>
                    <a:pt x="3900610" y="1435289"/>
                  </a:lnTo>
                  <a:lnTo>
                    <a:pt x="3899942" y="1435289"/>
                  </a:lnTo>
                  <a:lnTo>
                    <a:pt x="3899274" y="1435289"/>
                  </a:lnTo>
                  <a:lnTo>
                    <a:pt x="3898606" y="1435289"/>
                  </a:lnTo>
                  <a:lnTo>
                    <a:pt x="3897938" y="1435289"/>
                  </a:lnTo>
                  <a:lnTo>
                    <a:pt x="3897270" y="1435289"/>
                  </a:lnTo>
                  <a:lnTo>
                    <a:pt x="3896602" y="1435289"/>
                  </a:lnTo>
                  <a:lnTo>
                    <a:pt x="3895934" y="1435289"/>
                  </a:lnTo>
                  <a:lnTo>
                    <a:pt x="3895266" y="1435289"/>
                  </a:lnTo>
                  <a:lnTo>
                    <a:pt x="3894598" y="1435289"/>
                  </a:lnTo>
                  <a:lnTo>
                    <a:pt x="3893930" y="1435289"/>
                  </a:lnTo>
                  <a:lnTo>
                    <a:pt x="3893262" y="1435289"/>
                  </a:lnTo>
                  <a:lnTo>
                    <a:pt x="3892594" y="1435289"/>
                  </a:lnTo>
                  <a:lnTo>
                    <a:pt x="3891926" y="1435289"/>
                  </a:lnTo>
                  <a:lnTo>
                    <a:pt x="3891258" y="1435289"/>
                  </a:lnTo>
                  <a:lnTo>
                    <a:pt x="3890590" y="1435289"/>
                  </a:lnTo>
                  <a:lnTo>
                    <a:pt x="3889922" y="1435289"/>
                  </a:lnTo>
                  <a:lnTo>
                    <a:pt x="3889254" y="1435289"/>
                  </a:lnTo>
                  <a:lnTo>
                    <a:pt x="3888586" y="1435289"/>
                  </a:lnTo>
                  <a:lnTo>
                    <a:pt x="3887918" y="1435289"/>
                  </a:lnTo>
                  <a:lnTo>
                    <a:pt x="3887250" y="1435289"/>
                  </a:lnTo>
                  <a:lnTo>
                    <a:pt x="3886582" y="1435289"/>
                  </a:lnTo>
                  <a:lnTo>
                    <a:pt x="3885914" y="1435289"/>
                  </a:lnTo>
                  <a:lnTo>
                    <a:pt x="3885246" y="1435289"/>
                  </a:lnTo>
                  <a:lnTo>
                    <a:pt x="3884578" y="1435289"/>
                  </a:lnTo>
                  <a:lnTo>
                    <a:pt x="3883910" y="1435289"/>
                  </a:lnTo>
                  <a:lnTo>
                    <a:pt x="3883242" y="1435289"/>
                  </a:lnTo>
                  <a:lnTo>
                    <a:pt x="3882574" y="1435289"/>
                  </a:lnTo>
                  <a:lnTo>
                    <a:pt x="3881906" y="1435289"/>
                  </a:lnTo>
                  <a:lnTo>
                    <a:pt x="3881238" y="1435289"/>
                  </a:lnTo>
                  <a:lnTo>
                    <a:pt x="3880570" y="1435289"/>
                  </a:lnTo>
                  <a:lnTo>
                    <a:pt x="3879902" y="1435289"/>
                  </a:lnTo>
                  <a:lnTo>
                    <a:pt x="3879234" y="1435289"/>
                  </a:lnTo>
                  <a:lnTo>
                    <a:pt x="3878566" y="1435289"/>
                  </a:lnTo>
                  <a:lnTo>
                    <a:pt x="3877898" y="1435289"/>
                  </a:lnTo>
                  <a:lnTo>
                    <a:pt x="3877229" y="1435289"/>
                  </a:lnTo>
                  <a:lnTo>
                    <a:pt x="3876561" y="1435289"/>
                  </a:lnTo>
                  <a:lnTo>
                    <a:pt x="3875893" y="1435289"/>
                  </a:lnTo>
                  <a:lnTo>
                    <a:pt x="3875225" y="1435289"/>
                  </a:lnTo>
                  <a:lnTo>
                    <a:pt x="3874557" y="1435289"/>
                  </a:lnTo>
                  <a:lnTo>
                    <a:pt x="3873889" y="1435289"/>
                  </a:lnTo>
                  <a:lnTo>
                    <a:pt x="3873221" y="1435289"/>
                  </a:lnTo>
                  <a:lnTo>
                    <a:pt x="3872553" y="1435289"/>
                  </a:lnTo>
                  <a:lnTo>
                    <a:pt x="3871885" y="1435289"/>
                  </a:lnTo>
                  <a:lnTo>
                    <a:pt x="3871217" y="1435289"/>
                  </a:lnTo>
                  <a:lnTo>
                    <a:pt x="3870549" y="1435289"/>
                  </a:lnTo>
                  <a:lnTo>
                    <a:pt x="3869881" y="1435289"/>
                  </a:lnTo>
                  <a:lnTo>
                    <a:pt x="3869213" y="1435289"/>
                  </a:lnTo>
                  <a:lnTo>
                    <a:pt x="3868545" y="1435289"/>
                  </a:lnTo>
                  <a:lnTo>
                    <a:pt x="3867877" y="1435289"/>
                  </a:lnTo>
                  <a:lnTo>
                    <a:pt x="3867209" y="1435289"/>
                  </a:lnTo>
                  <a:lnTo>
                    <a:pt x="3866541" y="1435289"/>
                  </a:lnTo>
                  <a:lnTo>
                    <a:pt x="3865873" y="1435289"/>
                  </a:lnTo>
                  <a:lnTo>
                    <a:pt x="3865205" y="1435289"/>
                  </a:lnTo>
                  <a:lnTo>
                    <a:pt x="3864537" y="1435289"/>
                  </a:lnTo>
                  <a:lnTo>
                    <a:pt x="3863869" y="1435289"/>
                  </a:lnTo>
                  <a:lnTo>
                    <a:pt x="3863201" y="1435289"/>
                  </a:lnTo>
                  <a:lnTo>
                    <a:pt x="3862533" y="1435289"/>
                  </a:lnTo>
                  <a:lnTo>
                    <a:pt x="3861865" y="1435289"/>
                  </a:lnTo>
                  <a:lnTo>
                    <a:pt x="3861197" y="1435289"/>
                  </a:lnTo>
                  <a:lnTo>
                    <a:pt x="3860529" y="1435289"/>
                  </a:lnTo>
                  <a:lnTo>
                    <a:pt x="3859861" y="1435289"/>
                  </a:lnTo>
                  <a:lnTo>
                    <a:pt x="3859193" y="1435289"/>
                  </a:lnTo>
                  <a:lnTo>
                    <a:pt x="3858525" y="1435289"/>
                  </a:lnTo>
                  <a:lnTo>
                    <a:pt x="3857857" y="1435289"/>
                  </a:lnTo>
                  <a:lnTo>
                    <a:pt x="3857189" y="1435289"/>
                  </a:lnTo>
                  <a:lnTo>
                    <a:pt x="3856521" y="1435289"/>
                  </a:lnTo>
                  <a:lnTo>
                    <a:pt x="3855853" y="1435289"/>
                  </a:lnTo>
                  <a:lnTo>
                    <a:pt x="3855185" y="1435289"/>
                  </a:lnTo>
                  <a:lnTo>
                    <a:pt x="3854517" y="1435289"/>
                  </a:lnTo>
                  <a:lnTo>
                    <a:pt x="3853849" y="1435289"/>
                  </a:lnTo>
                  <a:lnTo>
                    <a:pt x="3853180" y="1435289"/>
                  </a:lnTo>
                  <a:lnTo>
                    <a:pt x="3852512" y="1435289"/>
                  </a:lnTo>
                  <a:lnTo>
                    <a:pt x="3851844" y="1435289"/>
                  </a:lnTo>
                  <a:lnTo>
                    <a:pt x="3851176" y="1435289"/>
                  </a:lnTo>
                  <a:lnTo>
                    <a:pt x="3850508" y="1435289"/>
                  </a:lnTo>
                  <a:lnTo>
                    <a:pt x="3849840" y="1435289"/>
                  </a:lnTo>
                  <a:lnTo>
                    <a:pt x="3849172" y="1435289"/>
                  </a:lnTo>
                  <a:lnTo>
                    <a:pt x="3848504" y="1435289"/>
                  </a:lnTo>
                  <a:lnTo>
                    <a:pt x="3847836" y="1435289"/>
                  </a:lnTo>
                  <a:lnTo>
                    <a:pt x="3847168" y="1435289"/>
                  </a:lnTo>
                  <a:lnTo>
                    <a:pt x="3846500" y="1435289"/>
                  </a:lnTo>
                  <a:lnTo>
                    <a:pt x="3845832" y="1435289"/>
                  </a:lnTo>
                  <a:lnTo>
                    <a:pt x="3845164" y="1435289"/>
                  </a:lnTo>
                  <a:lnTo>
                    <a:pt x="3844496" y="1435289"/>
                  </a:lnTo>
                  <a:lnTo>
                    <a:pt x="3843828" y="1435289"/>
                  </a:lnTo>
                  <a:lnTo>
                    <a:pt x="3843160" y="1435289"/>
                  </a:lnTo>
                  <a:lnTo>
                    <a:pt x="3842492" y="1435289"/>
                  </a:lnTo>
                  <a:lnTo>
                    <a:pt x="3841824" y="1435289"/>
                  </a:lnTo>
                  <a:lnTo>
                    <a:pt x="3841156" y="1435289"/>
                  </a:lnTo>
                  <a:lnTo>
                    <a:pt x="3840488" y="1435289"/>
                  </a:lnTo>
                  <a:lnTo>
                    <a:pt x="3839820" y="1435289"/>
                  </a:lnTo>
                  <a:lnTo>
                    <a:pt x="3839152" y="1435289"/>
                  </a:lnTo>
                  <a:lnTo>
                    <a:pt x="3838484" y="1435289"/>
                  </a:lnTo>
                  <a:lnTo>
                    <a:pt x="3837816" y="1435289"/>
                  </a:lnTo>
                  <a:lnTo>
                    <a:pt x="3837148" y="1435289"/>
                  </a:lnTo>
                  <a:lnTo>
                    <a:pt x="3836480" y="1435289"/>
                  </a:lnTo>
                  <a:lnTo>
                    <a:pt x="3835812" y="1435289"/>
                  </a:lnTo>
                  <a:lnTo>
                    <a:pt x="3835144" y="1435289"/>
                  </a:lnTo>
                  <a:lnTo>
                    <a:pt x="3834476" y="1435289"/>
                  </a:lnTo>
                  <a:lnTo>
                    <a:pt x="3833808" y="1435289"/>
                  </a:lnTo>
                  <a:lnTo>
                    <a:pt x="3833140" y="1435289"/>
                  </a:lnTo>
                  <a:lnTo>
                    <a:pt x="3832472" y="1435289"/>
                  </a:lnTo>
                  <a:lnTo>
                    <a:pt x="3831804" y="1435289"/>
                  </a:lnTo>
                  <a:lnTo>
                    <a:pt x="3831136" y="1435289"/>
                  </a:lnTo>
                  <a:lnTo>
                    <a:pt x="3830468" y="1435289"/>
                  </a:lnTo>
                  <a:lnTo>
                    <a:pt x="3829800" y="1435289"/>
                  </a:lnTo>
                  <a:lnTo>
                    <a:pt x="3829132" y="1435289"/>
                  </a:lnTo>
                  <a:lnTo>
                    <a:pt x="3828463" y="1435289"/>
                  </a:lnTo>
                  <a:lnTo>
                    <a:pt x="3827795" y="1435289"/>
                  </a:lnTo>
                  <a:lnTo>
                    <a:pt x="3827127" y="1435289"/>
                  </a:lnTo>
                  <a:lnTo>
                    <a:pt x="3826459" y="1435289"/>
                  </a:lnTo>
                  <a:lnTo>
                    <a:pt x="3825791" y="1435289"/>
                  </a:lnTo>
                  <a:lnTo>
                    <a:pt x="3825123" y="1435289"/>
                  </a:lnTo>
                  <a:lnTo>
                    <a:pt x="3824455" y="1435289"/>
                  </a:lnTo>
                  <a:lnTo>
                    <a:pt x="3823787" y="1435289"/>
                  </a:lnTo>
                  <a:lnTo>
                    <a:pt x="3823119" y="1435289"/>
                  </a:lnTo>
                  <a:lnTo>
                    <a:pt x="3822451" y="1435289"/>
                  </a:lnTo>
                  <a:lnTo>
                    <a:pt x="3821783" y="1435289"/>
                  </a:lnTo>
                  <a:lnTo>
                    <a:pt x="3821115" y="1435289"/>
                  </a:lnTo>
                  <a:lnTo>
                    <a:pt x="3820447" y="1435289"/>
                  </a:lnTo>
                  <a:lnTo>
                    <a:pt x="3819779" y="1435289"/>
                  </a:lnTo>
                  <a:lnTo>
                    <a:pt x="3819111" y="1435289"/>
                  </a:lnTo>
                  <a:lnTo>
                    <a:pt x="3818443" y="1435289"/>
                  </a:lnTo>
                  <a:lnTo>
                    <a:pt x="3817775" y="1435289"/>
                  </a:lnTo>
                  <a:lnTo>
                    <a:pt x="3817107" y="1435289"/>
                  </a:lnTo>
                  <a:lnTo>
                    <a:pt x="3816439" y="1435289"/>
                  </a:lnTo>
                  <a:lnTo>
                    <a:pt x="3815771" y="1435289"/>
                  </a:lnTo>
                  <a:lnTo>
                    <a:pt x="3815103" y="1435289"/>
                  </a:lnTo>
                  <a:lnTo>
                    <a:pt x="3814435" y="1435289"/>
                  </a:lnTo>
                  <a:lnTo>
                    <a:pt x="3813767" y="1435289"/>
                  </a:lnTo>
                  <a:lnTo>
                    <a:pt x="3813099" y="1435289"/>
                  </a:lnTo>
                  <a:lnTo>
                    <a:pt x="3812431" y="1435289"/>
                  </a:lnTo>
                  <a:lnTo>
                    <a:pt x="3811763" y="1435289"/>
                  </a:lnTo>
                  <a:lnTo>
                    <a:pt x="3811095" y="1435289"/>
                  </a:lnTo>
                  <a:lnTo>
                    <a:pt x="3810427" y="1435289"/>
                  </a:lnTo>
                  <a:lnTo>
                    <a:pt x="3809759" y="1435289"/>
                  </a:lnTo>
                  <a:lnTo>
                    <a:pt x="3809091" y="1435289"/>
                  </a:lnTo>
                  <a:lnTo>
                    <a:pt x="3808423" y="1435289"/>
                  </a:lnTo>
                  <a:lnTo>
                    <a:pt x="3807755" y="1435289"/>
                  </a:lnTo>
                  <a:lnTo>
                    <a:pt x="3807087" y="1435289"/>
                  </a:lnTo>
                  <a:lnTo>
                    <a:pt x="3806419" y="1435289"/>
                  </a:lnTo>
                  <a:lnTo>
                    <a:pt x="3805751" y="1435289"/>
                  </a:lnTo>
                  <a:lnTo>
                    <a:pt x="3805083" y="1435289"/>
                  </a:lnTo>
                  <a:lnTo>
                    <a:pt x="3804415" y="1435289"/>
                  </a:lnTo>
                  <a:lnTo>
                    <a:pt x="3803746" y="1435289"/>
                  </a:lnTo>
                  <a:lnTo>
                    <a:pt x="3803078" y="1435289"/>
                  </a:lnTo>
                  <a:lnTo>
                    <a:pt x="3802410" y="1435289"/>
                  </a:lnTo>
                  <a:lnTo>
                    <a:pt x="3801742" y="1435289"/>
                  </a:lnTo>
                  <a:lnTo>
                    <a:pt x="3801074" y="1435289"/>
                  </a:lnTo>
                  <a:lnTo>
                    <a:pt x="3800406" y="1435289"/>
                  </a:lnTo>
                  <a:lnTo>
                    <a:pt x="3799738" y="1435289"/>
                  </a:lnTo>
                  <a:lnTo>
                    <a:pt x="3799070" y="1435289"/>
                  </a:lnTo>
                  <a:lnTo>
                    <a:pt x="3798402" y="1435289"/>
                  </a:lnTo>
                  <a:lnTo>
                    <a:pt x="3797734" y="1435289"/>
                  </a:lnTo>
                  <a:lnTo>
                    <a:pt x="3797066" y="1435289"/>
                  </a:lnTo>
                  <a:lnTo>
                    <a:pt x="3796398" y="1435289"/>
                  </a:lnTo>
                  <a:lnTo>
                    <a:pt x="3795730" y="1435289"/>
                  </a:lnTo>
                  <a:lnTo>
                    <a:pt x="3795062" y="1435289"/>
                  </a:lnTo>
                  <a:lnTo>
                    <a:pt x="3794394" y="1435289"/>
                  </a:lnTo>
                  <a:lnTo>
                    <a:pt x="3793726" y="1435289"/>
                  </a:lnTo>
                  <a:lnTo>
                    <a:pt x="3793058" y="1435289"/>
                  </a:lnTo>
                  <a:lnTo>
                    <a:pt x="3792390" y="1435289"/>
                  </a:lnTo>
                  <a:lnTo>
                    <a:pt x="3791722" y="1435289"/>
                  </a:lnTo>
                  <a:lnTo>
                    <a:pt x="3791054" y="1435289"/>
                  </a:lnTo>
                  <a:lnTo>
                    <a:pt x="3790386" y="1435289"/>
                  </a:lnTo>
                  <a:lnTo>
                    <a:pt x="3789718" y="1435289"/>
                  </a:lnTo>
                  <a:lnTo>
                    <a:pt x="3789050" y="1435289"/>
                  </a:lnTo>
                  <a:lnTo>
                    <a:pt x="3788382" y="1435289"/>
                  </a:lnTo>
                  <a:lnTo>
                    <a:pt x="3787714" y="1435289"/>
                  </a:lnTo>
                  <a:lnTo>
                    <a:pt x="3787046" y="1435289"/>
                  </a:lnTo>
                  <a:lnTo>
                    <a:pt x="3786378" y="1435289"/>
                  </a:lnTo>
                  <a:lnTo>
                    <a:pt x="3785710" y="1435289"/>
                  </a:lnTo>
                  <a:lnTo>
                    <a:pt x="3785042" y="1435289"/>
                  </a:lnTo>
                  <a:lnTo>
                    <a:pt x="3784374" y="1435289"/>
                  </a:lnTo>
                  <a:lnTo>
                    <a:pt x="3783706" y="1435289"/>
                  </a:lnTo>
                  <a:lnTo>
                    <a:pt x="3783038" y="1435289"/>
                  </a:lnTo>
                  <a:lnTo>
                    <a:pt x="3782370" y="1435289"/>
                  </a:lnTo>
                  <a:lnTo>
                    <a:pt x="3781702" y="1435289"/>
                  </a:lnTo>
                  <a:lnTo>
                    <a:pt x="3781034" y="1435289"/>
                  </a:lnTo>
                  <a:lnTo>
                    <a:pt x="3780366" y="1435289"/>
                  </a:lnTo>
                  <a:lnTo>
                    <a:pt x="3779697" y="1435289"/>
                  </a:lnTo>
                  <a:lnTo>
                    <a:pt x="3779029" y="1435289"/>
                  </a:lnTo>
                  <a:lnTo>
                    <a:pt x="3778361" y="1435289"/>
                  </a:lnTo>
                  <a:lnTo>
                    <a:pt x="3777693" y="1435289"/>
                  </a:lnTo>
                  <a:lnTo>
                    <a:pt x="3777025" y="1435289"/>
                  </a:lnTo>
                  <a:lnTo>
                    <a:pt x="3776357" y="1435289"/>
                  </a:lnTo>
                  <a:lnTo>
                    <a:pt x="3775689" y="1435289"/>
                  </a:lnTo>
                  <a:lnTo>
                    <a:pt x="3775021" y="1435289"/>
                  </a:lnTo>
                  <a:lnTo>
                    <a:pt x="3774353" y="1435289"/>
                  </a:lnTo>
                  <a:lnTo>
                    <a:pt x="3773685" y="1435289"/>
                  </a:lnTo>
                  <a:lnTo>
                    <a:pt x="3773017" y="1435289"/>
                  </a:lnTo>
                  <a:lnTo>
                    <a:pt x="3772349" y="1435289"/>
                  </a:lnTo>
                  <a:lnTo>
                    <a:pt x="3771681" y="1435289"/>
                  </a:lnTo>
                  <a:lnTo>
                    <a:pt x="3771013" y="1435289"/>
                  </a:lnTo>
                  <a:lnTo>
                    <a:pt x="3770345" y="1435289"/>
                  </a:lnTo>
                  <a:lnTo>
                    <a:pt x="3769677" y="1435289"/>
                  </a:lnTo>
                  <a:lnTo>
                    <a:pt x="3769009" y="1435289"/>
                  </a:lnTo>
                  <a:lnTo>
                    <a:pt x="3768341" y="1435289"/>
                  </a:lnTo>
                  <a:lnTo>
                    <a:pt x="3767673" y="1435289"/>
                  </a:lnTo>
                  <a:lnTo>
                    <a:pt x="3767005" y="1435289"/>
                  </a:lnTo>
                  <a:lnTo>
                    <a:pt x="3766337" y="1435289"/>
                  </a:lnTo>
                  <a:lnTo>
                    <a:pt x="3765669" y="1435289"/>
                  </a:lnTo>
                  <a:lnTo>
                    <a:pt x="3765001" y="1435289"/>
                  </a:lnTo>
                  <a:lnTo>
                    <a:pt x="3764333" y="1435289"/>
                  </a:lnTo>
                  <a:lnTo>
                    <a:pt x="3763665" y="1435289"/>
                  </a:lnTo>
                  <a:lnTo>
                    <a:pt x="3762997" y="1435289"/>
                  </a:lnTo>
                  <a:lnTo>
                    <a:pt x="3762329" y="1435289"/>
                  </a:lnTo>
                  <a:lnTo>
                    <a:pt x="3761661" y="1435289"/>
                  </a:lnTo>
                  <a:lnTo>
                    <a:pt x="3760993" y="1435289"/>
                  </a:lnTo>
                  <a:lnTo>
                    <a:pt x="3760325" y="1435289"/>
                  </a:lnTo>
                  <a:lnTo>
                    <a:pt x="3759657" y="1435289"/>
                  </a:lnTo>
                  <a:lnTo>
                    <a:pt x="3758989" y="1435289"/>
                  </a:lnTo>
                  <a:lnTo>
                    <a:pt x="3758321" y="1435289"/>
                  </a:lnTo>
                  <a:lnTo>
                    <a:pt x="3757653" y="1435289"/>
                  </a:lnTo>
                  <a:lnTo>
                    <a:pt x="3756985" y="1435289"/>
                  </a:lnTo>
                  <a:lnTo>
                    <a:pt x="3756317" y="1435289"/>
                  </a:lnTo>
                  <a:lnTo>
                    <a:pt x="3755649" y="1435289"/>
                  </a:lnTo>
                  <a:lnTo>
                    <a:pt x="3754980" y="1435289"/>
                  </a:lnTo>
                  <a:lnTo>
                    <a:pt x="3754312" y="1435289"/>
                  </a:lnTo>
                  <a:lnTo>
                    <a:pt x="3753644" y="1435289"/>
                  </a:lnTo>
                  <a:lnTo>
                    <a:pt x="3752976" y="1435289"/>
                  </a:lnTo>
                  <a:lnTo>
                    <a:pt x="3752308" y="1435289"/>
                  </a:lnTo>
                  <a:lnTo>
                    <a:pt x="3751640" y="1435289"/>
                  </a:lnTo>
                  <a:lnTo>
                    <a:pt x="3750972" y="1435289"/>
                  </a:lnTo>
                  <a:lnTo>
                    <a:pt x="3750304" y="1435289"/>
                  </a:lnTo>
                  <a:lnTo>
                    <a:pt x="3749636" y="1435289"/>
                  </a:lnTo>
                  <a:lnTo>
                    <a:pt x="3748968" y="1435289"/>
                  </a:lnTo>
                  <a:lnTo>
                    <a:pt x="3748300" y="1435289"/>
                  </a:lnTo>
                  <a:lnTo>
                    <a:pt x="3747632" y="1435289"/>
                  </a:lnTo>
                  <a:lnTo>
                    <a:pt x="3746964" y="1435289"/>
                  </a:lnTo>
                  <a:lnTo>
                    <a:pt x="3746296" y="1435289"/>
                  </a:lnTo>
                  <a:lnTo>
                    <a:pt x="3745628" y="1435289"/>
                  </a:lnTo>
                  <a:lnTo>
                    <a:pt x="3744960" y="1435289"/>
                  </a:lnTo>
                  <a:lnTo>
                    <a:pt x="3744292" y="1435289"/>
                  </a:lnTo>
                  <a:lnTo>
                    <a:pt x="3743624" y="1435289"/>
                  </a:lnTo>
                  <a:lnTo>
                    <a:pt x="3742956" y="1435289"/>
                  </a:lnTo>
                  <a:lnTo>
                    <a:pt x="3742288" y="1435289"/>
                  </a:lnTo>
                  <a:lnTo>
                    <a:pt x="3741620" y="1435289"/>
                  </a:lnTo>
                  <a:lnTo>
                    <a:pt x="3740952" y="1435289"/>
                  </a:lnTo>
                  <a:lnTo>
                    <a:pt x="3740284" y="1435289"/>
                  </a:lnTo>
                  <a:lnTo>
                    <a:pt x="3739616" y="1435289"/>
                  </a:lnTo>
                  <a:lnTo>
                    <a:pt x="3738948" y="1435289"/>
                  </a:lnTo>
                  <a:lnTo>
                    <a:pt x="3738280" y="1435289"/>
                  </a:lnTo>
                  <a:lnTo>
                    <a:pt x="3737612" y="1435289"/>
                  </a:lnTo>
                  <a:lnTo>
                    <a:pt x="3736944" y="1435289"/>
                  </a:lnTo>
                  <a:lnTo>
                    <a:pt x="3736276" y="1435289"/>
                  </a:lnTo>
                  <a:lnTo>
                    <a:pt x="3735608" y="1435289"/>
                  </a:lnTo>
                  <a:lnTo>
                    <a:pt x="3734940" y="1435289"/>
                  </a:lnTo>
                  <a:lnTo>
                    <a:pt x="3734272" y="1435289"/>
                  </a:lnTo>
                  <a:lnTo>
                    <a:pt x="3733604" y="1435289"/>
                  </a:lnTo>
                  <a:lnTo>
                    <a:pt x="3732936" y="1435289"/>
                  </a:lnTo>
                  <a:lnTo>
                    <a:pt x="3732268" y="1435289"/>
                  </a:lnTo>
                  <a:lnTo>
                    <a:pt x="3731600" y="1435289"/>
                  </a:lnTo>
                  <a:lnTo>
                    <a:pt x="3730932" y="1435289"/>
                  </a:lnTo>
                  <a:lnTo>
                    <a:pt x="3730263" y="1435289"/>
                  </a:lnTo>
                  <a:lnTo>
                    <a:pt x="3729595" y="1435289"/>
                  </a:lnTo>
                  <a:lnTo>
                    <a:pt x="3728927" y="1435289"/>
                  </a:lnTo>
                  <a:lnTo>
                    <a:pt x="3728259" y="1435289"/>
                  </a:lnTo>
                  <a:lnTo>
                    <a:pt x="3727591" y="1435289"/>
                  </a:lnTo>
                  <a:lnTo>
                    <a:pt x="3726923" y="1435289"/>
                  </a:lnTo>
                  <a:lnTo>
                    <a:pt x="3726255" y="1435289"/>
                  </a:lnTo>
                  <a:lnTo>
                    <a:pt x="3725587" y="1435289"/>
                  </a:lnTo>
                  <a:lnTo>
                    <a:pt x="3724919" y="1435289"/>
                  </a:lnTo>
                  <a:lnTo>
                    <a:pt x="3724251" y="1435289"/>
                  </a:lnTo>
                  <a:lnTo>
                    <a:pt x="3723583" y="1435289"/>
                  </a:lnTo>
                  <a:lnTo>
                    <a:pt x="3722915" y="1435289"/>
                  </a:lnTo>
                  <a:lnTo>
                    <a:pt x="3722247" y="1435289"/>
                  </a:lnTo>
                  <a:lnTo>
                    <a:pt x="3721579" y="1435289"/>
                  </a:lnTo>
                  <a:lnTo>
                    <a:pt x="3720911" y="1435289"/>
                  </a:lnTo>
                  <a:lnTo>
                    <a:pt x="3720243" y="1435289"/>
                  </a:lnTo>
                  <a:lnTo>
                    <a:pt x="3719575" y="1435289"/>
                  </a:lnTo>
                  <a:lnTo>
                    <a:pt x="3718907" y="1435289"/>
                  </a:lnTo>
                  <a:lnTo>
                    <a:pt x="3718239" y="1435289"/>
                  </a:lnTo>
                  <a:lnTo>
                    <a:pt x="3717571" y="1435289"/>
                  </a:lnTo>
                  <a:lnTo>
                    <a:pt x="3716903" y="1435289"/>
                  </a:lnTo>
                  <a:lnTo>
                    <a:pt x="3716235" y="1435289"/>
                  </a:lnTo>
                  <a:lnTo>
                    <a:pt x="3715567" y="1435289"/>
                  </a:lnTo>
                  <a:lnTo>
                    <a:pt x="3714899" y="1435289"/>
                  </a:lnTo>
                  <a:lnTo>
                    <a:pt x="3714231" y="1435289"/>
                  </a:lnTo>
                  <a:lnTo>
                    <a:pt x="3713563" y="1435289"/>
                  </a:lnTo>
                  <a:lnTo>
                    <a:pt x="3712895" y="1435289"/>
                  </a:lnTo>
                  <a:lnTo>
                    <a:pt x="3712227" y="1435289"/>
                  </a:lnTo>
                  <a:lnTo>
                    <a:pt x="3711559" y="1435289"/>
                  </a:lnTo>
                  <a:lnTo>
                    <a:pt x="3710891" y="1435289"/>
                  </a:lnTo>
                  <a:lnTo>
                    <a:pt x="3710223" y="1435289"/>
                  </a:lnTo>
                  <a:lnTo>
                    <a:pt x="3709555" y="1435289"/>
                  </a:lnTo>
                  <a:lnTo>
                    <a:pt x="3708887" y="1435289"/>
                  </a:lnTo>
                  <a:lnTo>
                    <a:pt x="3708219" y="1435289"/>
                  </a:lnTo>
                  <a:lnTo>
                    <a:pt x="3707551" y="1435289"/>
                  </a:lnTo>
                  <a:lnTo>
                    <a:pt x="3706883" y="1435289"/>
                  </a:lnTo>
                  <a:lnTo>
                    <a:pt x="3706215" y="1435289"/>
                  </a:lnTo>
                  <a:lnTo>
                    <a:pt x="3705546" y="1435289"/>
                  </a:lnTo>
                  <a:lnTo>
                    <a:pt x="3704878" y="1435289"/>
                  </a:lnTo>
                  <a:lnTo>
                    <a:pt x="3704210" y="1435289"/>
                  </a:lnTo>
                  <a:lnTo>
                    <a:pt x="3703542" y="1435289"/>
                  </a:lnTo>
                  <a:lnTo>
                    <a:pt x="3702874" y="1435289"/>
                  </a:lnTo>
                  <a:lnTo>
                    <a:pt x="3702206" y="1435289"/>
                  </a:lnTo>
                  <a:lnTo>
                    <a:pt x="3701538" y="1435289"/>
                  </a:lnTo>
                  <a:lnTo>
                    <a:pt x="3700870" y="1435289"/>
                  </a:lnTo>
                  <a:lnTo>
                    <a:pt x="3700202" y="1435289"/>
                  </a:lnTo>
                  <a:lnTo>
                    <a:pt x="3699534" y="1435289"/>
                  </a:lnTo>
                  <a:lnTo>
                    <a:pt x="3698866" y="1435289"/>
                  </a:lnTo>
                  <a:lnTo>
                    <a:pt x="3698198" y="1435289"/>
                  </a:lnTo>
                  <a:lnTo>
                    <a:pt x="3697530" y="1435289"/>
                  </a:lnTo>
                  <a:lnTo>
                    <a:pt x="3696862" y="1435289"/>
                  </a:lnTo>
                  <a:lnTo>
                    <a:pt x="3696194" y="1435289"/>
                  </a:lnTo>
                  <a:lnTo>
                    <a:pt x="3695526" y="1435289"/>
                  </a:lnTo>
                  <a:lnTo>
                    <a:pt x="3694858" y="1435289"/>
                  </a:lnTo>
                  <a:lnTo>
                    <a:pt x="3694190" y="1435289"/>
                  </a:lnTo>
                  <a:lnTo>
                    <a:pt x="3693522" y="1435289"/>
                  </a:lnTo>
                  <a:lnTo>
                    <a:pt x="3692854" y="1435289"/>
                  </a:lnTo>
                  <a:lnTo>
                    <a:pt x="3692186" y="1435289"/>
                  </a:lnTo>
                  <a:lnTo>
                    <a:pt x="3691518" y="1435289"/>
                  </a:lnTo>
                  <a:lnTo>
                    <a:pt x="3690850" y="1435289"/>
                  </a:lnTo>
                  <a:lnTo>
                    <a:pt x="3690182" y="1435289"/>
                  </a:lnTo>
                  <a:lnTo>
                    <a:pt x="3689514" y="1435289"/>
                  </a:lnTo>
                  <a:lnTo>
                    <a:pt x="3688846" y="1435289"/>
                  </a:lnTo>
                  <a:lnTo>
                    <a:pt x="3688178" y="1435289"/>
                  </a:lnTo>
                  <a:lnTo>
                    <a:pt x="3687510" y="1435289"/>
                  </a:lnTo>
                  <a:lnTo>
                    <a:pt x="3686842" y="1435289"/>
                  </a:lnTo>
                  <a:lnTo>
                    <a:pt x="3686174" y="1435289"/>
                  </a:lnTo>
                  <a:lnTo>
                    <a:pt x="3685506" y="1435289"/>
                  </a:lnTo>
                  <a:lnTo>
                    <a:pt x="3684838" y="1435289"/>
                  </a:lnTo>
                  <a:lnTo>
                    <a:pt x="3684170" y="1435289"/>
                  </a:lnTo>
                  <a:lnTo>
                    <a:pt x="3683502" y="1435289"/>
                  </a:lnTo>
                  <a:lnTo>
                    <a:pt x="3682834" y="1435289"/>
                  </a:lnTo>
                  <a:lnTo>
                    <a:pt x="3682166" y="1435289"/>
                  </a:lnTo>
                  <a:lnTo>
                    <a:pt x="3681497" y="1435289"/>
                  </a:lnTo>
                  <a:lnTo>
                    <a:pt x="3680829" y="1435289"/>
                  </a:lnTo>
                  <a:lnTo>
                    <a:pt x="3680161" y="1435289"/>
                  </a:lnTo>
                  <a:lnTo>
                    <a:pt x="3679493" y="1435289"/>
                  </a:lnTo>
                  <a:lnTo>
                    <a:pt x="3678825" y="1435289"/>
                  </a:lnTo>
                  <a:lnTo>
                    <a:pt x="3678157" y="1435289"/>
                  </a:lnTo>
                  <a:lnTo>
                    <a:pt x="3677489" y="1435289"/>
                  </a:lnTo>
                  <a:lnTo>
                    <a:pt x="3676821" y="1435289"/>
                  </a:lnTo>
                  <a:lnTo>
                    <a:pt x="3676153" y="1435289"/>
                  </a:lnTo>
                  <a:lnTo>
                    <a:pt x="3675485" y="1435289"/>
                  </a:lnTo>
                  <a:lnTo>
                    <a:pt x="3674817" y="1435289"/>
                  </a:lnTo>
                  <a:lnTo>
                    <a:pt x="3674149" y="1435289"/>
                  </a:lnTo>
                  <a:lnTo>
                    <a:pt x="3673481" y="1435289"/>
                  </a:lnTo>
                  <a:lnTo>
                    <a:pt x="3672813" y="1435289"/>
                  </a:lnTo>
                  <a:lnTo>
                    <a:pt x="3672145" y="1435289"/>
                  </a:lnTo>
                  <a:lnTo>
                    <a:pt x="3671477" y="1435289"/>
                  </a:lnTo>
                  <a:lnTo>
                    <a:pt x="3670809" y="1435289"/>
                  </a:lnTo>
                  <a:lnTo>
                    <a:pt x="3670141" y="1435289"/>
                  </a:lnTo>
                  <a:lnTo>
                    <a:pt x="3669473" y="1435289"/>
                  </a:lnTo>
                  <a:lnTo>
                    <a:pt x="3668805" y="1435289"/>
                  </a:lnTo>
                  <a:lnTo>
                    <a:pt x="3668137" y="1435289"/>
                  </a:lnTo>
                  <a:lnTo>
                    <a:pt x="3667469" y="1435289"/>
                  </a:lnTo>
                  <a:lnTo>
                    <a:pt x="3666801" y="1435289"/>
                  </a:lnTo>
                  <a:lnTo>
                    <a:pt x="3666133" y="1435289"/>
                  </a:lnTo>
                  <a:lnTo>
                    <a:pt x="3665465" y="1435289"/>
                  </a:lnTo>
                  <a:lnTo>
                    <a:pt x="3664797" y="1435289"/>
                  </a:lnTo>
                  <a:lnTo>
                    <a:pt x="3664129" y="1435289"/>
                  </a:lnTo>
                  <a:lnTo>
                    <a:pt x="3663461" y="1435289"/>
                  </a:lnTo>
                  <a:lnTo>
                    <a:pt x="3662793" y="1435289"/>
                  </a:lnTo>
                  <a:lnTo>
                    <a:pt x="3662125" y="1435289"/>
                  </a:lnTo>
                  <a:lnTo>
                    <a:pt x="3661457" y="1435289"/>
                  </a:lnTo>
                  <a:lnTo>
                    <a:pt x="3660789" y="1435289"/>
                  </a:lnTo>
                  <a:lnTo>
                    <a:pt x="3660121" y="1435289"/>
                  </a:lnTo>
                  <a:lnTo>
                    <a:pt x="3659453" y="1435289"/>
                  </a:lnTo>
                  <a:lnTo>
                    <a:pt x="3658785" y="1435289"/>
                  </a:lnTo>
                  <a:lnTo>
                    <a:pt x="3658117" y="1435289"/>
                  </a:lnTo>
                  <a:lnTo>
                    <a:pt x="3657449" y="1435289"/>
                  </a:lnTo>
                  <a:lnTo>
                    <a:pt x="3656780" y="1435289"/>
                  </a:lnTo>
                  <a:lnTo>
                    <a:pt x="3656112" y="1435289"/>
                  </a:lnTo>
                  <a:lnTo>
                    <a:pt x="3655444" y="1435289"/>
                  </a:lnTo>
                  <a:lnTo>
                    <a:pt x="3654776" y="1435289"/>
                  </a:lnTo>
                  <a:lnTo>
                    <a:pt x="3654108" y="1435289"/>
                  </a:lnTo>
                  <a:lnTo>
                    <a:pt x="3653440" y="1435289"/>
                  </a:lnTo>
                  <a:lnTo>
                    <a:pt x="3652772" y="1435289"/>
                  </a:lnTo>
                  <a:lnTo>
                    <a:pt x="3652104" y="1435289"/>
                  </a:lnTo>
                  <a:lnTo>
                    <a:pt x="3651436" y="1435289"/>
                  </a:lnTo>
                  <a:lnTo>
                    <a:pt x="3650768" y="1435289"/>
                  </a:lnTo>
                  <a:lnTo>
                    <a:pt x="3650100" y="1435289"/>
                  </a:lnTo>
                  <a:lnTo>
                    <a:pt x="3649432" y="1435289"/>
                  </a:lnTo>
                  <a:lnTo>
                    <a:pt x="3648764" y="1435289"/>
                  </a:lnTo>
                  <a:lnTo>
                    <a:pt x="3648096" y="1435289"/>
                  </a:lnTo>
                  <a:lnTo>
                    <a:pt x="3647428" y="1435289"/>
                  </a:lnTo>
                  <a:lnTo>
                    <a:pt x="3646760" y="1435289"/>
                  </a:lnTo>
                  <a:lnTo>
                    <a:pt x="3646092" y="1435289"/>
                  </a:lnTo>
                  <a:lnTo>
                    <a:pt x="3645424" y="1435289"/>
                  </a:lnTo>
                  <a:lnTo>
                    <a:pt x="3644756" y="1435289"/>
                  </a:lnTo>
                  <a:lnTo>
                    <a:pt x="3644088" y="1435289"/>
                  </a:lnTo>
                  <a:lnTo>
                    <a:pt x="3643420" y="1435289"/>
                  </a:lnTo>
                  <a:lnTo>
                    <a:pt x="3642752" y="1435289"/>
                  </a:lnTo>
                  <a:lnTo>
                    <a:pt x="3642084" y="1435289"/>
                  </a:lnTo>
                  <a:lnTo>
                    <a:pt x="3641416" y="1435289"/>
                  </a:lnTo>
                  <a:lnTo>
                    <a:pt x="3640748" y="1435289"/>
                  </a:lnTo>
                  <a:lnTo>
                    <a:pt x="3640080" y="1435289"/>
                  </a:lnTo>
                  <a:lnTo>
                    <a:pt x="3639412" y="1435289"/>
                  </a:lnTo>
                  <a:lnTo>
                    <a:pt x="3638744" y="1435289"/>
                  </a:lnTo>
                  <a:lnTo>
                    <a:pt x="3638076" y="1435289"/>
                  </a:lnTo>
                  <a:lnTo>
                    <a:pt x="3637408" y="1435289"/>
                  </a:lnTo>
                  <a:lnTo>
                    <a:pt x="3636740" y="1435289"/>
                  </a:lnTo>
                  <a:lnTo>
                    <a:pt x="3636072" y="1435289"/>
                  </a:lnTo>
                  <a:lnTo>
                    <a:pt x="3635404" y="1435289"/>
                  </a:lnTo>
                  <a:lnTo>
                    <a:pt x="3634736" y="1435289"/>
                  </a:lnTo>
                  <a:lnTo>
                    <a:pt x="3634068" y="1435289"/>
                  </a:lnTo>
                  <a:lnTo>
                    <a:pt x="3633400" y="1435289"/>
                  </a:lnTo>
                  <a:lnTo>
                    <a:pt x="3632732" y="1435289"/>
                  </a:lnTo>
                  <a:lnTo>
                    <a:pt x="3632063" y="1435289"/>
                  </a:lnTo>
                  <a:lnTo>
                    <a:pt x="3631395" y="1435289"/>
                  </a:lnTo>
                  <a:lnTo>
                    <a:pt x="3630727" y="1435289"/>
                  </a:lnTo>
                  <a:lnTo>
                    <a:pt x="3630059" y="1435289"/>
                  </a:lnTo>
                  <a:lnTo>
                    <a:pt x="3629391" y="1435289"/>
                  </a:lnTo>
                  <a:lnTo>
                    <a:pt x="3628723" y="1435289"/>
                  </a:lnTo>
                  <a:lnTo>
                    <a:pt x="3628055" y="1435289"/>
                  </a:lnTo>
                  <a:lnTo>
                    <a:pt x="3627387" y="1435289"/>
                  </a:lnTo>
                  <a:lnTo>
                    <a:pt x="3626719" y="1435289"/>
                  </a:lnTo>
                  <a:lnTo>
                    <a:pt x="3626051" y="1435289"/>
                  </a:lnTo>
                  <a:lnTo>
                    <a:pt x="3625383" y="1435289"/>
                  </a:lnTo>
                  <a:lnTo>
                    <a:pt x="3624715" y="1435289"/>
                  </a:lnTo>
                  <a:lnTo>
                    <a:pt x="3624047" y="1435289"/>
                  </a:lnTo>
                  <a:lnTo>
                    <a:pt x="3623379" y="1435289"/>
                  </a:lnTo>
                  <a:lnTo>
                    <a:pt x="3622711" y="1435289"/>
                  </a:lnTo>
                  <a:lnTo>
                    <a:pt x="3622043" y="1435289"/>
                  </a:lnTo>
                  <a:lnTo>
                    <a:pt x="3621375" y="1435289"/>
                  </a:lnTo>
                  <a:lnTo>
                    <a:pt x="3620707" y="1435289"/>
                  </a:lnTo>
                  <a:lnTo>
                    <a:pt x="3620039" y="1435289"/>
                  </a:lnTo>
                  <a:lnTo>
                    <a:pt x="3619371" y="1435289"/>
                  </a:lnTo>
                  <a:lnTo>
                    <a:pt x="3618703" y="1435289"/>
                  </a:lnTo>
                  <a:lnTo>
                    <a:pt x="3618035" y="1435289"/>
                  </a:lnTo>
                  <a:lnTo>
                    <a:pt x="3617367" y="1435289"/>
                  </a:lnTo>
                  <a:lnTo>
                    <a:pt x="3616699" y="1435289"/>
                  </a:lnTo>
                  <a:lnTo>
                    <a:pt x="3616031" y="1435289"/>
                  </a:lnTo>
                  <a:lnTo>
                    <a:pt x="3615363" y="1435289"/>
                  </a:lnTo>
                  <a:lnTo>
                    <a:pt x="3614695" y="1435289"/>
                  </a:lnTo>
                  <a:lnTo>
                    <a:pt x="3614027" y="1435289"/>
                  </a:lnTo>
                  <a:lnTo>
                    <a:pt x="3613359" y="1435289"/>
                  </a:lnTo>
                  <a:lnTo>
                    <a:pt x="3612691" y="1435289"/>
                  </a:lnTo>
                  <a:lnTo>
                    <a:pt x="3612023" y="1435289"/>
                  </a:lnTo>
                  <a:lnTo>
                    <a:pt x="3611355" y="1435289"/>
                  </a:lnTo>
                  <a:lnTo>
                    <a:pt x="3610687" y="1435289"/>
                  </a:lnTo>
                  <a:lnTo>
                    <a:pt x="3610019" y="1435289"/>
                  </a:lnTo>
                  <a:lnTo>
                    <a:pt x="3609351" y="1435289"/>
                  </a:lnTo>
                  <a:lnTo>
                    <a:pt x="3608683" y="1435289"/>
                  </a:lnTo>
                  <a:lnTo>
                    <a:pt x="3608015" y="1435289"/>
                  </a:lnTo>
                  <a:lnTo>
                    <a:pt x="3607346" y="1435289"/>
                  </a:lnTo>
                  <a:lnTo>
                    <a:pt x="3606678" y="1435289"/>
                  </a:lnTo>
                  <a:lnTo>
                    <a:pt x="3606010" y="1435289"/>
                  </a:lnTo>
                  <a:lnTo>
                    <a:pt x="3605342" y="1435289"/>
                  </a:lnTo>
                  <a:lnTo>
                    <a:pt x="3604674" y="1435289"/>
                  </a:lnTo>
                  <a:lnTo>
                    <a:pt x="3604006" y="1435289"/>
                  </a:lnTo>
                  <a:lnTo>
                    <a:pt x="3603338" y="1435289"/>
                  </a:lnTo>
                  <a:lnTo>
                    <a:pt x="3602670" y="1435289"/>
                  </a:lnTo>
                  <a:lnTo>
                    <a:pt x="3602002" y="1435289"/>
                  </a:lnTo>
                  <a:lnTo>
                    <a:pt x="3601334" y="1435289"/>
                  </a:lnTo>
                  <a:lnTo>
                    <a:pt x="3600666" y="1435289"/>
                  </a:lnTo>
                  <a:lnTo>
                    <a:pt x="3599998" y="1435289"/>
                  </a:lnTo>
                  <a:lnTo>
                    <a:pt x="3599330" y="1435289"/>
                  </a:lnTo>
                  <a:lnTo>
                    <a:pt x="3598662" y="1435289"/>
                  </a:lnTo>
                  <a:lnTo>
                    <a:pt x="3597994" y="1435289"/>
                  </a:lnTo>
                  <a:lnTo>
                    <a:pt x="3597326" y="1435289"/>
                  </a:lnTo>
                  <a:lnTo>
                    <a:pt x="3596658" y="1435289"/>
                  </a:lnTo>
                  <a:lnTo>
                    <a:pt x="3595990" y="1435289"/>
                  </a:lnTo>
                  <a:lnTo>
                    <a:pt x="3595322" y="1435289"/>
                  </a:lnTo>
                  <a:lnTo>
                    <a:pt x="3594654" y="1435289"/>
                  </a:lnTo>
                  <a:lnTo>
                    <a:pt x="3593986" y="1435289"/>
                  </a:lnTo>
                  <a:lnTo>
                    <a:pt x="3593318" y="1435289"/>
                  </a:lnTo>
                  <a:lnTo>
                    <a:pt x="3592650" y="1435289"/>
                  </a:lnTo>
                  <a:lnTo>
                    <a:pt x="3591982" y="1435289"/>
                  </a:lnTo>
                  <a:lnTo>
                    <a:pt x="3591314" y="1435289"/>
                  </a:lnTo>
                  <a:lnTo>
                    <a:pt x="3590646" y="1435289"/>
                  </a:lnTo>
                  <a:lnTo>
                    <a:pt x="3589978" y="1435289"/>
                  </a:lnTo>
                  <a:lnTo>
                    <a:pt x="3589310" y="1435289"/>
                  </a:lnTo>
                  <a:lnTo>
                    <a:pt x="3588642" y="1435289"/>
                  </a:lnTo>
                  <a:lnTo>
                    <a:pt x="3587974" y="1435289"/>
                  </a:lnTo>
                  <a:lnTo>
                    <a:pt x="3587306" y="1435289"/>
                  </a:lnTo>
                  <a:lnTo>
                    <a:pt x="3586638" y="1435289"/>
                  </a:lnTo>
                  <a:lnTo>
                    <a:pt x="3585970" y="1435289"/>
                  </a:lnTo>
                  <a:lnTo>
                    <a:pt x="3585302" y="1435289"/>
                  </a:lnTo>
                  <a:lnTo>
                    <a:pt x="3584634" y="1435289"/>
                  </a:lnTo>
                  <a:lnTo>
                    <a:pt x="3583966" y="1435289"/>
                  </a:lnTo>
                  <a:lnTo>
                    <a:pt x="3583297" y="1435289"/>
                  </a:lnTo>
                  <a:lnTo>
                    <a:pt x="3582629" y="1435289"/>
                  </a:lnTo>
                  <a:lnTo>
                    <a:pt x="3581961" y="1435289"/>
                  </a:lnTo>
                  <a:lnTo>
                    <a:pt x="3581293" y="1435289"/>
                  </a:lnTo>
                  <a:lnTo>
                    <a:pt x="3580625" y="1435289"/>
                  </a:lnTo>
                  <a:lnTo>
                    <a:pt x="3579957" y="1435289"/>
                  </a:lnTo>
                  <a:lnTo>
                    <a:pt x="3579289" y="1435289"/>
                  </a:lnTo>
                  <a:lnTo>
                    <a:pt x="3578621" y="1435289"/>
                  </a:lnTo>
                  <a:lnTo>
                    <a:pt x="3577953" y="1435289"/>
                  </a:lnTo>
                  <a:lnTo>
                    <a:pt x="3577285" y="1435289"/>
                  </a:lnTo>
                  <a:lnTo>
                    <a:pt x="3576617" y="1435289"/>
                  </a:lnTo>
                  <a:lnTo>
                    <a:pt x="3575949" y="1435289"/>
                  </a:lnTo>
                  <a:lnTo>
                    <a:pt x="3575281" y="1435289"/>
                  </a:lnTo>
                  <a:lnTo>
                    <a:pt x="3574613" y="1435289"/>
                  </a:lnTo>
                  <a:lnTo>
                    <a:pt x="3573945" y="1435289"/>
                  </a:lnTo>
                  <a:lnTo>
                    <a:pt x="3573277" y="1435289"/>
                  </a:lnTo>
                  <a:lnTo>
                    <a:pt x="3572609" y="1435289"/>
                  </a:lnTo>
                  <a:lnTo>
                    <a:pt x="3571941" y="1435289"/>
                  </a:lnTo>
                  <a:lnTo>
                    <a:pt x="3571273" y="1435289"/>
                  </a:lnTo>
                  <a:lnTo>
                    <a:pt x="3570605" y="1435289"/>
                  </a:lnTo>
                  <a:lnTo>
                    <a:pt x="3569937" y="1435289"/>
                  </a:lnTo>
                  <a:lnTo>
                    <a:pt x="3569269" y="1435289"/>
                  </a:lnTo>
                  <a:lnTo>
                    <a:pt x="3568601" y="1435289"/>
                  </a:lnTo>
                  <a:lnTo>
                    <a:pt x="3567933" y="1435289"/>
                  </a:lnTo>
                  <a:lnTo>
                    <a:pt x="3567265" y="1435289"/>
                  </a:lnTo>
                  <a:lnTo>
                    <a:pt x="3566597" y="1435289"/>
                  </a:lnTo>
                  <a:lnTo>
                    <a:pt x="3565929" y="1435289"/>
                  </a:lnTo>
                  <a:lnTo>
                    <a:pt x="3565261" y="1435289"/>
                  </a:lnTo>
                  <a:lnTo>
                    <a:pt x="3564593" y="1435289"/>
                  </a:lnTo>
                  <a:lnTo>
                    <a:pt x="3563925" y="1435289"/>
                  </a:lnTo>
                  <a:lnTo>
                    <a:pt x="3563257" y="1435289"/>
                  </a:lnTo>
                  <a:lnTo>
                    <a:pt x="3562589" y="1435289"/>
                  </a:lnTo>
                  <a:lnTo>
                    <a:pt x="3561921" y="1435289"/>
                  </a:lnTo>
                  <a:lnTo>
                    <a:pt x="3561253" y="1435289"/>
                  </a:lnTo>
                  <a:lnTo>
                    <a:pt x="3560585" y="1435289"/>
                  </a:lnTo>
                  <a:lnTo>
                    <a:pt x="3559917" y="1435289"/>
                  </a:lnTo>
                  <a:lnTo>
                    <a:pt x="3559249" y="1435289"/>
                  </a:lnTo>
                  <a:lnTo>
                    <a:pt x="3558580" y="1435289"/>
                  </a:lnTo>
                  <a:lnTo>
                    <a:pt x="3557912" y="1435289"/>
                  </a:lnTo>
                  <a:lnTo>
                    <a:pt x="3557244" y="1435289"/>
                  </a:lnTo>
                  <a:lnTo>
                    <a:pt x="3556576" y="1435289"/>
                  </a:lnTo>
                  <a:lnTo>
                    <a:pt x="3555908" y="1435289"/>
                  </a:lnTo>
                  <a:lnTo>
                    <a:pt x="3555240" y="1435289"/>
                  </a:lnTo>
                  <a:lnTo>
                    <a:pt x="3554572" y="1435289"/>
                  </a:lnTo>
                  <a:lnTo>
                    <a:pt x="3553904" y="1435289"/>
                  </a:lnTo>
                  <a:lnTo>
                    <a:pt x="3553236" y="1435289"/>
                  </a:lnTo>
                  <a:lnTo>
                    <a:pt x="3552568" y="1435289"/>
                  </a:lnTo>
                  <a:lnTo>
                    <a:pt x="3551900" y="1435289"/>
                  </a:lnTo>
                  <a:lnTo>
                    <a:pt x="3551232" y="1435289"/>
                  </a:lnTo>
                  <a:lnTo>
                    <a:pt x="3550564" y="1435289"/>
                  </a:lnTo>
                  <a:lnTo>
                    <a:pt x="3549896" y="1435289"/>
                  </a:lnTo>
                  <a:lnTo>
                    <a:pt x="3549228" y="1435289"/>
                  </a:lnTo>
                  <a:lnTo>
                    <a:pt x="3548560" y="1435289"/>
                  </a:lnTo>
                  <a:lnTo>
                    <a:pt x="3547892" y="1435289"/>
                  </a:lnTo>
                  <a:lnTo>
                    <a:pt x="3547224" y="1435289"/>
                  </a:lnTo>
                  <a:lnTo>
                    <a:pt x="3546556" y="1435289"/>
                  </a:lnTo>
                  <a:lnTo>
                    <a:pt x="3545888" y="1435289"/>
                  </a:lnTo>
                  <a:lnTo>
                    <a:pt x="3545220" y="1435289"/>
                  </a:lnTo>
                  <a:lnTo>
                    <a:pt x="3544552" y="1435289"/>
                  </a:lnTo>
                  <a:lnTo>
                    <a:pt x="3543884" y="1435289"/>
                  </a:lnTo>
                  <a:lnTo>
                    <a:pt x="3543216" y="1435289"/>
                  </a:lnTo>
                  <a:lnTo>
                    <a:pt x="3542548" y="1435289"/>
                  </a:lnTo>
                  <a:lnTo>
                    <a:pt x="3541880" y="1435289"/>
                  </a:lnTo>
                  <a:lnTo>
                    <a:pt x="3541212" y="1435289"/>
                  </a:lnTo>
                  <a:lnTo>
                    <a:pt x="3540544" y="1435289"/>
                  </a:lnTo>
                  <a:lnTo>
                    <a:pt x="3539876" y="1435289"/>
                  </a:lnTo>
                  <a:lnTo>
                    <a:pt x="3539208" y="1435289"/>
                  </a:lnTo>
                  <a:lnTo>
                    <a:pt x="3538540" y="1435289"/>
                  </a:lnTo>
                  <a:lnTo>
                    <a:pt x="3537872" y="1435289"/>
                  </a:lnTo>
                  <a:lnTo>
                    <a:pt x="3537204" y="1435289"/>
                  </a:lnTo>
                  <a:lnTo>
                    <a:pt x="3536536" y="1435289"/>
                  </a:lnTo>
                  <a:lnTo>
                    <a:pt x="3535868" y="1435289"/>
                  </a:lnTo>
                  <a:lnTo>
                    <a:pt x="3535200" y="1435289"/>
                  </a:lnTo>
                  <a:lnTo>
                    <a:pt x="3534532" y="1435289"/>
                  </a:lnTo>
                  <a:lnTo>
                    <a:pt x="3533863" y="1435289"/>
                  </a:lnTo>
                  <a:lnTo>
                    <a:pt x="3533195" y="1435289"/>
                  </a:lnTo>
                  <a:lnTo>
                    <a:pt x="3532527" y="1435289"/>
                  </a:lnTo>
                  <a:lnTo>
                    <a:pt x="3531859" y="1435289"/>
                  </a:lnTo>
                  <a:lnTo>
                    <a:pt x="3531191" y="1435289"/>
                  </a:lnTo>
                  <a:lnTo>
                    <a:pt x="3530523" y="1435289"/>
                  </a:lnTo>
                  <a:lnTo>
                    <a:pt x="3529855" y="1435289"/>
                  </a:lnTo>
                  <a:lnTo>
                    <a:pt x="3529187" y="1435289"/>
                  </a:lnTo>
                  <a:lnTo>
                    <a:pt x="3528519" y="1435289"/>
                  </a:lnTo>
                  <a:lnTo>
                    <a:pt x="3527851" y="1435289"/>
                  </a:lnTo>
                  <a:lnTo>
                    <a:pt x="3527183" y="1435289"/>
                  </a:lnTo>
                  <a:lnTo>
                    <a:pt x="3526515" y="1435289"/>
                  </a:lnTo>
                  <a:lnTo>
                    <a:pt x="3525847" y="1435289"/>
                  </a:lnTo>
                  <a:lnTo>
                    <a:pt x="3525179" y="1435289"/>
                  </a:lnTo>
                  <a:lnTo>
                    <a:pt x="3524511" y="1435289"/>
                  </a:lnTo>
                  <a:lnTo>
                    <a:pt x="3523843" y="1435289"/>
                  </a:lnTo>
                  <a:lnTo>
                    <a:pt x="3523175" y="1435289"/>
                  </a:lnTo>
                  <a:lnTo>
                    <a:pt x="3522507" y="1435289"/>
                  </a:lnTo>
                  <a:lnTo>
                    <a:pt x="3521839" y="1435289"/>
                  </a:lnTo>
                  <a:lnTo>
                    <a:pt x="3521171" y="1435289"/>
                  </a:lnTo>
                  <a:lnTo>
                    <a:pt x="3520503" y="1435289"/>
                  </a:lnTo>
                  <a:lnTo>
                    <a:pt x="3519835" y="1435289"/>
                  </a:lnTo>
                  <a:lnTo>
                    <a:pt x="3519167" y="1435289"/>
                  </a:lnTo>
                  <a:lnTo>
                    <a:pt x="3518499" y="1435289"/>
                  </a:lnTo>
                  <a:lnTo>
                    <a:pt x="3517831" y="1435289"/>
                  </a:lnTo>
                  <a:lnTo>
                    <a:pt x="3517163" y="1435289"/>
                  </a:lnTo>
                  <a:lnTo>
                    <a:pt x="3516495" y="1435289"/>
                  </a:lnTo>
                  <a:lnTo>
                    <a:pt x="3515827" y="1435289"/>
                  </a:lnTo>
                  <a:lnTo>
                    <a:pt x="3515159" y="1435289"/>
                  </a:lnTo>
                  <a:lnTo>
                    <a:pt x="3514491" y="1435289"/>
                  </a:lnTo>
                  <a:lnTo>
                    <a:pt x="3513823" y="1435289"/>
                  </a:lnTo>
                  <a:lnTo>
                    <a:pt x="3513155" y="1435289"/>
                  </a:lnTo>
                  <a:lnTo>
                    <a:pt x="3512487" y="1435289"/>
                  </a:lnTo>
                  <a:lnTo>
                    <a:pt x="3511819" y="1435289"/>
                  </a:lnTo>
                  <a:lnTo>
                    <a:pt x="3511151" y="1435289"/>
                  </a:lnTo>
                  <a:lnTo>
                    <a:pt x="3510483" y="1435289"/>
                  </a:lnTo>
                  <a:lnTo>
                    <a:pt x="3509815" y="1435289"/>
                  </a:lnTo>
                  <a:lnTo>
                    <a:pt x="3509146" y="1435289"/>
                  </a:lnTo>
                  <a:lnTo>
                    <a:pt x="3508478" y="1435289"/>
                  </a:lnTo>
                  <a:lnTo>
                    <a:pt x="3507810" y="1435289"/>
                  </a:lnTo>
                  <a:lnTo>
                    <a:pt x="3507142" y="1435289"/>
                  </a:lnTo>
                  <a:lnTo>
                    <a:pt x="3506474" y="1435289"/>
                  </a:lnTo>
                  <a:lnTo>
                    <a:pt x="3505806" y="1435289"/>
                  </a:lnTo>
                  <a:lnTo>
                    <a:pt x="3505138" y="1435289"/>
                  </a:lnTo>
                  <a:lnTo>
                    <a:pt x="3504470" y="1435289"/>
                  </a:lnTo>
                  <a:lnTo>
                    <a:pt x="3503802" y="1435289"/>
                  </a:lnTo>
                  <a:lnTo>
                    <a:pt x="3503134" y="1435289"/>
                  </a:lnTo>
                  <a:lnTo>
                    <a:pt x="3502466" y="1435289"/>
                  </a:lnTo>
                  <a:lnTo>
                    <a:pt x="3501798" y="1435289"/>
                  </a:lnTo>
                  <a:lnTo>
                    <a:pt x="3501130" y="1435289"/>
                  </a:lnTo>
                  <a:lnTo>
                    <a:pt x="3500462" y="1435289"/>
                  </a:lnTo>
                  <a:lnTo>
                    <a:pt x="3499794" y="1435289"/>
                  </a:lnTo>
                  <a:lnTo>
                    <a:pt x="3499126" y="1435289"/>
                  </a:lnTo>
                  <a:lnTo>
                    <a:pt x="3498458" y="1435289"/>
                  </a:lnTo>
                  <a:lnTo>
                    <a:pt x="3497790" y="1435289"/>
                  </a:lnTo>
                  <a:lnTo>
                    <a:pt x="3497122" y="1435289"/>
                  </a:lnTo>
                  <a:lnTo>
                    <a:pt x="3496454" y="1435289"/>
                  </a:lnTo>
                  <a:lnTo>
                    <a:pt x="3495786" y="1435289"/>
                  </a:lnTo>
                  <a:lnTo>
                    <a:pt x="3495118" y="1435289"/>
                  </a:lnTo>
                  <a:lnTo>
                    <a:pt x="3494450" y="1435289"/>
                  </a:lnTo>
                  <a:lnTo>
                    <a:pt x="3493782" y="1435289"/>
                  </a:lnTo>
                  <a:lnTo>
                    <a:pt x="3493114" y="1435289"/>
                  </a:lnTo>
                  <a:lnTo>
                    <a:pt x="3492446" y="1435289"/>
                  </a:lnTo>
                  <a:lnTo>
                    <a:pt x="3491778" y="1435289"/>
                  </a:lnTo>
                  <a:lnTo>
                    <a:pt x="3491110" y="1435289"/>
                  </a:lnTo>
                  <a:lnTo>
                    <a:pt x="3490442" y="1435289"/>
                  </a:lnTo>
                  <a:lnTo>
                    <a:pt x="3489774" y="1435289"/>
                  </a:lnTo>
                  <a:lnTo>
                    <a:pt x="3489106" y="1435289"/>
                  </a:lnTo>
                  <a:lnTo>
                    <a:pt x="3488438" y="1435289"/>
                  </a:lnTo>
                  <a:lnTo>
                    <a:pt x="3487770" y="1435289"/>
                  </a:lnTo>
                  <a:lnTo>
                    <a:pt x="3487102" y="1435289"/>
                  </a:lnTo>
                  <a:lnTo>
                    <a:pt x="3486434" y="1435289"/>
                  </a:lnTo>
                  <a:lnTo>
                    <a:pt x="3485766" y="1435289"/>
                  </a:lnTo>
                  <a:lnTo>
                    <a:pt x="3485097" y="1435289"/>
                  </a:lnTo>
                  <a:lnTo>
                    <a:pt x="3484429" y="1435289"/>
                  </a:lnTo>
                  <a:lnTo>
                    <a:pt x="3483761" y="1435289"/>
                  </a:lnTo>
                  <a:lnTo>
                    <a:pt x="3483093" y="1435289"/>
                  </a:lnTo>
                  <a:lnTo>
                    <a:pt x="3482425" y="1435289"/>
                  </a:lnTo>
                  <a:lnTo>
                    <a:pt x="3481757" y="1435289"/>
                  </a:lnTo>
                  <a:lnTo>
                    <a:pt x="3481089" y="1435289"/>
                  </a:lnTo>
                  <a:lnTo>
                    <a:pt x="3480421" y="1435289"/>
                  </a:lnTo>
                  <a:lnTo>
                    <a:pt x="3479753" y="1435289"/>
                  </a:lnTo>
                  <a:lnTo>
                    <a:pt x="3479085" y="1435289"/>
                  </a:lnTo>
                  <a:lnTo>
                    <a:pt x="3478417" y="1435289"/>
                  </a:lnTo>
                  <a:lnTo>
                    <a:pt x="3477749" y="1435289"/>
                  </a:lnTo>
                  <a:lnTo>
                    <a:pt x="3477081" y="1435289"/>
                  </a:lnTo>
                  <a:lnTo>
                    <a:pt x="3476413" y="1435289"/>
                  </a:lnTo>
                  <a:lnTo>
                    <a:pt x="3475745" y="1435289"/>
                  </a:lnTo>
                  <a:lnTo>
                    <a:pt x="3475077" y="1435289"/>
                  </a:lnTo>
                  <a:lnTo>
                    <a:pt x="3474409" y="1435289"/>
                  </a:lnTo>
                  <a:lnTo>
                    <a:pt x="3473741" y="1435289"/>
                  </a:lnTo>
                  <a:lnTo>
                    <a:pt x="3473073" y="1435289"/>
                  </a:lnTo>
                  <a:lnTo>
                    <a:pt x="3472405" y="1435289"/>
                  </a:lnTo>
                  <a:lnTo>
                    <a:pt x="3471737" y="1435289"/>
                  </a:lnTo>
                  <a:lnTo>
                    <a:pt x="3471069" y="1435289"/>
                  </a:lnTo>
                  <a:lnTo>
                    <a:pt x="3470401" y="1435289"/>
                  </a:lnTo>
                  <a:lnTo>
                    <a:pt x="3469733" y="1435289"/>
                  </a:lnTo>
                  <a:lnTo>
                    <a:pt x="3469065" y="1435289"/>
                  </a:lnTo>
                  <a:lnTo>
                    <a:pt x="3468397" y="1435289"/>
                  </a:lnTo>
                  <a:lnTo>
                    <a:pt x="3467729" y="1435289"/>
                  </a:lnTo>
                  <a:lnTo>
                    <a:pt x="3467061" y="1435289"/>
                  </a:lnTo>
                  <a:lnTo>
                    <a:pt x="3466393" y="1435289"/>
                  </a:lnTo>
                  <a:lnTo>
                    <a:pt x="3465725" y="1435289"/>
                  </a:lnTo>
                  <a:lnTo>
                    <a:pt x="3465057" y="1435289"/>
                  </a:lnTo>
                  <a:lnTo>
                    <a:pt x="3464389" y="1435289"/>
                  </a:lnTo>
                  <a:lnTo>
                    <a:pt x="3463721" y="1435289"/>
                  </a:lnTo>
                  <a:lnTo>
                    <a:pt x="3463053" y="1435289"/>
                  </a:lnTo>
                  <a:lnTo>
                    <a:pt x="3462385" y="1435289"/>
                  </a:lnTo>
                  <a:lnTo>
                    <a:pt x="3461717" y="1435289"/>
                  </a:lnTo>
                  <a:lnTo>
                    <a:pt x="3461049" y="1435289"/>
                  </a:lnTo>
                  <a:lnTo>
                    <a:pt x="3460380" y="1435289"/>
                  </a:lnTo>
                  <a:lnTo>
                    <a:pt x="3459712" y="1435289"/>
                  </a:lnTo>
                  <a:lnTo>
                    <a:pt x="3459044" y="1435289"/>
                  </a:lnTo>
                  <a:lnTo>
                    <a:pt x="3458376" y="1435289"/>
                  </a:lnTo>
                  <a:lnTo>
                    <a:pt x="3457708" y="1435289"/>
                  </a:lnTo>
                  <a:lnTo>
                    <a:pt x="3457040" y="1435289"/>
                  </a:lnTo>
                  <a:lnTo>
                    <a:pt x="3456372" y="1435289"/>
                  </a:lnTo>
                  <a:lnTo>
                    <a:pt x="3455704" y="1435289"/>
                  </a:lnTo>
                  <a:lnTo>
                    <a:pt x="3455036" y="1435289"/>
                  </a:lnTo>
                  <a:lnTo>
                    <a:pt x="3454368" y="1435289"/>
                  </a:lnTo>
                  <a:lnTo>
                    <a:pt x="3453700" y="1435289"/>
                  </a:lnTo>
                  <a:lnTo>
                    <a:pt x="3453032" y="1435289"/>
                  </a:lnTo>
                  <a:lnTo>
                    <a:pt x="3452364" y="1435289"/>
                  </a:lnTo>
                  <a:lnTo>
                    <a:pt x="3451696" y="1435289"/>
                  </a:lnTo>
                  <a:lnTo>
                    <a:pt x="3451028" y="1435289"/>
                  </a:lnTo>
                  <a:lnTo>
                    <a:pt x="3450360" y="1435289"/>
                  </a:lnTo>
                  <a:lnTo>
                    <a:pt x="3449692" y="1435289"/>
                  </a:lnTo>
                  <a:lnTo>
                    <a:pt x="3449024" y="1435289"/>
                  </a:lnTo>
                  <a:lnTo>
                    <a:pt x="3448356" y="1435289"/>
                  </a:lnTo>
                  <a:lnTo>
                    <a:pt x="3447688" y="1435289"/>
                  </a:lnTo>
                  <a:lnTo>
                    <a:pt x="3447020" y="1435289"/>
                  </a:lnTo>
                  <a:lnTo>
                    <a:pt x="3446352" y="1435289"/>
                  </a:lnTo>
                  <a:lnTo>
                    <a:pt x="3445684" y="1435289"/>
                  </a:lnTo>
                  <a:lnTo>
                    <a:pt x="3445016" y="1435289"/>
                  </a:lnTo>
                  <a:lnTo>
                    <a:pt x="3444348" y="1435289"/>
                  </a:lnTo>
                  <a:lnTo>
                    <a:pt x="3443680" y="1435289"/>
                  </a:lnTo>
                  <a:lnTo>
                    <a:pt x="3443012" y="1435289"/>
                  </a:lnTo>
                  <a:lnTo>
                    <a:pt x="3442344" y="1435289"/>
                  </a:lnTo>
                  <a:lnTo>
                    <a:pt x="3441676" y="1435289"/>
                  </a:lnTo>
                  <a:lnTo>
                    <a:pt x="3441008" y="1435289"/>
                  </a:lnTo>
                  <a:lnTo>
                    <a:pt x="3440340" y="1435289"/>
                  </a:lnTo>
                  <a:lnTo>
                    <a:pt x="3439672" y="1435289"/>
                  </a:lnTo>
                  <a:lnTo>
                    <a:pt x="3439004" y="1435289"/>
                  </a:lnTo>
                  <a:lnTo>
                    <a:pt x="3438336" y="1435289"/>
                  </a:lnTo>
                  <a:lnTo>
                    <a:pt x="3437668" y="1435289"/>
                  </a:lnTo>
                  <a:lnTo>
                    <a:pt x="3437000" y="1435289"/>
                  </a:lnTo>
                  <a:lnTo>
                    <a:pt x="3436332" y="1435289"/>
                  </a:lnTo>
                  <a:lnTo>
                    <a:pt x="3435663" y="1435289"/>
                  </a:lnTo>
                  <a:lnTo>
                    <a:pt x="3434995" y="1435289"/>
                  </a:lnTo>
                  <a:lnTo>
                    <a:pt x="3434327" y="1435289"/>
                  </a:lnTo>
                  <a:lnTo>
                    <a:pt x="3433659" y="1435289"/>
                  </a:lnTo>
                  <a:lnTo>
                    <a:pt x="3432991" y="1435289"/>
                  </a:lnTo>
                  <a:lnTo>
                    <a:pt x="3432323" y="1435289"/>
                  </a:lnTo>
                  <a:lnTo>
                    <a:pt x="3431655" y="1435289"/>
                  </a:lnTo>
                  <a:lnTo>
                    <a:pt x="3430987" y="1435289"/>
                  </a:lnTo>
                  <a:lnTo>
                    <a:pt x="3430319" y="1435289"/>
                  </a:lnTo>
                  <a:lnTo>
                    <a:pt x="3429651" y="1435289"/>
                  </a:lnTo>
                  <a:lnTo>
                    <a:pt x="3428983" y="1435289"/>
                  </a:lnTo>
                  <a:lnTo>
                    <a:pt x="3428315" y="1435289"/>
                  </a:lnTo>
                  <a:lnTo>
                    <a:pt x="3427647" y="1435289"/>
                  </a:lnTo>
                  <a:lnTo>
                    <a:pt x="3426979" y="1435289"/>
                  </a:lnTo>
                  <a:lnTo>
                    <a:pt x="3426311" y="1435289"/>
                  </a:lnTo>
                  <a:lnTo>
                    <a:pt x="3425643" y="1435289"/>
                  </a:lnTo>
                  <a:lnTo>
                    <a:pt x="3424975" y="1435289"/>
                  </a:lnTo>
                  <a:lnTo>
                    <a:pt x="3424307" y="1435289"/>
                  </a:lnTo>
                  <a:lnTo>
                    <a:pt x="3423639" y="1435289"/>
                  </a:lnTo>
                  <a:lnTo>
                    <a:pt x="3422971" y="1435289"/>
                  </a:lnTo>
                  <a:lnTo>
                    <a:pt x="3422303" y="1435289"/>
                  </a:lnTo>
                  <a:lnTo>
                    <a:pt x="3421635" y="1435289"/>
                  </a:lnTo>
                  <a:lnTo>
                    <a:pt x="3420967" y="1435289"/>
                  </a:lnTo>
                  <a:lnTo>
                    <a:pt x="3420299" y="1435289"/>
                  </a:lnTo>
                  <a:lnTo>
                    <a:pt x="3419631" y="1435289"/>
                  </a:lnTo>
                  <a:lnTo>
                    <a:pt x="3418963" y="1435289"/>
                  </a:lnTo>
                  <a:lnTo>
                    <a:pt x="3418295" y="1435289"/>
                  </a:lnTo>
                  <a:lnTo>
                    <a:pt x="3417627" y="1435289"/>
                  </a:lnTo>
                  <a:lnTo>
                    <a:pt x="3416959" y="1435289"/>
                  </a:lnTo>
                  <a:lnTo>
                    <a:pt x="3416291" y="1435289"/>
                  </a:lnTo>
                  <a:lnTo>
                    <a:pt x="3415623" y="1435289"/>
                  </a:lnTo>
                  <a:lnTo>
                    <a:pt x="3414955" y="1435289"/>
                  </a:lnTo>
                  <a:lnTo>
                    <a:pt x="3414287" y="1435289"/>
                  </a:lnTo>
                  <a:lnTo>
                    <a:pt x="3413619" y="1435289"/>
                  </a:lnTo>
                  <a:lnTo>
                    <a:pt x="3412951" y="1435289"/>
                  </a:lnTo>
                  <a:lnTo>
                    <a:pt x="3412283" y="1435289"/>
                  </a:lnTo>
                  <a:lnTo>
                    <a:pt x="3411615" y="1435289"/>
                  </a:lnTo>
                  <a:lnTo>
                    <a:pt x="3410946" y="1435289"/>
                  </a:lnTo>
                  <a:lnTo>
                    <a:pt x="3410278" y="1435289"/>
                  </a:lnTo>
                  <a:lnTo>
                    <a:pt x="3409610" y="1435289"/>
                  </a:lnTo>
                  <a:lnTo>
                    <a:pt x="3408942" y="1435289"/>
                  </a:lnTo>
                  <a:lnTo>
                    <a:pt x="3408274" y="1435289"/>
                  </a:lnTo>
                  <a:lnTo>
                    <a:pt x="3407606" y="1435289"/>
                  </a:lnTo>
                  <a:lnTo>
                    <a:pt x="3406938" y="1435289"/>
                  </a:lnTo>
                  <a:lnTo>
                    <a:pt x="3406270" y="1435289"/>
                  </a:lnTo>
                  <a:lnTo>
                    <a:pt x="3405602" y="1435289"/>
                  </a:lnTo>
                  <a:lnTo>
                    <a:pt x="3404934" y="1435289"/>
                  </a:lnTo>
                  <a:lnTo>
                    <a:pt x="3404266" y="1435289"/>
                  </a:lnTo>
                  <a:lnTo>
                    <a:pt x="3403598" y="1435289"/>
                  </a:lnTo>
                  <a:lnTo>
                    <a:pt x="3402930" y="1435289"/>
                  </a:lnTo>
                  <a:lnTo>
                    <a:pt x="3402262" y="1435289"/>
                  </a:lnTo>
                  <a:lnTo>
                    <a:pt x="3401594" y="1435289"/>
                  </a:lnTo>
                  <a:lnTo>
                    <a:pt x="3400926" y="1435289"/>
                  </a:lnTo>
                  <a:lnTo>
                    <a:pt x="3400258" y="1435289"/>
                  </a:lnTo>
                  <a:lnTo>
                    <a:pt x="3399590" y="1435289"/>
                  </a:lnTo>
                  <a:lnTo>
                    <a:pt x="3398922" y="1435289"/>
                  </a:lnTo>
                  <a:lnTo>
                    <a:pt x="3398254" y="1435289"/>
                  </a:lnTo>
                  <a:lnTo>
                    <a:pt x="3397586" y="1435289"/>
                  </a:lnTo>
                  <a:lnTo>
                    <a:pt x="3396918" y="1435289"/>
                  </a:lnTo>
                  <a:lnTo>
                    <a:pt x="3396250" y="1435289"/>
                  </a:lnTo>
                  <a:lnTo>
                    <a:pt x="3395582" y="1435289"/>
                  </a:lnTo>
                  <a:lnTo>
                    <a:pt x="3394914" y="1435289"/>
                  </a:lnTo>
                  <a:lnTo>
                    <a:pt x="3394246" y="1435289"/>
                  </a:lnTo>
                  <a:lnTo>
                    <a:pt x="3393578" y="1435289"/>
                  </a:lnTo>
                  <a:lnTo>
                    <a:pt x="3392910" y="1435289"/>
                  </a:lnTo>
                  <a:lnTo>
                    <a:pt x="3392242" y="1435289"/>
                  </a:lnTo>
                  <a:lnTo>
                    <a:pt x="3391574" y="1435289"/>
                  </a:lnTo>
                  <a:lnTo>
                    <a:pt x="3390906" y="1435289"/>
                  </a:lnTo>
                  <a:lnTo>
                    <a:pt x="3390238" y="1435289"/>
                  </a:lnTo>
                  <a:lnTo>
                    <a:pt x="3389570" y="1435289"/>
                  </a:lnTo>
                  <a:lnTo>
                    <a:pt x="3388902" y="1435289"/>
                  </a:lnTo>
                  <a:lnTo>
                    <a:pt x="3388234" y="1435289"/>
                  </a:lnTo>
                  <a:lnTo>
                    <a:pt x="3387566" y="1435289"/>
                  </a:lnTo>
                  <a:lnTo>
                    <a:pt x="3386897" y="1435289"/>
                  </a:lnTo>
                  <a:lnTo>
                    <a:pt x="3386229" y="1435289"/>
                  </a:lnTo>
                  <a:lnTo>
                    <a:pt x="3385561" y="1435289"/>
                  </a:lnTo>
                  <a:lnTo>
                    <a:pt x="3384893" y="1435289"/>
                  </a:lnTo>
                  <a:lnTo>
                    <a:pt x="3384225" y="1435289"/>
                  </a:lnTo>
                  <a:lnTo>
                    <a:pt x="3383557" y="1435289"/>
                  </a:lnTo>
                  <a:lnTo>
                    <a:pt x="3382889" y="1435289"/>
                  </a:lnTo>
                  <a:lnTo>
                    <a:pt x="3382221" y="1435289"/>
                  </a:lnTo>
                  <a:lnTo>
                    <a:pt x="3381553" y="1435289"/>
                  </a:lnTo>
                  <a:lnTo>
                    <a:pt x="3380885" y="1435289"/>
                  </a:lnTo>
                  <a:lnTo>
                    <a:pt x="3380217" y="1435289"/>
                  </a:lnTo>
                  <a:lnTo>
                    <a:pt x="3379549" y="1435289"/>
                  </a:lnTo>
                  <a:lnTo>
                    <a:pt x="3378881" y="1435289"/>
                  </a:lnTo>
                  <a:lnTo>
                    <a:pt x="3378213" y="1435289"/>
                  </a:lnTo>
                  <a:lnTo>
                    <a:pt x="3377545" y="1435289"/>
                  </a:lnTo>
                  <a:lnTo>
                    <a:pt x="3376877" y="1435289"/>
                  </a:lnTo>
                  <a:lnTo>
                    <a:pt x="3376209" y="1435289"/>
                  </a:lnTo>
                  <a:lnTo>
                    <a:pt x="3375541" y="1435289"/>
                  </a:lnTo>
                  <a:lnTo>
                    <a:pt x="3374873" y="1435289"/>
                  </a:lnTo>
                  <a:lnTo>
                    <a:pt x="3374205" y="1435289"/>
                  </a:lnTo>
                  <a:lnTo>
                    <a:pt x="3373537" y="1435289"/>
                  </a:lnTo>
                  <a:lnTo>
                    <a:pt x="3372869" y="1435289"/>
                  </a:lnTo>
                  <a:lnTo>
                    <a:pt x="3372201" y="1435289"/>
                  </a:lnTo>
                  <a:lnTo>
                    <a:pt x="3371533" y="1435289"/>
                  </a:lnTo>
                  <a:lnTo>
                    <a:pt x="3370865" y="1435289"/>
                  </a:lnTo>
                  <a:lnTo>
                    <a:pt x="3370197" y="1435289"/>
                  </a:lnTo>
                  <a:lnTo>
                    <a:pt x="3369529" y="1435289"/>
                  </a:lnTo>
                  <a:lnTo>
                    <a:pt x="3368861" y="1435289"/>
                  </a:lnTo>
                  <a:lnTo>
                    <a:pt x="3368193" y="1435289"/>
                  </a:lnTo>
                  <a:lnTo>
                    <a:pt x="3367525" y="1435289"/>
                  </a:lnTo>
                  <a:lnTo>
                    <a:pt x="3366857" y="1435289"/>
                  </a:lnTo>
                  <a:lnTo>
                    <a:pt x="3366189" y="1435289"/>
                  </a:lnTo>
                  <a:lnTo>
                    <a:pt x="3365521" y="1435289"/>
                  </a:lnTo>
                  <a:lnTo>
                    <a:pt x="3364853" y="1435289"/>
                  </a:lnTo>
                  <a:lnTo>
                    <a:pt x="3364185" y="1435289"/>
                  </a:lnTo>
                  <a:lnTo>
                    <a:pt x="3363517" y="1435289"/>
                  </a:lnTo>
                  <a:lnTo>
                    <a:pt x="3362849" y="1435289"/>
                  </a:lnTo>
                  <a:lnTo>
                    <a:pt x="3362180" y="1435289"/>
                  </a:lnTo>
                  <a:lnTo>
                    <a:pt x="3361512" y="1435289"/>
                  </a:lnTo>
                  <a:lnTo>
                    <a:pt x="3360844" y="1435289"/>
                  </a:lnTo>
                  <a:lnTo>
                    <a:pt x="3360176" y="1435289"/>
                  </a:lnTo>
                  <a:lnTo>
                    <a:pt x="3359508" y="1435289"/>
                  </a:lnTo>
                  <a:lnTo>
                    <a:pt x="3358840" y="1435289"/>
                  </a:lnTo>
                  <a:lnTo>
                    <a:pt x="3358172" y="1435289"/>
                  </a:lnTo>
                  <a:lnTo>
                    <a:pt x="3357504" y="1435289"/>
                  </a:lnTo>
                  <a:lnTo>
                    <a:pt x="3356836" y="1435289"/>
                  </a:lnTo>
                  <a:lnTo>
                    <a:pt x="3356168" y="1435289"/>
                  </a:lnTo>
                  <a:lnTo>
                    <a:pt x="3355500" y="1435289"/>
                  </a:lnTo>
                  <a:lnTo>
                    <a:pt x="3354832" y="1435289"/>
                  </a:lnTo>
                  <a:lnTo>
                    <a:pt x="3354164" y="1435289"/>
                  </a:lnTo>
                  <a:lnTo>
                    <a:pt x="3353496" y="1435289"/>
                  </a:lnTo>
                  <a:lnTo>
                    <a:pt x="3352828" y="1435289"/>
                  </a:lnTo>
                  <a:lnTo>
                    <a:pt x="3352160" y="1435289"/>
                  </a:lnTo>
                  <a:lnTo>
                    <a:pt x="3351492" y="1435289"/>
                  </a:lnTo>
                  <a:lnTo>
                    <a:pt x="3350824" y="1435289"/>
                  </a:lnTo>
                  <a:lnTo>
                    <a:pt x="3350156" y="1435289"/>
                  </a:lnTo>
                  <a:lnTo>
                    <a:pt x="3349488" y="1435289"/>
                  </a:lnTo>
                  <a:lnTo>
                    <a:pt x="3348820" y="1435289"/>
                  </a:lnTo>
                  <a:lnTo>
                    <a:pt x="3348152" y="1435289"/>
                  </a:lnTo>
                  <a:lnTo>
                    <a:pt x="3347484" y="1435289"/>
                  </a:lnTo>
                  <a:lnTo>
                    <a:pt x="3346816" y="1435289"/>
                  </a:lnTo>
                  <a:lnTo>
                    <a:pt x="3346148" y="1435289"/>
                  </a:lnTo>
                  <a:lnTo>
                    <a:pt x="3345480" y="1435289"/>
                  </a:lnTo>
                  <a:lnTo>
                    <a:pt x="3344812" y="1435289"/>
                  </a:lnTo>
                  <a:lnTo>
                    <a:pt x="3344144" y="1435289"/>
                  </a:lnTo>
                  <a:lnTo>
                    <a:pt x="3343476" y="1435289"/>
                  </a:lnTo>
                  <a:lnTo>
                    <a:pt x="3342808" y="1435289"/>
                  </a:lnTo>
                  <a:lnTo>
                    <a:pt x="3342140" y="1435289"/>
                  </a:lnTo>
                  <a:lnTo>
                    <a:pt x="3341472" y="1435289"/>
                  </a:lnTo>
                  <a:lnTo>
                    <a:pt x="3340804" y="1435289"/>
                  </a:lnTo>
                  <a:lnTo>
                    <a:pt x="3340136" y="1435289"/>
                  </a:lnTo>
                  <a:lnTo>
                    <a:pt x="3339468" y="1435289"/>
                  </a:lnTo>
                  <a:lnTo>
                    <a:pt x="3338800" y="1435289"/>
                  </a:lnTo>
                  <a:lnTo>
                    <a:pt x="3338132" y="1435289"/>
                  </a:lnTo>
                  <a:lnTo>
                    <a:pt x="3337463" y="1435289"/>
                  </a:lnTo>
                  <a:lnTo>
                    <a:pt x="3336795" y="1435289"/>
                  </a:lnTo>
                  <a:lnTo>
                    <a:pt x="3336127" y="1435289"/>
                  </a:lnTo>
                  <a:lnTo>
                    <a:pt x="3335459" y="1435289"/>
                  </a:lnTo>
                  <a:lnTo>
                    <a:pt x="3334791" y="1435289"/>
                  </a:lnTo>
                  <a:lnTo>
                    <a:pt x="3334123" y="1435289"/>
                  </a:lnTo>
                  <a:lnTo>
                    <a:pt x="3333455" y="1435289"/>
                  </a:lnTo>
                  <a:lnTo>
                    <a:pt x="3332787" y="1435289"/>
                  </a:lnTo>
                  <a:lnTo>
                    <a:pt x="3332119" y="1435289"/>
                  </a:lnTo>
                  <a:lnTo>
                    <a:pt x="3331451" y="1435289"/>
                  </a:lnTo>
                  <a:lnTo>
                    <a:pt x="3330783" y="1435289"/>
                  </a:lnTo>
                  <a:lnTo>
                    <a:pt x="3330115" y="1435289"/>
                  </a:lnTo>
                  <a:lnTo>
                    <a:pt x="3329447" y="1435289"/>
                  </a:lnTo>
                  <a:lnTo>
                    <a:pt x="3328779" y="1435289"/>
                  </a:lnTo>
                  <a:lnTo>
                    <a:pt x="3328111" y="1435289"/>
                  </a:lnTo>
                  <a:lnTo>
                    <a:pt x="3327443" y="1435289"/>
                  </a:lnTo>
                  <a:lnTo>
                    <a:pt x="3326775" y="1435289"/>
                  </a:lnTo>
                  <a:lnTo>
                    <a:pt x="3326107" y="1435289"/>
                  </a:lnTo>
                  <a:lnTo>
                    <a:pt x="3325439" y="1435289"/>
                  </a:lnTo>
                  <a:lnTo>
                    <a:pt x="3324771" y="1435289"/>
                  </a:lnTo>
                  <a:lnTo>
                    <a:pt x="3324103" y="1435289"/>
                  </a:lnTo>
                  <a:lnTo>
                    <a:pt x="3323435" y="1435289"/>
                  </a:lnTo>
                  <a:lnTo>
                    <a:pt x="3322767" y="1435289"/>
                  </a:lnTo>
                  <a:lnTo>
                    <a:pt x="3322099" y="1435289"/>
                  </a:lnTo>
                  <a:lnTo>
                    <a:pt x="3321431" y="1435289"/>
                  </a:lnTo>
                  <a:lnTo>
                    <a:pt x="3320763" y="1435289"/>
                  </a:lnTo>
                  <a:lnTo>
                    <a:pt x="3320095" y="1435289"/>
                  </a:lnTo>
                  <a:lnTo>
                    <a:pt x="3319427" y="1435289"/>
                  </a:lnTo>
                  <a:lnTo>
                    <a:pt x="3318759" y="1435289"/>
                  </a:lnTo>
                  <a:lnTo>
                    <a:pt x="3318091" y="1435289"/>
                  </a:lnTo>
                  <a:lnTo>
                    <a:pt x="3317423" y="1435289"/>
                  </a:lnTo>
                  <a:lnTo>
                    <a:pt x="3316755" y="1435289"/>
                  </a:lnTo>
                  <a:lnTo>
                    <a:pt x="3316087" y="1435289"/>
                  </a:lnTo>
                  <a:lnTo>
                    <a:pt x="3315419" y="1435289"/>
                  </a:lnTo>
                  <a:lnTo>
                    <a:pt x="3314751" y="1435289"/>
                  </a:lnTo>
                  <a:lnTo>
                    <a:pt x="3314083" y="1435289"/>
                  </a:lnTo>
                  <a:lnTo>
                    <a:pt x="3313415" y="1435289"/>
                  </a:lnTo>
                  <a:lnTo>
                    <a:pt x="3312746" y="1435289"/>
                  </a:lnTo>
                  <a:lnTo>
                    <a:pt x="3312078" y="1435289"/>
                  </a:lnTo>
                  <a:lnTo>
                    <a:pt x="3311410" y="1435289"/>
                  </a:lnTo>
                  <a:lnTo>
                    <a:pt x="3310742" y="1435289"/>
                  </a:lnTo>
                  <a:lnTo>
                    <a:pt x="3310074" y="1435289"/>
                  </a:lnTo>
                  <a:lnTo>
                    <a:pt x="3309406" y="1435289"/>
                  </a:lnTo>
                  <a:lnTo>
                    <a:pt x="3308738" y="1435289"/>
                  </a:lnTo>
                  <a:lnTo>
                    <a:pt x="3308070" y="1435289"/>
                  </a:lnTo>
                  <a:lnTo>
                    <a:pt x="3307402" y="1435289"/>
                  </a:lnTo>
                  <a:lnTo>
                    <a:pt x="3306734" y="1435289"/>
                  </a:lnTo>
                  <a:lnTo>
                    <a:pt x="3306066" y="1435289"/>
                  </a:lnTo>
                  <a:lnTo>
                    <a:pt x="3305398" y="1435289"/>
                  </a:lnTo>
                  <a:lnTo>
                    <a:pt x="3304730" y="1435289"/>
                  </a:lnTo>
                  <a:lnTo>
                    <a:pt x="3304062" y="1435289"/>
                  </a:lnTo>
                  <a:lnTo>
                    <a:pt x="3303394" y="1435289"/>
                  </a:lnTo>
                  <a:lnTo>
                    <a:pt x="3302726" y="1435289"/>
                  </a:lnTo>
                  <a:lnTo>
                    <a:pt x="3302058" y="1435289"/>
                  </a:lnTo>
                  <a:lnTo>
                    <a:pt x="3301390" y="1435289"/>
                  </a:lnTo>
                  <a:lnTo>
                    <a:pt x="3300722" y="1435289"/>
                  </a:lnTo>
                  <a:lnTo>
                    <a:pt x="3300054" y="1435289"/>
                  </a:lnTo>
                  <a:lnTo>
                    <a:pt x="3299386" y="1435289"/>
                  </a:lnTo>
                  <a:lnTo>
                    <a:pt x="3298718" y="1435289"/>
                  </a:lnTo>
                  <a:lnTo>
                    <a:pt x="3298050" y="1435289"/>
                  </a:lnTo>
                  <a:lnTo>
                    <a:pt x="3297382" y="1435289"/>
                  </a:lnTo>
                  <a:lnTo>
                    <a:pt x="3296714" y="1435289"/>
                  </a:lnTo>
                  <a:lnTo>
                    <a:pt x="3296046" y="1435289"/>
                  </a:lnTo>
                  <a:lnTo>
                    <a:pt x="3295378" y="1435289"/>
                  </a:lnTo>
                  <a:lnTo>
                    <a:pt x="3294710" y="1435289"/>
                  </a:lnTo>
                  <a:lnTo>
                    <a:pt x="3294042" y="1435289"/>
                  </a:lnTo>
                  <a:lnTo>
                    <a:pt x="3293374" y="1435289"/>
                  </a:lnTo>
                  <a:lnTo>
                    <a:pt x="3292706" y="1435289"/>
                  </a:lnTo>
                  <a:lnTo>
                    <a:pt x="3292038" y="1435289"/>
                  </a:lnTo>
                  <a:lnTo>
                    <a:pt x="3291370" y="1435289"/>
                  </a:lnTo>
                  <a:lnTo>
                    <a:pt x="3290702" y="1435289"/>
                  </a:lnTo>
                  <a:lnTo>
                    <a:pt x="3290034" y="1435289"/>
                  </a:lnTo>
                  <a:lnTo>
                    <a:pt x="3289366" y="1435289"/>
                  </a:lnTo>
                  <a:lnTo>
                    <a:pt x="3288697" y="1435289"/>
                  </a:lnTo>
                  <a:lnTo>
                    <a:pt x="3288029" y="1435289"/>
                  </a:lnTo>
                  <a:lnTo>
                    <a:pt x="3287361" y="1435289"/>
                  </a:lnTo>
                  <a:lnTo>
                    <a:pt x="3286693" y="1435289"/>
                  </a:lnTo>
                  <a:lnTo>
                    <a:pt x="3286025" y="1435289"/>
                  </a:lnTo>
                  <a:lnTo>
                    <a:pt x="3285357" y="1435289"/>
                  </a:lnTo>
                  <a:lnTo>
                    <a:pt x="3284689" y="1435289"/>
                  </a:lnTo>
                  <a:lnTo>
                    <a:pt x="3284021" y="1435289"/>
                  </a:lnTo>
                  <a:lnTo>
                    <a:pt x="3283353" y="1435289"/>
                  </a:lnTo>
                  <a:lnTo>
                    <a:pt x="3282685" y="1435289"/>
                  </a:lnTo>
                  <a:lnTo>
                    <a:pt x="3282017" y="1435289"/>
                  </a:lnTo>
                  <a:lnTo>
                    <a:pt x="3281349" y="1435289"/>
                  </a:lnTo>
                  <a:lnTo>
                    <a:pt x="3280681" y="1435289"/>
                  </a:lnTo>
                  <a:lnTo>
                    <a:pt x="3280013" y="1435289"/>
                  </a:lnTo>
                  <a:lnTo>
                    <a:pt x="3279345" y="1435289"/>
                  </a:lnTo>
                  <a:lnTo>
                    <a:pt x="3278677" y="1435289"/>
                  </a:lnTo>
                  <a:lnTo>
                    <a:pt x="3278009" y="1435289"/>
                  </a:lnTo>
                  <a:lnTo>
                    <a:pt x="3277341" y="1435289"/>
                  </a:lnTo>
                  <a:lnTo>
                    <a:pt x="3276673" y="1435289"/>
                  </a:lnTo>
                  <a:lnTo>
                    <a:pt x="3276005" y="1435289"/>
                  </a:lnTo>
                  <a:lnTo>
                    <a:pt x="3275337" y="1435289"/>
                  </a:lnTo>
                  <a:lnTo>
                    <a:pt x="3274669" y="1435289"/>
                  </a:lnTo>
                  <a:lnTo>
                    <a:pt x="3274001" y="1435289"/>
                  </a:lnTo>
                  <a:lnTo>
                    <a:pt x="3273333" y="1435289"/>
                  </a:lnTo>
                  <a:lnTo>
                    <a:pt x="3272665" y="1435289"/>
                  </a:lnTo>
                  <a:lnTo>
                    <a:pt x="3271997" y="1435289"/>
                  </a:lnTo>
                  <a:lnTo>
                    <a:pt x="3271329" y="1435289"/>
                  </a:lnTo>
                  <a:lnTo>
                    <a:pt x="3270661" y="1435289"/>
                  </a:lnTo>
                  <a:lnTo>
                    <a:pt x="3269993" y="1435289"/>
                  </a:lnTo>
                  <a:lnTo>
                    <a:pt x="3269325" y="1435289"/>
                  </a:lnTo>
                  <a:lnTo>
                    <a:pt x="3268657" y="1435289"/>
                  </a:lnTo>
                  <a:lnTo>
                    <a:pt x="3267989" y="1435289"/>
                  </a:lnTo>
                  <a:lnTo>
                    <a:pt x="3267321" y="1435289"/>
                  </a:lnTo>
                  <a:lnTo>
                    <a:pt x="3266653" y="1435289"/>
                  </a:lnTo>
                  <a:lnTo>
                    <a:pt x="3265985" y="1435289"/>
                  </a:lnTo>
                  <a:lnTo>
                    <a:pt x="3265317" y="1435289"/>
                  </a:lnTo>
                  <a:lnTo>
                    <a:pt x="3264649" y="1435289"/>
                  </a:lnTo>
                  <a:lnTo>
                    <a:pt x="3263980" y="1435289"/>
                  </a:lnTo>
                  <a:lnTo>
                    <a:pt x="3263312" y="1435289"/>
                  </a:lnTo>
                  <a:lnTo>
                    <a:pt x="3262644" y="1435289"/>
                  </a:lnTo>
                  <a:lnTo>
                    <a:pt x="3261976" y="1435289"/>
                  </a:lnTo>
                  <a:lnTo>
                    <a:pt x="3261308" y="1435289"/>
                  </a:lnTo>
                  <a:lnTo>
                    <a:pt x="3260640" y="1435289"/>
                  </a:lnTo>
                  <a:lnTo>
                    <a:pt x="3259972" y="1435289"/>
                  </a:lnTo>
                  <a:lnTo>
                    <a:pt x="3259304" y="1435289"/>
                  </a:lnTo>
                  <a:lnTo>
                    <a:pt x="3258636" y="1435289"/>
                  </a:lnTo>
                  <a:lnTo>
                    <a:pt x="3257968" y="1435289"/>
                  </a:lnTo>
                  <a:lnTo>
                    <a:pt x="3257300" y="1435289"/>
                  </a:lnTo>
                  <a:lnTo>
                    <a:pt x="3256632" y="1435289"/>
                  </a:lnTo>
                  <a:lnTo>
                    <a:pt x="3255964" y="1435289"/>
                  </a:lnTo>
                  <a:lnTo>
                    <a:pt x="3255296" y="1435289"/>
                  </a:lnTo>
                  <a:lnTo>
                    <a:pt x="3254628" y="1435289"/>
                  </a:lnTo>
                  <a:lnTo>
                    <a:pt x="3253960" y="1435289"/>
                  </a:lnTo>
                  <a:lnTo>
                    <a:pt x="3253292" y="1435289"/>
                  </a:lnTo>
                  <a:lnTo>
                    <a:pt x="3252624" y="1435289"/>
                  </a:lnTo>
                  <a:lnTo>
                    <a:pt x="3251956" y="1435289"/>
                  </a:lnTo>
                  <a:lnTo>
                    <a:pt x="3251288" y="1435289"/>
                  </a:lnTo>
                  <a:lnTo>
                    <a:pt x="3250620" y="1435289"/>
                  </a:lnTo>
                  <a:lnTo>
                    <a:pt x="3249952" y="1435289"/>
                  </a:lnTo>
                  <a:lnTo>
                    <a:pt x="3249284" y="1435289"/>
                  </a:lnTo>
                  <a:lnTo>
                    <a:pt x="3248616" y="1435289"/>
                  </a:lnTo>
                  <a:lnTo>
                    <a:pt x="3247948" y="1435289"/>
                  </a:lnTo>
                  <a:lnTo>
                    <a:pt x="3247280" y="1435289"/>
                  </a:lnTo>
                  <a:lnTo>
                    <a:pt x="3246612" y="1435289"/>
                  </a:lnTo>
                  <a:lnTo>
                    <a:pt x="3245944" y="1435289"/>
                  </a:lnTo>
                  <a:lnTo>
                    <a:pt x="3245276" y="1435289"/>
                  </a:lnTo>
                  <a:lnTo>
                    <a:pt x="3244608" y="1435289"/>
                  </a:lnTo>
                  <a:lnTo>
                    <a:pt x="3243940" y="1435289"/>
                  </a:lnTo>
                  <a:lnTo>
                    <a:pt x="3243272" y="1435289"/>
                  </a:lnTo>
                  <a:lnTo>
                    <a:pt x="3242604" y="1435289"/>
                  </a:lnTo>
                  <a:lnTo>
                    <a:pt x="3241936" y="1435289"/>
                  </a:lnTo>
                  <a:lnTo>
                    <a:pt x="3241268" y="1435289"/>
                  </a:lnTo>
                  <a:lnTo>
                    <a:pt x="3240600" y="1435289"/>
                  </a:lnTo>
                  <a:lnTo>
                    <a:pt x="3239932" y="1435289"/>
                  </a:lnTo>
                  <a:lnTo>
                    <a:pt x="3239263" y="1435289"/>
                  </a:lnTo>
                  <a:lnTo>
                    <a:pt x="3238595" y="1435289"/>
                  </a:lnTo>
                  <a:lnTo>
                    <a:pt x="3237927" y="1435289"/>
                  </a:lnTo>
                  <a:lnTo>
                    <a:pt x="3237259" y="1435289"/>
                  </a:lnTo>
                  <a:lnTo>
                    <a:pt x="3236591" y="1435289"/>
                  </a:lnTo>
                  <a:lnTo>
                    <a:pt x="3235923" y="1435289"/>
                  </a:lnTo>
                  <a:lnTo>
                    <a:pt x="3235255" y="1435289"/>
                  </a:lnTo>
                  <a:lnTo>
                    <a:pt x="3234587" y="1435289"/>
                  </a:lnTo>
                  <a:lnTo>
                    <a:pt x="3233919" y="1435289"/>
                  </a:lnTo>
                  <a:lnTo>
                    <a:pt x="3233251" y="1435289"/>
                  </a:lnTo>
                  <a:lnTo>
                    <a:pt x="3232583" y="1435289"/>
                  </a:lnTo>
                  <a:lnTo>
                    <a:pt x="3231915" y="1435289"/>
                  </a:lnTo>
                  <a:lnTo>
                    <a:pt x="3231247" y="1435289"/>
                  </a:lnTo>
                  <a:lnTo>
                    <a:pt x="3230579" y="1435289"/>
                  </a:lnTo>
                  <a:lnTo>
                    <a:pt x="3229911" y="1435289"/>
                  </a:lnTo>
                  <a:lnTo>
                    <a:pt x="3229243" y="1435289"/>
                  </a:lnTo>
                  <a:lnTo>
                    <a:pt x="3228575" y="1435289"/>
                  </a:lnTo>
                  <a:lnTo>
                    <a:pt x="3227907" y="1435289"/>
                  </a:lnTo>
                  <a:lnTo>
                    <a:pt x="3227239" y="1435289"/>
                  </a:lnTo>
                  <a:lnTo>
                    <a:pt x="3226571" y="1435289"/>
                  </a:lnTo>
                  <a:lnTo>
                    <a:pt x="3225903" y="1435289"/>
                  </a:lnTo>
                  <a:lnTo>
                    <a:pt x="3225235" y="1435289"/>
                  </a:lnTo>
                  <a:lnTo>
                    <a:pt x="3224567" y="1435289"/>
                  </a:lnTo>
                  <a:lnTo>
                    <a:pt x="3223899" y="1435289"/>
                  </a:lnTo>
                  <a:lnTo>
                    <a:pt x="3223231" y="1435289"/>
                  </a:lnTo>
                  <a:lnTo>
                    <a:pt x="3222563" y="1435289"/>
                  </a:lnTo>
                  <a:lnTo>
                    <a:pt x="3221895" y="1435289"/>
                  </a:lnTo>
                  <a:lnTo>
                    <a:pt x="3221227" y="1435289"/>
                  </a:lnTo>
                  <a:lnTo>
                    <a:pt x="3220559" y="1435289"/>
                  </a:lnTo>
                  <a:lnTo>
                    <a:pt x="3219891" y="1435289"/>
                  </a:lnTo>
                  <a:lnTo>
                    <a:pt x="3219223" y="1435289"/>
                  </a:lnTo>
                  <a:lnTo>
                    <a:pt x="3218555" y="1435289"/>
                  </a:lnTo>
                  <a:lnTo>
                    <a:pt x="3217887" y="1435289"/>
                  </a:lnTo>
                  <a:lnTo>
                    <a:pt x="3217219" y="1435289"/>
                  </a:lnTo>
                  <a:lnTo>
                    <a:pt x="3216551" y="1435289"/>
                  </a:lnTo>
                  <a:lnTo>
                    <a:pt x="3215883" y="1435289"/>
                  </a:lnTo>
                  <a:lnTo>
                    <a:pt x="3215215" y="1435289"/>
                  </a:lnTo>
                  <a:lnTo>
                    <a:pt x="3214546" y="1435289"/>
                  </a:lnTo>
                  <a:lnTo>
                    <a:pt x="3213878" y="1435289"/>
                  </a:lnTo>
                  <a:lnTo>
                    <a:pt x="3213210" y="1435289"/>
                  </a:lnTo>
                  <a:lnTo>
                    <a:pt x="3212542" y="1435289"/>
                  </a:lnTo>
                  <a:lnTo>
                    <a:pt x="3211874" y="1435289"/>
                  </a:lnTo>
                  <a:lnTo>
                    <a:pt x="3211206" y="1435289"/>
                  </a:lnTo>
                  <a:lnTo>
                    <a:pt x="3210538" y="1435289"/>
                  </a:lnTo>
                  <a:lnTo>
                    <a:pt x="3209870" y="1435289"/>
                  </a:lnTo>
                  <a:lnTo>
                    <a:pt x="3209202" y="1435289"/>
                  </a:lnTo>
                  <a:lnTo>
                    <a:pt x="3208534" y="1435289"/>
                  </a:lnTo>
                  <a:lnTo>
                    <a:pt x="3207866" y="1435289"/>
                  </a:lnTo>
                  <a:lnTo>
                    <a:pt x="3207198" y="1435289"/>
                  </a:lnTo>
                  <a:lnTo>
                    <a:pt x="3206530" y="1435289"/>
                  </a:lnTo>
                  <a:lnTo>
                    <a:pt x="3205862" y="1435289"/>
                  </a:lnTo>
                  <a:lnTo>
                    <a:pt x="3205194" y="1435289"/>
                  </a:lnTo>
                  <a:lnTo>
                    <a:pt x="3204526" y="1435289"/>
                  </a:lnTo>
                  <a:lnTo>
                    <a:pt x="3203858" y="1435289"/>
                  </a:lnTo>
                  <a:lnTo>
                    <a:pt x="3203190" y="1435289"/>
                  </a:lnTo>
                  <a:lnTo>
                    <a:pt x="3202522" y="1435289"/>
                  </a:lnTo>
                  <a:lnTo>
                    <a:pt x="3201854" y="1435289"/>
                  </a:lnTo>
                  <a:lnTo>
                    <a:pt x="3201186" y="1435289"/>
                  </a:lnTo>
                  <a:lnTo>
                    <a:pt x="3200518" y="1435289"/>
                  </a:lnTo>
                  <a:lnTo>
                    <a:pt x="3199850" y="1435289"/>
                  </a:lnTo>
                  <a:lnTo>
                    <a:pt x="3199182" y="1435289"/>
                  </a:lnTo>
                  <a:lnTo>
                    <a:pt x="3198514" y="1435289"/>
                  </a:lnTo>
                  <a:lnTo>
                    <a:pt x="3197846" y="1435289"/>
                  </a:lnTo>
                  <a:lnTo>
                    <a:pt x="3197178" y="1435289"/>
                  </a:lnTo>
                  <a:lnTo>
                    <a:pt x="3196510" y="1435289"/>
                  </a:lnTo>
                  <a:lnTo>
                    <a:pt x="3195842" y="1435289"/>
                  </a:lnTo>
                  <a:lnTo>
                    <a:pt x="3195174" y="1435289"/>
                  </a:lnTo>
                  <a:lnTo>
                    <a:pt x="3194506" y="1435289"/>
                  </a:lnTo>
                  <a:lnTo>
                    <a:pt x="3193838" y="1435289"/>
                  </a:lnTo>
                  <a:lnTo>
                    <a:pt x="3193170" y="1435289"/>
                  </a:lnTo>
                  <a:lnTo>
                    <a:pt x="3192502" y="1435289"/>
                  </a:lnTo>
                  <a:lnTo>
                    <a:pt x="3191834" y="1435289"/>
                  </a:lnTo>
                  <a:lnTo>
                    <a:pt x="3191166" y="1435289"/>
                  </a:lnTo>
                  <a:lnTo>
                    <a:pt x="3190497" y="1435289"/>
                  </a:lnTo>
                  <a:lnTo>
                    <a:pt x="3189829" y="1435289"/>
                  </a:lnTo>
                  <a:lnTo>
                    <a:pt x="3189161" y="1435289"/>
                  </a:lnTo>
                  <a:lnTo>
                    <a:pt x="3188493" y="1435289"/>
                  </a:lnTo>
                  <a:lnTo>
                    <a:pt x="3187825" y="1435289"/>
                  </a:lnTo>
                  <a:lnTo>
                    <a:pt x="3187157" y="1435289"/>
                  </a:lnTo>
                  <a:lnTo>
                    <a:pt x="3186489" y="1435289"/>
                  </a:lnTo>
                  <a:lnTo>
                    <a:pt x="3185821" y="1435289"/>
                  </a:lnTo>
                  <a:lnTo>
                    <a:pt x="3185153" y="1435289"/>
                  </a:lnTo>
                  <a:lnTo>
                    <a:pt x="3184485" y="1435289"/>
                  </a:lnTo>
                  <a:lnTo>
                    <a:pt x="3183817" y="1435289"/>
                  </a:lnTo>
                  <a:lnTo>
                    <a:pt x="3183149" y="1435289"/>
                  </a:lnTo>
                  <a:lnTo>
                    <a:pt x="3182481" y="1435289"/>
                  </a:lnTo>
                  <a:lnTo>
                    <a:pt x="3181813" y="1435289"/>
                  </a:lnTo>
                  <a:lnTo>
                    <a:pt x="3181145" y="1435289"/>
                  </a:lnTo>
                  <a:lnTo>
                    <a:pt x="3180477" y="1435289"/>
                  </a:lnTo>
                  <a:lnTo>
                    <a:pt x="3179809" y="1435289"/>
                  </a:lnTo>
                  <a:lnTo>
                    <a:pt x="3179141" y="1435289"/>
                  </a:lnTo>
                  <a:lnTo>
                    <a:pt x="3178473" y="1435289"/>
                  </a:lnTo>
                  <a:lnTo>
                    <a:pt x="3177805" y="1435289"/>
                  </a:lnTo>
                  <a:lnTo>
                    <a:pt x="3177137" y="1435289"/>
                  </a:lnTo>
                  <a:lnTo>
                    <a:pt x="3176469" y="1435289"/>
                  </a:lnTo>
                  <a:lnTo>
                    <a:pt x="3175801" y="1435289"/>
                  </a:lnTo>
                  <a:lnTo>
                    <a:pt x="3175133" y="1435289"/>
                  </a:lnTo>
                  <a:lnTo>
                    <a:pt x="3174465" y="1435289"/>
                  </a:lnTo>
                  <a:lnTo>
                    <a:pt x="3173797" y="1435289"/>
                  </a:lnTo>
                  <a:lnTo>
                    <a:pt x="3173129" y="1435289"/>
                  </a:lnTo>
                  <a:lnTo>
                    <a:pt x="3172461" y="1435289"/>
                  </a:lnTo>
                  <a:lnTo>
                    <a:pt x="3171793" y="1435289"/>
                  </a:lnTo>
                  <a:lnTo>
                    <a:pt x="3171125" y="1435289"/>
                  </a:lnTo>
                  <a:lnTo>
                    <a:pt x="3170457" y="1435289"/>
                  </a:lnTo>
                  <a:lnTo>
                    <a:pt x="3169789" y="1435289"/>
                  </a:lnTo>
                  <a:lnTo>
                    <a:pt x="3169121" y="1435289"/>
                  </a:lnTo>
                  <a:lnTo>
                    <a:pt x="3168453" y="1435289"/>
                  </a:lnTo>
                  <a:lnTo>
                    <a:pt x="3167785" y="1435289"/>
                  </a:lnTo>
                  <a:lnTo>
                    <a:pt x="3167117" y="1435289"/>
                  </a:lnTo>
                  <a:lnTo>
                    <a:pt x="3166449" y="1435289"/>
                  </a:lnTo>
                  <a:lnTo>
                    <a:pt x="3165780" y="1435289"/>
                  </a:lnTo>
                  <a:lnTo>
                    <a:pt x="3165112" y="1435289"/>
                  </a:lnTo>
                  <a:lnTo>
                    <a:pt x="3164444" y="1435289"/>
                  </a:lnTo>
                  <a:lnTo>
                    <a:pt x="3163776" y="1435289"/>
                  </a:lnTo>
                  <a:lnTo>
                    <a:pt x="3163108" y="1435289"/>
                  </a:lnTo>
                  <a:lnTo>
                    <a:pt x="3162440" y="1435289"/>
                  </a:lnTo>
                  <a:lnTo>
                    <a:pt x="3161772" y="1435289"/>
                  </a:lnTo>
                  <a:lnTo>
                    <a:pt x="3161104" y="1435289"/>
                  </a:lnTo>
                  <a:lnTo>
                    <a:pt x="3160436" y="1435289"/>
                  </a:lnTo>
                  <a:lnTo>
                    <a:pt x="3159768" y="1435289"/>
                  </a:lnTo>
                  <a:lnTo>
                    <a:pt x="3159100" y="1435289"/>
                  </a:lnTo>
                  <a:lnTo>
                    <a:pt x="3158432" y="1435289"/>
                  </a:lnTo>
                  <a:lnTo>
                    <a:pt x="3157764" y="1435289"/>
                  </a:lnTo>
                  <a:lnTo>
                    <a:pt x="3157096" y="1435289"/>
                  </a:lnTo>
                  <a:lnTo>
                    <a:pt x="3156428" y="1435289"/>
                  </a:lnTo>
                  <a:lnTo>
                    <a:pt x="3155760" y="1435289"/>
                  </a:lnTo>
                  <a:lnTo>
                    <a:pt x="3155092" y="1435289"/>
                  </a:lnTo>
                  <a:lnTo>
                    <a:pt x="3154424" y="1435289"/>
                  </a:lnTo>
                  <a:lnTo>
                    <a:pt x="3153756" y="1435289"/>
                  </a:lnTo>
                  <a:lnTo>
                    <a:pt x="3153088" y="1435289"/>
                  </a:lnTo>
                  <a:lnTo>
                    <a:pt x="3152420" y="1435289"/>
                  </a:lnTo>
                  <a:lnTo>
                    <a:pt x="3151752" y="1435289"/>
                  </a:lnTo>
                  <a:lnTo>
                    <a:pt x="3151084" y="1435289"/>
                  </a:lnTo>
                  <a:lnTo>
                    <a:pt x="3150416" y="1435289"/>
                  </a:lnTo>
                  <a:lnTo>
                    <a:pt x="3149748" y="1435289"/>
                  </a:lnTo>
                  <a:lnTo>
                    <a:pt x="3149080" y="1435289"/>
                  </a:lnTo>
                  <a:lnTo>
                    <a:pt x="3148412" y="1435289"/>
                  </a:lnTo>
                  <a:lnTo>
                    <a:pt x="3147744" y="1435289"/>
                  </a:lnTo>
                  <a:lnTo>
                    <a:pt x="3147076" y="1435289"/>
                  </a:lnTo>
                  <a:lnTo>
                    <a:pt x="3146408" y="1435289"/>
                  </a:lnTo>
                  <a:lnTo>
                    <a:pt x="3145740" y="1435289"/>
                  </a:lnTo>
                  <a:lnTo>
                    <a:pt x="3145072" y="1435289"/>
                  </a:lnTo>
                  <a:lnTo>
                    <a:pt x="3144404" y="1435289"/>
                  </a:lnTo>
                  <a:lnTo>
                    <a:pt x="3143736" y="1435289"/>
                  </a:lnTo>
                  <a:lnTo>
                    <a:pt x="3143068" y="1435289"/>
                  </a:lnTo>
                  <a:lnTo>
                    <a:pt x="3142400" y="1435289"/>
                  </a:lnTo>
                  <a:lnTo>
                    <a:pt x="3141732" y="1435289"/>
                  </a:lnTo>
                  <a:lnTo>
                    <a:pt x="3141063" y="1435289"/>
                  </a:lnTo>
                  <a:lnTo>
                    <a:pt x="3140395" y="1435289"/>
                  </a:lnTo>
                  <a:lnTo>
                    <a:pt x="3139727" y="1435289"/>
                  </a:lnTo>
                  <a:lnTo>
                    <a:pt x="3139059" y="1435289"/>
                  </a:lnTo>
                  <a:lnTo>
                    <a:pt x="3138391" y="1435289"/>
                  </a:lnTo>
                  <a:lnTo>
                    <a:pt x="3137723" y="1435289"/>
                  </a:lnTo>
                  <a:lnTo>
                    <a:pt x="3137055" y="1435289"/>
                  </a:lnTo>
                  <a:lnTo>
                    <a:pt x="3136387" y="1435289"/>
                  </a:lnTo>
                  <a:lnTo>
                    <a:pt x="3135719" y="1435289"/>
                  </a:lnTo>
                  <a:lnTo>
                    <a:pt x="3135051" y="1435289"/>
                  </a:lnTo>
                  <a:lnTo>
                    <a:pt x="3134383" y="1435289"/>
                  </a:lnTo>
                  <a:lnTo>
                    <a:pt x="3133715" y="1435289"/>
                  </a:lnTo>
                  <a:lnTo>
                    <a:pt x="3133047" y="1435289"/>
                  </a:lnTo>
                  <a:lnTo>
                    <a:pt x="3132379" y="1435289"/>
                  </a:lnTo>
                  <a:lnTo>
                    <a:pt x="3131711" y="1435289"/>
                  </a:lnTo>
                  <a:lnTo>
                    <a:pt x="3131043" y="1435289"/>
                  </a:lnTo>
                  <a:lnTo>
                    <a:pt x="3130375" y="1435289"/>
                  </a:lnTo>
                  <a:lnTo>
                    <a:pt x="3129707" y="1435289"/>
                  </a:lnTo>
                  <a:lnTo>
                    <a:pt x="3129039" y="1435289"/>
                  </a:lnTo>
                  <a:lnTo>
                    <a:pt x="3128371" y="1435289"/>
                  </a:lnTo>
                  <a:lnTo>
                    <a:pt x="3127703" y="1435289"/>
                  </a:lnTo>
                  <a:lnTo>
                    <a:pt x="3127035" y="1435289"/>
                  </a:lnTo>
                  <a:lnTo>
                    <a:pt x="3126367" y="1435289"/>
                  </a:lnTo>
                  <a:lnTo>
                    <a:pt x="3125699" y="1435289"/>
                  </a:lnTo>
                  <a:lnTo>
                    <a:pt x="3125031" y="1435289"/>
                  </a:lnTo>
                  <a:lnTo>
                    <a:pt x="3124363" y="1435289"/>
                  </a:lnTo>
                  <a:lnTo>
                    <a:pt x="3123695" y="1435289"/>
                  </a:lnTo>
                  <a:lnTo>
                    <a:pt x="3123027" y="1435289"/>
                  </a:lnTo>
                  <a:lnTo>
                    <a:pt x="3122359" y="1435289"/>
                  </a:lnTo>
                  <a:lnTo>
                    <a:pt x="3121691" y="1435289"/>
                  </a:lnTo>
                  <a:lnTo>
                    <a:pt x="3121023" y="1435289"/>
                  </a:lnTo>
                  <a:lnTo>
                    <a:pt x="3120355" y="1435289"/>
                  </a:lnTo>
                  <a:lnTo>
                    <a:pt x="3119687" y="1435289"/>
                  </a:lnTo>
                  <a:lnTo>
                    <a:pt x="3119019" y="1435289"/>
                  </a:lnTo>
                  <a:lnTo>
                    <a:pt x="3118351" y="1435289"/>
                  </a:lnTo>
                  <a:lnTo>
                    <a:pt x="3117683" y="1435289"/>
                  </a:lnTo>
                  <a:lnTo>
                    <a:pt x="3117014" y="1435289"/>
                  </a:lnTo>
                  <a:lnTo>
                    <a:pt x="3116346" y="1435289"/>
                  </a:lnTo>
                  <a:lnTo>
                    <a:pt x="3115678" y="1435289"/>
                  </a:lnTo>
                  <a:lnTo>
                    <a:pt x="3115010" y="1435289"/>
                  </a:lnTo>
                  <a:lnTo>
                    <a:pt x="3114342" y="1435289"/>
                  </a:lnTo>
                  <a:lnTo>
                    <a:pt x="3113674" y="1435289"/>
                  </a:lnTo>
                  <a:lnTo>
                    <a:pt x="3113006" y="1435289"/>
                  </a:lnTo>
                  <a:lnTo>
                    <a:pt x="3112338" y="1435289"/>
                  </a:lnTo>
                  <a:lnTo>
                    <a:pt x="3111670" y="1435289"/>
                  </a:lnTo>
                  <a:lnTo>
                    <a:pt x="3111002" y="1435289"/>
                  </a:lnTo>
                  <a:lnTo>
                    <a:pt x="3110334" y="1435289"/>
                  </a:lnTo>
                  <a:lnTo>
                    <a:pt x="3109666" y="1435289"/>
                  </a:lnTo>
                  <a:lnTo>
                    <a:pt x="3108998" y="1435289"/>
                  </a:lnTo>
                  <a:lnTo>
                    <a:pt x="3108330" y="1435289"/>
                  </a:lnTo>
                  <a:lnTo>
                    <a:pt x="3107662" y="1435289"/>
                  </a:lnTo>
                  <a:lnTo>
                    <a:pt x="3106994" y="1435289"/>
                  </a:lnTo>
                  <a:lnTo>
                    <a:pt x="3106326" y="1435289"/>
                  </a:lnTo>
                  <a:lnTo>
                    <a:pt x="3105658" y="1435289"/>
                  </a:lnTo>
                  <a:lnTo>
                    <a:pt x="3104990" y="1435289"/>
                  </a:lnTo>
                  <a:lnTo>
                    <a:pt x="3104322" y="1435289"/>
                  </a:lnTo>
                  <a:lnTo>
                    <a:pt x="3103654" y="1435289"/>
                  </a:lnTo>
                  <a:lnTo>
                    <a:pt x="3102986" y="1435289"/>
                  </a:lnTo>
                  <a:lnTo>
                    <a:pt x="3102318" y="1435289"/>
                  </a:lnTo>
                  <a:lnTo>
                    <a:pt x="3101650" y="1435289"/>
                  </a:lnTo>
                  <a:lnTo>
                    <a:pt x="3100982" y="1435289"/>
                  </a:lnTo>
                  <a:lnTo>
                    <a:pt x="3100314" y="1435289"/>
                  </a:lnTo>
                  <a:lnTo>
                    <a:pt x="3099646" y="1435289"/>
                  </a:lnTo>
                  <a:lnTo>
                    <a:pt x="3098978" y="1435289"/>
                  </a:lnTo>
                  <a:lnTo>
                    <a:pt x="3098310" y="1435289"/>
                  </a:lnTo>
                  <a:lnTo>
                    <a:pt x="3097642" y="1435289"/>
                  </a:lnTo>
                  <a:lnTo>
                    <a:pt x="3096974" y="1435289"/>
                  </a:lnTo>
                  <a:lnTo>
                    <a:pt x="3096306" y="1435289"/>
                  </a:lnTo>
                  <a:lnTo>
                    <a:pt x="3095638" y="1435289"/>
                  </a:lnTo>
                  <a:lnTo>
                    <a:pt x="3094970" y="1435289"/>
                  </a:lnTo>
                  <a:lnTo>
                    <a:pt x="3094302" y="1435289"/>
                  </a:lnTo>
                  <a:lnTo>
                    <a:pt x="3093634" y="1435289"/>
                  </a:lnTo>
                  <a:lnTo>
                    <a:pt x="3092966" y="1435289"/>
                  </a:lnTo>
                  <a:lnTo>
                    <a:pt x="3092297" y="1435289"/>
                  </a:lnTo>
                  <a:lnTo>
                    <a:pt x="3091629" y="1435289"/>
                  </a:lnTo>
                  <a:lnTo>
                    <a:pt x="3090961" y="1435289"/>
                  </a:lnTo>
                  <a:lnTo>
                    <a:pt x="3090293" y="1435289"/>
                  </a:lnTo>
                  <a:lnTo>
                    <a:pt x="3089625" y="1435289"/>
                  </a:lnTo>
                  <a:lnTo>
                    <a:pt x="3088957" y="1435289"/>
                  </a:lnTo>
                  <a:lnTo>
                    <a:pt x="3088289" y="1435289"/>
                  </a:lnTo>
                  <a:lnTo>
                    <a:pt x="3087621" y="1435289"/>
                  </a:lnTo>
                  <a:lnTo>
                    <a:pt x="3086953" y="1435289"/>
                  </a:lnTo>
                  <a:lnTo>
                    <a:pt x="3086285" y="1435289"/>
                  </a:lnTo>
                  <a:lnTo>
                    <a:pt x="3085617" y="1435289"/>
                  </a:lnTo>
                  <a:lnTo>
                    <a:pt x="3084949" y="1435289"/>
                  </a:lnTo>
                  <a:lnTo>
                    <a:pt x="3084281" y="1435289"/>
                  </a:lnTo>
                  <a:lnTo>
                    <a:pt x="3083613" y="1435289"/>
                  </a:lnTo>
                  <a:lnTo>
                    <a:pt x="3082945" y="1435289"/>
                  </a:lnTo>
                  <a:lnTo>
                    <a:pt x="3082277" y="1435289"/>
                  </a:lnTo>
                  <a:lnTo>
                    <a:pt x="3081609" y="1435289"/>
                  </a:lnTo>
                  <a:lnTo>
                    <a:pt x="3080941" y="1435289"/>
                  </a:lnTo>
                  <a:lnTo>
                    <a:pt x="3080273" y="1435289"/>
                  </a:lnTo>
                  <a:lnTo>
                    <a:pt x="3079605" y="1435289"/>
                  </a:lnTo>
                  <a:lnTo>
                    <a:pt x="3078937" y="1435289"/>
                  </a:lnTo>
                  <a:lnTo>
                    <a:pt x="3078269" y="1435289"/>
                  </a:lnTo>
                  <a:lnTo>
                    <a:pt x="3077601" y="1435289"/>
                  </a:lnTo>
                  <a:lnTo>
                    <a:pt x="3076933" y="1435289"/>
                  </a:lnTo>
                  <a:lnTo>
                    <a:pt x="3076265" y="1435289"/>
                  </a:lnTo>
                  <a:lnTo>
                    <a:pt x="3075597" y="1435289"/>
                  </a:lnTo>
                  <a:lnTo>
                    <a:pt x="3074929" y="1435289"/>
                  </a:lnTo>
                  <a:lnTo>
                    <a:pt x="3074261" y="1435289"/>
                  </a:lnTo>
                  <a:lnTo>
                    <a:pt x="3073593" y="1435289"/>
                  </a:lnTo>
                  <a:lnTo>
                    <a:pt x="3072925" y="1435289"/>
                  </a:lnTo>
                  <a:lnTo>
                    <a:pt x="3072257" y="1435289"/>
                  </a:lnTo>
                  <a:lnTo>
                    <a:pt x="3071589" y="1435289"/>
                  </a:lnTo>
                  <a:lnTo>
                    <a:pt x="3070921" y="1435289"/>
                  </a:lnTo>
                  <a:lnTo>
                    <a:pt x="3070253" y="1435289"/>
                  </a:lnTo>
                  <a:lnTo>
                    <a:pt x="3069585" y="1435289"/>
                  </a:lnTo>
                  <a:lnTo>
                    <a:pt x="3068917" y="1435289"/>
                  </a:lnTo>
                  <a:lnTo>
                    <a:pt x="3068249" y="1435289"/>
                  </a:lnTo>
                  <a:lnTo>
                    <a:pt x="3067580" y="1435289"/>
                  </a:lnTo>
                  <a:lnTo>
                    <a:pt x="3066912" y="1435289"/>
                  </a:lnTo>
                  <a:lnTo>
                    <a:pt x="3066244" y="1435289"/>
                  </a:lnTo>
                  <a:lnTo>
                    <a:pt x="3065576" y="1435289"/>
                  </a:lnTo>
                  <a:lnTo>
                    <a:pt x="3064908" y="1435289"/>
                  </a:lnTo>
                  <a:lnTo>
                    <a:pt x="3064240" y="1435289"/>
                  </a:lnTo>
                  <a:lnTo>
                    <a:pt x="3063572" y="1435289"/>
                  </a:lnTo>
                  <a:lnTo>
                    <a:pt x="3062904" y="1435289"/>
                  </a:lnTo>
                  <a:lnTo>
                    <a:pt x="3062236" y="1435289"/>
                  </a:lnTo>
                  <a:lnTo>
                    <a:pt x="3061568" y="1435289"/>
                  </a:lnTo>
                  <a:lnTo>
                    <a:pt x="3060900" y="1435289"/>
                  </a:lnTo>
                  <a:lnTo>
                    <a:pt x="3060232" y="1435289"/>
                  </a:lnTo>
                  <a:lnTo>
                    <a:pt x="3059564" y="1435289"/>
                  </a:lnTo>
                  <a:lnTo>
                    <a:pt x="3058896" y="1435289"/>
                  </a:lnTo>
                  <a:lnTo>
                    <a:pt x="3058228" y="1435289"/>
                  </a:lnTo>
                  <a:lnTo>
                    <a:pt x="3057560" y="1435289"/>
                  </a:lnTo>
                  <a:lnTo>
                    <a:pt x="3056892" y="1435289"/>
                  </a:lnTo>
                  <a:lnTo>
                    <a:pt x="3056224" y="1435289"/>
                  </a:lnTo>
                  <a:lnTo>
                    <a:pt x="3055556" y="1435289"/>
                  </a:lnTo>
                  <a:lnTo>
                    <a:pt x="3054888" y="1435289"/>
                  </a:lnTo>
                  <a:lnTo>
                    <a:pt x="3054220" y="1435289"/>
                  </a:lnTo>
                  <a:lnTo>
                    <a:pt x="3053552" y="1435289"/>
                  </a:lnTo>
                  <a:lnTo>
                    <a:pt x="3052884" y="1435289"/>
                  </a:lnTo>
                  <a:lnTo>
                    <a:pt x="3052216" y="1435289"/>
                  </a:lnTo>
                  <a:lnTo>
                    <a:pt x="3051548" y="1435289"/>
                  </a:lnTo>
                  <a:lnTo>
                    <a:pt x="3050880" y="1435289"/>
                  </a:lnTo>
                  <a:lnTo>
                    <a:pt x="3050212" y="1435289"/>
                  </a:lnTo>
                  <a:lnTo>
                    <a:pt x="3049544" y="1435289"/>
                  </a:lnTo>
                  <a:lnTo>
                    <a:pt x="3048876" y="1435289"/>
                  </a:lnTo>
                  <a:lnTo>
                    <a:pt x="3048208" y="1435289"/>
                  </a:lnTo>
                  <a:lnTo>
                    <a:pt x="3047540" y="1435289"/>
                  </a:lnTo>
                  <a:lnTo>
                    <a:pt x="3046872" y="1435289"/>
                  </a:lnTo>
                  <a:lnTo>
                    <a:pt x="3046204" y="1435289"/>
                  </a:lnTo>
                  <a:lnTo>
                    <a:pt x="3045536" y="1435289"/>
                  </a:lnTo>
                  <a:lnTo>
                    <a:pt x="3044868" y="1435289"/>
                  </a:lnTo>
                  <a:lnTo>
                    <a:pt x="3044200" y="1435289"/>
                  </a:lnTo>
                  <a:lnTo>
                    <a:pt x="3043532" y="1435289"/>
                  </a:lnTo>
                  <a:lnTo>
                    <a:pt x="3042863" y="1435289"/>
                  </a:lnTo>
                  <a:lnTo>
                    <a:pt x="3042195" y="1435289"/>
                  </a:lnTo>
                  <a:lnTo>
                    <a:pt x="3041527" y="1435289"/>
                  </a:lnTo>
                  <a:lnTo>
                    <a:pt x="3040859" y="1435289"/>
                  </a:lnTo>
                  <a:lnTo>
                    <a:pt x="3040191" y="1435289"/>
                  </a:lnTo>
                  <a:lnTo>
                    <a:pt x="3039523" y="1435289"/>
                  </a:lnTo>
                  <a:lnTo>
                    <a:pt x="3038855" y="1435289"/>
                  </a:lnTo>
                  <a:lnTo>
                    <a:pt x="3038187" y="1435289"/>
                  </a:lnTo>
                  <a:lnTo>
                    <a:pt x="3037519" y="1435289"/>
                  </a:lnTo>
                  <a:lnTo>
                    <a:pt x="3036851" y="1435289"/>
                  </a:lnTo>
                  <a:lnTo>
                    <a:pt x="3036183" y="1435289"/>
                  </a:lnTo>
                  <a:lnTo>
                    <a:pt x="3035515" y="1435289"/>
                  </a:lnTo>
                  <a:lnTo>
                    <a:pt x="3034847" y="1435289"/>
                  </a:lnTo>
                  <a:lnTo>
                    <a:pt x="3034179" y="1435289"/>
                  </a:lnTo>
                  <a:lnTo>
                    <a:pt x="3033511" y="1435289"/>
                  </a:lnTo>
                  <a:lnTo>
                    <a:pt x="3032843" y="1435289"/>
                  </a:lnTo>
                  <a:lnTo>
                    <a:pt x="3032175" y="1435289"/>
                  </a:lnTo>
                  <a:lnTo>
                    <a:pt x="3031507" y="1435289"/>
                  </a:lnTo>
                  <a:lnTo>
                    <a:pt x="3030839" y="1435289"/>
                  </a:lnTo>
                  <a:lnTo>
                    <a:pt x="3030171" y="1435289"/>
                  </a:lnTo>
                  <a:lnTo>
                    <a:pt x="3029503" y="1435289"/>
                  </a:lnTo>
                  <a:lnTo>
                    <a:pt x="3028835" y="1435289"/>
                  </a:lnTo>
                  <a:lnTo>
                    <a:pt x="3028167" y="1435289"/>
                  </a:lnTo>
                  <a:lnTo>
                    <a:pt x="3027499" y="1435289"/>
                  </a:lnTo>
                  <a:lnTo>
                    <a:pt x="3026831" y="1435289"/>
                  </a:lnTo>
                  <a:lnTo>
                    <a:pt x="3026163" y="1435289"/>
                  </a:lnTo>
                  <a:lnTo>
                    <a:pt x="3025495" y="1435289"/>
                  </a:lnTo>
                  <a:lnTo>
                    <a:pt x="3024827" y="1435289"/>
                  </a:lnTo>
                  <a:lnTo>
                    <a:pt x="3024159" y="1435289"/>
                  </a:lnTo>
                  <a:lnTo>
                    <a:pt x="3023491" y="1435289"/>
                  </a:lnTo>
                  <a:lnTo>
                    <a:pt x="3022823" y="1435289"/>
                  </a:lnTo>
                  <a:lnTo>
                    <a:pt x="3022155" y="1435289"/>
                  </a:lnTo>
                  <a:lnTo>
                    <a:pt x="3021487" y="1435289"/>
                  </a:lnTo>
                  <a:lnTo>
                    <a:pt x="3020819" y="1435289"/>
                  </a:lnTo>
                  <a:lnTo>
                    <a:pt x="3020151" y="1435289"/>
                  </a:lnTo>
                  <a:lnTo>
                    <a:pt x="3019483" y="1435289"/>
                  </a:lnTo>
                  <a:lnTo>
                    <a:pt x="3018814" y="1435289"/>
                  </a:lnTo>
                  <a:lnTo>
                    <a:pt x="3018146" y="1435289"/>
                  </a:lnTo>
                  <a:lnTo>
                    <a:pt x="3017478" y="1435289"/>
                  </a:lnTo>
                  <a:lnTo>
                    <a:pt x="3016810" y="1435289"/>
                  </a:lnTo>
                  <a:lnTo>
                    <a:pt x="3016142" y="1435289"/>
                  </a:lnTo>
                  <a:lnTo>
                    <a:pt x="3015474" y="1435289"/>
                  </a:lnTo>
                  <a:lnTo>
                    <a:pt x="3014806" y="1435289"/>
                  </a:lnTo>
                  <a:lnTo>
                    <a:pt x="3014138" y="1435289"/>
                  </a:lnTo>
                  <a:lnTo>
                    <a:pt x="3013470" y="1435289"/>
                  </a:lnTo>
                  <a:lnTo>
                    <a:pt x="3012802" y="1435289"/>
                  </a:lnTo>
                  <a:lnTo>
                    <a:pt x="3012134" y="1435289"/>
                  </a:lnTo>
                  <a:lnTo>
                    <a:pt x="3011466" y="1435289"/>
                  </a:lnTo>
                  <a:lnTo>
                    <a:pt x="3010798" y="1435289"/>
                  </a:lnTo>
                  <a:lnTo>
                    <a:pt x="3010130" y="1435289"/>
                  </a:lnTo>
                  <a:lnTo>
                    <a:pt x="3009462" y="1435289"/>
                  </a:lnTo>
                  <a:lnTo>
                    <a:pt x="3008794" y="1435289"/>
                  </a:lnTo>
                  <a:lnTo>
                    <a:pt x="3008126" y="1435289"/>
                  </a:lnTo>
                  <a:lnTo>
                    <a:pt x="3007458" y="1435289"/>
                  </a:lnTo>
                  <a:lnTo>
                    <a:pt x="3006790" y="1435289"/>
                  </a:lnTo>
                  <a:lnTo>
                    <a:pt x="3006122" y="1435289"/>
                  </a:lnTo>
                  <a:lnTo>
                    <a:pt x="3005454" y="1435289"/>
                  </a:lnTo>
                  <a:lnTo>
                    <a:pt x="3004786" y="1435289"/>
                  </a:lnTo>
                  <a:lnTo>
                    <a:pt x="3004118" y="1435289"/>
                  </a:lnTo>
                  <a:lnTo>
                    <a:pt x="3003450" y="1435289"/>
                  </a:lnTo>
                  <a:lnTo>
                    <a:pt x="3002782" y="1435289"/>
                  </a:lnTo>
                  <a:lnTo>
                    <a:pt x="3002114" y="1435289"/>
                  </a:lnTo>
                  <a:lnTo>
                    <a:pt x="3001446" y="1435289"/>
                  </a:lnTo>
                  <a:lnTo>
                    <a:pt x="3000778" y="1435289"/>
                  </a:lnTo>
                  <a:lnTo>
                    <a:pt x="3000110" y="1435289"/>
                  </a:lnTo>
                  <a:lnTo>
                    <a:pt x="2999442" y="1435289"/>
                  </a:lnTo>
                  <a:lnTo>
                    <a:pt x="2998774" y="1435289"/>
                  </a:lnTo>
                  <a:lnTo>
                    <a:pt x="2998106" y="1435289"/>
                  </a:lnTo>
                  <a:lnTo>
                    <a:pt x="2997438" y="1435289"/>
                  </a:lnTo>
                  <a:lnTo>
                    <a:pt x="2996770" y="1435289"/>
                  </a:lnTo>
                  <a:lnTo>
                    <a:pt x="2996102" y="1435289"/>
                  </a:lnTo>
                  <a:lnTo>
                    <a:pt x="2995434" y="1435289"/>
                  </a:lnTo>
                  <a:lnTo>
                    <a:pt x="2994766" y="1435289"/>
                  </a:lnTo>
                  <a:lnTo>
                    <a:pt x="2994097" y="1435289"/>
                  </a:lnTo>
                  <a:lnTo>
                    <a:pt x="2993429" y="1435289"/>
                  </a:lnTo>
                  <a:lnTo>
                    <a:pt x="2992761" y="1435289"/>
                  </a:lnTo>
                  <a:lnTo>
                    <a:pt x="2992093" y="1435289"/>
                  </a:lnTo>
                  <a:lnTo>
                    <a:pt x="2991425" y="1435289"/>
                  </a:lnTo>
                  <a:lnTo>
                    <a:pt x="2990757" y="1435289"/>
                  </a:lnTo>
                  <a:lnTo>
                    <a:pt x="2990089" y="1435289"/>
                  </a:lnTo>
                  <a:lnTo>
                    <a:pt x="2989421" y="1435289"/>
                  </a:lnTo>
                  <a:lnTo>
                    <a:pt x="2988753" y="1435289"/>
                  </a:lnTo>
                  <a:lnTo>
                    <a:pt x="2988085" y="1435289"/>
                  </a:lnTo>
                  <a:lnTo>
                    <a:pt x="2987417" y="1435289"/>
                  </a:lnTo>
                  <a:lnTo>
                    <a:pt x="2986749" y="1435289"/>
                  </a:lnTo>
                  <a:lnTo>
                    <a:pt x="2986081" y="1435289"/>
                  </a:lnTo>
                  <a:lnTo>
                    <a:pt x="2985413" y="1435289"/>
                  </a:lnTo>
                  <a:lnTo>
                    <a:pt x="2984745" y="1435289"/>
                  </a:lnTo>
                  <a:lnTo>
                    <a:pt x="2984077" y="1435289"/>
                  </a:lnTo>
                  <a:lnTo>
                    <a:pt x="2983409" y="1435289"/>
                  </a:lnTo>
                  <a:lnTo>
                    <a:pt x="2982741" y="1435289"/>
                  </a:lnTo>
                  <a:lnTo>
                    <a:pt x="2982073" y="1435289"/>
                  </a:lnTo>
                  <a:lnTo>
                    <a:pt x="2981405" y="1435289"/>
                  </a:lnTo>
                  <a:lnTo>
                    <a:pt x="2980737" y="1435289"/>
                  </a:lnTo>
                  <a:lnTo>
                    <a:pt x="2980069" y="1435289"/>
                  </a:lnTo>
                  <a:lnTo>
                    <a:pt x="2979401" y="1435289"/>
                  </a:lnTo>
                  <a:lnTo>
                    <a:pt x="2978733" y="1435289"/>
                  </a:lnTo>
                  <a:lnTo>
                    <a:pt x="2978065" y="1435289"/>
                  </a:lnTo>
                  <a:lnTo>
                    <a:pt x="2977397" y="1435289"/>
                  </a:lnTo>
                  <a:lnTo>
                    <a:pt x="2976729" y="1435289"/>
                  </a:lnTo>
                  <a:lnTo>
                    <a:pt x="2976061" y="1435289"/>
                  </a:lnTo>
                  <a:lnTo>
                    <a:pt x="2975393" y="1435289"/>
                  </a:lnTo>
                  <a:lnTo>
                    <a:pt x="2974725" y="1435289"/>
                  </a:lnTo>
                  <a:lnTo>
                    <a:pt x="2974057" y="1435289"/>
                  </a:lnTo>
                  <a:lnTo>
                    <a:pt x="2973389" y="1435289"/>
                  </a:lnTo>
                  <a:lnTo>
                    <a:pt x="2972721" y="1435289"/>
                  </a:lnTo>
                  <a:lnTo>
                    <a:pt x="2972053" y="1435289"/>
                  </a:lnTo>
                  <a:lnTo>
                    <a:pt x="2971385" y="1435289"/>
                  </a:lnTo>
                  <a:lnTo>
                    <a:pt x="2970717" y="1435289"/>
                  </a:lnTo>
                  <a:lnTo>
                    <a:pt x="2970049" y="1435289"/>
                  </a:lnTo>
                  <a:lnTo>
                    <a:pt x="2969380" y="1435289"/>
                  </a:lnTo>
                  <a:lnTo>
                    <a:pt x="2968712" y="1435289"/>
                  </a:lnTo>
                  <a:lnTo>
                    <a:pt x="2968044" y="1435289"/>
                  </a:lnTo>
                  <a:lnTo>
                    <a:pt x="2967376" y="1435289"/>
                  </a:lnTo>
                  <a:lnTo>
                    <a:pt x="2966708" y="1435289"/>
                  </a:lnTo>
                  <a:lnTo>
                    <a:pt x="2966040" y="1435289"/>
                  </a:lnTo>
                  <a:lnTo>
                    <a:pt x="2965372" y="1435289"/>
                  </a:lnTo>
                  <a:lnTo>
                    <a:pt x="2964704" y="1435289"/>
                  </a:lnTo>
                  <a:lnTo>
                    <a:pt x="2964036" y="1435289"/>
                  </a:lnTo>
                  <a:lnTo>
                    <a:pt x="2963368" y="1435289"/>
                  </a:lnTo>
                  <a:lnTo>
                    <a:pt x="2962700" y="1435289"/>
                  </a:lnTo>
                  <a:lnTo>
                    <a:pt x="2962032" y="1435289"/>
                  </a:lnTo>
                  <a:lnTo>
                    <a:pt x="2961364" y="1435289"/>
                  </a:lnTo>
                  <a:lnTo>
                    <a:pt x="2960696" y="1435289"/>
                  </a:lnTo>
                  <a:lnTo>
                    <a:pt x="2960028" y="1435289"/>
                  </a:lnTo>
                  <a:lnTo>
                    <a:pt x="2959360" y="1435289"/>
                  </a:lnTo>
                  <a:lnTo>
                    <a:pt x="2958692" y="1435289"/>
                  </a:lnTo>
                  <a:lnTo>
                    <a:pt x="2958024" y="1435289"/>
                  </a:lnTo>
                  <a:lnTo>
                    <a:pt x="2957356" y="1435289"/>
                  </a:lnTo>
                  <a:lnTo>
                    <a:pt x="2956688" y="1435289"/>
                  </a:lnTo>
                  <a:lnTo>
                    <a:pt x="2956020" y="1435289"/>
                  </a:lnTo>
                  <a:lnTo>
                    <a:pt x="2955352" y="1435289"/>
                  </a:lnTo>
                  <a:lnTo>
                    <a:pt x="2954684" y="1435289"/>
                  </a:lnTo>
                  <a:lnTo>
                    <a:pt x="2954016" y="1435289"/>
                  </a:lnTo>
                  <a:lnTo>
                    <a:pt x="2953348" y="1435289"/>
                  </a:lnTo>
                  <a:lnTo>
                    <a:pt x="2952680" y="1435289"/>
                  </a:lnTo>
                  <a:lnTo>
                    <a:pt x="2952012" y="1435289"/>
                  </a:lnTo>
                  <a:lnTo>
                    <a:pt x="2951344" y="1435289"/>
                  </a:lnTo>
                  <a:lnTo>
                    <a:pt x="2950676" y="1435289"/>
                  </a:lnTo>
                  <a:lnTo>
                    <a:pt x="2950008" y="1435289"/>
                  </a:lnTo>
                  <a:lnTo>
                    <a:pt x="2949340" y="1435289"/>
                  </a:lnTo>
                  <a:lnTo>
                    <a:pt x="2948672" y="1435289"/>
                  </a:lnTo>
                  <a:lnTo>
                    <a:pt x="2948004" y="1435289"/>
                  </a:lnTo>
                  <a:lnTo>
                    <a:pt x="2947336" y="1435289"/>
                  </a:lnTo>
                  <a:lnTo>
                    <a:pt x="2946668" y="1435289"/>
                  </a:lnTo>
                  <a:lnTo>
                    <a:pt x="2946000" y="1435289"/>
                  </a:lnTo>
                  <a:lnTo>
                    <a:pt x="2945332" y="1435289"/>
                  </a:lnTo>
                  <a:lnTo>
                    <a:pt x="2944663" y="1435289"/>
                  </a:lnTo>
                  <a:lnTo>
                    <a:pt x="2943995" y="1435289"/>
                  </a:lnTo>
                  <a:lnTo>
                    <a:pt x="2943327" y="1435289"/>
                  </a:lnTo>
                  <a:lnTo>
                    <a:pt x="2942659" y="1435289"/>
                  </a:lnTo>
                  <a:lnTo>
                    <a:pt x="2941991" y="1435289"/>
                  </a:lnTo>
                  <a:lnTo>
                    <a:pt x="2941323" y="1435289"/>
                  </a:lnTo>
                  <a:lnTo>
                    <a:pt x="2940655" y="1435289"/>
                  </a:lnTo>
                  <a:lnTo>
                    <a:pt x="2939987" y="1435289"/>
                  </a:lnTo>
                  <a:lnTo>
                    <a:pt x="2939319" y="1435289"/>
                  </a:lnTo>
                  <a:lnTo>
                    <a:pt x="2938651" y="1435289"/>
                  </a:lnTo>
                  <a:lnTo>
                    <a:pt x="2937983" y="1435289"/>
                  </a:lnTo>
                  <a:lnTo>
                    <a:pt x="2937315" y="1435289"/>
                  </a:lnTo>
                  <a:lnTo>
                    <a:pt x="2936647" y="1435289"/>
                  </a:lnTo>
                  <a:lnTo>
                    <a:pt x="2935979" y="1435289"/>
                  </a:lnTo>
                  <a:lnTo>
                    <a:pt x="2935311" y="1435289"/>
                  </a:lnTo>
                  <a:lnTo>
                    <a:pt x="2934643" y="1435289"/>
                  </a:lnTo>
                  <a:lnTo>
                    <a:pt x="2933975" y="1435289"/>
                  </a:lnTo>
                  <a:lnTo>
                    <a:pt x="2933307" y="1435289"/>
                  </a:lnTo>
                  <a:lnTo>
                    <a:pt x="2932639" y="1435289"/>
                  </a:lnTo>
                  <a:lnTo>
                    <a:pt x="2931971" y="1435289"/>
                  </a:lnTo>
                  <a:lnTo>
                    <a:pt x="2931303" y="1435289"/>
                  </a:lnTo>
                  <a:lnTo>
                    <a:pt x="2930635" y="1435289"/>
                  </a:lnTo>
                  <a:lnTo>
                    <a:pt x="2929967" y="1435289"/>
                  </a:lnTo>
                  <a:lnTo>
                    <a:pt x="2929299" y="1435289"/>
                  </a:lnTo>
                  <a:lnTo>
                    <a:pt x="2928631" y="1435289"/>
                  </a:lnTo>
                  <a:lnTo>
                    <a:pt x="2927963" y="1435289"/>
                  </a:lnTo>
                  <a:lnTo>
                    <a:pt x="2927295" y="1435289"/>
                  </a:lnTo>
                  <a:lnTo>
                    <a:pt x="2926627" y="1435289"/>
                  </a:lnTo>
                  <a:lnTo>
                    <a:pt x="2925959" y="1435289"/>
                  </a:lnTo>
                  <a:lnTo>
                    <a:pt x="2925291" y="1435289"/>
                  </a:lnTo>
                  <a:lnTo>
                    <a:pt x="2924623" y="1435289"/>
                  </a:lnTo>
                  <a:lnTo>
                    <a:pt x="2923955" y="1435289"/>
                  </a:lnTo>
                  <a:lnTo>
                    <a:pt x="2923287" y="1435289"/>
                  </a:lnTo>
                  <a:lnTo>
                    <a:pt x="2922619" y="1435289"/>
                  </a:lnTo>
                  <a:lnTo>
                    <a:pt x="2921951" y="1435289"/>
                  </a:lnTo>
                  <a:lnTo>
                    <a:pt x="2921283" y="1435289"/>
                  </a:lnTo>
                  <a:lnTo>
                    <a:pt x="2920614" y="1435289"/>
                  </a:lnTo>
                  <a:lnTo>
                    <a:pt x="2919946" y="1435289"/>
                  </a:lnTo>
                  <a:lnTo>
                    <a:pt x="2919278" y="1435289"/>
                  </a:lnTo>
                  <a:lnTo>
                    <a:pt x="2918610" y="1435289"/>
                  </a:lnTo>
                  <a:lnTo>
                    <a:pt x="2917942" y="1435289"/>
                  </a:lnTo>
                  <a:lnTo>
                    <a:pt x="2917274" y="1435289"/>
                  </a:lnTo>
                  <a:lnTo>
                    <a:pt x="2916606" y="1435289"/>
                  </a:lnTo>
                  <a:lnTo>
                    <a:pt x="2915938" y="1435289"/>
                  </a:lnTo>
                  <a:lnTo>
                    <a:pt x="2915270" y="1435289"/>
                  </a:lnTo>
                  <a:lnTo>
                    <a:pt x="2914602" y="1435289"/>
                  </a:lnTo>
                  <a:lnTo>
                    <a:pt x="2913934" y="1435289"/>
                  </a:lnTo>
                  <a:lnTo>
                    <a:pt x="2913266" y="1435289"/>
                  </a:lnTo>
                  <a:lnTo>
                    <a:pt x="2912598" y="1435289"/>
                  </a:lnTo>
                  <a:lnTo>
                    <a:pt x="2911930" y="1435289"/>
                  </a:lnTo>
                  <a:lnTo>
                    <a:pt x="2911262" y="1435289"/>
                  </a:lnTo>
                  <a:lnTo>
                    <a:pt x="2910594" y="1435289"/>
                  </a:lnTo>
                  <a:lnTo>
                    <a:pt x="2909926" y="1435289"/>
                  </a:lnTo>
                  <a:lnTo>
                    <a:pt x="2909258" y="1435289"/>
                  </a:lnTo>
                  <a:lnTo>
                    <a:pt x="2908590" y="1435289"/>
                  </a:lnTo>
                  <a:lnTo>
                    <a:pt x="2907922" y="1435289"/>
                  </a:lnTo>
                  <a:lnTo>
                    <a:pt x="2907254" y="1435289"/>
                  </a:lnTo>
                  <a:lnTo>
                    <a:pt x="2906586" y="1435289"/>
                  </a:lnTo>
                  <a:lnTo>
                    <a:pt x="2905918" y="1435289"/>
                  </a:lnTo>
                  <a:lnTo>
                    <a:pt x="2905250" y="1435289"/>
                  </a:lnTo>
                  <a:lnTo>
                    <a:pt x="2904582" y="1435289"/>
                  </a:lnTo>
                  <a:lnTo>
                    <a:pt x="2903914" y="1435289"/>
                  </a:lnTo>
                  <a:lnTo>
                    <a:pt x="2903246" y="1435289"/>
                  </a:lnTo>
                  <a:lnTo>
                    <a:pt x="2902578" y="1435289"/>
                  </a:lnTo>
                  <a:lnTo>
                    <a:pt x="2901910" y="1435289"/>
                  </a:lnTo>
                  <a:lnTo>
                    <a:pt x="2901242" y="1435289"/>
                  </a:lnTo>
                  <a:lnTo>
                    <a:pt x="2900574" y="1435289"/>
                  </a:lnTo>
                  <a:lnTo>
                    <a:pt x="2899906" y="1435289"/>
                  </a:lnTo>
                  <a:lnTo>
                    <a:pt x="2899238" y="1435289"/>
                  </a:lnTo>
                  <a:lnTo>
                    <a:pt x="2898570" y="1435289"/>
                  </a:lnTo>
                  <a:lnTo>
                    <a:pt x="2897902" y="1435289"/>
                  </a:lnTo>
                  <a:lnTo>
                    <a:pt x="2897234" y="1435289"/>
                  </a:lnTo>
                  <a:lnTo>
                    <a:pt x="2896566" y="1435289"/>
                  </a:lnTo>
                  <a:lnTo>
                    <a:pt x="2895897" y="1435289"/>
                  </a:lnTo>
                  <a:lnTo>
                    <a:pt x="2895229" y="1435289"/>
                  </a:lnTo>
                  <a:lnTo>
                    <a:pt x="2894561" y="1435289"/>
                  </a:lnTo>
                  <a:lnTo>
                    <a:pt x="2893893" y="1435289"/>
                  </a:lnTo>
                  <a:lnTo>
                    <a:pt x="2893225" y="1435289"/>
                  </a:lnTo>
                  <a:lnTo>
                    <a:pt x="2892557" y="1435289"/>
                  </a:lnTo>
                  <a:lnTo>
                    <a:pt x="2891889" y="1435289"/>
                  </a:lnTo>
                  <a:lnTo>
                    <a:pt x="2891221" y="1435289"/>
                  </a:lnTo>
                  <a:lnTo>
                    <a:pt x="2890553" y="1435289"/>
                  </a:lnTo>
                  <a:lnTo>
                    <a:pt x="2889885" y="1435289"/>
                  </a:lnTo>
                  <a:lnTo>
                    <a:pt x="2889217" y="1435289"/>
                  </a:lnTo>
                  <a:lnTo>
                    <a:pt x="2888549" y="1435289"/>
                  </a:lnTo>
                  <a:lnTo>
                    <a:pt x="2887881" y="1435289"/>
                  </a:lnTo>
                  <a:lnTo>
                    <a:pt x="2887213" y="1435289"/>
                  </a:lnTo>
                  <a:lnTo>
                    <a:pt x="2886545" y="1435289"/>
                  </a:lnTo>
                  <a:lnTo>
                    <a:pt x="2885877" y="1435289"/>
                  </a:lnTo>
                  <a:lnTo>
                    <a:pt x="2885209" y="1435289"/>
                  </a:lnTo>
                  <a:lnTo>
                    <a:pt x="2884541" y="1435289"/>
                  </a:lnTo>
                  <a:lnTo>
                    <a:pt x="2883873" y="1435289"/>
                  </a:lnTo>
                  <a:lnTo>
                    <a:pt x="2883205" y="1435289"/>
                  </a:lnTo>
                  <a:lnTo>
                    <a:pt x="2882537" y="1435289"/>
                  </a:lnTo>
                  <a:lnTo>
                    <a:pt x="2881869" y="1435289"/>
                  </a:lnTo>
                  <a:lnTo>
                    <a:pt x="2881201" y="1435289"/>
                  </a:lnTo>
                  <a:lnTo>
                    <a:pt x="2880533" y="1435289"/>
                  </a:lnTo>
                  <a:lnTo>
                    <a:pt x="2879865" y="1435289"/>
                  </a:lnTo>
                  <a:lnTo>
                    <a:pt x="2879197" y="1435289"/>
                  </a:lnTo>
                  <a:lnTo>
                    <a:pt x="2878529" y="1435289"/>
                  </a:lnTo>
                  <a:lnTo>
                    <a:pt x="2877861" y="1435289"/>
                  </a:lnTo>
                  <a:lnTo>
                    <a:pt x="2877193" y="1435289"/>
                  </a:lnTo>
                  <a:lnTo>
                    <a:pt x="2876525" y="1435289"/>
                  </a:lnTo>
                  <a:lnTo>
                    <a:pt x="2875857" y="1435289"/>
                  </a:lnTo>
                  <a:lnTo>
                    <a:pt x="2875189" y="1435289"/>
                  </a:lnTo>
                  <a:lnTo>
                    <a:pt x="2874521" y="1435289"/>
                  </a:lnTo>
                  <a:lnTo>
                    <a:pt x="2873853" y="1435289"/>
                  </a:lnTo>
                  <a:lnTo>
                    <a:pt x="2873185" y="1435289"/>
                  </a:lnTo>
                  <a:lnTo>
                    <a:pt x="2872517" y="1435289"/>
                  </a:lnTo>
                  <a:lnTo>
                    <a:pt x="2871849" y="1435289"/>
                  </a:lnTo>
                  <a:lnTo>
                    <a:pt x="2871180" y="1435289"/>
                  </a:lnTo>
                  <a:lnTo>
                    <a:pt x="2870512" y="1435289"/>
                  </a:lnTo>
                  <a:lnTo>
                    <a:pt x="2869844" y="1435289"/>
                  </a:lnTo>
                  <a:lnTo>
                    <a:pt x="2869176" y="1435289"/>
                  </a:lnTo>
                  <a:lnTo>
                    <a:pt x="2868508" y="1435289"/>
                  </a:lnTo>
                  <a:lnTo>
                    <a:pt x="2867840" y="1435289"/>
                  </a:lnTo>
                  <a:lnTo>
                    <a:pt x="2867172" y="1435289"/>
                  </a:lnTo>
                  <a:lnTo>
                    <a:pt x="2866504" y="1435289"/>
                  </a:lnTo>
                  <a:lnTo>
                    <a:pt x="2865836" y="1435289"/>
                  </a:lnTo>
                  <a:lnTo>
                    <a:pt x="2865168" y="1435289"/>
                  </a:lnTo>
                  <a:lnTo>
                    <a:pt x="2864500" y="1435289"/>
                  </a:lnTo>
                  <a:lnTo>
                    <a:pt x="2863832" y="1435289"/>
                  </a:lnTo>
                  <a:lnTo>
                    <a:pt x="2863164" y="1435289"/>
                  </a:lnTo>
                  <a:lnTo>
                    <a:pt x="2862496" y="1435289"/>
                  </a:lnTo>
                  <a:lnTo>
                    <a:pt x="2861828" y="1435289"/>
                  </a:lnTo>
                  <a:lnTo>
                    <a:pt x="2861160" y="1435289"/>
                  </a:lnTo>
                  <a:lnTo>
                    <a:pt x="2860492" y="1435289"/>
                  </a:lnTo>
                  <a:lnTo>
                    <a:pt x="2859824" y="1435289"/>
                  </a:lnTo>
                  <a:lnTo>
                    <a:pt x="2859156" y="1435289"/>
                  </a:lnTo>
                  <a:lnTo>
                    <a:pt x="2858488" y="1435289"/>
                  </a:lnTo>
                  <a:lnTo>
                    <a:pt x="2857820" y="1435289"/>
                  </a:lnTo>
                  <a:lnTo>
                    <a:pt x="2857152" y="1435289"/>
                  </a:lnTo>
                  <a:lnTo>
                    <a:pt x="2856484" y="1435289"/>
                  </a:lnTo>
                  <a:lnTo>
                    <a:pt x="2855816" y="1435289"/>
                  </a:lnTo>
                  <a:lnTo>
                    <a:pt x="2855148" y="1435289"/>
                  </a:lnTo>
                  <a:lnTo>
                    <a:pt x="2854480" y="1435289"/>
                  </a:lnTo>
                  <a:lnTo>
                    <a:pt x="2853812" y="1435289"/>
                  </a:lnTo>
                  <a:lnTo>
                    <a:pt x="2853144" y="1435289"/>
                  </a:lnTo>
                  <a:lnTo>
                    <a:pt x="2852476" y="1435289"/>
                  </a:lnTo>
                  <a:lnTo>
                    <a:pt x="2851808" y="1435289"/>
                  </a:lnTo>
                  <a:lnTo>
                    <a:pt x="2851140" y="1435289"/>
                  </a:lnTo>
                  <a:lnTo>
                    <a:pt x="2850472" y="1435289"/>
                  </a:lnTo>
                  <a:lnTo>
                    <a:pt x="2849804" y="1435289"/>
                  </a:lnTo>
                  <a:lnTo>
                    <a:pt x="2849136" y="1435289"/>
                  </a:lnTo>
                  <a:lnTo>
                    <a:pt x="2848468" y="1435289"/>
                  </a:lnTo>
                  <a:lnTo>
                    <a:pt x="2847800" y="1435289"/>
                  </a:lnTo>
                  <a:lnTo>
                    <a:pt x="2847132" y="1435289"/>
                  </a:lnTo>
                  <a:lnTo>
                    <a:pt x="2846463" y="1435289"/>
                  </a:lnTo>
                  <a:lnTo>
                    <a:pt x="2845795" y="1435289"/>
                  </a:lnTo>
                  <a:lnTo>
                    <a:pt x="2845127" y="1435289"/>
                  </a:lnTo>
                  <a:lnTo>
                    <a:pt x="2844459" y="1435289"/>
                  </a:lnTo>
                  <a:lnTo>
                    <a:pt x="2843791" y="1435289"/>
                  </a:lnTo>
                  <a:lnTo>
                    <a:pt x="2843123" y="1435289"/>
                  </a:lnTo>
                  <a:lnTo>
                    <a:pt x="2842455" y="1435289"/>
                  </a:lnTo>
                  <a:lnTo>
                    <a:pt x="2841787" y="1435289"/>
                  </a:lnTo>
                  <a:lnTo>
                    <a:pt x="2841119" y="1435289"/>
                  </a:lnTo>
                  <a:lnTo>
                    <a:pt x="2840451" y="1435289"/>
                  </a:lnTo>
                  <a:lnTo>
                    <a:pt x="2839783" y="1435289"/>
                  </a:lnTo>
                  <a:lnTo>
                    <a:pt x="2839115" y="1435289"/>
                  </a:lnTo>
                  <a:lnTo>
                    <a:pt x="2838447" y="1435289"/>
                  </a:lnTo>
                  <a:lnTo>
                    <a:pt x="2837779" y="1435289"/>
                  </a:lnTo>
                  <a:lnTo>
                    <a:pt x="2837111" y="1435289"/>
                  </a:lnTo>
                  <a:lnTo>
                    <a:pt x="2836443" y="1435289"/>
                  </a:lnTo>
                  <a:lnTo>
                    <a:pt x="2835775" y="1435289"/>
                  </a:lnTo>
                  <a:lnTo>
                    <a:pt x="2835107" y="1435289"/>
                  </a:lnTo>
                  <a:lnTo>
                    <a:pt x="2834439" y="1435289"/>
                  </a:lnTo>
                  <a:lnTo>
                    <a:pt x="2833771" y="1435289"/>
                  </a:lnTo>
                  <a:lnTo>
                    <a:pt x="2833103" y="1435289"/>
                  </a:lnTo>
                  <a:lnTo>
                    <a:pt x="2832435" y="1435289"/>
                  </a:lnTo>
                  <a:lnTo>
                    <a:pt x="2831767" y="1435289"/>
                  </a:lnTo>
                  <a:lnTo>
                    <a:pt x="2831099" y="1435289"/>
                  </a:lnTo>
                  <a:lnTo>
                    <a:pt x="2830431" y="1435289"/>
                  </a:lnTo>
                  <a:lnTo>
                    <a:pt x="2829763" y="1435289"/>
                  </a:lnTo>
                  <a:lnTo>
                    <a:pt x="2829095" y="1435289"/>
                  </a:lnTo>
                  <a:lnTo>
                    <a:pt x="2828427" y="1435289"/>
                  </a:lnTo>
                  <a:lnTo>
                    <a:pt x="2827759" y="1435289"/>
                  </a:lnTo>
                  <a:lnTo>
                    <a:pt x="2827091" y="1435289"/>
                  </a:lnTo>
                  <a:lnTo>
                    <a:pt x="2826423" y="1435289"/>
                  </a:lnTo>
                  <a:lnTo>
                    <a:pt x="2825755" y="1435289"/>
                  </a:lnTo>
                  <a:lnTo>
                    <a:pt x="2825087" y="1435289"/>
                  </a:lnTo>
                  <a:lnTo>
                    <a:pt x="2824419" y="1435289"/>
                  </a:lnTo>
                  <a:lnTo>
                    <a:pt x="2823751" y="1435289"/>
                  </a:lnTo>
                  <a:lnTo>
                    <a:pt x="2823083" y="1435289"/>
                  </a:lnTo>
                  <a:lnTo>
                    <a:pt x="2822414" y="1435289"/>
                  </a:lnTo>
                  <a:lnTo>
                    <a:pt x="2821746" y="1435289"/>
                  </a:lnTo>
                  <a:lnTo>
                    <a:pt x="2821078" y="1435289"/>
                  </a:lnTo>
                  <a:lnTo>
                    <a:pt x="2820410" y="1435289"/>
                  </a:lnTo>
                  <a:lnTo>
                    <a:pt x="2819742" y="1435289"/>
                  </a:lnTo>
                  <a:lnTo>
                    <a:pt x="2819074" y="1435289"/>
                  </a:lnTo>
                  <a:lnTo>
                    <a:pt x="2818406" y="1435289"/>
                  </a:lnTo>
                  <a:lnTo>
                    <a:pt x="2817738" y="1435289"/>
                  </a:lnTo>
                  <a:lnTo>
                    <a:pt x="2817070" y="1435289"/>
                  </a:lnTo>
                  <a:lnTo>
                    <a:pt x="2816402" y="1435289"/>
                  </a:lnTo>
                  <a:lnTo>
                    <a:pt x="2815734" y="1435289"/>
                  </a:lnTo>
                  <a:lnTo>
                    <a:pt x="2815066" y="1435289"/>
                  </a:lnTo>
                  <a:lnTo>
                    <a:pt x="2814398" y="1435289"/>
                  </a:lnTo>
                  <a:lnTo>
                    <a:pt x="2813730" y="1435289"/>
                  </a:lnTo>
                  <a:lnTo>
                    <a:pt x="2813062" y="1435289"/>
                  </a:lnTo>
                  <a:lnTo>
                    <a:pt x="2812394" y="1435289"/>
                  </a:lnTo>
                  <a:lnTo>
                    <a:pt x="2811726" y="1435289"/>
                  </a:lnTo>
                  <a:lnTo>
                    <a:pt x="2811058" y="1435289"/>
                  </a:lnTo>
                  <a:lnTo>
                    <a:pt x="2810390" y="1435289"/>
                  </a:lnTo>
                  <a:lnTo>
                    <a:pt x="2809722" y="1435289"/>
                  </a:lnTo>
                  <a:lnTo>
                    <a:pt x="2809054" y="1435289"/>
                  </a:lnTo>
                  <a:lnTo>
                    <a:pt x="2808386" y="1435289"/>
                  </a:lnTo>
                  <a:lnTo>
                    <a:pt x="2807718" y="1435289"/>
                  </a:lnTo>
                  <a:lnTo>
                    <a:pt x="2807050" y="1435289"/>
                  </a:lnTo>
                  <a:lnTo>
                    <a:pt x="2806382" y="1435289"/>
                  </a:lnTo>
                  <a:lnTo>
                    <a:pt x="2805714" y="1435289"/>
                  </a:lnTo>
                  <a:lnTo>
                    <a:pt x="2805046" y="1435289"/>
                  </a:lnTo>
                  <a:lnTo>
                    <a:pt x="2804378" y="1435289"/>
                  </a:lnTo>
                  <a:lnTo>
                    <a:pt x="2803710" y="1435289"/>
                  </a:lnTo>
                  <a:lnTo>
                    <a:pt x="2803042" y="1435289"/>
                  </a:lnTo>
                  <a:lnTo>
                    <a:pt x="2802374" y="1435289"/>
                  </a:lnTo>
                  <a:lnTo>
                    <a:pt x="2801706" y="1435289"/>
                  </a:lnTo>
                  <a:lnTo>
                    <a:pt x="2801038" y="1435289"/>
                  </a:lnTo>
                  <a:lnTo>
                    <a:pt x="2800370" y="1435289"/>
                  </a:lnTo>
                  <a:lnTo>
                    <a:pt x="2799702" y="1435289"/>
                  </a:lnTo>
                  <a:lnTo>
                    <a:pt x="2799034" y="1435289"/>
                  </a:lnTo>
                  <a:lnTo>
                    <a:pt x="2798366" y="1435289"/>
                  </a:lnTo>
                  <a:lnTo>
                    <a:pt x="2797697" y="1435289"/>
                  </a:lnTo>
                  <a:lnTo>
                    <a:pt x="2797029" y="1435289"/>
                  </a:lnTo>
                  <a:lnTo>
                    <a:pt x="2796361" y="1435289"/>
                  </a:lnTo>
                  <a:lnTo>
                    <a:pt x="2795693" y="1435289"/>
                  </a:lnTo>
                  <a:lnTo>
                    <a:pt x="2795025" y="1435289"/>
                  </a:lnTo>
                  <a:lnTo>
                    <a:pt x="2794357" y="1435289"/>
                  </a:lnTo>
                  <a:lnTo>
                    <a:pt x="2793689" y="1435289"/>
                  </a:lnTo>
                  <a:lnTo>
                    <a:pt x="2793021" y="1435289"/>
                  </a:lnTo>
                  <a:lnTo>
                    <a:pt x="2792353" y="1435289"/>
                  </a:lnTo>
                  <a:lnTo>
                    <a:pt x="2791685" y="1435289"/>
                  </a:lnTo>
                  <a:lnTo>
                    <a:pt x="2791017" y="1435289"/>
                  </a:lnTo>
                  <a:lnTo>
                    <a:pt x="2790349" y="1435289"/>
                  </a:lnTo>
                  <a:lnTo>
                    <a:pt x="2789681" y="1435289"/>
                  </a:lnTo>
                  <a:lnTo>
                    <a:pt x="2789013" y="1435289"/>
                  </a:lnTo>
                  <a:lnTo>
                    <a:pt x="2788345" y="1435289"/>
                  </a:lnTo>
                  <a:lnTo>
                    <a:pt x="2787677" y="1435289"/>
                  </a:lnTo>
                  <a:lnTo>
                    <a:pt x="2787009" y="1435289"/>
                  </a:lnTo>
                  <a:lnTo>
                    <a:pt x="2786341" y="1435289"/>
                  </a:lnTo>
                  <a:lnTo>
                    <a:pt x="2785673" y="1435289"/>
                  </a:lnTo>
                  <a:lnTo>
                    <a:pt x="2785005" y="1435289"/>
                  </a:lnTo>
                  <a:lnTo>
                    <a:pt x="2784337" y="1435289"/>
                  </a:lnTo>
                  <a:lnTo>
                    <a:pt x="2783669" y="1435289"/>
                  </a:lnTo>
                  <a:lnTo>
                    <a:pt x="2783001" y="1435289"/>
                  </a:lnTo>
                  <a:lnTo>
                    <a:pt x="2782333" y="1435289"/>
                  </a:lnTo>
                  <a:lnTo>
                    <a:pt x="2781665" y="1435289"/>
                  </a:lnTo>
                  <a:lnTo>
                    <a:pt x="2780997" y="1435289"/>
                  </a:lnTo>
                  <a:lnTo>
                    <a:pt x="2780329" y="1435289"/>
                  </a:lnTo>
                  <a:lnTo>
                    <a:pt x="2779661" y="1435289"/>
                  </a:lnTo>
                  <a:lnTo>
                    <a:pt x="2778993" y="1435289"/>
                  </a:lnTo>
                  <a:lnTo>
                    <a:pt x="2778325" y="1435289"/>
                  </a:lnTo>
                  <a:lnTo>
                    <a:pt x="2777657" y="1435289"/>
                  </a:lnTo>
                  <a:lnTo>
                    <a:pt x="2776989" y="1435289"/>
                  </a:lnTo>
                  <a:lnTo>
                    <a:pt x="2776321" y="1435289"/>
                  </a:lnTo>
                  <a:lnTo>
                    <a:pt x="2775653" y="1435289"/>
                  </a:lnTo>
                  <a:lnTo>
                    <a:pt x="2774985" y="1435289"/>
                  </a:lnTo>
                  <a:lnTo>
                    <a:pt x="2774317" y="1435289"/>
                  </a:lnTo>
                  <a:lnTo>
                    <a:pt x="2773649" y="1435289"/>
                  </a:lnTo>
                  <a:lnTo>
                    <a:pt x="2772980" y="1435289"/>
                  </a:lnTo>
                  <a:lnTo>
                    <a:pt x="2772312" y="1435289"/>
                  </a:lnTo>
                  <a:lnTo>
                    <a:pt x="2771644" y="1435289"/>
                  </a:lnTo>
                  <a:lnTo>
                    <a:pt x="2770976" y="1435289"/>
                  </a:lnTo>
                  <a:lnTo>
                    <a:pt x="2770308" y="1435289"/>
                  </a:lnTo>
                  <a:lnTo>
                    <a:pt x="2769640" y="1435289"/>
                  </a:lnTo>
                  <a:lnTo>
                    <a:pt x="2768972" y="1435289"/>
                  </a:lnTo>
                  <a:lnTo>
                    <a:pt x="2768304" y="1435289"/>
                  </a:lnTo>
                  <a:lnTo>
                    <a:pt x="2767636" y="1435289"/>
                  </a:lnTo>
                  <a:lnTo>
                    <a:pt x="2766968" y="1435289"/>
                  </a:lnTo>
                  <a:lnTo>
                    <a:pt x="2766300" y="1435289"/>
                  </a:lnTo>
                  <a:lnTo>
                    <a:pt x="2765632" y="1435289"/>
                  </a:lnTo>
                  <a:lnTo>
                    <a:pt x="2764964" y="1435289"/>
                  </a:lnTo>
                  <a:lnTo>
                    <a:pt x="2764296" y="1435289"/>
                  </a:lnTo>
                  <a:lnTo>
                    <a:pt x="2763628" y="1435289"/>
                  </a:lnTo>
                  <a:lnTo>
                    <a:pt x="2762960" y="1435289"/>
                  </a:lnTo>
                  <a:lnTo>
                    <a:pt x="2762292" y="1435289"/>
                  </a:lnTo>
                  <a:lnTo>
                    <a:pt x="2761624" y="1435289"/>
                  </a:lnTo>
                  <a:lnTo>
                    <a:pt x="2760956" y="1435289"/>
                  </a:lnTo>
                  <a:lnTo>
                    <a:pt x="2760288" y="1435289"/>
                  </a:lnTo>
                  <a:lnTo>
                    <a:pt x="2759620" y="1435289"/>
                  </a:lnTo>
                  <a:lnTo>
                    <a:pt x="2758952" y="1435289"/>
                  </a:lnTo>
                  <a:lnTo>
                    <a:pt x="2758284" y="1435289"/>
                  </a:lnTo>
                  <a:lnTo>
                    <a:pt x="2757616" y="1435289"/>
                  </a:lnTo>
                  <a:lnTo>
                    <a:pt x="2756948" y="1435289"/>
                  </a:lnTo>
                  <a:lnTo>
                    <a:pt x="2756280" y="1435289"/>
                  </a:lnTo>
                  <a:lnTo>
                    <a:pt x="2755612" y="1435289"/>
                  </a:lnTo>
                  <a:lnTo>
                    <a:pt x="2754944" y="1435289"/>
                  </a:lnTo>
                  <a:lnTo>
                    <a:pt x="2754276" y="1435289"/>
                  </a:lnTo>
                  <a:lnTo>
                    <a:pt x="2753608" y="1435289"/>
                  </a:lnTo>
                  <a:lnTo>
                    <a:pt x="2752940" y="1435289"/>
                  </a:lnTo>
                  <a:lnTo>
                    <a:pt x="2752272" y="1435289"/>
                  </a:lnTo>
                  <a:lnTo>
                    <a:pt x="2751604" y="1435289"/>
                  </a:lnTo>
                  <a:lnTo>
                    <a:pt x="2750936" y="1435289"/>
                  </a:lnTo>
                  <a:lnTo>
                    <a:pt x="2750268" y="1435289"/>
                  </a:lnTo>
                  <a:lnTo>
                    <a:pt x="2749600" y="1435289"/>
                  </a:lnTo>
                  <a:lnTo>
                    <a:pt x="2748932" y="1435289"/>
                  </a:lnTo>
                  <a:lnTo>
                    <a:pt x="2748263" y="1435289"/>
                  </a:lnTo>
                  <a:lnTo>
                    <a:pt x="2747595" y="1435289"/>
                  </a:lnTo>
                  <a:lnTo>
                    <a:pt x="2746927" y="1435289"/>
                  </a:lnTo>
                  <a:lnTo>
                    <a:pt x="2746259" y="1435289"/>
                  </a:lnTo>
                  <a:lnTo>
                    <a:pt x="2745591" y="1435289"/>
                  </a:lnTo>
                  <a:lnTo>
                    <a:pt x="2744923" y="1435289"/>
                  </a:lnTo>
                  <a:lnTo>
                    <a:pt x="2744255" y="1435289"/>
                  </a:lnTo>
                  <a:lnTo>
                    <a:pt x="2743587" y="1435289"/>
                  </a:lnTo>
                  <a:lnTo>
                    <a:pt x="2742919" y="1435289"/>
                  </a:lnTo>
                  <a:lnTo>
                    <a:pt x="2742251" y="1435289"/>
                  </a:lnTo>
                  <a:lnTo>
                    <a:pt x="2741583" y="1435289"/>
                  </a:lnTo>
                  <a:lnTo>
                    <a:pt x="2740915" y="1435289"/>
                  </a:lnTo>
                  <a:lnTo>
                    <a:pt x="2740247" y="1435289"/>
                  </a:lnTo>
                  <a:lnTo>
                    <a:pt x="2739579" y="1435289"/>
                  </a:lnTo>
                  <a:lnTo>
                    <a:pt x="2738911" y="1435289"/>
                  </a:lnTo>
                  <a:lnTo>
                    <a:pt x="2738243" y="1435289"/>
                  </a:lnTo>
                  <a:lnTo>
                    <a:pt x="2737575" y="1435289"/>
                  </a:lnTo>
                  <a:lnTo>
                    <a:pt x="2736907" y="1435289"/>
                  </a:lnTo>
                  <a:lnTo>
                    <a:pt x="2736239" y="1435289"/>
                  </a:lnTo>
                  <a:lnTo>
                    <a:pt x="2735571" y="1435289"/>
                  </a:lnTo>
                  <a:lnTo>
                    <a:pt x="2734903" y="1435289"/>
                  </a:lnTo>
                  <a:lnTo>
                    <a:pt x="2734235" y="1435289"/>
                  </a:lnTo>
                  <a:lnTo>
                    <a:pt x="2733567" y="1435289"/>
                  </a:lnTo>
                  <a:lnTo>
                    <a:pt x="2732899" y="1435289"/>
                  </a:lnTo>
                  <a:lnTo>
                    <a:pt x="2732231" y="1435289"/>
                  </a:lnTo>
                  <a:lnTo>
                    <a:pt x="2731563" y="1435289"/>
                  </a:lnTo>
                  <a:lnTo>
                    <a:pt x="2730895" y="1435289"/>
                  </a:lnTo>
                  <a:lnTo>
                    <a:pt x="2730227" y="1435289"/>
                  </a:lnTo>
                  <a:lnTo>
                    <a:pt x="2729559" y="1435289"/>
                  </a:lnTo>
                  <a:lnTo>
                    <a:pt x="2728891" y="1435289"/>
                  </a:lnTo>
                  <a:lnTo>
                    <a:pt x="2728223" y="1435289"/>
                  </a:lnTo>
                  <a:lnTo>
                    <a:pt x="2727555" y="1435289"/>
                  </a:lnTo>
                  <a:lnTo>
                    <a:pt x="2726887" y="1435289"/>
                  </a:lnTo>
                  <a:lnTo>
                    <a:pt x="2726219" y="1435289"/>
                  </a:lnTo>
                  <a:lnTo>
                    <a:pt x="2725551" y="1435289"/>
                  </a:lnTo>
                  <a:lnTo>
                    <a:pt x="2724883" y="1435289"/>
                  </a:lnTo>
                  <a:lnTo>
                    <a:pt x="2724214" y="1435289"/>
                  </a:lnTo>
                  <a:lnTo>
                    <a:pt x="2723546" y="1435289"/>
                  </a:lnTo>
                  <a:lnTo>
                    <a:pt x="2722878" y="1435289"/>
                  </a:lnTo>
                  <a:lnTo>
                    <a:pt x="2722210" y="1435289"/>
                  </a:lnTo>
                  <a:lnTo>
                    <a:pt x="2721542" y="1435289"/>
                  </a:lnTo>
                  <a:lnTo>
                    <a:pt x="2720874" y="1435289"/>
                  </a:lnTo>
                  <a:lnTo>
                    <a:pt x="2720206" y="1435289"/>
                  </a:lnTo>
                  <a:lnTo>
                    <a:pt x="2719538" y="1435289"/>
                  </a:lnTo>
                  <a:lnTo>
                    <a:pt x="2718870" y="1435289"/>
                  </a:lnTo>
                  <a:lnTo>
                    <a:pt x="2718202" y="1435289"/>
                  </a:lnTo>
                  <a:lnTo>
                    <a:pt x="2717534" y="1435289"/>
                  </a:lnTo>
                  <a:lnTo>
                    <a:pt x="2716866" y="1435289"/>
                  </a:lnTo>
                  <a:lnTo>
                    <a:pt x="2716198" y="1435289"/>
                  </a:lnTo>
                  <a:lnTo>
                    <a:pt x="2715530" y="1435289"/>
                  </a:lnTo>
                  <a:lnTo>
                    <a:pt x="2714862" y="1435289"/>
                  </a:lnTo>
                  <a:lnTo>
                    <a:pt x="2714194" y="1435289"/>
                  </a:lnTo>
                  <a:lnTo>
                    <a:pt x="2713526" y="1435289"/>
                  </a:lnTo>
                  <a:lnTo>
                    <a:pt x="2712858" y="1435289"/>
                  </a:lnTo>
                  <a:lnTo>
                    <a:pt x="2712190" y="1435289"/>
                  </a:lnTo>
                  <a:lnTo>
                    <a:pt x="2711522" y="1435289"/>
                  </a:lnTo>
                  <a:lnTo>
                    <a:pt x="2710854" y="1435289"/>
                  </a:lnTo>
                  <a:lnTo>
                    <a:pt x="2710186" y="1435289"/>
                  </a:lnTo>
                  <a:lnTo>
                    <a:pt x="2709518" y="1435289"/>
                  </a:lnTo>
                  <a:lnTo>
                    <a:pt x="2708850" y="1435289"/>
                  </a:lnTo>
                  <a:lnTo>
                    <a:pt x="2708182" y="1435289"/>
                  </a:lnTo>
                  <a:lnTo>
                    <a:pt x="2707514" y="1435289"/>
                  </a:lnTo>
                  <a:lnTo>
                    <a:pt x="2706846" y="1435289"/>
                  </a:lnTo>
                  <a:lnTo>
                    <a:pt x="2706178" y="1435289"/>
                  </a:lnTo>
                  <a:lnTo>
                    <a:pt x="2705510" y="1435289"/>
                  </a:lnTo>
                  <a:lnTo>
                    <a:pt x="2704842" y="1435289"/>
                  </a:lnTo>
                  <a:lnTo>
                    <a:pt x="2704174" y="1435289"/>
                  </a:lnTo>
                  <a:lnTo>
                    <a:pt x="2703506" y="1435289"/>
                  </a:lnTo>
                  <a:lnTo>
                    <a:pt x="2702838" y="1435289"/>
                  </a:lnTo>
                  <a:lnTo>
                    <a:pt x="2702170" y="1435289"/>
                  </a:lnTo>
                  <a:lnTo>
                    <a:pt x="2701502" y="1435289"/>
                  </a:lnTo>
                  <a:lnTo>
                    <a:pt x="2700834" y="1435289"/>
                  </a:lnTo>
                  <a:lnTo>
                    <a:pt x="2700166" y="1435289"/>
                  </a:lnTo>
                  <a:lnTo>
                    <a:pt x="2699497" y="1435289"/>
                  </a:lnTo>
                  <a:lnTo>
                    <a:pt x="2698829" y="1435289"/>
                  </a:lnTo>
                  <a:lnTo>
                    <a:pt x="2698161" y="1435289"/>
                  </a:lnTo>
                  <a:lnTo>
                    <a:pt x="2697493" y="1435289"/>
                  </a:lnTo>
                  <a:lnTo>
                    <a:pt x="2696825" y="1435289"/>
                  </a:lnTo>
                  <a:lnTo>
                    <a:pt x="2696157" y="1435289"/>
                  </a:lnTo>
                  <a:lnTo>
                    <a:pt x="2695489" y="1435289"/>
                  </a:lnTo>
                  <a:lnTo>
                    <a:pt x="2694821" y="1435289"/>
                  </a:lnTo>
                  <a:lnTo>
                    <a:pt x="2694153" y="1435289"/>
                  </a:lnTo>
                  <a:lnTo>
                    <a:pt x="2693485" y="1435289"/>
                  </a:lnTo>
                  <a:lnTo>
                    <a:pt x="2692817" y="1435289"/>
                  </a:lnTo>
                  <a:lnTo>
                    <a:pt x="2692149" y="1435289"/>
                  </a:lnTo>
                  <a:lnTo>
                    <a:pt x="2691481" y="1435289"/>
                  </a:lnTo>
                  <a:lnTo>
                    <a:pt x="2690813" y="1435289"/>
                  </a:lnTo>
                  <a:lnTo>
                    <a:pt x="2690145" y="1435289"/>
                  </a:lnTo>
                  <a:lnTo>
                    <a:pt x="2689477" y="1435289"/>
                  </a:lnTo>
                  <a:lnTo>
                    <a:pt x="2688809" y="1435289"/>
                  </a:lnTo>
                  <a:lnTo>
                    <a:pt x="2688141" y="1435289"/>
                  </a:lnTo>
                  <a:lnTo>
                    <a:pt x="2687473" y="1435289"/>
                  </a:lnTo>
                  <a:lnTo>
                    <a:pt x="2686805" y="1435289"/>
                  </a:lnTo>
                  <a:lnTo>
                    <a:pt x="2686137" y="1435289"/>
                  </a:lnTo>
                  <a:lnTo>
                    <a:pt x="2685469" y="1435289"/>
                  </a:lnTo>
                  <a:lnTo>
                    <a:pt x="2684801" y="1435289"/>
                  </a:lnTo>
                  <a:lnTo>
                    <a:pt x="2684133" y="1435289"/>
                  </a:lnTo>
                  <a:lnTo>
                    <a:pt x="2683465" y="1435289"/>
                  </a:lnTo>
                  <a:lnTo>
                    <a:pt x="2682797" y="1435289"/>
                  </a:lnTo>
                  <a:lnTo>
                    <a:pt x="2682129" y="1435289"/>
                  </a:lnTo>
                  <a:lnTo>
                    <a:pt x="2681461" y="1435289"/>
                  </a:lnTo>
                  <a:lnTo>
                    <a:pt x="2680793" y="1435289"/>
                  </a:lnTo>
                  <a:lnTo>
                    <a:pt x="2680125" y="1435289"/>
                  </a:lnTo>
                  <a:lnTo>
                    <a:pt x="2679457" y="1435289"/>
                  </a:lnTo>
                  <a:lnTo>
                    <a:pt x="2678789" y="1435289"/>
                  </a:lnTo>
                  <a:lnTo>
                    <a:pt x="2678121" y="1435289"/>
                  </a:lnTo>
                  <a:lnTo>
                    <a:pt x="2677453" y="1435289"/>
                  </a:lnTo>
                  <a:lnTo>
                    <a:pt x="2676785" y="1435289"/>
                  </a:lnTo>
                  <a:lnTo>
                    <a:pt x="2676117" y="1435289"/>
                  </a:lnTo>
                  <a:lnTo>
                    <a:pt x="2675449" y="1435289"/>
                  </a:lnTo>
                  <a:lnTo>
                    <a:pt x="2674780" y="1435289"/>
                  </a:lnTo>
                  <a:lnTo>
                    <a:pt x="2674112" y="1435289"/>
                  </a:lnTo>
                  <a:lnTo>
                    <a:pt x="2673444" y="1435289"/>
                  </a:lnTo>
                  <a:lnTo>
                    <a:pt x="2672776" y="1435289"/>
                  </a:lnTo>
                  <a:lnTo>
                    <a:pt x="2672108" y="1435289"/>
                  </a:lnTo>
                  <a:lnTo>
                    <a:pt x="2671440" y="1435289"/>
                  </a:lnTo>
                  <a:lnTo>
                    <a:pt x="2670772" y="1435289"/>
                  </a:lnTo>
                  <a:lnTo>
                    <a:pt x="2670104" y="1435289"/>
                  </a:lnTo>
                  <a:lnTo>
                    <a:pt x="2669436" y="1435289"/>
                  </a:lnTo>
                  <a:lnTo>
                    <a:pt x="2668768" y="1435289"/>
                  </a:lnTo>
                  <a:lnTo>
                    <a:pt x="2668100" y="1435289"/>
                  </a:lnTo>
                  <a:lnTo>
                    <a:pt x="2667432" y="1435289"/>
                  </a:lnTo>
                  <a:lnTo>
                    <a:pt x="2666764" y="1435289"/>
                  </a:lnTo>
                  <a:lnTo>
                    <a:pt x="2666096" y="1435289"/>
                  </a:lnTo>
                  <a:lnTo>
                    <a:pt x="2665428" y="1435289"/>
                  </a:lnTo>
                  <a:lnTo>
                    <a:pt x="2664760" y="1435289"/>
                  </a:lnTo>
                  <a:lnTo>
                    <a:pt x="2664092" y="1435289"/>
                  </a:lnTo>
                  <a:lnTo>
                    <a:pt x="2663424" y="1435289"/>
                  </a:lnTo>
                  <a:lnTo>
                    <a:pt x="2662756" y="1435289"/>
                  </a:lnTo>
                  <a:lnTo>
                    <a:pt x="2662088" y="1435289"/>
                  </a:lnTo>
                  <a:lnTo>
                    <a:pt x="2661420" y="1435289"/>
                  </a:lnTo>
                  <a:lnTo>
                    <a:pt x="2660752" y="1435289"/>
                  </a:lnTo>
                  <a:lnTo>
                    <a:pt x="2660084" y="1435289"/>
                  </a:lnTo>
                  <a:lnTo>
                    <a:pt x="2659416" y="1435289"/>
                  </a:lnTo>
                  <a:lnTo>
                    <a:pt x="2658748" y="1435289"/>
                  </a:lnTo>
                  <a:lnTo>
                    <a:pt x="2658080" y="1435289"/>
                  </a:lnTo>
                  <a:lnTo>
                    <a:pt x="2657412" y="1435289"/>
                  </a:lnTo>
                  <a:lnTo>
                    <a:pt x="2656744" y="1435289"/>
                  </a:lnTo>
                  <a:lnTo>
                    <a:pt x="2656076" y="1435289"/>
                  </a:lnTo>
                  <a:lnTo>
                    <a:pt x="2655408" y="1435289"/>
                  </a:lnTo>
                  <a:lnTo>
                    <a:pt x="2654740" y="1435289"/>
                  </a:lnTo>
                  <a:lnTo>
                    <a:pt x="2654072" y="1435289"/>
                  </a:lnTo>
                  <a:lnTo>
                    <a:pt x="2653404" y="1435289"/>
                  </a:lnTo>
                  <a:lnTo>
                    <a:pt x="2652736" y="1435289"/>
                  </a:lnTo>
                  <a:lnTo>
                    <a:pt x="2652068" y="1435289"/>
                  </a:lnTo>
                  <a:lnTo>
                    <a:pt x="2651400" y="1435289"/>
                  </a:lnTo>
                  <a:lnTo>
                    <a:pt x="2650732" y="1435289"/>
                  </a:lnTo>
                  <a:lnTo>
                    <a:pt x="2650063" y="1435289"/>
                  </a:lnTo>
                  <a:lnTo>
                    <a:pt x="2649395" y="1435289"/>
                  </a:lnTo>
                  <a:lnTo>
                    <a:pt x="2648727" y="1435289"/>
                  </a:lnTo>
                  <a:lnTo>
                    <a:pt x="2648059" y="1435289"/>
                  </a:lnTo>
                  <a:lnTo>
                    <a:pt x="2647391" y="1435289"/>
                  </a:lnTo>
                  <a:lnTo>
                    <a:pt x="2646723" y="1435289"/>
                  </a:lnTo>
                  <a:lnTo>
                    <a:pt x="2646055" y="1435289"/>
                  </a:lnTo>
                  <a:lnTo>
                    <a:pt x="2645387" y="1435289"/>
                  </a:lnTo>
                  <a:lnTo>
                    <a:pt x="2644719" y="1435289"/>
                  </a:lnTo>
                  <a:lnTo>
                    <a:pt x="2644051" y="1435289"/>
                  </a:lnTo>
                  <a:lnTo>
                    <a:pt x="2643383" y="1435289"/>
                  </a:lnTo>
                  <a:lnTo>
                    <a:pt x="2642715" y="1435289"/>
                  </a:lnTo>
                  <a:lnTo>
                    <a:pt x="2642047" y="1435289"/>
                  </a:lnTo>
                  <a:lnTo>
                    <a:pt x="2641379" y="1435289"/>
                  </a:lnTo>
                  <a:lnTo>
                    <a:pt x="2640711" y="1435289"/>
                  </a:lnTo>
                  <a:lnTo>
                    <a:pt x="2640043" y="1435289"/>
                  </a:lnTo>
                  <a:lnTo>
                    <a:pt x="2639375" y="1435289"/>
                  </a:lnTo>
                  <a:lnTo>
                    <a:pt x="2638707" y="1435289"/>
                  </a:lnTo>
                  <a:lnTo>
                    <a:pt x="2638039" y="1435289"/>
                  </a:lnTo>
                  <a:lnTo>
                    <a:pt x="2637371" y="1435289"/>
                  </a:lnTo>
                  <a:lnTo>
                    <a:pt x="2636703" y="1435289"/>
                  </a:lnTo>
                  <a:lnTo>
                    <a:pt x="2636035" y="1435289"/>
                  </a:lnTo>
                  <a:lnTo>
                    <a:pt x="2635367" y="1435289"/>
                  </a:lnTo>
                  <a:lnTo>
                    <a:pt x="2634699" y="1435289"/>
                  </a:lnTo>
                  <a:lnTo>
                    <a:pt x="2634031" y="1435289"/>
                  </a:lnTo>
                  <a:lnTo>
                    <a:pt x="2633363" y="1435289"/>
                  </a:lnTo>
                  <a:lnTo>
                    <a:pt x="2632695" y="1435289"/>
                  </a:lnTo>
                  <a:lnTo>
                    <a:pt x="2632027" y="1435289"/>
                  </a:lnTo>
                  <a:lnTo>
                    <a:pt x="2631359" y="1435289"/>
                  </a:lnTo>
                  <a:lnTo>
                    <a:pt x="2630691" y="1435289"/>
                  </a:lnTo>
                  <a:lnTo>
                    <a:pt x="2630023" y="1435289"/>
                  </a:lnTo>
                  <a:lnTo>
                    <a:pt x="2629355" y="1435289"/>
                  </a:lnTo>
                  <a:lnTo>
                    <a:pt x="2628687" y="1435289"/>
                  </a:lnTo>
                  <a:lnTo>
                    <a:pt x="2628019" y="1435289"/>
                  </a:lnTo>
                  <a:lnTo>
                    <a:pt x="2627351" y="1435289"/>
                  </a:lnTo>
                  <a:lnTo>
                    <a:pt x="2626683" y="1435289"/>
                  </a:lnTo>
                  <a:lnTo>
                    <a:pt x="2626014" y="1435289"/>
                  </a:lnTo>
                  <a:lnTo>
                    <a:pt x="2625346" y="1435289"/>
                  </a:lnTo>
                  <a:lnTo>
                    <a:pt x="2624678" y="1435289"/>
                  </a:lnTo>
                  <a:lnTo>
                    <a:pt x="2624010" y="1435289"/>
                  </a:lnTo>
                  <a:lnTo>
                    <a:pt x="2623342" y="1435289"/>
                  </a:lnTo>
                  <a:lnTo>
                    <a:pt x="2622674" y="1435289"/>
                  </a:lnTo>
                  <a:lnTo>
                    <a:pt x="2622006" y="1435289"/>
                  </a:lnTo>
                  <a:lnTo>
                    <a:pt x="2621338" y="1435289"/>
                  </a:lnTo>
                  <a:lnTo>
                    <a:pt x="2620670" y="1435289"/>
                  </a:lnTo>
                  <a:lnTo>
                    <a:pt x="2620002" y="1435289"/>
                  </a:lnTo>
                  <a:lnTo>
                    <a:pt x="2619334" y="1435289"/>
                  </a:lnTo>
                  <a:lnTo>
                    <a:pt x="2618666" y="1435289"/>
                  </a:lnTo>
                  <a:lnTo>
                    <a:pt x="2617998" y="1435289"/>
                  </a:lnTo>
                  <a:lnTo>
                    <a:pt x="2617330" y="1435289"/>
                  </a:lnTo>
                  <a:lnTo>
                    <a:pt x="2616662" y="1435289"/>
                  </a:lnTo>
                  <a:lnTo>
                    <a:pt x="2615994" y="1435289"/>
                  </a:lnTo>
                  <a:lnTo>
                    <a:pt x="2615326" y="1435289"/>
                  </a:lnTo>
                  <a:lnTo>
                    <a:pt x="2614658" y="1435289"/>
                  </a:lnTo>
                  <a:lnTo>
                    <a:pt x="2613990" y="1435289"/>
                  </a:lnTo>
                  <a:lnTo>
                    <a:pt x="2613322" y="1435289"/>
                  </a:lnTo>
                  <a:lnTo>
                    <a:pt x="2612654" y="1435289"/>
                  </a:lnTo>
                  <a:lnTo>
                    <a:pt x="2611986" y="1435289"/>
                  </a:lnTo>
                  <a:lnTo>
                    <a:pt x="2611318" y="1435289"/>
                  </a:lnTo>
                  <a:lnTo>
                    <a:pt x="2610650" y="1435289"/>
                  </a:lnTo>
                  <a:lnTo>
                    <a:pt x="2609982" y="1435289"/>
                  </a:lnTo>
                  <a:lnTo>
                    <a:pt x="2609314" y="1435289"/>
                  </a:lnTo>
                  <a:lnTo>
                    <a:pt x="2608646" y="1435289"/>
                  </a:lnTo>
                  <a:lnTo>
                    <a:pt x="2607978" y="1435289"/>
                  </a:lnTo>
                  <a:lnTo>
                    <a:pt x="2607310" y="1435289"/>
                  </a:lnTo>
                  <a:lnTo>
                    <a:pt x="2606642" y="1435289"/>
                  </a:lnTo>
                  <a:lnTo>
                    <a:pt x="2605974" y="1435289"/>
                  </a:lnTo>
                  <a:lnTo>
                    <a:pt x="2605306" y="1435289"/>
                  </a:lnTo>
                  <a:lnTo>
                    <a:pt x="2604638" y="1435289"/>
                  </a:lnTo>
                  <a:lnTo>
                    <a:pt x="2603970" y="1435289"/>
                  </a:lnTo>
                  <a:lnTo>
                    <a:pt x="2603302" y="1435289"/>
                  </a:lnTo>
                  <a:lnTo>
                    <a:pt x="2602634" y="1435289"/>
                  </a:lnTo>
                  <a:lnTo>
                    <a:pt x="2601966" y="1435289"/>
                  </a:lnTo>
                  <a:lnTo>
                    <a:pt x="2601297" y="1435289"/>
                  </a:lnTo>
                  <a:lnTo>
                    <a:pt x="2600629" y="1435289"/>
                  </a:lnTo>
                  <a:lnTo>
                    <a:pt x="2599961" y="1435289"/>
                  </a:lnTo>
                  <a:lnTo>
                    <a:pt x="2599293" y="1435289"/>
                  </a:lnTo>
                  <a:lnTo>
                    <a:pt x="2598625" y="1435289"/>
                  </a:lnTo>
                  <a:lnTo>
                    <a:pt x="2597957" y="1435289"/>
                  </a:lnTo>
                  <a:lnTo>
                    <a:pt x="2597289" y="1435289"/>
                  </a:lnTo>
                  <a:lnTo>
                    <a:pt x="2596621" y="1435289"/>
                  </a:lnTo>
                  <a:lnTo>
                    <a:pt x="2595953" y="1435289"/>
                  </a:lnTo>
                  <a:lnTo>
                    <a:pt x="2595285" y="1435289"/>
                  </a:lnTo>
                  <a:lnTo>
                    <a:pt x="2594617" y="1435289"/>
                  </a:lnTo>
                  <a:lnTo>
                    <a:pt x="2593949" y="1435289"/>
                  </a:lnTo>
                  <a:lnTo>
                    <a:pt x="2593281" y="1435289"/>
                  </a:lnTo>
                  <a:lnTo>
                    <a:pt x="2592613" y="1435289"/>
                  </a:lnTo>
                  <a:lnTo>
                    <a:pt x="2591945" y="1435289"/>
                  </a:lnTo>
                  <a:lnTo>
                    <a:pt x="2591277" y="1435289"/>
                  </a:lnTo>
                  <a:lnTo>
                    <a:pt x="2590609" y="1435289"/>
                  </a:lnTo>
                  <a:lnTo>
                    <a:pt x="2589941" y="1435289"/>
                  </a:lnTo>
                  <a:lnTo>
                    <a:pt x="2589273" y="1435289"/>
                  </a:lnTo>
                  <a:lnTo>
                    <a:pt x="2588605" y="1435289"/>
                  </a:lnTo>
                  <a:lnTo>
                    <a:pt x="2587937" y="1435289"/>
                  </a:lnTo>
                  <a:lnTo>
                    <a:pt x="2587269" y="1435289"/>
                  </a:lnTo>
                  <a:lnTo>
                    <a:pt x="2586601" y="1435289"/>
                  </a:lnTo>
                  <a:lnTo>
                    <a:pt x="2585933" y="1435289"/>
                  </a:lnTo>
                  <a:lnTo>
                    <a:pt x="2585265" y="1435289"/>
                  </a:lnTo>
                  <a:lnTo>
                    <a:pt x="2584597" y="1435289"/>
                  </a:lnTo>
                  <a:lnTo>
                    <a:pt x="2583929" y="1435289"/>
                  </a:lnTo>
                  <a:lnTo>
                    <a:pt x="2583261" y="1435289"/>
                  </a:lnTo>
                  <a:lnTo>
                    <a:pt x="2582593" y="1435289"/>
                  </a:lnTo>
                  <a:lnTo>
                    <a:pt x="2581925" y="1435289"/>
                  </a:lnTo>
                  <a:lnTo>
                    <a:pt x="2581257" y="1435289"/>
                  </a:lnTo>
                  <a:lnTo>
                    <a:pt x="2580589" y="1435289"/>
                  </a:lnTo>
                  <a:lnTo>
                    <a:pt x="2579921" y="1435289"/>
                  </a:lnTo>
                  <a:lnTo>
                    <a:pt x="2579253" y="1435289"/>
                  </a:lnTo>
                  <a:lnTo>
                    <a:pt x="2578585" y="1435289"/>
                  </a:lnTo>
                  <a:lnTo>
                    <a:pt x="2577917" y="1435289"/>
                  </a:lnTo>
                  <a:lnTo>
                    <a:pt x="2577249" y="1435289"/>
                  </a:lnTo>
                  <a:lnTo>
                    <a:pt x="2576580" y="1435289"/>
                  </a:lnTo>
                  <a:lnTo>
                    <a:pt x="2575912" y="1435289"/>
                  </a:lnTo>
                  <a:lnTo>
                    <a:pt x="2575244" y="1435289"/>
                  </a:lnTo>
                  <a:lnTo>
                    <a:pt x="2574576" y="1435289"/>
                  </a:lnTo>
                  <a:lnTo>
                    <a:pt x="2573908" y="1435289"/>
                  </a:lnTo>
                  <a:lnTo>
                    <a:pt x="2573240" y="1435289"/>
                  </a:lnTo>
                  <a:lnTo>
                    <a:pt x="2572572" y="1435289"/>
                  </a:lnTo>
                  <a:lnTo>
                    <a:pt x="2571904" y="1435289"/>
                  </a:lnTo>
                  <a:lnTo>
                    <a:pt x="2571236" y="1435289"/>
                  </a:lnTo>
                  <a:lnTo>
                    <a:pt x="2570568" y="1435289"/>
                  </a:lnTo>
                  <a:lnTo>
                    <a:pt x="2569900" y="1435289"/>
                  </a:lnTo>
                  <a:lnTo>
                    <a:pt x="2569232" y="1435289"/>
                  </a:lnTo>
                  <a:lnTo>
                    <a:pt x="2568564" y="1435289"/>
                  </a:lnTo>
                  <a:lnTo>
                    <a:pt x="2567896" y="1435289"/>
                  </a:lnTo>
                  <a:lnTo>
                    <a:pt x="2567228" y="1435289"/>
                  </a:lnTo>
                  <a:lnTo>
                    <a:pt x="2566560" y="1435289"/>
                  </a:lnTo>
                  <a:lnTo>
                    <a:pt x="2565892" y="1435289"/>
                  </a:lnTo>
                  <a:lnTo>
                    <a:pt x="2565224" y="1435289"/>
                  </a:lnTo>
                  <a:lnTo>
                    <a:pt x="2564556" y="1435289"/>
                  </a:lnTo>
                  <a:lnTo>
                    <a:pt x="2563888" y="1435289"/>
                  </a:lnTo>
                  <a:lnTo>
                    <a:pt x="2563220" y="1435289"/>
                  </a:lnTo>
                  <a:lnTo>
                    <a:pt x="2562552" y="1435289"/>
                  </a:lnTo>
                  <a:lnTo>
                    <a:pt x="2561884" y="1435289"/>
                  </a:lnTo>
                  <a:lnTo>
                    <a:pt x="2561216" y="1435289"/>
                  </a:lnTo>
                  <a:lnTo>
                    <a:pt x="2560548" y="1435289"/>
                  </a:lnTo>
                  <a:lnTo>
                    <a:pt x="2559880" y="1435289"/>
                  </a:lnTo>
                  <a:lnTo>
                    <a:pt x="2559212" y="1435289"/>
                  </a:lnTo>
                  <a:lnTo>
                    <a:pt x="2558544" y="1435289"/>
                  </a:lnTo>
                  <a:lnTo>
                    <a:pt x="2557876" y="1435289"/>
                  </a:lnTo>
                  <a:lnTo>
                    <a:pt x="2557208" y="1435289"/>
                  </a:lnTo>
                  <a:lnTo>
                    <a:pt x="2556540" y="1435289"/>
                  </a:lnTo>
                  <a:lnTo>
                    <a:pt x="2555872" y="1435289"/>
                  </a:lnTo>
                  <a:lnTo>
                    <a:pt x="2555204" y="1435289"/>
                  </a:lnTo>
                  <a:lnTo>
                    <a:pt x="2554536" y="1435289"/>
                  </a:lnTo>
                  <a:lnTo>
                    <a:pt x="2553868" y="1435289"/>
                  </a:lnTo>
                  <a:lnTo>
                    <a:pt x="2553200" y="1435289"/>
                  </a:lnTo>
                  <a:lnTo>
                    <a:pt x="2552531" y="1435289"/>
                  </a:lnTo>
                  <a:lnTo>
                    <a:pt x="2551863" y="1435289"/>
                  </a:lnTo>
                  <a:lnTo>
                    <a:pt x="2551195" y="1435289"/>
                  </a:lnTo>
                  <a:lnTo>
                    <a:pt x="2550527" y="1435289"/>
                  </a:lnTo>
                  <a:lnTo>
                    <a:pt x="2549859" y="1435289"/>
                  </a:lnTo>
                  <a:lnTo>
                    <a:pt x="2549191" y="1435289"/>
                  </a:lnTo>
                  <a:lnTo>
                    <a:pt x="2548523" y="1435289"/>
                  </a:lnTo>
                  <a:lnTo>
                    <a:pt x="2547855" y="1435289"/>
                  </a:lnTo>
                  <a:lnTo>
                    <a:pt x="2547187" y="1435289"/>
                  </a:lnTo>
                  <a:lnTo>
                    <a:pt x="2546519" y="1435289"/>
                  </a:lnTo>
                  <a:lnTo>
                    <a:pt x="2545851" y="1435289"/>
                  </a:lnTo>
                  <a:lnTo>
                    <a:pt x="2545183" y="1435289"/>
                  </a:lnTo>
                  <a:lnTo>
                    <a:pt x="2544515" y="1435289"/>
                  </a:lnTo>
                  <a:lnTo>
                    <a:pt x="2543847" y="1435289"/>
                  </a:lnTo>
                  <a:lnTo>
                    <a:pt x="2543179" y="1435289"/>
                  </a:lnTo>
                  <a:lnTo>
                    <a:pt x="2542511" y="1435289"/>
                  </a:lnTo>
                  <a:lnTo>
                    <a:pt x="2541843" y="1435289"/>
                  </a:lnTo>
                  <a:lnTo>
                    <a:pt x="2541175" y="1435289"/>
                  </a:lnTo>
                  <a:lnTo>
                    <a:pt x="2540507" y="1435289"/>
                  </a:lnTo>
                  <a:lnTo>
                    <a:pt x="2539839" y="1435289"/>
                  </a:lnTo>
                  <a:lnTo>
                    <a:pt x="2539171" y="1435289"/>
                  </a:lnTo>
                  <a:lnTo>
                    <a:pt x="2538503" y="1435289"/>
                  </a:lnTo>
                  <a:lnTo>
                    <a:pt x="2537835" y="1435289"/>
                  </a:lnTo>
                  <a:lnTo>
                    <a:pt x="2537167" y="1435289"/>
                  </a:lnTo>
                  <a:lnTo>
                    <a:pt x="2536499" y="1435289"/>
                  </a:lnTo>
                  <a:lnTo>
                    <a:pt x="2535831" y="1435289"/>
                  </a:lnTo>
                  <a:lnTo>
                    <a:pt x="2535163" y="1435289"/>
                  </a:lnTo>
                  <a:lnTo>
                    <a:pt x="2534495" y="1435289"/>
                  </a:lnTo>
                  <a:lnTo>
                    <a:pt x="2533827" y="1435289"/>
                  </a:lnTo>
                  <a:lnTo>
                    <a:pt x="2533159" y="1435289"/>
                  </a:lnTo>
                  <a:lnTo>
                    <a:pt x="2532491" y="1435289"/>
                  </a:lnTo>
                  <a:lnTo>
                    <a:pt x="2531823" y="1435289"/>
                  </a:lnTo>
                  <a:lnTo>
                    <a:pt x="2531155" y="1435289"/>
                  </a:lnTo>
                  <a:lnTo>
                    <a:pt x="2530487" y="1435289"/>
                  </a:lnTo>
                  <a:lnTo>
                    <a:pt x="2529819" y="1435289"/>
                  </a:lnTo>
                  <a:lnTo>
                    <a:pt x="2529151" y="1435289"/>
                  </a:lnTo>
                  <a:lnTo>
                    <a:pt x="2528483" y="1435289"/>
                  </a:lnTo>
                  <a:lnTo>
                    <a:pt x="2527814" y="1435289"/>
                  </a:lnTo>
                  <a:lnTo>
                    <a:pt x="2527146" y="1435289"/>
                  </a:lnTo>
                  <a:lnTo>
                    <a:pt x="2526478" y="1435289"/>
                  </a:lnTo>
                  <a:lnTo>
                    <a:pt x="2525810" y="1435289"/>
                  </a:lnTo>
                  <a:lnTo>
                    <a:pt x="2525142" y="1435289"/>
                  </a:lnTo>
                  <a:lnTo>
                    <a:pt x="2524474" y="1435289"/>
                  </a:lnTo>
                  <a:lnTo>
                    <a:pt x="2523806" y="1435289"/>
                  </a:lnTo>
                  <a:lnTo>
                    <a:pt x="2523138" y="1435289"/>
                  </a:lnTo>
                  <a:lnTo>
                    <a:pt x="2522470" y="1435289"/>
                  </a:lnTo>
                  <a:lnTo>
                    <a:pt x="2521802" y="1435289"/>
                  </a:lnTo>
                  <a:lnTo>
                    <a:pt x="2521134" y="1435289"/>
                  </a:lnTo>
                  <a:lnTo>
                    <a:pt x="2520466" y="1435289"/>
                  </a:lnTo>
                  <a:lnTo>
                    <a:pt x="2519798" y="1435289"/>
                  </a:lnTo>
                  <a:lnTo>
                    <a:pt x="2519130" y="1435289"/>
                  </a:lnTo>
                  <a:lnTo>
                    <a:pt x="2518462" y="1435289"/>
                  </a:lnTo>
                  <a:lnTo>
                    <a:pt x="2517794" y="1435289"/>
                  </a:lnTo>
                  <a:lnTo>
                    <a:pt x="2517126" y="1435289"/>
                  </a:lnTo>
                  <a:lnTo>
                    <a:pt x="2516458" y="1435289"/>
                  </a:lnTo>
                  <a:lnTo>
                    <a:pt x="2515790" y="1435289"/>
                  </a:lnTo>
                  <a:lnTo>
                    <a:pt x="2515122" y="1435289"/>
                  </a:lnTo>
                  <a:lnTo>
                    <a:pt x="2514454" y="1435289"/>
                  </a:lnTo>
                  <a:lnTo>
                    <a:pt x="2513786" y="1435289"/>
                  </a:lnTo>
                  <a:lnTo>
                    <a:pt x="2513118" y="1435289"/>
                  </a:lnTo>
                  <a:lnTo>
                    <a:pt x="2512450" y="1435289"/>
                  </a:lnTo>
                  <a:lnTo>
                    <a:pt x="2511782" y="1435289"/>
                  </a:lnTo>
                  <a:lnTo>
                    <a:pt x="2511114" y="1435289"/>
                  </a:lnTo>
                  <a:lnTo>
                    <a:pt x="2510446" y="1435289"/>
                  </a:lnTo>
                  <a:lnTo>
                    <a:pt x="2509778" y="1435289"/>
                  </a:lnTo>
                  <a:lnTo>
                    <a:pt x="2509110" y="1435289"/>
                  </a:lnTo>
                  <a:lnTo>
                    <a:pt x="2508442" y="1435289"/>
                  </a:lnTo>
                  <a:lnTo>
                    <a:pt x="2507774" y="1435289"/>
                  </a:lnTo>
                  <a:lnTo>
                    <a:pt x="2507106" y="1435289"/>
                  </a:lnTo>
                  <a:lnTo>
                    <a:pt x="2506438" y="1435289"/>
                  </a:lnTo>
                  <a:lnTo>
                    <a:pt x="2505770" y="1435289"/>
                  </a:lnTo>
                  <a:lnTo>
                    <a:pt x="2505102" y="1435289"/>
                  </a:lnTo>
                  <a:lnTo>
                    <a:pt x="2504434" y="1435289"/>
                  </a:lnTo>
                  <a:lnTo>
                    <a:pt x="2503766" y="1435289"/>
                  </a:lnTo>
                  <a:lnTo>
                    <a:pt x="2503097" y="1435289"/>
                  </a:lnTo>
                  <a:lnTo>
                    <a:pt x="2502429" y="1435289"/>
                  </a:lnTo>
                  <a:lnTo>
                    <a:pt x="2501761" y="1435289"/>
                  </a:lnTo>
                  <a:lnTo>
                    <a:pt x="2501093" y="1435289"/>
                  </a:lnTo>
                  <a:lnTo>
                    <a:pt x="2500425" y="1435289"/>
                  </a:lnTo>
                  <a:lnTo>
                    <a:pt x="2499757" y="1435289"/>
                  </a:lnTo>
                  <a:lnTo>
                    <a:pt x="2499089" y="1435289"/>
                  </a:lnTo>
                  <a:lnTo>
                    <a:pt x="2498421" y="1435289"/>
                  </a:lnTo>
                  <a:lnTo>
                    <a:pt x="2497753" y="1435289"/>
                  </a:lnTo>
                  <a:lnTo>
                    <a:pt x="2497085" y="1435289"/>
                  </a:lnTo>
                  <a:lnTo>
                    <a:pt x="2496417" y="1435289"/>
                  </a:lnTo>
                  <a:lnTo>
                    <a:pt x="2495749" y="1435289"/>
                  </a:lnTo>
                  <a:lnTo>
                    <a:pt x="2495081" y="1435289"/>
                  </a:lnTo>
                  <a:lnTo>
                    <a:pt x="2494413" y="1435289"/>
                  </a:lnTo>
                  <a:lnTo>
                    <a:pt x="2493745" y="1435289"/>
                  </a:lnTo>
                  <a:lnTo>
                    <a:pt x="2493077" y="1435289"/>
                  </a:lnTo>
                  <a:lnTo>
                    <a:pt x="2492409" y="1435289"/>
                  </a:lnTo>
                  <a:lnTo>
                    <a:pt x="2491741" y="1435289"/>
                  </a:lnTo>
                  <a:lnTo>
                    <a:pt x="2491073" y="1435289"/>
                  </a:lnTo>
                  <a:lnTo>
                    <a:pt x="2490405" y="1435289"/>
                  </a:lnTo>
                  <a:lnTo>
                    <a:pt x="2489737" y="1435289"/>
                  </a:lnTo>
                  <a:lnTo>
                    <a:pt x="2489069" y="1435289"/>
                  </a:lnTo>
                  <a:lnTo>
                    <a:pt x="2488401" y="1435289"/>
                  </a:lnTo>
                  <a:lnTo>
                    <a:pt x="2487733" y="1435289"/>
                  </a:lnTo>
                  <a:lnTo>
                    <a:pt x="2487065" y="1435289"/>
                  </a:lnTo>
                  <a:lnTo>
                    <a:pt x="2486397" y="1435289"/>
                  </a:lnTo>
                  <a:lnTo>
                    <a:pt x="2485729" y="1435289"/>
                  </a:lnTo>
                  <a:lnTo>
                    <a:pt x="2485061" y="1435289"/>
                  </a:lnTo>
                  <a:lnTo>
                    <a:pt x="2484393" y="1435289"/>
                  </a:lnTo>
                  <a:lnTo>
                    <a:pt x="2483725" y="1435289"/>
                  </a:lnTo>
                  <a:lnTo>
                    <a:pt x="2483057" y="1435289"/>
                  </a:lnTo>
                  <a:lnTo>
                    <a:pt x="2482389" y="1435289"/>
                  </a:lnTo>
                  <a:lnTo>
                    <a:pt x="2481721" y="1435289"/>
                  </a:lnTo>
                  <a:lnTo>
                    <a:pt x="2481053" y="1435289"/>
                  </a:lnTo>
                  <a:lnTo>
                    <a:pt x="2480385" y="1435289"/>
                  </a:lnTo>
                  <a:lnTo>
                    <a:pt x="2479717" y="1435289"/>
                  </a:lnTo>
                  <a:lnTo>
                    <a:pt x="2479049" y="1435289"/>
                  </a:lnTo>
                  <a:lnTo>
                    <a:pt x="2478380" y="1435289"/>
                  </a:lnTo>
                  <a:lnTo>
                    <a:pt x="2477712" y="1435289"/>
                  </a:lnTo>
                  <a:lnTo>
                    <a:pt x="2477044" y="1435289"/>
                  </a:lnTo>
                  <a:lnTo>
                    <a:pt x="2476376" y="1435289"/>
                  </a:lnTo>
                  <a:lnTo>
                    <a:pt x="2475708" y="1435289"/>
                  </a:lnTo>
                  <a:lnTo>
                    <a:pt x="2475040" y="1435289"/>
                  </a:lnTo>
                  <a:lnTo>
                    <a:pt x="2474372" y="1435289"/>
                  </a:lnTo>
                  <a:lnTo>
                    <a:pt x="2473704" y="1435289"/>
                  </a:lnTo>
                  <a:lnTo>
                    <a:pt x="2473036" y="1435289"/>
                  </a:lnTo>
                  <a:lnTo>
                    <a:pt x="2472368" y="1435289"/>
                  </a:lnTo>
                  <a:lnTo>
                    <a:pt x="2471700" y="1435289"/>
                  </a:lnTo>
                  <a:lnTo>
                    <a:pt x="2471032" y="1435289"/>
                  </a:lnTo>
                  <a:lnTo>
                    <a:pt x="2470364" y="1435289"/>
                  </a:lnTo>
                  <a:lnTo>
                    <a:pt x="2469696" y="1435289"/>
                  </a:lnTo>
                  <a:lnTo>
                    <a:pt x="2469028" y="1435289"/>
                  </a:lnTo>
                  <a:lnTo>
                    <a:pt x="2468360" y="1435289"/>
                  </a:lnTo>
                  <a:lnTo>
                    <a:pt x="2467692" y="1435289"/>
                  </a:lnTo>
                  <a:lnTo>
                    <a:pt x="2467024" y="1435289"/>
                  </a:lnTo>
                  <a:lnTo>
                    <a:pt x="2466356" y="1435289"/>
                  </a:lnTo>
                  <a:lnTo>
                    <a:pt x="2465688" y="1435289"/>
                  </a:lnTo>
                  <a:lnTo>
                    <a:pt x="2465020" y="1435289"/>
                  </a:lnTo>
                  <a:lnTo>
                    <a:pt x="2464352" y="1435289"/>
                  </a:lnTo>
                  <a:lnTo>
                    <a:pt x="2463684" y="1435289"/>
                  </a:lnTo>
                  <a:lnTo>
                    <a:pt x="2463016" y="1435289"/>
                  </a:lnTo>
                  <a:lnTo>
                    <a:pt x="2462348" y="1435289"/>
                  </a:lnTo>
                  <a:lnTo>
                    <a:pt x="2461680" y="1435289"/>
                  </a:lnTo>
                  <a:lnTo>
                    <a:pt x="2461012" y="1435289"/>
                  </a:lnTo>
                  <a:lnTo>
                    <a:pt x="2460344" y="1435289"/>
                  </a:lnTo>
                  <a:lnTo>
                    <a:pt x="2459676" y="1435289"/>
                  </a:lnTo>
                  <a:lnTo>
                    <a:pt x="2459008" y="1435289"/>
                  </a:lnTo>
                  <a:lnTo>
                    <a:pt x="2458340" y="1435289"/>
                  </a:lnTo>
                  <a:lnTo>
                    <a:pt x="2457672" y="1435289"/>
                  </a:lnTo>
                  <a:lnTo>
                    <a:pt x="2457004" y="1435289"/>
                  </a:lnTo>
                  <a:lnTo>
                    <a:pt x="2456336" y="1435289"/>
                  </a:lnTo>
                  <a:lnTo>
                    <a:pt x="2455668" y="1435289"/>
                  </a:lnTo>
                  <a:lnTo>
                    <a:pt x="2455000" y="1435289"/>
                  </a:lnTo>
                  <a:lnTo>
                    <a:pt x="2454331" y="1435289"/>
                  </a:lnTo>
                  <a:lnTo>
                    <a:pt x="2453663" y="1435289"/>
                  </a:lnTo>
                  <a:lnTo>
                    <a:pt x="2452995" y="1435289"/>
                  </a:lnTo>
                  <a:lnTo>
                    <a:pt x="2452327" y="1435289"/>
                  </a:lnTo>
                  <a:lnTo>
                    <a:pt x="2451659" y="1435289"/>
                  </a:lnTo>
                  <a:lnTo>
                    <a:pt x="2450991" y="1435289"/>
                  </a:lnTo>
                  <a:lnTo>
                    <a:pt x="2450323" y="1435289"/>
                  </a:lnTo>
                  <a:lnTo>
                    <a:pt x="2449655" y="1435289"/>
                  </a:lnTo>
                  <a:lnTo>
                    <a:pt x="2448987" y="1435289"/>
                  </a:lnTo>
                  <a:lnTo>
                    <a:pt x="2448319" y="1435289"/>
                  </a:lnTo>
                  <a:lnTo>
                    <a:pt x="2447651" y="1435289"/>
                  </a:lnTo>
                  <a:lnTo>
                    <a:pt x="2446983" y="1435289"/>
                  </a:lnTo>
                  <a:lnTo>
                    <a:pt x="2446315" y="1435289"/>
                  </a:lnTo>
                  <a:lnTo>
                    <a:pt x="2445647" y="1435289"/>
                  </a:lnTo>
                  <a:lnTo>
                    <a:pt x="2444979" y="1435289"/>
                  </a:lnTo>
                  <a:lnTo>
                    <a:pt x="2444311" y="1435289"/>
                  </a:lnTo>
                  <a:lnTo>
                    <a:pt x="2443643" y="1435289"/>
                  </a:lnTo>
                  <a:lnTo>
                    <a:pt x="2442975" y="1435289"/>
                  </a:lnTo>
                  <a:lnTo>
                    <a:pt x="2442307" y="1435289"/>
                  </a:lnTo>
                  <a:lnTo>
                    <a:pt x="2441639" y="1435289"/>
                  </a:lnTo>
                  <a:lnTo>
                    <a:pt x="2440971" y="1435289"/>
                  </a:lnTo>
                  <a:lnTo>
                    <a:pt x="2440303" y="1435289"/>
                  </a:lnTo>
                  <a:lnTo>
                    <a:pt x="2439635" y="1435289"/>
                  </a:lnTo>
                  <a:lnTo>
                    <a:pt x="2438967" y="1435289"/>
                  </a:lnTo>
                  <a:lnTo>
                    <a:pt x="2438299" y="1435289"/>
                  </a:lnTo>
                  <a:lnTo>
                    <a:pt x="2437631" y="1435289"/>
                  </a:lnTo>
                  <a:lnTo>
                    <a:pt x="2436963" y="1435289"/>
                  </a:lnTo>
                  <a:lnTo>
                    <a:pt x="2436295" y="1435289"/>
                  </a:lnTo>
                  <a:lnTo>
                    <a:pt x="2435627" y="1435289"/>
                  </a:lnTo>
                  <a:lnTo>
                    <a:pt x="2434959" y="1435289"/>
                  </a:lnTo>
                  <a:lnTo>
                    <a:pt x="2434291" y="1435289"/>
                  </a:lnTo>
                  <a:lnTo>
                    <a:pt x="2433623" y="1435289"/>
                  </a:lnTo>
                  <a:lnTo>
                    <a:pt x="2432955" y="1435289"/>
                  </a:lnTo>
                  <a:lnTo>
                    <a:pt x="2432287" y="1435289"/>
                  </a:lnTo>
                  <a:lnTo>
                    <a:pt x="2431619" y="1435289"/>
                  </a:lnTo>
                  <a:lnTo>
                    <a:pt x="2430951" y="1435289"/>
                  </a:lnTo>
                  <a:lnTo>
                    <a:pt x="2430283" y="1435289"/>
                  </a:lnTo>
                  <a:lnTo>
                    <a:pt x="2429614" y="1435289"/>
                  </a:lnTo>
                  <a:lnTo>
                    <a:pt x="2428946" y="1435289"/>
                  </a:lnTo>
                  <a:lnTo>
                    <a:pt x="2428278" y="1435289"/>
                  </a:lnTo>
                  <a:lnTo>
                    <a:pt x="2427610" y="1435289"/>
                  </a:lnTo>
                  <a:lnTo>
                    <a:pt x="2426942" y="1435289"/>
                  </a:lnTo>
                  <a:lnTo>
                    <a:pt x="2426274" y="1435289"/>
                  </a:lnTo>
                  <a:lnTo>
                    <a:pt x="2425606" y="1435289"/>
                  </a:lnTo>
                  <a:lnTo>
                    <a:pt x="2424938" y="1435289"/>
                  </a:lnTo>
                  <a:lnTo>
                    <a:pt x="2424270" y="1435289"/>
                  </a:lnTo>
                  <a:lnTo>
                    <a:pt x="2423602" y="1435289"/>
                  </a:lnTo>
                  <a:lnTo>
                    <a:pt x="2422934" y="1435289"/>
                  </a:lnTo>
                  <a:lnTo>
                    <a:pt x="2422266" y="1435289"/>
                  </a:lnTo>
                  <a:lnTo>
                    <a:pt x="2421598" y="1435289"/>
                  </a:lnTo>
                  <a:lnTo>
                    <a:pt x="2420930" y="1435289"/>
                  </a:lnTo>
                  <a:lnTo>
                    <a:pt x="2420262" y="1435289"/>
                  </a:lnTo>
                  <a:lnTo>
                    <a:pt x="2419594" y="1435289"/>
                  </a:lnTo>
                  <a:lnTo>
                    <a:pt x="2418926" y="1435289"/>
                  </a:lnTo>
                  <a:lnTo>
                    <a:pt x="2418258" y="1435289"/>
                  </a:lnTo>
                  <a:lnTo>
                    <a:pt x="2417590" y="1435289"/>
                  </a:lnTo>
                  <a:lnTo>
                    <a:pt x="2416922" y="1435289"/>
                  </a:lnTo>
                  <a:lnTo>
                    <a:pt x="2416254" y="1435289"/>
                  </a:lnTo>
                  <a:lnTo>
                    <a:pt x="2415586" y="1435289"/>
                  </a:lnTo>
                  <a:lnTo>
                    <a:pt x="2414918" y="1435289"/>
                  </a:lnTo>
                  <a:lnTo>
                    <a:pt x="2414250" y="1435289"/>
                  </a:lnTo>
                  <a:lnTo>
                    <a:pt x="2413582" y="1435289"/>
                  </a:lnTo>
                  <a:lnTo>
                    <a:pt x="2412914" y="1435289"/>
                  </a:lnTo>
                  <a:lnTo>
                    <a:pt x="2412246" y="1435289"/>
                  </a:lnTo>
                  <a:lnTo>
                    <a:pt x="2411578" y="1435289"/>
                  </a:lnTo>
                  <a:lnTo>
                    <a:pt x="2410910" y="1435289"/>
                  </a:lnTo>
                  <a:lnTo>
                    <a:pt x="2410242" y="1435289"/>
                  </a:lnTo>
                  <a:lnTo>
                    <a:pt x="2409574" y="1435289"/>
                  </a:lnTo>
                  <a:lnTo>
                    <a:pt x="2408906" y="1435289"/>
                  </a:lnTo>
                  <a:lnTo>
                    <a:pt x="2408238" y="1435289"/>
                  </a:lnTo>
                  <a:lnTo>
                    <a:pt x="2407570" y="1435289"/>
                  </a:lnTo>
                  <a:lnTo>
                    <a:pt x="2406902" y="1435289"/>
                  </a:lnTo>
                  <a:lnTo>
                    <a:pt x="2406234" y="1435289"/>
                  </a:lnTo>
                  <a:lnTo>
                    <a:pt x="2405566" y="1435289"/>
                  </a:lnTo>
                  <a:lnTo>
                    <a:pt x="2404897" y="1435289"/>
                  </a:lnTo>
                  <a:lnTo>
                    <a:pt x="2404229" y="1435289"/>
                  </a:lnTo>
                  <a:lnTo>
                    <a:pt x="2403561" y="1435289"/>
                  </a:lnTo>
                  <a:lnTo>
                    <a:pt x="2402893" y="1435289"/>
                  </a:lnTo>
                  <a:lnTo>
                    <a:pt x="2402225" y="1435289"/>
                  </a:lnTo>
                  <a:lnTo>
                    <a:pt x="2401557" y="1435289"/>
                  </a:lnTo>
                  <a:lnTo>
                    <a:pt x="2400889" y="1435289"/>
                  </a:lnTo>
                  <a:lnTo>
                    <a:pt x="2400221" y="1435289"/>
                  </a:lnTo>
                  <a:lnTo>
                    <a:pt x="2399553" y="1435289"/>
                  </a:lnTo>
                  <a:lnTo>
                    <a:pt x="2398885" y="1435289"/>
                  </a:lnTo>
                  <a:lnTo>
                    <a:pt x="2398217" y="1435289"/>
                  </a:lnTo>
                  <a:lnTo>
                    <a:pt x="2397549" y="1435289"/>
                  </a:lnTo>
                  <a:lnTo>
                    <a:pt x="2396881" y="1435289"/>
                  </a:lnTo>
                  <a:lnTo>
                    <a:pt x="2396213" y="1435289"/>
                  </a:lnTo>
                  <a:lnTo>
                    <a:pt x="2395545" y="1435289"/>
                  </a:lnTo>
                  <a:lnTo>
                    <a:pt x="2394877" y="1435289"/>
                  </a:lnTo>
                  <a:lnTo>
                    <a:pt x="2394209" y="1435289"/>
                  </a:lnTo>
                  <a:lnTo>
                    <a:pt x="2393541" y="1435289"/>
                  </a:lnTo>
                  <a:lnTo>
                    <a:pt x="2392873" y="1435289"/>
                  </a:lnTo>
                  <a:lnTo>
                    <a:pt x="2392205" y="1435289"/>
                  </a:lnTo>
                  <a:lnTo>
                    <a:pt x="2391537" y="1435289"/>
                  </a:lnTo>
                  <a:lnTo>
                    <a:pt x="2390869" y="1435289"/>
                  </a:lnTo>
                  <a:lnTo>
                    <a:pt x="2390201" y="1435289"/>
                  </a:lnTo>
                  <a:lnTo>
                    <a:pt x="2389533" y="1435289"/>
                  </a:lnTo>
                  <a:lnTo>
                    <a:pt x="2388865" y="1435289"/>
                  </a:lnTo>
                  <a:lnTo>
                    <a:pt x="2388197" y="1435289"/>
                  </a:lnTo>
                  <a:lnTo>
                    <a:pt x="2387529" y="1435289"/>
                  </a:lnTo>
                  <a:lnTo>
                    <a:pt x="2386861" y="1435289"/>
                  </a:lnTo>
                  <a:lnTo>
                    <a:pt x="2386193" y="1435289"/>
                  </a:lnTo>
                  <a:lnTo>
                    <a:pt x="2385525" y="1435289"/>
                  </a:lnTo>
                  <a:lnTo>
                    <a:pt x="2384857" y="1435289"/>
                  </a:lnTo>
                  <a:lnTo>
                    <a:pt x="2384189" y="1435289"/>
                  </a:lnTo>
                  <a:lnTo>
                    <a:pt x="2383521" y="1435289"/>
                  </a:lnTo>
                  <a:lnTo>
                    <a:pt x="2382853" y="1435289"/>
                  </a:lnTo>
                  <a:lnTo>
                    <a:pt x="2382185" y="1435289"/>
                  </a:lnTo>
                  <a:lnTo>
                    <a:pt x="2381517" y="1435289"/>
                  </a:lnTo>
                  <a:lnTo>
                    <a:pt x="2380849" y="1435289"/>
                  </a:lnTo>
                  <a:lnTo>
                    <a:pt x="2380180" y="1435289"/>
                  </a:lnTo>
                  <a:lnTo>
                    <a:pt x="2379512" y="1435289"/>
                  </a:lnTo>
                  <a:lnTo>
                    <a:pt x="2378844" y="1435289"/>
                  </a:lnTo>
                  <a:lnTo>
                    <a:pt x="2378176" y="1435289"/>
                  </a:lnTo>
                  <a:lnTo>
                    <a:pt x="2377508" y="1435289"/>
                  </a:lnTo>
                  <a:lnTo>
                    <a:pt x="2376840" y="1435289"/>
                  </a:lnTo>
                  <a:lnTo>
                    <a:pt x="2376172" y="1435289"/>
                  </a:lnTo>
                  <a:lnTo>
                    <a:pt x="2375504" y="1435289"/>
                  </a:lnTo>
                  <a:lnTo>
                    <a:pt x="2374836" y="1435289"/>
                  </a:lnTo>
                  <a:lnTo>
                    <a:pt x="2374168" y="1435289"/>
                  </a:lnTo>
                  <a:lnTo>
                    <a:pt x="2373500" y="1435289"/>
                  </a:lnTo>
                  <a:lnTo>
                    <a:pt x="2372832" y="1435289"/>
                  </a:lnTo>
                  <a:lnTo>
                    <a:pt x="2372164" y="1435289"/>
                  </a:lnTo>
                  <a:lnTo>
                    <a:pt x="2371496" y="1435289"/>
                  </a:lnTo>
                  <a:lnTo>
                    <a:pt x="2370828" y="1435289"/>
                  </a:lnTo>
                  <a:lnTo>
                    <a:pt x="2370160" y="1435289"/>
                  </a:lnTo>
                  <a:lnTo>
                    <a:pt x="2369492" y="1435289"/>
                  </a:lnTo>
                  <a:lnTo>
                    <a:pt x="2368824" y="1435289"/>
                  </a:lnTo>
                  <a:lnTo>
                    <a:pt x="2368156" y="1435289"/>
                  </a:lnTo>
                  <a:lnTo>
                    <a:pt x="2367488" y="1435289"/>
                  </a:lnTo>
                  <a:lnTo>
                    <a:pt x="2366820" y="1435289"/>
                  </a:lnTo>
                  <a:lnTo>
                    <a:pt x="2366152" y="1435289"/>
                  </a:lnTo>
                  <a:lnTo>
                    <a:pt x="2365484" y="1435289"/>
                  </a:lnTo>
                  <a:lnTo>
                    <a:pt x="2364816" y="1435289"/>
                  </a:lnTo>
                  <a:lnTo>
                    <a:pt x="2364148" y="1435289"/>
                  </a:lnTo>
                  <a:lnTo>
                    <a:pt x="2363480" y="1435289"/>
                  </a:lnTo>
                  <a:lnTo>
                    <a:pt x="2362812" y="1435289"/>
                  </a:lnTo>
                  <a:lnTo>
                    <a:pt x="2362144" y="1435289"/>
                  </a:lnTo>
                  <a:lnTo>
                    <a:pt x="2361476" y="1435289"/>
                  </a:lnTo>
                  <a:lnTo>
                    <a:pt x="2360808" y="1435289"/>
                  </a:lnTo>
                  <a:lnTo>
                    <a:pt x="2360140" y="1435289"/>
                  </a:lnTo>
                  <a:lnTo>
                    <a:pt x="2359472" y="1435289"/>
                  </a:lnTo>
                  <a:lnTo>
                    <a:pt x="2358804" y="1435289"/>
                  </a:lnTo>
                  <a:lnTo>
                    <a:pt x="2358136" y="1435289"/>
                  </a:lnTo>
                  <a:lnTo>
                    <a:pt x="2357468" y="1435289"/>
                  </a:lnTo>
                  <a:lnTo>
                    <a:pt x="2356800" y="1435289"/>
                  </a:lnTo>
                  <a:lnTo>
                    <a:pt x="2356131" y="1435289"/>
                  </a:lnTo>
                  <a:lnTo>
                    <a:pt x="2355463" y="1435289"/>
                  </a:lnTo>
                  <a:lnTo>
                    <a:pt x="2354795" y="1435289"/>
                  </a:lnTo>
                  <a:lnTo>
                    <a:pt x="2354127" y="1435289"/>
                  </a:lnTo>
                  <a:lnTo>
                    <a:pt x="2353459" y="1435289"/>
                  </a:lnTo>
                  <a:lnTo>
                    <a:pt x="2352791" y="1435289"/>
                  </a:lnTo>
                  <a:lnTo>
                    <a:pt x="2352123" y="1435289"/>
                  </a:lnTo>
                  <a:lnTo>
                    <a:pt x="2351455" y="1435289"/>
                  </a:lnTo>
                  <a:lnTo>
                    <a:pt x="2350787" y="1435289"/>
                  </a:lnTo>
                  <a:lnTo>
                    <a:pt x="2350119" y="1435289"/>
                  </a:lnTo>
                  <a:lnTo>
                    <a:pt x="2349451" y="1435289"/>
                  </a:lnTo>
                  <a:lnTo>
                    <a:pt x="2348783" y="1435289"/>
                  </a:lnTo>
                  <a:lnTo>
                    <a:pt x="2348115" y="1435289"/>
                  </a:lnTo>
                  <a:lnTo>
                    <a:pt x="2347447" y="1435289"/>
                  </a:lnTo>
                  <a:lnTo>
                    <a:pt x="2346779" y="1435289"/>
                  </a:lnTo>
                  <a:lnTo>
                    <a:pt x="2346111" y="1435289"/>
                  </a:lnTo>
                  <a:lnTo>
                    <a:pt x="2345443" y="1435289"/>
                  </a:lnTo>
                  <a:lnTo>
                    <a:pt x="2344775" y="1435289"/>
                  </a:lnTo>
                  <a:lnTo>
                    <a:pt x="2344107" y="1435289"/>
                  </a:lnTo>
                  <a:lnTo>
                    <a:pt x="2343439" y="1435289"/>
                  </a:lnTo>
                  <a:lnTo>
                    <a:pt x="2342771" y="1435289"/>
                  </a:lnTo>
                  <a:lnTo>
                    <a:pt x="2342103" y="1435289"/>
                  </a:lnTo>
                  <a:lnTo>
                    <a:pt x="2341435" y="1435289"/>
                  </a:lnTo>
                  <a:lnTo>
                    <a:pt x="2340767" y="1435289"/>
                  </a:lnTo>
                  <a:lnTo>
                    <a:pt x="2340099" y="1435289"/>
                  </a:lnTo>
                  <a:lnTo>
                    <a:pt x="2339431" y="1435289"/>
                  </a:lnTo>
                  <a:lnTo>
                    <a:pt x="2338763" y="1435289"/>
                  </a:lnTo>
                  <a:lnTo>
                    <a:pt x="2338095" y="1435289"/>
                  </a:lnTo>
                  <a:lnTo>
                    <a:pt x="2337427" y="1435289"/>
                  </a:lnTo>
                  <a:lnTo>
                    <a:pt x="2336759" y="1435289"/>
                  </a:lnTo>
                  <a:lnTo>
                    <a:pt x="2336091" y="1435289"/>
                  </a:lnTo>
                  <a:lnTo>
                    <a:pt x="2335423" y="1435289"/>
                  </a:lnTo>
                  <a:lnTo>
                    <a:pt x="2334755" y="1435289"/>
                  </a:lnTo>
                  <a:lnTo>
                    <a:pt x="2334087" y="1435289"/>
                  </a:lnTo>
                  <a:lnTo>
                    <a:pt x="2333419" y="1435289"/>
                  </a:lnTo>
                  <a:lnTo>
                    <a:pt x="2332751" y="1435289"/>
                  </a:lnTo>
                  <a:lnTo>
                    <a:pt x="2332083" y="1435289"/>
                  </a:lnTo>
                  <a:lnTo>
                    <a:pt x="2331414" y="1435289"/>
                  </a:lnTo>
                  <a:lnTo>
                    <a:pt x="2330746" y="1435289"/>
                  </a:lnTo>
                  <a:lnTo>
                    <a:pt x="2330078" y="1435289"/>
                  </a:lnTo>
                  <a:lnTo>
                    <a:pt x="2329410" y="1435289"/>
                  </a:lnTo>
                  <a:lnTo>
                    <a:pt x="2328742" y="1435289"/>
                  </a:lnTo>
                  <a:lnTo>
                    <a:pt x="2328074" y="1435289"/>
                  </a:lnTo>
                  <a:lnTo>
                    <a:pt x="2327406" y="1435289"/>
                  </a:lnTo>
                  <a:lnTo>
                    <a:pt x="2326738" y="1435289"/>
                  </a:lnTo>
                  <a:lnTo>
                    <a:pt x="2326070" y="1435289"/>
                  </a:lnTo>
                  <a:lnTo>
                    <a:pt x="2325402" y="1435289"/>
                  </a:lnTo>
                  <a:lnTo>
                    <a:pt x="2324734" y="1435289"/>
                  </a:lnTo>
                  <a:lnTo>
                    <a:pt x="2324066" y="1435289"/>
                  </a:lnTo>
                  <a:lnTo>
                    <a:pt x="2323398" y="1435289"/>
                  </a:lnTo>
                  <a:lnTo>
                    <a:pt x="2322730" y="1435289"/>
                  </a:lnTo>
                  <a:lnTo>
                    <a:pt x="2322062" y="1435289"/>
                  </a:lnTo>
                  <a:lnTo>
                    <a:pt x="2321394" y="1435289"/>
                  </a:lnTo>
                  <a:lnTo>
                    <a:pt x="2320726" y="1435289"/>
                  </a:lnTo>
                  <a:lnTo>
                    <a:pt x="2320058" y="1435289"/>
                  </a:lnTo>
                  <a:lnTo>
                    <a:pt x="2319390" y="1435289"/>
                  </a:lnTo>
                  <a:lnTo>
                    <a:pt x="2318722" y="1435289"/>
                  </a:lnTo>
                  <a:lnTo>
                    <a:pt x="2318054" y="1435289"/>
                  </a:lnTo>
                  <a:lnTo>
                    <a:pt x="2317386" y="1435289"/>
                  </a:lnTo>
                  <a:lnTo>
                    <a:pt x="2316718" y="1435289"/>
                  </a:lnTo>
                  <a:lnTo>
                    <a:pt x="2316050" y="1435289"/>
                  </a:lnTo>
                  <a:lnTo>
                    <a:pt x="2315382" y="1435289"/>
                  </a:lnTo>
                  <a:lnTo>
                    <a:pt x="2314714" y="1435289"/>
                  </a:lnTo>
                  <a:lnTo>
                    <a:pt x="2314046" y="1435289"/>
                  </a:lnTo>
                  <a:lnTo>
                    <a:pt x="2313378" y="1435289"/>
                  </a:lnTo>
                  <a:lnTo>
                    <a:pt x="2312710" y="1435289"/>
                  </a:lnTo>
                  <a:lnTo>
                    <a:pt x="2312042" y="1435289"/>
                  </a:lnTo>
                  <a:lnTo>
                    <a:pt x="2311374" y="1435289"/>
                  </a:lnTo>
                  <a:lnTo>
                    <a:pt x="2310706" y="1435289"/>
                  </a:lnTo>
                  <a:lnTo>
                    <a:pt x="2310038" y="1435289"/>
                  </a:lnTo>
                  <a:lnTo>
                    <a:pt x="2309370" y="1435289"/>
                  </a:lnTo>
                  <a:lnTo>
                    <a:pt x="2308702" y="1435289"/>
                  </a:lnTo>
                  <a:lnTo>
                    <a:pt x="2308034" y="1435289"/>
                  </a:lnTo>
                  <a:lnTo>
                    <a:pt x="2307366" y="1435289"/>
                  </a:lnTo>
                  <a:lnTo>
                    <a:pt x="2306697" y="1435289"/>
                  </a:lnTo>
                  <a:lnTo>
                    <a:pt x="2306029" y="1435289"/>
                  </a:lnTo>
                  <a:lnTo>
                    <a:pt x="2305361" y="1435289"/>
                  </a:lnTo>
                  <a:lnTo>
                    <a:pt x="2304693" y="1435289"/>
                  </a:lnTo>
                  <a:lnTo>
                    <a:pt x="2304025" y="1435289"/>
                  </a:lnTo>
                  <a:lnTo>
                    <a:pt x="2303357" y="1435289"/>
                  </a:lnTo>
                  <a:lnTo>
                    <a:pt x="2302689" y="1435289"/>
                  </a:lnTo>
                  <a:lnTo>
                    <a:pt x="2302021" y="1435289"/>
                  </a:lnTo>
                  <a:lnTo>
                    <a:pt x="2301353" y="1435289"/>
                  </a:lnTo>
                  <a:lnTo>
                    <a:pt x="2300685" y="1435289"/>
                  </a:lnTo>
                  <a:lnTo>
                    <a:pt x="2300017" y="1435289"/>
                  </a:lnTo>
                  <a:lnTo>
                    <a:pt x="2299349" y="1435289"/>
                  </a:lnTo>
                  <a:lnTo>
                    <a:pt x="2298681" y="1435289"/>
                  </a:lnTo>
                  <a:lnTo>
                    <a:pt x="2298013" y="1435289"/>
                  </a:lnTo>
                  <a:lnTo>
                    <a:pt x="2297345" y="1435289"/>
                  </a:lnTo>
                  <a:lnTo>
                    <a:pt x="2296677" y="1435289"/>
                  </a:lnTo>
                  <a:lnTo>
                    <a:pt x="2296009" y="1435289"/>
                  </a:lnTo>
                  <a:lnTo>
                    <a:pt x="2295341" y="1435289"/>
                  </a:lnTo>
                  <a:lnTo>
                    <a:pt x="2294673" y="1435289"/>
                  </a:lnTo>
                  <a:lnTo>
                    <a:pt x="2294005" y="1435289"/>
                  </a:lnTo>
                  <a:lnTo>
                    <a:pt x="2293337" y="1435289"/>
                  </a:lnTo>
                  <a:lnTo>
                    <a:pt x="2292669" y="1435289"/>
                  </a:lnTo>
                  <a:lnTo>
                    <a:pt x="2292001" y="1435289"/>
                  </a:lnTo>
                  <a:lnTo>
                    <a:pt x="2291333" y="1435289"/>
                  </a:lnTo>
                  <a:lnTo>
                    <a:pt x="2290665" y="1435289"/>
                  </a:lnTo>
                  <a:lnTo>
                    <a:pt x="2289997" y="1435289"/>
                  </a:lnTo>
                  <a:lnTo>
                    <a:pt x="2289329" y="1435289"/>
                  </a:lnTo>
                  <a:lnTo>
                    <a:pt x="2288661" y="1435289"/>
                  </a:lnTo>
                  <a:lnTo>
                    <a:pt x="2287993" y="1435289"/>
                  </a:lnTo>
                  <a:lnTo>
                    <a:pt x="2287325" y="1435289"/>
                  </a:lnTo>
                  <a:lnTo>
                    <a:pt x="2286657" y="1435289"/>
                  </a:lnTo>
                  <a:lnTo>
                    <a:pt x="2285989" y="1435289"/>
                  </a:lnTo>
                  <a:lnTo>
                    <a:pt x="2285321" y="1435289"/>
                  </a:lnTo>
                  <a:lnTo>
                    <a:pt x="2284653" y="1435289"/>
                  </a:lnTo>
                  <a:lnTo>
                    <a:pt x="2283985" y="1435289"/>
                  </a:lnTo>
                  <a:lnTo>
                    <a:pt x="2283317" y="1435289"/>
                  </a:lnTo>
                  <a:lnTo>
                    <a:pt x="2282649" y="1435289"/>
                  </a:lnTo>
                  <a:lnTo>
                    <a:pt x="2281980" y="1435289"/>
                  </a:lnTo>
                  <a:lnTo>
                    <a:pt x="2281312" y="1435289"/>
                  </a:lnTo>
                  <a:lnTo>
                    <a:pt x="2280644" y="1435289"/>
                  </a:lnTo>
                  <a:lnTo>
                    <a:pt x="2279976" y="1435289"/>
                  </a:lnTo>
                  <a:lnTo>
                    <a:pt x="2279308" y="1435289"/>
                  </a:lnTo>
                  <a:lnTo>
                    <a:pt x="2278640" y="1435289"/>
                  </a:lnTo>
                  <a:lnTo>
                    <a:pt x="2277972" y="1435289"/>
                  </a:lnTo>
                  <a:lnTo>
                    <a:pt x="2277304" y="1435289"/>
                  </a:lnTo>
                  <a:lnTo>
                    <a:pt x="2276636" y="1435289"/>
                  </a:lnTo>
                  <a:lnTo>
                    <a:pt x="2275968" y="1435289"/>
                  </a:lnTo>
                  <a:lnTo>
                    <a:pt x="2275300" y="1435289"/>
                  </a:lnTo>
                  <a:lnTo>
                    <a:pt x="2274632" y="1435289"/>
                  </a:lnTo>
                  <a:lnTo>
                    <a:pt x="2273964" y="1435289"/>
                  </a:lnTo>
                  <a:lnTo>
                    <a:pt x="2273296" y="1435289"/>
                  </a:lnTo>
                  <a:lnTo>
                    <a:pt x="2272628" y="1435289"/>
                  </a:lnTo>
                  <a:lnTo>
                    <a:pt x="2271960" y="1435289"/>
                  </a:lnTo>
                  <a:lnTo>
                    <a:pt x="2271292" y="1435289"/>
                  </a:lnTo>
                  <a:lnTo>
                    <a:pt x="2270624" y="1435289"/>
                  </a:lnTo>
                  <a:lnTo>
                    <a:pt x="2269956" y="1435289"/>
                  </a:lnTo>
                  <a:lnTo>
                    <a:pt x="2269288" y="1435289"/>
                  </a:lnTo>
                  <a:lnTo>
                    <a:pt x="2268620" y="1435289"/>
                  </a:lnTo>
                  <a:lnTo>
                    <a:pt x="2267952" y="1435289"/>
                  </a:lnTo>
                  <a:lnTo>
                    <a:pt x="2267284" y="1435289"/>
                  </a:lnTo>
                  <a:lnTo>
                    <a:pt x="2266616" y="1435289"/>
                  </a:lnTo>
                  <a:lnTo>
                    <a:pt x="2265948" y="1435289"/>
                  </a:lnTo>
                  <a:lnTo>
                    <a:pt x="2265280" y="1435289"/>
                  </a:lnTo>
                  <a:lnTo>
                    <a:pt x="2264612" y="1435289"/>
                  </a:lnTo>
                  <a:lnTo>
                    <a:pt x="2263944" y="1435289"/>
                  </a:lnTo>
                  <a:lnTo>
                    <a:pt x="2263276" y="1435289"/>
                  </a:lnTo>
                  <a:lnTo>
                    <a:pt x="2262608" y="1435289"/>
                  </a:lnTo>
                  <a:lnTo>
                    <a:pt x="2261940" y="1435289"/>
                  </a:lnTo>
                  <a:lnTo>
                    <a:pt x="2261272" y="1435289"/>
                  </a:lnTo>
                  <a:lnTo>
                    <a:pt x="2260604" y="1435289"/>
                  </a:lnTo>
                  <a:lnTo>
                    <a:pt x="2259936" y="1435289"/>
                  </a:lnTo>
                  <a:lnTo>
                    <a:pt x="2259268" y="1435289"/>
                  </a:lnTo>
                  <a:lnTo>
                    <a:pt x="2258600" y="1435289"/>
                  </a:lnTo>
                  <a:lnTo>
                    <a:pt x="2257931" y="1435289"/>
                  </a:lnTo>
                  <a:lnTo>
                    <a:pt x="2257263" y="1435289"/>
                  </a:lnTo>
                  <a:lnTo>
                    <a:pt x="2256595" y="1435289"/>
                  </a:lnTo>
                  <a:lnTo>
                    <a:pt x="2255927" y="1435289"/>
                  </a:lnTo>
                  <a:lnTo>
                    <a:pt x="2255259" y="1435289"/>
                  </a:lnTo>
                  <a:lnTo>
                    <a:pt x="2254591" y="1435289"/>
                  </a:lnTo>
                  <a:lnTo>
                    <a:pt x="2253923" y="1435289"/>
                  </a:lnTo>
                  <a:lnTo>
                    <a:pt x="2253255" y="1435289"/>
                  </a:lnTo>
                  <a:lnTo>
                    <a:pt x="2252587" y="1435289"/>
                  </a:lnTo>
                  <a:lnTo>
                    <a:pt x="2251919" y="1435289"/>
                  </a:lnTo>
                  <a:lnTo>
                    <a:pt x="2251251" y="1435289"/>
                  </a:lnTo>
                  <a:lnTo>
                    <a:pt x="2250583" y="1435289"/>
                  </a:lnTo>
                  <a:lnTo>
                    <a:pt x="2249915" y="1435289"/>
                  </a:lnTo>
                  <a:lnTo>
                    <a:pt x="2249247" y="1435289"/>
                  </a:lnTo>
                  <a:lnTo>
                    <a:pt x="2248579" y="1435289"/>
                  </a:lnTo>
                  <a:lnTo>
                    <a:pt x="2247911" y="1435289"/>
                  </a:lnTo>
                  <a:lnTo>
                    <a:pt x="2247243" y="1435289"/>
                  </a:lnTo>
                  <a:lnTo>
                    <a:pt x="2246575" y="1435289"/>
                  </a:lnTo>
                  <a:lnTo>
                    <a:pt x="2245907" y="1435289"/>
                  </a:lnTo>
                  <a:lnTo>
                    <a:pt x="2245239" y="1435289"/>
                  </a:lnTo>
                  <a:lnTo>
                    <a:pt x="2244571" y="1435289"/>
                  </a:lnTo>
                  <a:lnTo>
                    <a:pt x="2243903" y="1435289"/>
                  </a:lnTo>
                  <a:lnTo>
                    <a:pt x="2243235" y="1435289"/>
                  </a:lnTo>
                  <a:lnTo>
                    <a:pt x="2242567" y="1435289"/>
                  </a:lnTo>
                  <a:lnTo>
                    <a:pt x="2241899" y="1435289"/>
                  </a:lnTo>
                  <a:lnTo>
                    <a:pt x="2241231" y="1435289"/>
                  </a:lnTo>
                  <a:lnTo>
                    <a:pt x="2240563" y="1435289"/>
                  </a:lnTo>
                  <a:lnTo>
                    <a:pt x="2239895" y="1435289"/>
                  </a:lnTo>
                  <a:lnTo>
                    <a:pt x="2239227" y="1435289"/>
                  </a:lnTo>
                  <a:lnTo>
                    <a:pt x="2238559" y="1435289"/>
                  </a:lnTo>
                  <a:lnTo>
                    <a:pt x="2237891" y="1435289"/>
                  </a:lnTo>
                  <a:lnTo>
                    <a:pt x="2237223" y="1435289"/>
                  </a:lnTo>
                  <a:lnTo>
                    <a:pt x="2236555" y="1435289"/>
                  </a:lnTo>
                  <a:lnTo>
                    <a:pt x="2235887" y="1435289"/>
                  </a:lnTo>
                  <a:lnTo>
                    <a:pt x="2235219" y="1435289"/>
                  </a:lnTo>
                  <a:lnTo>
                    <a:pt x="2234551" y="1435289"/>
                  </a:lnTo>
                  <a:lnTo>
                    <a:pt x="2233883" y="1435289"/>
                  </a:lnTo>
                  <a:lnTo>
                    <a:pt x="2233214" y="1435289"/>
                  </a:lnTo>
                  <a:lnTo>
                    <a:pt x="2232546" y="1435289"/>
                  </a:lnTo>
                  <a:lnTo>
                    <a:pt x="2231878" y="1435289"/>
                  </a:lnTo>
                  <a:lnTo>
                    <a:pt x="2231210" y="1435289"/>
                  </a:lnTo>
                  <a:lnTo>
                    <a:pt x="2230542" y="1435289"/>
                  </a:lnTo>
                  <a:lnTo>
                    <a:pt x="2229874" y="1435289"/>
                  </a:lnTo>
                  <a:lnTo>
                    <a:pt x="2229206" y="1435289"/>
                  </a:lnTo>
                  <a:lnTo>
                    <a:pt x="2228538" y="1435289"/>
                  </a:lnTo>
                  <a:lnTo>
                    <a:pt x="2227870" y="1435289"/>
                  </a:lnTo>
                  <a:lnTo>
                    <a:pt x="2227202" y="1435289"/>
                  </a:lnTo>
                  <a:lnTo>
                    <a:pt x="2226534" y="1435289"/>
                  </a:lnTo>
                  <a:lnTo>
                    <a:pt x="2225866" y="1435289"/>
                  </a:lnTo>
                  <a:lnTo>
                    <a:pt x="2225198" y="1435289"/>
                  </a:lnTo>
                  <a:lnTo>
                    <a:pt x="2224530" y="1435289"/>
                  </a:lnTo>
                  <a:lnTo>
                    <a:pt x="2223862" y="1435289"/>
                  </a:lnTo>
                  <a:lnTo>
                    <a:pt x="2223194" y="1435289"/>
                  </a:lnTo>
                  <a:lnTo>
                    <a:pt x="2222526" y="1435289"/>
                  </a:lnTo>
                  <a:lnTo>
                    <a:pt x="2221858" y="1435289"/>
                  </a:lnTo>
                  <a:lnTo>
                    <a:pt x="2221190" y="1435289"/>
                  </a:lnTo>
                  <a:lnTo>
                    <a:pt x="2220522" y="1435289"/>
                  </a:lnTo>
                  <a:lnTo>
                    <a:pt x="2219854" y="1435289"/>
                  </a:lnTo>
                  <a:lnTo>
                    <a:pt x="2219186" y="1435289"/>
                  </a:lnTo>
                  <a:lnTo>
                    <a:pt x="2218518" y="1435289"/>
                  </a:lnTo>
                  <a:lnTo>
                    <a:pt x="2217850" y="1435289"/>
                  </a:lnTo>
                  <a:lnTo>
                    <a:pt x="2217182" y="1435289"/>
                  </a:lnTo>
                  <a:lnTo>
                    <a:pt x="2216514" y="1435289"/>
                  </a:lnTo>
                  <a:lnTo>
                    <a:pt x="2215846" y="1435289"/>
                  </a:lnTo>
                  <a:lnTo>
                    <a:pt x="2215178" y="1435289"/>
                  </a:lnTo>
                  <a:lnTo>
                    <a:pt x="2214510" y="1435289"/>
                  </a:lnTo>
                  <a:lnTo>
                    <a:pt x="2213842" y="1435289"/>
                  </a:lnTo>
                  <a:lnTo>
                    <a:pt x="2213174" y="1435289"/>
                  </a:lnTo>
                  <a:lnTo>
                    <a:pt x="2212506" y="1435289"/>
                  </a:lnTo>
                  <a:lnTo>
                    <a:pt x="2211838" y="1435289"/>
                  </a:lnTo>
                  <a:lnTo>
                    <a:pt x="2211170" y="1435289"/>
                  </a:lnTo>
                  <a:lnTo>
                    <a:pt x="2210502" y="1435289"/>
                  </a:lnTo>
                  <a:lnTo>
                    <a:pt x="2209834" y="1435289"/>
                  </a:lnTo>
                  <a:lnTo>
                    <a:pt x="2209166" y="1435289"/>
                  </a:lnTo>
                  <a:lnTo>
                    <a:pt x="2208497" y="1435289"/>
                  </a:lnTo>
                  <a:lnTo>
                    <a:pt x="2207829" y="1435289"/>
                  </a:lnTo>
                  <a:lnTo>
                    <a:pt x="2207161" y="1435289"/>
                  </a:lnTo>
                  <a:lnTo>
                    <a:pt x="2206493" y="1435289"/>
                  </a:lnTo>
                  <a:lnTo>
                    <a:pt x="2205825" y="1435289"/>
                  </a:lnTo>
                  <a:lnTo>
                    <a:pt x="2205157" y="1435289"/>
                  </a:lnTo>
                  <a:lnTo>
                    <a:pt x="2204489" y="1435289"/>
                  </a:lnTo>
                  <a:lnTo>
                    <a:pt x="2203821" y="1435289"/>
                  </a:lnTo>
                  <a:lnTo>
                    <a:pt x="2203153" y="1435289"/>
                  </a:lnTo>
                  <a:lnTo>
                    <a:pt x="2202485" y="1435289"/>
                  </a:lnTo>
                  <a:lnTo>
                    <a:pt x="2201817" y="1435289"/>
                  </a:lnTo>
                  <a:lnTo>
                    <a:pt x="2201149" y="1435289"/>
                  </a:lnTo>
                  <a:lnTo>
                    <a:pt x="2200481" y="1435289"/>
                  </a:lnTo>
                  <a:lnTo>
                    <a:pt x="2199813" y="1435289"/>
                  </a:lnTo>
                  <a:lnTo>
                    <a:pt x="2199145" y="1435289"/>
                  </a:lnTo>
                  <a:lnTo>
                    <a:pt x="2198477" y="1435289"/>
                  </a:lnTo>
                  <a:lnTo>
                    <a:pt x="2197809" y="1435289"/>
                  </a:lnTo>
                  <a:lnTo>
                    <a:pt x="2197141" y="1435289"/>
                  </a:lnTo>
                  <a:lnTo>
                    <a:pt x="2196473" y="1435289"/>
                  </a:lnTo>
                  <a:lnTo>
                    <a:pt x="2195805" y="1435289"/>
                  </a:lnTo>
                  <a:lnTo>
                    <a:pt x="2195137" y="1435289"/>
                  </a:lnTo>
                  <a:lnTo>
                    <a:pt x="2194469" y="1435289"/>
                  </a:lnTo>
                  <a:lnTo>
                    <a:pt x="2193801" y="1435289"/>
                  </a:lnTo>
                  <a:lnTo>
                    <a:pt x="2193133" y="1435289"/>
                  </a:lnTo>
                  <a:lnTo>
                    <a:pt x="2192465" y="1435289"/>
                  </a:lnTo>
                  <a:lnTo>
                    <a:pt x="2191797" y="1435289"/>
                  </a:lnTo>
                  <a:lnTo>
                    <a:pt x="2191129" y="1435289"/>
                  </a:lnTo>
                  <a:lnTo>
                    <a:pt x="2190461" y="1435289"/>
                  </a:lnTo>
                  <a:lnTo>
                    <a:pt x="2189793" y="1435289"/>
                  </a:lnTo>
                  <a:lnTo>
                    <a:pt x="2189125" y="1435289"/>
                  </a:lnTo>
                  <a:lnTo>
                    <a:pt x="2188457" y="1435289"/>
                  </a:lnTo>
                  <a:lnTo>
                    <a:pt x="2187789" y="1435289"/>
                  </a:lnTo>
                  <a:lnTo>
                    <a:pt x="2187121" y="1435289"/>
                  </a:lnTo>
                  <a:lnTo>
                    <a:pt x="2186453" y="1435289"/>
                  </a:lnTo>
                  <a:lnTo>
                    <a:pt x="2185785" y="1435289"/>
                  </a:lnTo>
                  <a:lnTo>
                    <a:pt x="2185117" y="1435289"/>
                  </a:lnTo>
                  <a:lnTo>
                    <a:pt x="2184449" y="1435289"/>
                  </a:lnTo>
                  <a:lnTo>
                    <a:pt x="2183780" y="1435289"/>
                  </a:lnTo>
                  <a:lnTo>
                    <a:pt x="2183112" y="1435289"/>
                  </a:lnTo>
                  <a:lnTo>
                    <a:pt x="2182444" y="1435289"/>
                  </a:lnTo>
                  <a:lnTo>
                    <a:pt x="2181776" y="1435289"/>
                  </a:lnTo>
                  <a:lnTo>
                    <a:pt x="2181108" y="1435289"/>
                  </a:lnTo>
                  <a:lnTo>
                    <a:pt x="2180440" y="1435289"/>
                  </a:lnTo>
                  <a:lnTo>
                    <a:pt x="2179772" y="1435289"/>
                  </a:lnTo>
                  <a:lnTo>
                    <a:pt x="2179104" y="1435289"/>
                  </a:lnTo>
                  <a:lnTo>
                    <a:pt x="2178436" y="1435289"/>
                  </a:lnTo>
                  <a:lnTo>
                    <a:pt x="2177768" y="1435289"/>
                  </a:lnTo>
                  <a:lnTo>
                    <a:pt x="2177100" y="1435289"/>
                  </a:lnTo>
                  <a:lnTo>
                    <a:pt x="2176432" y="1435289"/>
                  </a:lnTo>
                  <a:lnTo>
                    <a:pt x="2175764" y="1435289"/>
                  </a:lnTo>
                  <a:lnTo>
                    <a:pt x="2175096" y="1435289"/>
                  </a:lnTo>
                  <a:lnTo>
                    <a:pt x="2174428" y="1435289"/>
                  </a:lnTo>
                  <a:lnTo>
                    <a:pt x="2173760" y="1435289"/>
                  </a:lnTo>
                  <a:lnTo>
                    <a:pt x="2173092" y="1435289"/>
                  </a:lnTo>
                  <a:lnTo>
                    <a:pt x="2172424" y="1435289"/>
                  </a:lnTo>
                  <a:lnTo>
                    <a:pt x="2171756" y="1435289"/>
                  </a:lnTo>
                  <a:lnTo>
                    <a:pt x="2171088" y="1435289"/>
                  </a:lnTo>
                  <a:lnTo>
                    <a:pt x="2170420" y="1435289"/>
                  </a:lnTo>
                  <a:lnTo>
                    <a:pt x="2169752" y="1435289"/>
                  </a:lnTo>
                  <a:lnTo>
                    <a:pt x="2169084" y="1435289"/>
                  </a:lnTo>
                  <a:lnTo>
                    <a:pt x="2168416" y="1435289"/>
                  </a:lnTo>
                  <a:lnTo>
                    <a:pt x="2167748" y="1435289"/>
                  </a:lnTo>
                  <a:lnTo>
                    <a:pt x="2167080" y="1435289"/>
                  </a:lnTo>
                  <a:lnTo>
                    <a:pt x="2166412" y="1435289"/>
                  </a:lnTo>
                  <a:lnTo>
                    <a:pt x="2165744" y="1435289"/>
                  </a:lnTo>
                  <a:lnTo>
                    <a:pt x="2165076" y="1435289"/>
                  </a:lnTo>
                  <a:lnTo>
                    <a:pt x="2164408" y="1435289"/>
                  </a:lnTo>
                  <a:lnTo>
                    <a:pt x="2163740" y="1435289"/>
                  </a:lnTo>
                  <a:lnTo>
                    <a:pt x="2163072" y="1435289"/>
                  </a:lnTo>
                  <a:lnTo>
                    <a:pt x="2162404" y="1435289"/>
                  </a:lnTo>
                  <a:lnTo>
                    <a:pt x="2161736" y="1435289"/>
                  </a:lnTo>
                  <a:lnTo>
                    <a:pt x="2161068" y="1435289"/>
                  </a:lnTo>
                  <a:lnTo>
                    <a:pt x="2160400" y="1435289"/>
                  </a:lnTo>
                  <a:lnTo>
                    <a:pt x="2159731" y="1435289"/>
                  </a:lnTo>
                  <a:lnTo>
                    <a:pt x="2159063" y="1435289"/>
                  </a:lnTo>
                  <a:lnTo>
                    <a:pt x="2158395" y="1435289"/>
                  </a:lnTo>
                  <a:lnTo>
                    <a:pt x="2157727" y="1435289"/>
                  </a:lnTo>
                  <a:lnTo>
                    <a:pt x="2157059" y="1435289"/>
                  </a:lnTo>
                  <a:lnTo>
                    <a:pt x="2156391" y="1435289"/>
                  </a:lnTo>
                  <a:lnTo>
                    <a:pt x="2155723" y="1435289"/>
                  </a:lnTo>
                  <a:lnTo>
                    <a:pt x="2155055" y="1435289"/>
                  </a:lnTo>
                  <a:lnTo>
                    <a:pt x="2154387" y="1435289"/>
                  </a:lnTo>
                  <a:lnTo>
                    <a:pt x="2153719" y="1435289"/>
                  </a:lnTo>
                  <a:lnTo>
                    <a:pt x="2153051" y="1435289"/>
                  </a:lnTo>
                  <a:lnTo>
                    <a:pt x="2152383" y="1435289"/>
                  </a:lnTo>
                  <a:lnTo>
                    <a:pt x="2151715" y="1435289"/>
                  </a:lnTo>
                  <a:lnTo>
                    <a:pt x="2151047" y="1435289"/>
                  </a:lnTo>
                  <a:lnTo>
                    <a:pt x="2150379" y="1435289"/>
                  </a:lnTo>
                  <a:lnTo>
                    <a:pt x="2149711" y="1435289"/>
                  </a:lnTo>
                  <a:lnTo>
                    <a:pt x="2149043" y="1435289"/>
                  </a:lnTo>
                  <a:lnTo>
                    <a:pt x="2148375" y="1435289"/>
                  </a:lnTo>
                  <a:lnTo>
                    <a:pt x="2147707" y="1435289"/>
                  </a:lnTo>
                  <a:lnTo>
                    <a:pt x="2147039" y="1435289"/>
                  </a:lnTo>
                  <a:lnTo>
                    <a:pt x="2146371" y="1435289"/>
                  </a:lnTo>
                  <a:lnTo>
                    <a:pt x="2145703" y="1435289"/>
                  </a:lnTo>
                  <a:lnTo>
                    <a:pt x="2145035" y="1435289"/>
                  </a:lnTo>
                  <a:lnTo>
                    <a:pt x="2144367" y="1435289"/>
                  </a:lnTo>
                  <a:lnTo>
                    <a:pt x="2143699" y="1435289"/>
                  </a:lnTo>
                  <a:lnTo>
                    <a:pt x="2143031" y="1435289"/>
                  </a:lnTo>
                  <a:lnTo>
                    <a:pt x="2142363" y="1435289"/>
                  </a:lnTo>
                  <a:lnTo>
                    <a:pt x="2141695" y="1435289"/>
                  </a:lnTo>
                  <a:lnTo>
                    <a:pt x="2141027" y="1435289"/>
                  </a:lnTo>
                  <a:lnTo>
                    <a:pt x="2140359" y="1435289"/>
                  </a:lnTo>
                  <a:lnTo>
                    <a:pt x="2139691" y="1435289"/>
                  </a:lnTo>
                  <a:lnTo>
                    <a:pt x="2139023" y="1435289"/>
                  </a:lnTo>
                  <a:lnTo>
                    <a:pt x="2138355" y="1435289"/>
                  </a:lnTo>
                  <a:lnTo>
                    <a:pt x="2137687" y="1435289"/>
                  </a:lnTo>
                  <a:lnTo>
                    <a:pt x="2137019" y="1435289"/>
                  </a:lnTo>
                  <a:lnTo>
                    <a:pt x="2136351" y="1435289"/>
                  </a:lnTo>
                  <a:lnTo>
                    <a:pt x="2135683" y="1435289"/>
                  </a:lnTo>
                  <a:lnTo>
                    <a:pt x="2135014" y="1435289"/>
                  </a:lnTo>
                  <a:lnTo>
                    <a:pt x="2134346" y="1435289"/>
                  </a:lnTo>
                  <a:lnTo>
                    <a:pt x="2133678" y="1435289"/>
                  </a:lnTo>
                  <a:lnTo>
                    <a:pt x="2133010" y="1435289"/>
                  </a:lnTo>
                  <a:lnTo>
                    <a:pt x="2132342" y="1435289"/>
                  </a:lnTo>
                  <a:lnTo>
                    <a:pt x="2131674" y="1435289"/>
                  </a:lnTo>
                  <a:lnTo>
                    <a:pt x="2131006" y="1435289"/>
                  </a:lnTo>
                  <a:lnTo>
                    <a:pt x="2130338" y="1435289"/>
                  </a:lnTo>
                  <a:lnTo>
                    <a:pt x="2129670" y="1435289"/>
                  </a:lnTo>
                  <a:lnTo>
                    <a:pt x="2129002" y="1435289"/>
                  </a:lnTo>
                  <a:lnTo>
                    <a:pt x="2128334" y="1435289"/>
                  </a:lnTo>
                  <a:lnTo>
                    <a:pt x="2127666" y="1435289"/>
                  </a:lnTo>
                  <a:lnTo>
                    <a:pt x="2126998" y="1435289"/>
                  </a:lnTo>
                  <a:lnTo>
                    <a:pt x="2126330" y="1435289"/>
                  </a:lnTo>
                  <a:lnTo>
                    <a:pt x="2125662" y="1435289"/>
                  </a:lnTo>
                  <a:lnTo>
                    <a:pt x="2124994" y="1435289"/>
                  </a:lnTo>
                  <a:lnTo>
                    <a:pt x="2124326" y="1435289"/>
                  </a:lnTo>
                  <a:lnTo>
                    <a:pt x="2123658" y="1435289"/>
                  </a:lnTo>
                  <a:lnTo>
                    <a:pt x="2122990" y="1435289"/>
                  </a:lnTo>
                  <a:lnTo>
                    <a:pt x="2122322" y="1435289"/>
                  </a:lnTo>
                  <a:lnTo>
                    <a:pt x="2121654" y="1435289"/>
                  </a:lnTo>
                  <a:lnTo>
                    <a:pt x="2120986" y="1435289"/>
                  </a:lnTo>
                  <a:lnTo>
                    <a:pt x="2120318" y="1435289"/>
                  </a:lnTo>
                  <a:lnTo>
                    <a:pt x="2119650" y="1435289"/>
                  </a:lnTo>
                  <a:lnTo>
                    <a:pt x="2118982" y="1435289"/>
                  </a:lnTo>
                  <a:lnTo>
                    <a:pt x="2118314" y="1435289"/>
                  </a:lnTo>
                  <a:lnTo>
                    <a:pt x="2117646" y="1435289"/>
                  </a:lnTo>
                  <a:lnTo>
                    <a:pt x="2116978" y="1435289"/>
                  </a:lnTo>
                  <a:lnTo>
                    <a:pt x="2116310" y="1435289"/>
                  </a:lnTo>
                  <a:lnTo>
                    <a:pt x="2115642" y="1435289"/>
                  </a:lnTo>
                  <a:lnTo>
                    <a:pt x="2114974" y="1435289"/>
                  </a:lnTo>
                  <a:lnTo>
                    <a:pt x="2114306" y="1435289"/>
                  </a:lnTo>
                  <a:lnTo>
                    <a:pt x="2113638" y="1435289"/>
                  </a:lnTo>
                  <a:lnTo>
                    <a:pt x="2112970" y="1435289"/>
                  </a:lnTo>
                  <a:lnTo>
                    <a:pt x="2112302" y="1435289"/>
                  </a:lnTo>
                  <a:lnTo>
                    <a:pt x="2111634" y="1435289"/>
                  </a:lnTo>
                  <a:lnTo>
                    <a:pt x="2110966" y="1435289"/>
                  </a:lnTo>
                  <a:lnTo>
                    <a:pt x="2110297" y="1435289"/>
                  </a:lnTo>
                  <a:lnTo>
                    <a:pt x="2109629" y="1435289"/>
                  </a:lnTo>
                  <a:lnTo>
                    <a:pt x="2108961" y="1435289"/>
                  </a:lnTo>
                  <a:lnTo>
                    <a:pt x="2108293" y="1435289"/>
                  </a:lnTo>
                  <a:lnTo>
                    <a:pt x="2107625" y="1435289"/>
                  </a:lnTo>
                  <a:lnTo>
                    <a:pt x="2106957" y="1435289"/>
                  </a:lnTo>
                  <a:lnTo>
                    <a:pt x="2106289" y="1435289"/>
                  </a:lnTo>
                  <a:lnTo>
                    <a:pt x="2105621" y="1435289"/>
                  </a:lnTo>
                  <a:lnTo>
                    <a:pt x="2104953" y="1435289"/>
                  </a:lnTo>
                  <a:lnTo>
                    <a:pt x="2104285" y="1435289"/>
                  </a:lnTo>
                  <a:lnTo>
                    <a:pt x="2103617" y="1435289"/>
                  </a:lnTo>
                  <a:lnTo>
                    <a:pt x="2102949" y="1435289"/>
                  </a:lnTo>
                  <a:lnTo>
                    <a:pt x="2102281" y="1435289"/>
                  </a:lnTo>
                  <a:lnTo>
                    <a:pt x="2101613" y="1435289"/>
                  </a:lnTo>
                  <a:lnTo>
                    <a:pt x="2100945" y="1435289"/>
                  </a:lnTo>
                  <a:lnTo>
                    <a:pt x="2100277" y="1435289"/>
                  </a:lnTo>
                  <a:lnTo>
                    <a:pt x="2099609" y="1435289"/>
                  </a:lnTo>
                  <a:lnTo>
                    <a:pt x="2098941" y="1435289"/>
                  </a:lnTo>
                  <a:lnTo>
                    <a:pt x="2098273" y="1435289"/>
                  </a:lnTo>
                  <a:lnTo>
                    <a:pt x="2097605" y="1435289"/>
                  </a:lnTo>
                  <a:lnTo>
                    <a:pt x="2096937" y="1435289"/>
                  </a:lnTo>
                  <a:lnTo>
                    <a:pt x="2096269" y="1435289"/>
                  </a:lnTo>
                  <a:lnTo>
                    <a:pt x="2095601" y="1435289"/>
                  </a:lnTo>
                  <a:lnTo>
                    <a:pt x="2094933" y="1435289"/>
                  </a:lnTo>
                  <a:lnTo>
                    <a:pt x="2094265" y="1435289"/>
                  </a:lnTo>
                  <a:lnTo>
                    <a:pt x="2093597" y="1435289"/>
                  </a:lnTo>
                  <a:lnTo>
                    <a:pt x="2092929" y="1435289"/>
                  </a:lnTo>
                  <a:lnTo>
                    <a:pt x="2092261" y="1435289"/>
                  </a:lnTo>
                  <a:lnTo>
                    <a:pt x="2091593" y="1435289"/>
                  </a:lnTo>
                  <a:lnTo>
                    <a:pt x="2090925" y="1435289"/>
                  </a:lnTo>
                  <a:lnTo>
                    <a:pt x="2090257" y="1435289"/>
                  </a:lnTo>
                  <a:lnTo>
                    <a:pt x="2089589" y="1435289"/>
                  </a:lnTo>
                  <a:lnTo>
                    <a:pt x="2088921" y="1435289"/>
                  </a:lnTo>
                  <a:lnTo>
                    <a:pt x="2088253" y="1435289"/>
                  </a:lnTo>
                  <a:lnTo>
                    <a:pt x="2087585" y="1435289"/>
                  </a:lnTo>
                  <a:lnTo>
                    <a:pt x="2086917" y="1435289"/>
                  </a:lnTo>
                  <a:lnTo>
                    <a:pt x="2086249" y="1435289"/>
                  </a:lnTo>
                  <a:lnTo>
                    <a:pt x="2085580" y="1435289"/>
                  </a:lnTo>
                  <a:lnTo>
                    <a:pt x="2084912" y="1435289"/>
                  </a:lnTo>
                  <a:lnTo>
                    <a:pt x="2084244" y="1435289"/>
                  </a:lnTo>
                  <a:lnTo>
                    <a:pt x="2083576" y="1435289"/>
                  </a:lnTo>
                  <a:lnTo>
                    <a:pt x="2082908" y="1435289"/>
                  </a:lnTo>
                  <a:lnTo>
                    <a:pt x="2082240" y="1435289"/>
                  </a:lnTo>
                  <a:lnTo>
                    <a:pt x="2081572" y="1435289"/>
                  </a:lnTo>
                  <a:lnTo>
                    <a:pt x="2080904" y="1435289"/>
                  </a:lnTo>
                  <a:lnTo>
                    <a:pt x="2080236" y="1435289"/>
                  </a:lnTo>
                  <a:lnTo>
                    <a:pt x="2079568" y="1435289"/>
                  </a:lnTo>
                  <a:lnTo>
                    <a:pt x="2078900" y="1435289"/>
                  </a:lnTo>
                  <a:lnTo>
                    <a:pt x="2078232" y="1435289"/>
                  </a:lnTo>
                  <a:lnTo>
                    <a:pt x="2077564" y="1435289"/>
                  </a:lnTo>
                  <a:lnTo>
                    <a:pt x="2076896" y="1435289"/>
                  </a:lnTo>
                  <a:lnTo>
                    <a:pt x="2076228" y="1435289"/>
                  </a:lnTo>
                  <a:lnTo>
                    <a:pt x="2075560" y="1435289"/>
                  </a:lnTo>
                  <a:lnTo>
                    <a:pt x="2074892" y="1435289"/>
                  </a:lnTo>
                  <a:lnTo>
                    <a:pt x="2074224" y="1435289"/>
                  </a:lnTo>
                  <a:lnTo>
                    <a:pt x="2073556" y="1435289"/>
                  </a:lnTo>
                  <a:lnTo>
                    <a:pt x="2072888" y="1435289"/>
                  </a:lnTo>
                  <a:lnTo>
                    <a:pt x="2072220" y="1435289"/>
                  </a:lnTo>
                  <a:lnTo>
                    <a:pt x="2071552" y="1435289"/>
                  </a:lnTo>
                  <a:lnTo>
                    <a:pt x="2070884" y="1435289"/>
                  </a:lnTo>
                  <a:lnTo>
                    <a:pt x="2070216" y="1435289"/>
                  </a:lnTo>
                  <a:lnTo>
                    <a:pt x="2069548" y="1435289"/>
                  </a:lnTo>
                  <a:lnTo>
                    <a:pt x="2068880" y="1435289"/>
                  </a:lnTo>
                  <a:lnTo>
                    <a:pt x="2068212" y="1435289"/>
                  </a:lnTo>
                  <a:lnTo>
                    <a:pt x="2067544" y="1435289"/>
                  </a:lnTo>
                  <a:lnTo>
                    <a:pt x="2066876" y="1435289"/>
                  </a:lnTo>
                  <a:lnTo>
                    <a:pt x="2066208" y="1435289"/>
                  </a:lnTo>
                  <a:lnTo>
                    <a:pt x="2065540" y="1435289"/>
                  </a:lnTo>
                  <a:lnTo>
                    <a:pt x="2064872" y="1435289"/>
                  </a:lnTo>
                  <a:lnTo>
                    <a:pt x="2064204" y="1435289"/>
                  </a:lnTo>
                  <a:lnTo>
                    <a:pt x="2063536" y="1435289"/>
                  </a:lnTo>
                  <a:lnTo>
                    <a:pt x="2062868" y="1435289"/>
                  </a:lnTo>
                  <a:lnTo>
                    <a:pt x="2062200" y="1435289"/>
                  </a:lnTo>
                  <a:lnTo>
                    <a:pt x="2061531" y="1435289"/>
                  </a:lnTo>
                  <a:lnTo>
                    <a:pt x="2060863" y="1435289"/>
                  </a:lnTo>
                  <a:lnTo>
                    <a:pt x="2060195" y="1435289"/>
                  </a:lnTo>
                  <a:lnTo>
                    <a:pt x="2059527" y="1435289"/>
                  </a:lnTo>
                  <a:lnTo>
                    <a:pt x="2058859" y="1435289"/>
                  </a:lnTo>
                  <a:lnTo>
                    <a:pt x="2058191" y="1435289"/>
                  </a:lnTo>
                  <a:lnTo>
                    <a:pt x="2057523" y="1435289"/>
                  </a:lnTo>
                  <a:lnTo>
                    <a:pt x="2056855" y="1435289"/>
                  </a:lnTo>
                  <a:lnTo>
                    <a:pt x="2056187" y="1435289"/>
                  </a:lnTo>
                  <a:lnTo>
                    <a:pt x="2055519" y="1435289"/>
                  </a:lnTo>
                  <a:lnTo>
                    <a:pt x="2054851" y="1435289"/>
                  </a:lnTo>
                  <a:lnTo>
                    <a:pt x="2054183" y="1435289"/>
                  </a:lnTo>
                  <a:lnTo>
                    <a:pt x="2053515" y="1435289"/>
                  </a:lnTo>
                  <a:lnTo>
                    <a:pt x="2052847" y="1435289"/>
                  </a:lnTo>
                  <a:lnTo>
                    <a:pt x="2052179" y="1435289"/>
                  </a:lnTo>
                  <a:lnTo>
                    <a:pt x="2051511" y="1435289"/>
                  </a:lnTo>
                  <a:lnTo>
                    <a:pt x="2050843" y="1435289"/>
                  </a:lnTo>
                  <a:lnTo>
                    <a:pt x="2050175" y="1435289"/>
                  </a:lnTo>
                  <a:lnTo>
                    <a:pt x="2049507" y="1435289"/>
                  </a:lnTo>
                  <a:lnTo>
                    <a:pt x="2048839" y="1435289"/>
                  </a:lnTo>
                  <a:lnTo>
                    <a:pt x="2048171" y="1435289"/>
                  </a:lnTo>
                  <a:lnTo>
                    <a:pt x="2047503" y="1435289"/>
                  </a:lnTo>
                  <a:lnTo>
                    <a:pt x="2046835" y="1435289"/>
                  </a:lnTo>
                  <a:lnTo>
                    <a:pt x="2046167" y="1435289"/>
                  </a:lnTo>
                  <a:lnTo>
                    <a:pt x="2045499" y="1435289"/>
                  </a:lnTo>
                  <a:lnTo>
                    <a:pt x="2044831" y="1435289"/>
                  </a:lnTo>
                  <a:lnTo>
                    <a:pt x="2044163" y="1435289"/>
                  </a:lnTo>
                  <a:lnTo>
                    <a:pt x="2043495" y="1435289"/>
                  </a:lnTo>
                  <a:lnTo>
                    <a:pt x="2042827" y="1435289"/>
                  </a:lnTo>
                  <a:lnTo>
                    <a:pt x="2042159" y="1435289"/>
                  </a:lnTo>
                  <a:lnTo>
                    <a:pt x="2041491" y="1435289"/>
                  </a:lnTo>
                  <a:lnTo>
                    <a:pt x="2040823" y="1435289"/>
                  </a:lnTo>
                  <a:lnTo>
                    <a:pt x="2040155" y="1435289"/>
                  </a:lnTo>
                  <a:lnTo>
                    <a:pt x="2039487" y="1435289"/>
                  </a:lnTo>
                  <a:lnTo>
                    <a:pt x="2038819" y="1435289"/>
                  </a:lnTo>
                  <a:lnTo>
                    <a:pt x="2038151" y="1435289"/>
                  </a:lnTo>
                  <a:lnTo>
                    <a:pt x="2037483" y="1435289"/>
                  </a:lnTo>
                  <a:lnTo>
                    <a:pt x="2036814" y="1435289"/>
                  </a:lnTo>
                  <a:lnTo>
                    <a:pt x="2036146" y="1435289"/>
                  </a:lnTo>
                  <a:lnTo>
                    <a:pt x="2035478" y="1435289"/>
                  </a:lnTo>
                  <a:lnTo>
                    <a:pt x="2034810" y="1435289"/>
                  </a:lnTo>
                  <a:lnTo>
                    <a:pt x="2034142" y="1435289"/>
                  </a:lnTo>
                  <a:lnTo>
                    <a:pt x="2033474" y="1435289"/>
                  </a:lnTo>
                  <a:lnTo>
                    <a:pt x="2032806" y="1435289"/>
                  </a:lnTo>
                  <a:lnTo>
                    <a:pt x="2032138" y="1435289"/>
                  </a:lnTo>
                  <a:lnTo>
                    <a:pt x="2031470" y="1435289"/>
                  </a:lnTo>
                  <a:lnTo>
                    <a:pt x="2030802" y="1435289"/>
                  </a:lnTo>
                  <a:lnTo>
                    <a:pt x="2030134" y="1435289"/>
                  </a:lnTo>
                  <a:lnTo>
                    <a:pt x="2029466" y="1435289"/>
                  </a:lnTo>
                  <a:lnTo>
                    <a:pt x="2028798" y="1435289"/>
                  </a:lnTo>
                  <a:lnTo>
                    <a:pt x="2028130" y="1435289"/>
                  </a:lnTo>
                  <a:lnTo>
                    <a:pt x="2027462" y="1435289"/>
                  </a:lnTo>
                  <a:lnTo>
                    <a:pt x="2026794" y="1435289"/>
                  </a:lnTo>
                  <a:lnTo>
                    <a:pt x="2026126" y="1435289"/>
                  </a:lnTo>
                  <a:lnTo>
                    <a:pt x="2025458" y="1435289"/>
                  </a:lnTo>
                  <a:lnTo>
                    <a:pt x="2024790" y="1435289"/>
                  </a:lnTo>
                  <a:lnTo>
                    <a:pt x="2024122" y="1435289"/>
                  </a:lnTo>
                  <a:lnTo>
                    <a:pt x="2023454" y="1435289"/>
                  </a:lnTo>
                  <a:lnTo>
                    <a:pt x="2022786" y="1435289"/>
                  </a:lnTo>
                  <a:lnTo>
                    <a:pt x="2022118" y="1435289"/>
                  </a:lnTo>
                  <a:lnTo>
                    <a:pt x="2021450" y="1435289"/>
                  </a:lnTo>
                  <a:lnTo>
                    <a:pt x="2020782" y="1435289"/>
                  </a:lnTo>
                  <a:lnTo>
                    <a:pt x="2020114" y="1435289"/>
                  </a:lnTo>
                  <a:lnTo>
                    <a:pt x="2019446" y="1435289"/>
                  </a:lnTo>
                  <a:lnTo>
                    <a:pt x="2018778" y="1435289"/>
                  </a:lnTo>
                  <a:lnTo>
                    <a:pt x="2018110" y="1435289"/>
                  </a:lnTo>
                  <a:lnTo>
                    <a:pt x="2017442" y="1435289"/>
                  </a:lnTo>
                  <a:lnTo>
                    <a:pt x="2016774" y="1435289"/>
                  </a:lnTo>
                  <a:lnTo>
                    <a:pt x="2016106" y="1435289"/>
                  </a:lnTo>
                  <a:lnTo>
                    <a:pt x="2015438" y="1435289"/>
                  </a:lnTo>
                  <a:lnTo>
                    <a:pt x="2014770" y="1435289"/>
                  </a:lnTo>
                  <a:lnTo>
                    <a:pt x="2014102" y="1435289"/>
                  </a:lnTo>
                  <a:lnTo>
                    <a:pt x="2013434" y="1435289"/>
                  </a:lnTo>
                  <a:lnTo>
                    <a:pt x="2012766" y="1435289"/>
                  </a:lnTo>
                  <a:lnTo>
                    <a:pt x="2012097" y="1435289"/>
                  </a:lnTo>
                  <a:lnTo>
                    <a:pt x="2011429" y="1435289"/>
                  </a:lnTo>
                  <a:lnTo>
                    <a:pt x="2010761" y="1435289"/>
                  </a:lnTo>
                  <a:lnTo>
                    <a:pt x="2010093" y="1435289"/>
                  </a:lnTo>
                  <a:lnTo>
                    <a:pt x="2009425" y="1435289"/>
                  </a:lnTo>
                  <a:lnTo>
                    <a:pt x="2008757" y="1435289"/>
                  </a:lnTo>
                  <a:lnTo>
                    <a:pt x="2008089" y="1435289"/>
                  </a:lnTo>
                  <a:lnTo>
                    <a:pt x="2007421" y="1435289"/>
                  </a:lnTo>
                  <a:lnTo>
                    <a:pt x="2006753" y="1435289"/>
                  </a:lnTo>
                  <a:lnTo>
                    <a:pt x="2006085" y="1435289"/>
                  </a:lnTo>
                  <a:lnTo>
                    <a:pt x="2005417" y="1435289"/>
                  </a:lnTo>
                  <a:lnTo>
                    <a:pt x="2004749" y="1435289"/>
                  </a:lnTo>
                  <a:lnTo>
                    <a:pt x="2004081" y="1435289"/>
                  </a:lnTo>
                  <a:lnTo>
                    <a:pt x="2003413" y="1435289"/>
                  </a:lnTo>
                  <a:lnTo>
                    <a:pt x="2002745" y="1435289"/>
                  </a:lnTo>
                  <a:lnTo>
                    <a:pt x="2002077" y="1435289"/>
                  </a:lnTo>
                  <a:lnTo>
                    <a:pt x="2001409" y="1435289"/>
                  </a:lnTo>
                  <a:lnTo>
                    <a:pt x="2000741" y="1435289"/>
                  </a:lnTo>
                  <a:lnTo>
                    <a:pt x="2000073" y="1435289"/>
                  </a:lnTo>
                  <a:lnTo>
                    <a:pt x="1999405" y="1435289"/>
                  </a:lnTo>
                  <a:lnTo>
                    <a:pt x="1998737" y="1435289"/>
                  </a:lnTo>
                  <a:lnTo>
                    <a:pt x="1998069" y="1435289"/>
                  </a:lnTo>
                  <a:lnTo>
                    <a:pt x="1997401" y="1435289"/>
                  </a:lnTo>
                  <a:lnTo>
                    <a:pt x="1996733" y="1435289"/>
                  </a:lnTo>
                  <a:lnTo>
                    <a:pt x="1996065" y="1435289"/>
                  </a:lnTo>
                  <a:lnTo>
                    <a:pt x="1995397" y="1435289"/>
                  </a:lnTo>
                  <a:lnTo>
                    <a:pt x="1994729" y="1435289"/>
                  </a:lnTo>
                  <a:lnTo>
                    <a:pt x="1994061" y="1435289"/>
                  </a:lnTo>
                  <a:lnTo>
                    <a:pt x="1993393" y="1435289"/>
                  </a:lnTo>
                  <a:lnTo>
                    <a:pt x="1992725" y="1435289"/>
                  </a:lnTo>
                  <a:lnTo>
                    <a:pt x="1992057" y="1435289"/>
                  </a:lnTo>
                  <a:lnTo>
                    <a:pt x="1991389" y="1435289"/>
                  </a:lnTo>
                  <a:lnTo>
                    <a:pt x="1990721" y="1435289"/>
                  </a:lnTo>
                  <a:lnTo>
                    <a:pt x="1990053" y="1435289"/>
                  </a:lnTo>
                  <a:lnTo>
                    <a:pt x="1989385" y="1435289"/>
                  </a:lnTo>
                  <a:lnTo>
                    <a:pt x="1988717" y="1435289"/>
                  </a:lnTo>
                  <a:lnTo>
                    <a:pt x="1988049" y="1435289"/>
                  </a:lnTo>
                  <a:lnTo>
                    <a:pt x="1987380" y="1435289"/>
                  </a:lnTo>
                  <a:lnTo>
                    <a:pt x="1986712" y="1435289"/>
                  </a:lnTo>
                  <a:lnTo>
                    <a:pt x="1986044" y="1435289"/>
                  </a:lnTo>
                  <a:lnTo>
                    <a:pt x="1985376" y="1435289"/>
                  </a:lnTo>
                  <a:lnTo>
                    <a:pt x="1984708" y="1435289"/>
                  </a:lnTo>
                  <a:lnTo>
                    <a:pt x="1984040" y="1435289"/>
                  </a:lnTo>
                  <a:lnTo>
                    <a:pt x="1983372" y="1435289"/>
                  </a:lnTo>
                  <a:lnTo>
                    <a:pt x="1982704" y="1435289"/>
                  </a:lnTo>
                  <a:lnTo>
                    <a:pt x="1982036" y="1435289"/>
                  </a:lnTo>
                  <a:lnTo>
                    <a:pt x="1981368" y="1435289"/>
                  </a:lnTo>
                  <a:lnTo>
                    <a:pt x="1980700" y="1435289"/>
                  </a:lnTo>
                  <a:lnTo>
                    <a:pt x="1980032" y="1435289"/>
                  </a:lnTo>
                  <a:lnTo>
                    <a:pt x="1979364" y="1435289"/>
                  </a:lnTo>
                  <a:lnTo>
                    <a:pt x="1978696" y="1435289"/>
                  </a:lnTo>
                  <a:lnTo>
                    <a:pt x="1978028" y="1435289"/>
                  </a:lnTo>
                  <a:lnTo>
                    <a:pt x="1977360" y="1435289"/>
                  </a:lnTo>
                  <a:lnTo>
                    <a:pt x="1976692" y="1435289"/>
                  </a:lnTo>
                  <a:lnTo>
                    <a:pt x="1976024" y="1435289"/>
                  </a:lnTo>
                  <a:lnTo>
                    <a:pt x="1975356" y="1435289"/>
                  </a:lnTo>
                  <a:lnTo>
                    <a:pt x="1974688" y="1435289"/>
                  </a:lnTo>
                  <a:lnTo>
                    <a:pt x="1974020" y="1435289"/>
                  </a:lnTo>
                  <a:lnTo>
                    <a:pt x="1973352" y="1435289"/>
                  </a:lnTo>
                  <a:lnTo>
                    <a:pt x="1972684" y="1435289"/>
                  </a:lnTo>
                  <a:lnTo>
                    <a:pt x="1972016" y="1435289"/>
                  </a:lnTo>
                  <a:lnTo>
                    <a:pt x="1971348" y="1435289"/>
                  </a:lnTo>
                  <a:lnTo>
                    <a:pt x="1970680" y="1435289"/>
                  </a:lnTo>
                  <a:lnTo>
                    <a:pt x="1970012" y="1435289"/>
                  </a:lnTo>
                  <a:lnTo>
                    <a:pt x="1969344" y="1435289"/>
                  </a:lnTo>
                  <a:lnTo>
                    <a:pt x="1968676" y="1435289"/>
                  </a:lnTo>
                  <a:lnTo>
                    <a:pt x="1968008" y="1435289"/>
                  </a:lnTo>
                  <a:lnTo>
                    <a:pt x="1967340" y="1435289"/>
                  </a:lnTo>
                  <a:lnTo>
                    <a:pt x="1966672" y="1435289"/>
                  </a:lnTo>
                  <a:lnTo>
                    <a:pt x="1966004" y="1435289"/>
                  </a:lnTo>
                  <a:lnTo>
                    <a:pt x="1965336" y="1435289"/>
                  </a:lnTo>
                  <a:lnTo>
                    <a:pt x="1964668" y="1435289"/>
                  </a:lnTo>
                  <a:lnTo>
                    <a:pt x="1964000" y="1435289"/>
                  </a:lnTo>
                  <a:lnTo>
                    <a:pt x="1963331" y="1435289"/>
                  </a:lnTo>
                  <a:lnTo>
                    <a:pt x="1962663" y="1435289"/>
                  </a:lnTo>
                  <a:lnTo>
                    <a:pt x="1961995" y="1435289"/>
                  </a:lnTo>
                  <a:lnTo>
                    <a:pt x="1961327" y="1435289"/>
                  </a:lnTo>
                  <a:lnTo>
                    <a:pt x="1960659" y="1435289"/>
                  </a:lnTo>
                  <a:lnTo>
                    <a:pt x="1959991" y="1435289"/>
                  </a:lnTo>
                  <a:lnTo>
                    <a:pt x="1959323" y="1435289"/>
                  </a:lnTo>
                  <a:lnTo>
                    <a:pt x="1958655" y="1435289"/>
                  </a:lnTo>
                  <a:lnTo>
                    <a:pt x="1957987" y="1435289"/>
                  </a:lnTo>
                  <a:lnTo>
                    <a:pt x="1957319" y="1435289"/>
                  </a:lnTo>
                  <a:lnTo>
                    <a:pt x="1956651" y="1435289"/>
                  </a:lnTo>
                  <a:lnTo>
                    <a:pt x="1955983" y="1435289"/>
                  </a:lnTo>
                  <a:lnTo>
                    <a:pt x="1955315" y="1435289"/>
                  </a:lnTo>
                  <a:lnTo>
                    <a:pt x="1954647" y="1435289"/>
                  </a:lnTo>
                  <a:lnTo>
                    <a:pt x="1953979" y="1435289"/>
                  </a:lnTo>
                  <a:lnTo>
                    <a:pt x="1953311" y="1435289"/>
                  </a:lnTo>
                  <a:lnTo>
                    <a:pt x="1952643" y="1435289"/>
                  </a:lnTo>
                  <a:lnTo>
                    <a:pt x="1951975" y="1435289"/>
                  </a:lnTo>
                  <a:lnTo>
                    <a:pt x="1951307" y="1435289"/>
                  </a:lnTo>
                  <a:lnTo>
                    <a:pt x="1950639" y="1435289"/>
                  </a:lnTo>
                  <a:lnTo>
                    <a:pt x="1949971" y="1435289"/>
                  </a:lnTo>
                  <a:lnTo>
                    <a:pt x="1949303" y="1435289"/>
                  </a:lnTo>
                  <a:lnTo>
                    <a:pt x="1948635" y="1435289"/>
                  </a:lnTo>
                  <a:lnTo>
                    <a:pt x="1947967" y="1435289"/>
                  </a:lnTo>
                  <a:lnTo>
                    <a:pt x="1947299" y="1435289"/>
                  </a:lnTo>
                  <a:lnTo>
                    <a:pt x="1946631" y="1435289"/>
                  </a:lnTo>
                  <a:lnTo>
                    <a:pt x="1945963" y="1435289"/>
                  </a:lnTo>
                  <a:lnTo>
                    <a:pt x="1945295" y="1435289"/>
                  </a:lnTo>
                  <a:lnTo>
                    <a:pt x="1944627" y="1435289"/>
                  </a:lnTo>
                  <a:lnTo>
                    <a:pt x="1943959" y="1435289"/>
                  </a:lnTo>
                  <a:lnTo>
                    <a:pt x="1943291" y="1435289"/>
                  </a:lnTo>
                  <a:lnTo>
                    <a:pt x="1942623" y="1435289"/>
                  </a:lnTo>
                  <a:lnTo>
                    <a:pt x="1941955" y="1435289"/>
                  </a:lnTo>
                  <a:lnTo>
                    <a:pt x="1941287" y="1435289"/>
                  </a:lnTo>
                  <a:lnTo>
                    <a:pt x="1940619" y="1435289"/>
                  </a:lnTo>
                  <a:lnTo>
                    <a:pt x="1939951" y="1435289"/>
                  </a:lnTo>
                  <a:lnTo>
                    <a:pt x="1939283" y="1435289"/>
                  </a:lnTo>
                  <a:lnTo>
                    <a:pt x="1938614" y="1435289"/>
                  </a:lnTo>
                  <a:lnTo>
                    <a:pt x="1937946" y="1435289"/>
                  </a:lnTo>
                  <a:lnTo>
                    <a:pt x="1937278" y="1435289"/>
                  </a:lnTo>
                  <a:lnTo>
                    <a:pt x="1936610" y="1435289"/>
                  </a:lnTo>
                  <a:lnTo>
                    <a:pt x="1935942" y="1435289"/>
                  </a:lnTo>
                  <a:lnTo>
                    <a:pt x="1935274" y="1435289"/>
                  </a:lnTo>
                  <a:lnTo>
                    <a:pt x="1934606" y="1435289"/>
                  </a:lnTo>
                  <a:lnTo>
                    <a:pt x="1933938" y="1435289"/>
                  </a:lnTo>
                  <a:lnTo>
                    <a:pt x="1933270" y="1435289"/>
                  </a:lnTo>
                  <a:lnTo>
                    <a:pt x="1932602" y="1435289"/>
                  </a:lnTo>
                  <a:lnTo>
                    <a:pt x="1931934" y="1435289"/>
                  </a:lnTo>
                  <a:lnTo>
                    <a:pt x="1931266" y="1435289"/>
                  </a:lnTo>
                  <a:lnTo>
                    <a:pt x="1930598" y="1435289"/>
                  </a:lnTo>
                  <a:lnTo>
                    <a:pt x="1929930" y="1435289"/>
                  </a:lnTo>
                  <a:lnTo>
                    <a:pt x="1929262" y="1435289"/>
                  </a:lnTo>
                  <a:lnTo>
                    <a:pt x="1928594" y="1435289"/>
                  </a:lnTo>
                  <a:lnTo>
                    <a:pt x="1927926" y="1435289"/>
                  </a:lnTo>
                  <a:lnTo>
                    <a:pt x="1927258" y="1435289"/>
                  </a:lnTo>
                  <a:lnTo>
                    <a:pt x="1926590" y="1435289"/>
                  </a:lnTo>
                  <a:lnTo>
                    <a:pt x="1925922" y="1435289"/>
                  </a:lnTo>
                  <a:lnTo>
                    <a:pt x="1925254" y="1435289"/>
                  </a:lnTo>
                  <a:lnTo>
                    <a:pt x="1924586" y="1435289"/>
                  </a:lnTo>
                  <a:lnTo>
                    <a:pt x="1923918" y="1435289"/>
                  </a:lnTo>
                  <a:lnTo>
                    <a:pt x="1923250" y="1435289"/>
                  </a:lnTo>
                  <a:lnTo>
                    <a:pt x="1922582" y="1435289"/>
                  </a:lnTo>
                  <a:lnTo>
                    <a:pt x="1921914" y="1435289"/>
                  </a:lnTo>
                  <a:lnTo>
                    <a:pt x="1921246" y="1435289"/>
                  </a:lnTo>
                  <a:lnTo>
                    <a:pt x="1920578" y="1435289"/>
                  </a:lnTo>
                  <a:lnTo>
                    <a:pt x="1919910" y="1435289"/>
                  </a:lnTo>
                  <a:lnTo>
                    <a:pt x="1919242" y="1435289"/>
                  </a:lnTo>
                  <a:lnTo>
                    <a:pt x="1918574" y="1435289"/>
                  </a:lnTo>
                  <a:lnTo>
                    <a:pt x="1917906" y="1435289"/>
                  </a:lnTo>
                  <a:lnTo>
                    <a:pt x="1917238" y="1435289"/>
                  </a:lnTo>
                  <a:lnTo>
                    <a:pt x="1916570" y="1435289"/>
                  </a:lnTo>
                  <a:lnTo>
                    <a:pt x="1915902" y="1435289"/>
                  </a:lnTo>
                  <a:lnTo>
                    <a:pt x="1915234" y="1435289"/>
                  </a:lnTo>
                  <a:lnTo>
                    <a:pt x="1914566" y="1435289"/>
                  </a:lnTo>
                  <a:lnTo>
                    <a:pt x="1913897" y="1435289"/>
                  </a:lnTo>
                  <a:lnTo>
                    <a:pt x="1913229" y="1435289"/>
                  </a:lnTo>
                  <a:lnTo>
                    <a:pt x="1912561" y="1435289"/>
                  </a:lnTo>
                  <a:lnTo>
                    <a:pt x="1911893" y="1435289"/>
                  </a:lnTo>
                  <a:lnTo>
                    <a:pt x="1911225" y="1435289"/>
                  </a:lnTo>
                  <a:lnTo>
                    <a:pt x="1910557" y="1435289"/>
                  </a:lnTo>
                  <a:lnTo>
                    <a:pt x="1909889" y="1435289"/>
                  </a:lnTo>
                  <a:lnTo>
                    <a:pt x="1909221" y="1435289"/>
                  </a:lnTo>
                  <a:lnTo>
                    <a:pt x="1908553" y="1435289"/>
                  </a:lnTo>
                  <a:lnTo>
                    <a:pt x="1907885" y="1435289"/>
                  </a:lnTo>
                  <a:lnTo>
                    <a:pt x="1907217" y="1435289"/>
                  </a:lnTo>
                  <a:lnTo>
                    <a:pt x="1906549" y="1435289"/>
                  </a:lnTo>
                  <a:lnTo>
                    <a:pt x="1905881" y="1435289"/>
                  </a:lnTo>
                  <a:lnTo>
                    <a:pt x="1905213" y="1435289"/>
                  </a:lnTo>
                  <a:lnTo>
                    <a:pt x="1904545" y="1435289"/>
                  </a:lnTo>
                  <a:lnTo>
                    <a:pt x="1903877" y="1435289"/>
                  </a:lnTo>
                  <a:lnTo>
                    <a:pt x="1903209" y="1435289"/>
                  </a:lnTo>
                  <a:lnTo>
                    <a:pt x="1902541" y="1435289"/>
                  </a:lnTo>
                  <a:lnTo>
                    <a:pt x="1901873" y="1435289"/>
                  </a:lnTo>
                  <a:lnTo>
                    <a:pt x="1901205" y="1435289"/>
                  </a:lnTo>
                  <a:lnTo>
                    <a:pt x="1900537" y="1435289"/>
                  </a:lnTo>
                  <a:lnTo>
                    <a:pt x="1899869" y="1435289"/>
                  </a:lnTo>
                  <a:lnTo>
                    <a:pt x="1899201" y="1435289"/>
                  </a:lnTo>
                  <a:lnTo>
                    <a:pt x="1898533" y="1435289"/>
                  </a:lnTo>
                  <a:lnTo>
                    <a:pt x="1897865" y="1435289"/>
                  </a:lnTo>
                  <a:lnTo>
                    <a:pt x="1897197" y="1435289"/>
                  </a:lnTo>
                  <a:lnTo>
                    <a:pt x="1896529" y="1435289"/>
                  </a:lnTo>
                  <a:lnTo>
                    <a:pt x="1895861" y="1435289"/>
                  </a:lnTo>
                  <a:lnTo>
                    <a:pt x="1895193" y="1435289"/>
                  </a:lnTo>
                  <a:lnTo>
                    <a:pt x="1894525" y="1435289"/>
                  </a:lnTo>
                  <a:lnTo>
                    <a:pt x="1893857" y="1435289"/>
                  </a:lnTo>
                  <a:lnTo>
                    <a:pt x="1893189" y="1435289"/>
                  </a:lnTo>
                  <a:lnTo>
                    <a:pt x="1892521" y="1435289"/>
                  </a:lnTo>
                  <a:lnTo>
                    <a:pt x="1891853" y="1435289"/>
                  </a:lnTo>
                  <a:lnTo>
                    <a:pt x="1891185" y="1435289"/>
                  </a:lnTo>
                  <a:lnTo>
                    <a:pt x="1890517" y="1435289"/>
                  </a:lnTo>
                  <a:lnTo>
                    <a:pt x="1889848" y="1435289"/>
                  </a:lnTo>
                  <a:lnTo>
                    <a:pt x="1889180" y="1435289"/>
                  </a:lnTo>
                  <a:lnTo>
                    <a:pt x="1888512" y="1435289"/>
                  </a:lnTo>
                  <a:lnTo>
                    <a:pt x="1887844" y="1435289"/>
                  </a:lnTo>
                  <a:lnTo>
                    <a:pt x="1887176" y="1435289"/>
                  </a:lnTo>
                  <a:lnTo>
                    <a:pt x="1886508" y="1435289"/>
                  </a:lnTo>
                  <a:lnTo>
                    <a:pt x="1885840" y="1435289"/>
                  </a:lnTo>
                  <a:lnTo>
                    <a:pt x="1885172" y="1435289"/>
                  </a:lnTo>
                  <a:lnTo>
                    <a:pt x="1884504" y="1435289"/>
                  </a:lnTo>
                  <a:lnTo>
                    <a:pt x="1883836" y="1435289"/>
                  </a:lnTo>
                  <a:lnTo>
                    <a:pt x="1883168" y="1435289"/>
                  </a:lnTo>
                  <a:lnTo>
                    <a:pt x="1882500" y="1435289"/>
                  </a:lnTo>
                  <a:lnTo>
                    <a:pt x="1881832" y="1435289"/>
                  </a:lnTo>
                  <a:lnTo>
                    <a:pt x="1881164" y="1435289"/>
                  </a:lnTo>
                  <a:lnTo>
                    <a:pt x="1880496" y="1435289"/>
                  </a:lnTo>
                  <a:lnTo>
                    <a:pt x="1879828" y="1435289"/>
                  </a:lnTo>
                  <a:lnTo>
                    <a:pt x="1879160" y="1435289"/>
                  </a:lnTo>
                  <a:lnTo>
                    <a:pt x="1878492" y="1435289"/>
                  </a:lnTo>
                  <a:lnTo>
                    <a:pt x="1877824" y="1435289"/>
                  </a:lnTo>
                  <a:lnTo>
                    <a:pt x="1877156" y="1435289"/>
                  </a:lnTo>
                  <a:lnTo>
                    <a:pt x="1876488" y="1435289"/>
                  </a:lnTo>
                  <a:lnTo>
                    <a:pt x="1875820" y="1435289"/>
                  </a:lnTo>
                  <a:lnTo>
                    <a:pt x="1875152" y="1435289"/>
                  </a:lnTo>
                  <a:lnTo>
                    <a:pt x="1874484" y="1435289"/>
                  </a:lnTo>
                  <a:lnTo>
                    <a:pt x="1873816" y="1435289"/>
                  </a:lnTo>
                  <a:lnTo>
                    <a:pt x="1873148" y="1435289"/>
                  </a:lnTo>
                  <a:lnTo>
                    <a:pt x="1872480" y="1435289"/>
                  </a:lnTo>
                  <a:lnTo>
                    <a:pt x="1871812" y="1435289"/>
                  </a:lnTo>
                  <a:lnTo>
                    <a:pt x="1871144" y="1435289"/>
                  </a:lnTo>
                  <a:lnTo>
                    <a:pt x="1870476" y="1435289"/>
                  </a:lnTo>
                  <a:lnTo>
                    <a:pt x="1869808" y="1435289"/>
                  </a:lnTo>
                  <a:lnTo>
                    <a:pt x="1869140" y="1435289"/>
                  </a:lnTo>
                  <a:lnTo>
                    <a:pt x="1868472" y="1435289"/>
                  </a:lnTo>
                  <a:lnTo>
                    <a:pt x="1867804" y="1435289"/>
                  </a:lnTo>
                  <a:lnTo>
                    <a:pt x="1867136" y="1435289"/>
                  </a:lnTo>
                  <a:lnTo>
                    <a:pt x="1866468" y="1435289"/>
                  </a:lnTo>
                  <a:lnTo>
                    <a:pt x="1865800" y="1435289"/>
                  </a:lnTo>
                  <a:lnTo>
                    <a:pt x="1865131" y="1435289"/>
                  </a:lnTo>
                  <a:lnTo>
                    <a:pt x="1864463" y="1435289"/>
                  </a:lnTo>
                  <a:lnTo>
                    <a:pt x="1863795" y="1435289"/>
                  </a:lnTo>
                  <a:lnTo>
                    <a:pt x="1863127" y="1435289"/>
                  </a:lnTo>
                  <a:lnTo>
                    <a:pt x="1862459" y="1435289"/>
                  </a:lnTo>
                  <a:lnTo>
                    <a:pt x="1861791" y="1435289"/>
                  </a:lnTo>
                  <a:lnTo>
                    <a:pt x="1861123" y="1435289"/>
                  </a:lnTo>
                  <a:lnTo>
                    <a:pt x="1860455" y="1435289"/>
                  </a:lnTo>
                  <a:lnTo>
                    <a:pt x="1859787" y="1435289"/>
                  </a:lnTo>
                  <a:lnTo>
                    <a:pt x="1859119" y="1435289"/>
                  </a:lnTo>
                  <a:lnTo>
                    <a:pt x="1858451" y="1435289"/>
                  </a:lnTo>
                  <a:lnTo>
                    <a:pt x="1857783" y="1435289"/>
                  </a:lnTo>
                  <a:lnTo>
                    <a:pt x="1857115" y="1435289"/>
                  </a:lnTo>
                  <a:lnTo>
                    <a:pt x="1856447" y="1435289"/>
                  </a:lnTo>
                  <a:lnTo>
                    <a:pt x="1855779" y="1435289"/>
                  </a:lnTo>
                  <a:lnTo>
                    <a:pt x="1855111" y="1435289"/>
                  </a:lnTo>
                  <a:lnTo>
                    <a:pt x="1854443" y="1435289"/>
                  </a:lnTo>
                  <a:lnTo>
                    <a:pt x="1853775" y="1435289"/>
                  </a:lnTo>
                  <a:lnTo>
                    <a:pt x="1853107" y="1435289"/>
                  </a:lnTo>
                  <a:lnTo>
                    <a:pt x="1852439" y="1435289"/>
                  </a:lnTo>
                  <a:lnTo>
                    <a:pt x="1851771" y="1435289"/>
                  </a:lnTo>
                  <a:lnTo>
                    <a:pt x="1851103" y="1435289"/>
                  </a:lnTo>
                  <a:lnTo>
                    <a:pt x="1850435" y="1435289"/>
                  </a:lnTo>
                  <a:lnTo>
                    <a:pt x="1849767" y="1435289"/>
                  </a:lnTo>
                  <a:lnTo>
                    <a:pt x="1849099" y="1435289"/>
                  </a:lnTo>
                  <a:lnTo>
                    <a:pt x="1848431" y="1435289"/>
                  </a:lnTo>
                  <a:lnTo>
                    <a:pt x="1847763" y="1435289"/>
                  </a:lnTo>
                  <a:lnTo>
                    <a:pt x="1847095" y="1435289"/>
                  </a:lnTo>
                  <a:lnTo>
                    <a:pt x="1846427" y="1435289"/>
                  </a:lnTo>
                  <a:lnTo>
                    <a:pt x="1845759" y="1435289"/>
                  </a:lnTo>
                  <a:lnTo>
                    <a:pt x="1845091" y="1435289"/>
                  </a:lnTo>
                  <a:lnTo>
                    <a:pt x="1844423" y="1435289"/>
                  </a:lnTo>
                  <a:lnTo>
                    <a:pt x="1843755" y="1435289"/>
                  </a:lnTo>
                  <a:lnTo>
                    <a:pt x="1843087" y="1435289"/>
                  </a:lnTo>
                  <a:lnTo>
                    <a:pt x="1842419" y="1435289"/>
                  </a:lnTo>
                  <a:lnTo>
                    <a:pt x="1841751" y="1435289"/>
                  </a:lnTo>
                  <a:lnTo>
                    <a:pt x="1841083" y="1435289"/>
                  </a:lnTo>
                  <a:lnTo>
                    <a:pt x="1840414" y="1435289"/>
                  </a:lnTo>
                  <a:lnTo>
                    <a:pt x="1839746" y="1435289"/>
                  </a:lnTo>
                  <a:lnTo>
                    <a:pt x="1839078" y="1435289"/>
                  </a:lnTo>
                  <a:lnTo>
                    <a:pt x="1838410" y="1435289"/>
                  </a:lnTo>
                  <a:lnTo>
                    <a:pt x="1837742" y="1435289"/>
                  </a:lnTo>
                  <a:lnTo>
                    <a:pt x="1837074" y="1435289"/>
                  </a:lnTo>
                  <a:lnTo>
                    <a:pt x="1836406" y="1435289"/>
                  </a:lnTo>
                  <a:lnTo>
                    <a:pt x="1835738" y="1435289"/>
                  </a:lnTo>
                  <a:lnTo>
                    <a:pt x="1835070" y="1435289"/>
                  </a:lnTo>
                  <a:lnTo>
                    <a:pt x="1834402" y="1435289"/>
                  </a:lnTo>
                  <a:lnTo>
                    <a:pt x="1833734" y="1435289"/>
                  </a:lnTo>
                  <a:lnTo>
                    <a:pt x="1833066" y="1435289"/>
                  </a:lnTo>
                  <a:lnTo>
                    <a:pt x="1832398" y="1435289"/>
                  </a:lnTo>
                  <a:lnTo>
                    <a:pt x="1831730" y="1435289"/>
                  </a:lnTo>
                  <a:lnTo>
                    <a:pt x="1831062" y="1435289"/>
                  </a:lnTo>
                  <a:lnTo>
                    <a:pt x="1830394" y="1435289"/>
                  </a:lnTo>
                  <a:lnTo>
                    <a:pt x="1829726" y="1435289"/>
                  </a:lnTo>
                  <a:lnTo>
                    <a:pt x="1829058" y="1435289"/>
                  </a:lnTo>
                  <a:lnTo>
                    <a:pt x="1828390" y="1435289"/>
                  </a:lnTo>
                  <a:lnTo>
                    <a:pt x="1827722" y="1435289"/>
                  </a:lnTo>
                  <a:lnTo>
                    <a:pt x="1827054" y="1435289"/>
                  </a:lnTo>
                  <a:lnTo>
                    <a:pt x="1826386" y="1435289"/>
                  </a:lnTo>
                  <a:lnTo>
                    <a:pt x="1825718" y="1435289"/>
                  </a:lnTo>
                  <a:lnTo>
                    <a:pt x="1825050" y="1435289"/>
                  </a:lnTo>
                  <a:lnTo>
                    <a:pt x="1824382" y="1435289"/>
                  </a:lnTo>
                  <a:lnTo>
                    <a:pt x="1823714" y="1435289"/>
                  </a:lnTo>
                  <a:lnTo>
                    <a:pt x="1823046" y="1435289"/>
                  </a:lnTo>
                  <a:lnTo>
                    <a:pt x="1822378" y="1435289"/>
                  </a:lnTo>
                  <a:lnTo>
                    <a:pt x="1821710" y="1435289"/>
                  </a:lnTo>
                  <a:lnTo>
                    <a:pt x="1821042" y="1435289"/>
                  </a:lnTo>
                  <a:lnTo>
                    <a:pt x="1820374" y="1435289"/>
                  </a:lnTo>
                  <a:lnTo>
                    <a:pt x="1819706" y="1435289"/>
                  </a:lnTo>
                  <a:lnTo>
                    <a:pt x="1819038" y="1435289"/>
                  </a:lnTo>
                  <a:lnTo>
                    <a:pt x="1818370" y="1435289"/>
                  </a:lnTo>
                  <a:lnTo>
                    <a:pt x="1817702" y="1435289"/>
                  </a:lnTo>
                  <a:lnTo>
                    <a:pt x="1817034" y="1435289"/>
                  </a:lnTo>
                  <a:lnTo>
                    <a:pt x="1816366" y="1435289"/>
                  </a:lnTo>
                  <a:lnTo>
                    <a:pt x="1815697" y="1435289"/>
                  </a:lnTo>
                  <a:lnTo>
                    <a:pt x="1815029" y="1435289"/>
                  </a:lnTo>
                  <a:lnTo>
                    <a:pt x="1814361" y="1435289"/>
                  </a:lnTo>
                  <a:lnTo>
                    <a:pt x="1813693" y="1435289"/>
                  </a:lnTo>
                  <a:lnTo>
                    <a:pt x="1813025" y="1435289"/>
                  </a:lnTo>
                  <a:lnTo>
                    <a:pt x="1812357" y="1435289"/>
                  </a:lnTo>
                  <a:lnTo>
                    <a:pt x="1811689" y="1435289"/>
                  </a:lnTo>
                  <a:lnTo>
                    <a:pt x="1811021" y="1435289"/>
                  </a:lnTo>
                  <a:lnTo>
                    <a:pt x="1810353" y="1435289"/>
                  </a:lnTo>
                  <a:lnTo>
                    <a:pt x="1809685" y="1435289"/>
                  </a:lnTo>
                  <a:lnTo>
                    <a:pt x="1809017" y="1435289"/>
                  </a:lnTo>
                  <a:lnTo>
                    <a:pt x="1808349" y="1435289"/>
                  </a:lnTo>
                  <a:lnTo>
                    <a:pt x="1807681" y="1435289"/>
                  </a:lnTo>
                  <a:lnTo>
                    <a:pt x="1807013" y="1435289"/>
                  </a:lnTo>
                  <a:lnTo>
                    <a:pt x="1806345" y="1435289"/>
                  </a:lnTo>
                  <a:lnTo>
                    <a:pt x="1805677" y="1435289"/>
                  </a:lnTo>
                  <a:lnTo>
                    <a:pt x="1805009" y="1435289"/>
                  </a:lnTo>
                  <a:lnTo>
                    <a:pt x="1804341" y="1435289"/>
                  </a:lnTo>
                  <a:lnTo>
                    <a:pt x="1803673" y="1435289"/>
                  </a:lnTo>
                  <a:lnTo>
                    <a:pt x="1803005" y="1435289"/>
                  </a:lnTo>
                  <a:lnTo>
                    <a:pt x="1802337" y="1435289"/>
                  </a:lnTo>
                  <a:lnTo>
                    <a:pt x="1801669" y="1435289"/>
                  </a:lnTo>
                  <a:lnTo>
                    <a:pt x="1801001" y="1435289"/>
                  </a:lnTo>
                  <a:lnTo>
                    <a:pt x="1800333" y="1435289"/>
                  </a:lnTo>
                  <a:lnTo>
                    <a:pt x="1799665" y="1435289"/>
                  </a:lnTo>
                  <a:lnTo>
                    <a:pt x="1798997" y="1435289"/>
                  </a:lnTo>
                  <a:lnTo>
                    <a:pt x="1798329" y="1435289"/>
                  </a:lnTo>
                  <a:lnTo>
                    <a:pt x="1797661" y="1435289"/>
                  </a:lnTo>
                  <a:lnTo>
                    <a:pt x="1796993" y="1435289"/>
                  </a:lnTo>
                  <a:lnTo>
                    <a:pt x="1796325" y="1435289"/>
                  </a:lnTo>
                  <a:lnTo>
                    <a:pt x="1795657" y="1435289"/>
                  </a:lnTo>
                  <a:lnTo>
                    <a:pt x="1794989" y="1435289"/>
                  </a:lnTo>
                  <a:lnTo>
                    <a:pt x="1794321" y="1435289"/>
                  </a:lnTo>
                  <a:lnTo>
                    <a:pt x="1793653" y="1435289"/>
                  </a:lnTo>
                  <a:lnTo>
                    <a:pt x="1792985" y="1435289"/>
                  </a:lnTo>
                  <a:lnTo>
                    <a:pt x="1792317" y="1435289"/>
                  </a:lnTo>
                  <a:lnTo>
                    <a:pt x="1791648" y="1435289"/>
                  </a:lnTo>
                  <a:lnTo>
                    <a:pt x="1790980" y="1435289"/>
                  </a:lnTo>
                  <a:lnTo>
                    <a:pt x="1790312" y="1435289"/>
                  </a:lnTo>
                  <a:lnTo>
                    <a:pt x="1789644" y="1435289"/>
                  </a:lnTo>
                  <a:lnTo>
                    <a:pt x="1788976" y="1435289"/>
                  </a:lnTo>
                  <a:lnTo>
                    <a:pt x="1788308" y="1435289"/>
                  </a:lnTo>
                  <a:lnTo>
                    <a:pt x="1787640" y="1435289"/>
                  </a:lnTo>
                  <a:lnTo>
                    <a:pt x="1786972" y="1435289"/>
                  </a:lnTo>
                  <a:lnTo>
                    <a:pt x="1786304" y="1435289"/>
                  </a:lnTo>
                  <a:lnTo>
                    <a:pt x="1785636" y="1435289"/>
                  </a:lnTo>
                  <a:lnTo>
                    <a:pt x="1784968" y="1435289"/>
                  </a:lnTo>
                  <a:lnTo>
                    <a:pt x="1784300" y="1435289"/>
                  </a:lnTo>
                  <a:lnTo>
                    <a:pt x="1783632" y="1435289"/>
                  </a:lnTo>
                  <a:lnTo>
                    <a:pt x="1782964" y="1435289"/>
                  </a:lnTo>
                  <a:lnTo>
                    <a:pt x="1782296" y="1435289"/>
                  </a:lnTo>
                  <a:lnTo>
                    <a:pt x="1781628" y="1435289"/>
                  </a:lnTo>
                  <a:lnTo>
                    <a:pt x="1780960" y="1435289"/>
                  </a:lnTo>
                  <a:lnTo>
                    <a:pt x="1780292" y="1435289"/>
                  </a:lnTo>
                  <a:lnTo>
                    <a:pt x="1779624" y="1435289"/>
                  </a:lnTo>
                  <a:lnTo>
                    <a:pt x="1778956" y="1435289"/>
                  </a:lnTo>
                  <a:lnTo>
                    <a:pt x="1778288" y="1435289"/>
                  </a:lnTo>
                  <a:lnTo>
                    <a:pt x="1777620" y="1435289"/>
                  </a:lnTo>
                  <a:lnTo>
                    <a:pt x="1776952" y="1435289"/>
                  </a:lnTo>
                  <a:lnTo>
                    <a:pt x="1776284" y="1435289"/>
                  </a:lnTo>
                  <a:lnTo>
                    <a:pt x="1775616" y="1435289"/>
                  </a:lnTo>
                  <a:lnTo>
                    <a:pt x="1774948" y="1435289"/>
                  </a:lnTo>
                  <a:lnTo>
                    <a:pt x="1774280" y="1435289"/>
                  </a:lnTo>
                  <a:lnTo>
                    <a:pt x="1773612" y="1435289"/>
                  </a:lnTo>
                  <a:lnTo>
                    <a:pt x="1772944" y="1435289"/>
                  </a:lnTo>
                  <a:lnTo>
                    <a:pt x="1772276" y="1435289"/>
                  </a:lnTo>
                  <a:lnTo>
                    <a:pt x="1771608" y="1435289"/>
                  </a:lnTo>
                  <a:lnTo>
                    <a:pt x="1770940" y="1435289"/>
                  </a:lnTo>
                  <a:lnTo>
                    <a:pt x="1770272" y="1435289"/>
                  </a:lnTo>
                  <a:lnTo>
                    <a:pt x="1769604" y="1435289"/>
                  </a:lnTo>
                  <a:lnTo>
                    <a:pt x="1768936" y="1435289"/>
                  </a:lnTo>
                  <a:lnTo>
                    <a:pt x="1768268" y="1435289"/>
                  </a:lnTo>
                  <a:lnTo>
                    <a:pt x="1767600" y="1435289"/>
                  </a:lnTo>
                  <a:lnTo>
                    <a:pt x="1766931" y="1435289"/>
                  </a:lnTo>
                  <a:lnTo>
                    <a:pt x="1766263" y="1435289"/>
                  </a:lnTo>
                  <a:lnTo>
                    <a:pt x="1765595" y="1435289"/>
                  </a:lnTo>
                  <a:lnTo>
                    <a:pt x="1764927" y="1435289"/>
                  </a:lnTo>
                  <a:lnTo>
                    <a:pt x="1764259" y="1435289"/>
                  </a:lnTo>
                  <a:lnTo>
                    <a:pt x="1763591" y="1435289"/>
                  </a:lnTo>
                  <a:lnTo>
                    <a:pt x="1762923" y="1435289"/>
                  </a:lnTo>
                  <a:lnTo>
                    <a:pt x="1762255" y="1435289"/>
                  </a:lnTo>
                  <a:lnTo>
                    <a:pt x="1761587" y="1435289"/>
                  </a:lnTo>
                  <a:lnTo>
                    <a:pt x="1760919" y="1435289"/>
                  </a:lnTo>
                  <a:lnTo>
                    <a:pt x="1760251" y="1435289"/>
                  </a:lnTo>
                  <a:lnTo>
                    <a:pt x="1759583" y="1435289"/>
                  </a:lnTo>
                  <a:lnTo>
                    <a:pt x="1758915" y="1435289"/>
                  </a:lnTo>
                  <a:lnTo>
                    <a:pt x="1758247" y="1435289"/>
                  </a:lnTo>
                  <a:lnTo>
                    <a:pt x="1757579" y="1435289"/>
                  </a:lnTo>
                  <a:lnTo>
                    <a:pt x="1756911" y="1435289"/>
                  </a:lnTo>
                  <a:lnTo>
                    <a:pt x="1756243" y="1435289"/>
                  </a:lnTo>
                  <a:lnTo>
                    <a:pt x="1755575" y="1435289"/>
                  </a:lnTo>
                  <a:lnTo>
                    <a:pt x="1754907" y="1435289"/>
                  </a:lnTo>
                  <a:lnTo>
                    <a:pt x="1754239" y="1435289"/>
                  </a:lnTo>
                  <a:lnTo>
                    <a:pt x="1753571" y="1435289"/>
                  </a:lnTo>
                  <a:lnTo>
                    <a:pt x="1752903" y="1435289"/>
                  </a:lnTo>
                  <a:lnTo>
                    <a:pt x="1752235" y="1435289"/>
                  </a:lnTo>
                  <a:lnTo>
                    <a:pt x="1751567" y="1435289"/>
                  </a:lnTo>
                  <a:lnTo>
                    <a:pt x="1750899" y="1435289"/>
                  </a:lnTo>
                  <a:lnTo>
                    <a:pt x="1750231" y="1435289"/>
                  </a:lnTo>
                  <a:lnTo>
                    <a:pt x="1749563" y="1435289"/>
                  </a:lnTo>
                  <a:lnTo>
                    <a:pt x="1748895" y="1435289"/>
                  </a:lnTo>
                  <a:lnTo>
                    <a:pt x="1748227" y="1435289"/>
                  </a:lnTo>
                  <a:lnTo>
                    <a:pt x="1747559" y="1435289"/>
                  </a:lnTo>
                  <a:lnTo>
                    <a:pt x="1746891" y="1435289"/>
                  </a:lnTo>
                  <a:lnTo>
                    <a:pt x="1746223" y="1435289"/>
                  </a:lnTo>
                  <a:lnTo>
                    <a:pt x="1745555" y="1435289"/>
                  </a:lnTo>
                  <a:lnTo>
                    <a:pt x="1744887" y="1435289"/>
                  </a:lnTo>
                  <a:lnTo>
                    <a:pt x="1744219" y="1435289"/>
                  </a:lnTo>
                  <a:lnTo>
                    <a:pt x="1743551" y="1435289"/>
                  </a:lnTo>
                  <a:lnTo>
                    <a:pt x="1742883" y="1435289"/>
                  </a:lnTo>
                  <a:lnTo>
                    <a:pt x="1742214" y="1435289"/>
                  </a:lnTo>
                  <a:lnTo>
                    <a:pt x="1741546" y="1435289"/>
                  </a:lnTo>
                  <a:lnTo>
                    <a:pt x="1740878" y="1435289"/>
                  </a:lnTo>
                  <a:lnTo>
                    <a:pt x="1740210" y="1435289"/>
                  </a:lnTo>
                  <a:lnTo>
                    <a:pt x="1739542" y="1435289"/>
                  </a:lnTo>
                  <a:lnTo>
                    <a:pt x="1738874" y="1435289"/>
                  </a:lnTo>
                  <a:lnTo>
                    <a:pt x="1738206" y="1435289"/>
                  </a:lnTo>
                  <a:lnTo>
                    <a:pt x="1737538" y="1435289"/>
                  </a:lnTo>
                  <a:lnTo>
                    <a:pt x="1736870" y="1435289"/>
                  </a:lnTo>
                  <a:lnTo>
                    <a:pt x="1736202" y="1435289"/>
                  </a:lnTo>
                  <a:lnTo>
                    <a:pt x="1735534" y="1435289"/>
                  </a:lnTo>
                  <a:lnTo>
                    <a:pt x="1734866" y="1435289"/>
                  </a:lnTo>
                  <a:lnTo>
                    <a:pt x="1734198" y="1435289"/>
                  </a:lnTo>
                  <a:lnTo>
                    <a:pt x="1733530" y="1435289"/>
                  </a:lnTo>
                  <a:lnTo>
                    <a:pt x="1732862" y="1435289"/>
                  </a:lnTo>
                  <a:lnTo>
                    <a:pt x="1732194" y="1435289"/>
                  </a:lnTo>
                  <a:lnTo>
                    <a:pt x="1731526" y="1435289"/>
                  </a:lnTo>
                  <a:lnTo>
                    <a:pt x="1730858" y="1435289"/>
                  </a:lnTo>
                  <a:lnTo>
                    <a:pt x="1730190" y="1435289"/>
                  </a:lnTo>
                  <a:lnTo>
                    <a:pt x="1729522" y="1435289"/>
                  </a:lnTo>
                  <a:lnTo>
                    <a:pt x="1728854" y="1435289"/>
                  </a:lnTo>
                  <a:lnTo>
                    <a:pt x="1728186" y="1435289"/>
                  </a:lnTo>
                  <a:lnTo>
                    <a:pt x="1727518" y="1435289"/>
                  </a:lnTo>
                  <a:lnTo>
                    <a:pt x="1726850" y="1435289"/>
                  </a:lnTo>
                  <a:lnTo>
                    <a:pt x="1726182" y="1435289"/>
                  </a:lnTo>
                  <a:lnTo>
                    <a:pt x="1725514" y="1435289"/>
                  </a:lnTo>
                  <a:lnTo>
                    <a:pt x="1724846" y="1435289"/>
                  </a:lnTo>
                  <a:lnTo>
                    <a:pt x="1724178" y="1435289"/>
                  </a:lnTo>
                  <a:lnTo>
                    <a:pt x="1723510" y="1435289"/>
                  </a:lnTo>
                  <a:lnTo>
                    <a:pt x="1722842" y="1435289"/>
                  </a:lnTo>
                  <a:lnTo>
                    <a:pt x="1722174" y="1435289"/>
                  </a:lnTo>
                  <a:lnTo>
                    <a:pt x="1721506" y="1435289"/>
                  </a:lnTo>
                  <a:lnTo>
                    <a:pt x="1720838" y="1435289"/>
                  </a:lnTo>
                  <a:lnTo>
                    <a:pt x="1720170" y="1435289"/>
                  </a:lnTo>
                  <a:lnTo>
                    <a:pt x="1719502" y="1435289"/>
                  </a:lnTo>
                  <a:lnTo>
                    <a:pt x="1718834" y="1435289"/>
                  </a:lnTo>
                  <a:lnTo>
                    <a:pt x="1718166" y="1435289"/>
                  </a:lnTo>
                  <a:lnTo>
                    <a:pt x="1717497" y="1435289"/>
                  </a:lnTo>
                  <a:lnTo>
                    <a:pt x="1716829" y="1435289"/>
                  </a:lnTo>
                  <a:lnTo>
                    <a:pt x="1716161" y="1435289"/>
                  </a:lnTo>
                  <a:lnTo>
                    <a:pt x="1715493" y="1435289"/>
                  </a:lnTo>
                  <a:lnTo>
                    <a:pt x="1714825" y="1435289"/>
                  </a:lnTo>
                  <a:lnTo>
                    <a:pt x="1714157" y="1435289"/>
                  </a:lnTo>
                  <a:lnTo>
                    <a:pt x="1713489" y="1435289"/>
                  </a:lnTo>
                  <a:lnTo>
                    <a:pt x="1712821" y="1435289"/>
                  </a:lnTo>
                  <a:lnTo>
                    <a:pt x="1712153" y="1435289"/>
                  </a:lnTo>
                  <a:lnTo>
                    <a:pt x="1711485" y="1435289"/>
                  </a:lnTo>
                  <a:lnTo>
                    <a:pt x="1710817" y="1435289"/>
                  </a:lnTo>
                  <a:lnTo>
                    <a:pt x="1710149" y="1435289"/>
                  </a:lnTo>
                  <a:lnTo>
                    <a:pt x="1709481" y="1435289"/>
                  </a:lnTo>
                  <a:lnTo>
                    <a:pt x="1708813" y="1435289"/>
                  </a:lnTo>
                  <a:lnTo>
                    <a:pt x="1708145" y="1435289"/>
                  </a:lnTo>
                  <a:lnTo>
                    <a:pt x="1707477" y="1435289"/>
                  </a:lnTo>
                  <a:lnTo>
                    <a:pt x="1706809" y="1435289"/>
                  </a:lnTo>
                  <a:lnTo>
                    <a:pt x="1706141" y="1435289"/>
                  </a:lnTo>
                  <a:lnTo>
                    <a:pt x="1705473" y="1435289"/>
                  </a:lnTo>
                  <a:lnTo>
                    <a:pt x="1704805" y="1435289"/>
                  </a:lnTo>
                  <a:lnTo>
                    <a:pt x="1704137" y="1435289"/>
                  </a:lnTo>
                  <a:lnTo>
                    <a:pt x="1703469" y="1435289"/>
                  </a:lnTo>
                  <a:lnTo>
                    <a:pt x="1702801" y="1435289"/>
                  </a:lnTo>
                  <a:lnTo>
                    <a:pt x="1702133" y="1435289"/>
                  </a:lnTo>
                  <a:lnTo>
                    <a:pt x="1701465" y="1435289"/>
                  </a:lnTo>
                  <a:lnTo>
                    <a:pt x="1700797" y="1435289"/>
                  </a:lnTo>
                  <a:lnTo>
                    <a:pt x="1700129" y="1435289"/>
                  </a:lnTo>
                  <a:lnTo>
                    <a:pt x="1699461" y="1435289"/>
                  </a:lnTo>
                  <a:lnTo>
                    <a:pt x="1698793" y="1435289"/>
                  </a:lnTo>
                  <a:lnTo>
                    <a:pt x="1698125" y="1435289"/>
                  </a:lnTo>
                  <a:lnTo>
                    <a:pt x="1697457" y="1435289"/>
                  </a:lnTo>
                  <a:lnTo>
                    <a:pt x="1696789" y="1435289"/>
                  </a:lnTo>
                  <a:lnTo>
                    <a:pt x="1696121" y="1435289"/>
                  </a:lnTo>
                  <a:lnTo>
                    <a:pt x="1695453" y="1435289"/>
                  </a:lnTo>
                  <a:lnTo>
                    <a:pt x="1694785" y="1435289"/>
                  </a:lnTo>
                  <a:lnTo>
                    <a:pt x="1694117" y="1435289"/>
                  </a:lnTo>
                  <a:lnTo>
                    <a:pt x="1693448" y="1435289"/>
                  </a:lnTo>
                  <a:lnTo>
                    <a:pt x="1692780" y="1435289"/>
                  </a:lnTo>
                  <a:lnTo>
                    <a:pt x="1692112" y="1435289"/>
                  </a:lnTo>
                  <a:lnTo>
                    <a:pt x="1691444" y="1435289"/>
                  </a:lnTo>
                  <a:lnTo>
                    <a:pt x="1690776" y="1435289"/>
                  </a:lnTo>
                  <a:lnTo>
                    <a:pt x="1690108" y="1435289"/>
                  </a:lnTo>
                  <a:lnTo>
                    <a:pt x="1689440" y="1435289"/>
                  </a:lnTo>
                  <a:lnTo>
                    <a:pt x="1688772" y="1435289"/>
                  </a:lnTo>
                  <a:lnTo>
                    <a:pt x="1688104" y="1435289"/>
                  </a:lnTo>
                  <a:lnTo>
                    <a:pt x="1687436" y="1435289"/>
                  </a:lnTo>
                  <a:lnTo>
                    <a:pt x="1686768" y="1435289"/>
                  </a:lnTo>
                  <a:lnTo>
                    <a:pt x="1686100" y="1435289"/>
                  </a:lnTo>
                  <a:lnTo>
                    <a:pt x="1685432" y="1435289"/>
                  </a:lnTo>
                  <a:lnTo>
                    <a:pt x="1684764" y="1435289"/>
                  </a:lnTo>
                  <a:lnTo>
                    <a:pt x="1684096" y="1435289"/>
                  </a:lnTo>
                  <a:lnTo>
                    <a:pt x="1683428" y="1435289"/>
                  </a:lnTo>
                  <a:lnTo>
                    <a:pt x="1682760" y="1435289"/>
                  </a:lnTo>
                  <a:lnTo>
                    <a:pt x="1682092" y="1435289"/>
                  </a:lnTo>
                  <a:lnTo>
                    <a:pt x="1681424" y="1435289"/>
                  </a:lnTo>
                  <a:lnTo>
                    <a:pt x="1680756" y="1435289"/>
                  </a:lnTo>
                  <a:lnTo>
                    <a:pt x="1680088" y="1435289"/>
                  </a:lnTo>
                  <a:lnTo>
                    <a:pt x="1679420" y="1435289"/>
                  </a:lnTo>
                  <a:lnTo>
                    <a:pt x="1678752" y="1435289"/>
                  </a:lnTo>
                  <a:lnTo>
                    <a:pt x="1678084" y="1435289"/>
                  </a:lnTo>
                  <a:lnTo>
                    <a:pt x="1677416" y="1435289"/>
                  </a:lnTo>
                  <a:lnTo>
                    <a:pt x="1676748" y="1435289"/>
                  </a:lnTo>
                  <a:lnTo>
                    <a:pt x="1676080" y="1435289"/>
                  </a:lnTo>
                  <a:lnTo>
                    <a:pt x="1675412" y="1435289"/>
                  </a:lnTo>
                  <a:lnTo>
                    <a:pt x="1674744" y="1435289"/>
                  </a:lnTo>
                  <a:lnTo>
                    <a:pt x="1674076" y="1435289"/>
                  </a:lnTo>
                  <a:lnTo>
                    <a:pt x="1673408" y="1435289"/>
                  </a:lnTo>
                  <a:lnTo>
                    <a:pt x="1672740" y="1435289"/>
                  </a:lnTo>
                  <a:lnTo>
                    <a:pt x="1672072" y="1435289"/>
                  </a:lnTo>
                  <a:lnTo>
                    <a:pt x="1671404" y="1435289"/>
                  </a:lnTo>
                  <a:lnTo>
                    <a:pt x="1670736" y="1435289"/>
                  </a:lnTo>
                  <a:lnTo>
                    <a:pt x="1670068" y="1435289"/>
                  </a:lnTo>
                  <a:lnTo>
                    <a:pt x="1669400" y="1435289"/>
                  </a:lnTo>
                  <a:lnTo>
                    <a:pt x="1668731" y="1435289"/>
                  </a:lnTo>
                  <a:lnTo>
                    <a:pt x="1668063" y="1435289"/>
                  </a:lnTo>
                  <a:lnTo>
                    <a:pt x="1667395" y="1435289"/>
                  </a:lnTo>
                  <a:lnTo>
                    <a:pt x="1666727" y="1435289"/>
                  </a:lnTo>
                  <a:lnTo>
                    <a:pt x="1666059" y="1435289"/>
                  </a:lnTo>
                  <a:lnTo>
                    <a:pt x="1665391" y="1435289"/>
                  </a:lnTo>
                  <a:lnTo>
                    <a:pt x="1664723" y="1435289"/>
                  </a:lnTo>
                  <a:lnTo>
                    <a:pt x="1664055" y="1435289"/>
                  </a:lnTo>
                  <a:lnTo>
                    <a:pt x="1663387" y="1435289"/>
                  </a:lnTo>
                  <a:lnTo>
                    <a:pt x="1662719" y="1435289"/>
                  </a:lnTo>
                  <a:lnTo>
                    <a:pt x="1662051" y="1435289"/>
                  </a:lnTo>
                  <a:lnTo>
                    <a:pt x="1661383" y="1435289"/>
                  </a:lnTo>
                  <a:lnTo>
                    <a:pt x="1660715" y="1435289"/>
                  </a:lnTo>
                  <a:lnTo>
                    <a:pt x="1660047" y="1435289"/>
                  </a:lnTo>
                  <a:lnTo>
                    <a:pt x="1659379" y="1435289"/>
                  </a:lnTo>
                  <a:lnTo>
                    <a:pt x="1658711" y="1435289"/>
                  </a:lnTo>
                  <a:lnTo>
                    <a:pt x="1658043" y="1435289"/>
                  </a:lnTo>
                  <a:lnTo>
                    <a:pt x="1657375" y="1435289"/>
                  </a:lnTo>
                  <a:lnTo>
                    <a:pt x="1656707" y="1435289"/>
                  </a:lnTo>
                  <a:lnTo>
                    <a:pt x="1656039" y="1435289"/>
                  </a:lnTo>
                  <a:lnTo>
                    <a:pt x="1655371" y="1435289"/>
                  </a:lnTo>
                  <a:lnTo>
                    <a:pt x="1654703" y="1435289"/>
                  </a:lnTo>
                  <a:lnTo>
                    <a:pt x="1654035" y="1435289"/>
                  </a:lnTo>
                  <a:lnTo>
                    <a:pt x="1653367" y="1435289"/>
                  </a:lnTo>
                  <a:lnTo>
                    <a:pt x="1652699" y="1435289"/>
                  </a:lnTo>
                  <a:lnTo>
                    <a:pt x="1652031" y="1435289"/>
                  </a:lnTo>
                  <a:lnTo>
                    <a:pt x="1651363" y="1435289"/>
                  </a:lnTo>
                  <a:lnTo>
                    <a:pt x="1650695" y="1435289"/>
                  </a:lnTo>
                  <a:lnTo>
                    <a:pt x="1650027" y="1435289"/>
                  </a:lnTo>
                  <a:lnTo>
                    <a:pt x="1649359" y="1435289"/>
                  </a:lnTo>
                  <a:lnTo>
                    <a:pt x="1648691" y="1435289"/>
                  </a:lnTo>
                  <a:lnTo>
                    <a:pt x="1648023" y="1435289"/>
                  </a:lnTo>
                  <a:lnTo>
                    <a:pt x="1647355" y="1435289"/>
                  </a:lnTo>
                  <a:lnTo>
                    <a:pt x="1646687" y="1435289"/>
                  </a:lnTo>
                  <a:lnTo>
                    <a:pt x="1646019" y="1435289"/>
                  </a:lnTo>
                  <a:lnTo>
                    <a:pt x="1645351" y="1435289"/>
                  </a:lnTo>
                  <a:lnTo>
                    <a:pt x="1644683" y="1435289"/>
                  </a:lnTo>
                  <a:lnTo>
                    <a:pt x="1644014" y="1435289"/>
                  </a:lnTo>
                  <a:lnTo>
                    <a:pt x="1643346" y="1435289"/>
                  </a:lnTo>
                  <a:lnTo>
                    <a:pt x="1642678" y="1435289"/>
                  </a:lnTo>
                  <a:lnTo>
                    <a:pt x="1642010" y="1435289"/>
                  </a:lnTo>
                  <a:lnTo>
                    <a:pt x="1641342" y="1435289"/>
                  </a:lnTo>
                  <a:lnTo>
                    <a:pt x="1640674" y="1435289"/>
                  </a:lnTo>
                  <a:lnTo>
                    <a:pt x="1640006" y="1435289"/>
                  </a:lnTo>
                  <a:lnTo>
                    <a:pt x="1639338" y="1435289"/>
                  </a:lnTo>
                  <a:lnTo>
                    <a:pt x="1638670" y="1435289"/>
                  </a:lnTo>
                  <a:lnTo>
                    <a:pt x="1638002" y="1435289"/>
                  </a:lnTo>
                  <a:lnTo>
                    <a:pt x="1637334" y="1435289"/>
                  </a:lnTo>
                  <a:lnTo>
                    <a:pt x="1636666" y="1435289"/>
                  </a:lnTo>
                  <a:lnTo>
                    <a:pt x="1635998" y="1435289"/>
                  </a:lnTo>
                  <a:lnTo>
                    <a:pt x="1635330" y="1435289"/>
                  </a:lnTo>
                  <a:lnTo>
                    <a:pt x="1634662" y="1435289"/>
                  </a:lnTo>
                  <a:lnTo>
                    <a:pt x="1633994" y="1435289"/>
                  </a:lnTo>
                  <a:lnTo>
                    <a:pt x="1633326" y="1435289"/>
                  </a:lnTo>
                  <a:lnTo>
                    <a:pt x="1632658" y="1435289"/>
                  </a:lnTo>
                  <a:lnTo>
                    <a:pt x="1631990" y="1435289"/>
                  </a:lnTo>
                  <a:lnTo>
                    <a:pt x="1631322" y="1435289"/>
                  </a:lnTo>
                  <a:lnTo>
                    <a:pt x="1630654" y="1435289"/>
                  </a:lnTo>
                  <a:lnTo>
                    <a:pt x="1629986" y="1435289"/>
                  </a:lnTo>
                  <a:lnTo>
                    <a:pt x="1629318" y="1435289"/>
                  </a:lnTo>
                  <a:lnTo>
                    <a:pt x="1628650" y="1435289"/>
                  </a:lnTo>
                  <a:lnTo>
                    <a:pt x="1627982" y="1435289"/>
                  </a:lnTo>
                  <a:lnTo>
                    <a:pt x="1627314" y="1435289"/>
                  </a:lnTo>
                  <a:lnTo>
                    <a:pt x="1626646" y="1435289"/>
                  </a:lnTo>
                  <a:lnTo>
                    <a:pt x="1625978" y="1435289"/>
                  </a:lnTo>
                  <a:lnTo>
                    <a:pt x="1625310" y="1435289"/>
                  </a:lnTo>
                  <a:lnTo>
                    <a:pt x="1624642" y="1435289"/>
                  </a:lnTo>
                  <a:lnTo>
                    <a:pt x="1623974" y="1435289"/>
                  </a:lnTo>
                  <a:lnTo>
                    <a:pt x="1623306" y="1435289"/>
                  </a:lnTo>
                  <a:lnTo>
                    <a:pt x="1622638" y="1435289"/>
                  </a:lnTo>
                  <a:lnTo>
                    <a:pt x="1621970" y="1435289"/>
                  </a:lnTo>
                  <a:lnTo>
                    <a:pt x="1621302" y="1435289"/>
                  </a:lnTo>
                  <a:lnTo>
                    <a:pt x="1620634" y="1435289"/>
                  </a:lnTo>
                  <a:lnTo>
                    <a:pt x="1619966" y="1435289"/>
                  </a:lnTo>
                  <a:lnTo>
                    <a:pt x="1619297" y="1435289"/>
                  </a:lnTo>
                  <a:lnTo>
                    <a:pt x="1618629" y="1435289"/>
                  </a:lnTo>
                  <a:lnTo>
                    <a:pt x="1617961" y="1435289"/>
                  </a:lnTo>
                  <a:lnTo>
                    <a:pt x="1617293" y="1435289"/>
                  </a:lnTo>
                  <a:lnTo>
                    <a:pt x="1616625" y="1435289"/>
                  </a:lnTo>
                  <a:lnTo>
                    <a:pt x="1615957" y="1435289"/>
                  </a:lnTo>
                  <a:lnTo>
                    <a:pt x="1615289" y="1435289"/>
                  </a:lnTo>
                  <a:lnTo>
                    <a:pt x="1614621" y="1435289"/>
                  </a:lnTo>
                  <a:lnTo>
                    <a:pt x="1613953" y="1435289"/>
                  </a:lnTo>
                  <a:lnTo>
                    <a:pt x="1613285" y="1435289"/>
                  </a:lnTo>
                  <a:lnTo>
                    <a:pt x="1612617" y="1435289"/>
                  </a:lnTo>
                  <a:lnTo>
                    <a:pt x="1611949" y="1435289"/>
                  </a:lnTo>
                  <a:lnTo>
                    <a:pt x="1611281" y="1435289"/>
                  </a:lnTo>
                  <a:lnTo>
                    <a:pt x="1610613" y="1435289"/>
                  </a:lnTo>
                  <a:lnTo>
                    <a:pt x="1609945" y="1435289"/>
                  </a:lnTo>
                  <a:lnTo>
                    <a:pt x="1609277" y="1435289"/>
                  </a:lnTo>
                  <a:lnTo>
                    <a:pt x="1608609" y="1435289"/>
                  </a:lnTo>
                  <a:lnTo>
                    <a:pt x="1607941" y="1435289"/>
                  </a:lnTo>
                  <a:lnTo>
                    <a:pt x="1607273" y="1435289"/>
                  </a:lnTo>
                  <a:lnTo>
                    <a:pt x="1606605" y="1435289"/>
                  </a:lnTo>
                  <a:lnTo>
                    <a:pt x="1605937" y="1435289"/>
                  </a:lnTo>
                  <a:lnTo>
                    <a:pt x="1605269" y="1435289"/>
                  </a:lnTo>
                  <a:lnTo>
                    <a:pt x="1604601" y="1435289"/>
                  </a:lnTo>
                  <a:lnTo>
                    <a:pt x="1603933" y="1435289"/>
                  </a:lnTo>
                  <a:lnTo>
                    <a:pt x="1603265" y="1435289"/>
                  </a:lnTo>
                  <a:lnTo>
                    <a:pt x="1602597" y="1435289"/>
                  </a:lnTo>
                  <a:lnTo>
                    <a:pt x="1601929" y="1435289"/>
                  </a:lnTo>
                  <a:lnTo>
                    <a:pt x="1601261" y="1435289"/>
                  </a:lnTo>
                  <a:lnTo>
                    <a:pt x="1600593" y="1435289"/>
                  </a:lnTo>
                  <a:lnTo>
                    <a:pt x="1599925" y="1435289"/>
                  </a:lnTo>
                  <a:lnTo>
                    <a:pt x="1599257" y="1435289"/>
                  </a:lnTo>
                  <a:lnTo>
                    <a:pt x="1598589" y="1435289"/>
                  </a:lnTo>
                  <a:lnTo>
                    <a:pt x="1597921" y="1435289"/>
                  </a:lnTo>
                  <a:lnTo>
                    <a:pt x="1597253" y="1435289"/>
                  </a:lnTo>
                  <a:lnTo>
                    <a:pt x="1596585" y="1435289"/>
                  </a:lnTo>
                  <a:lnTo>
                    <a:pt x="1595917" y="1435289"/>
                  </a:lnTo>
                  <a:lnTo>
                    <a:pt x="1595248" y="1435289"/>
                  </a:lnTo>
                  <a:lnTo>
                    <a:pt x="1594580" y="1435289"/>
                  </a:lnTo>
                  <a:lnTo>
                    <a:pt x="1593912" y="1435289"/>
                  </a:lnTo>
                  <a:lnTo>
                    <a:pt x="1593244" y="1435289"/>
                  </a:lnTo>
                  <a:lnTo>
                    <a:pt x="1592576" y="1435289"/>
                  </a:lnTo>
                  <a:lnTo>
                    <a:pt x="1591908" y="1435289"/>
                  </a:lnTo>
                  <a:lnTo>
                    <a:pt x="1591240" y="1435289"/>
                  </a:lnTo>
                  <a:lnTo>
                    <a:pt x="1590572" y="1435289"/>
                  </a:lnTo>
                  <a:lnTo>
                    <a:pt x="1589904" y="1435289"/>
                  </a:lnTo>
                  <a:lnTo>
                    <a:pt x="1589236" y="1435289"/>
                  </a:lnTo>
                  <a:lnTo>
                    <a:pt x="1588568" y="1435289"/>
                  </a:lnTo>
                  <a:lnTo>
                    <a:pt x="1587900" y="1435289"/>
                  </a:lnTo>
                  <a:lnTo>
                    <a:pt x="1587232" y="1435289"/>
                  </a:lnTo>
                  <a:lnTo>
                    <a:pt x="1586564" y="1435289"/>
                  </a:lnTo>
                  <a:lnTo>
                    <a:pt x="1585896" y="1435289"/>
                  </a:lnTo>
                  <a:lnTo>
                    <a:pt x="1585228" y="1435289"/>
                  </a:lnTo>
                  <a:lnTo>
                    <a:pt x="1584560" y="1435289"/>
                  </a:lnTo>
                  <a:lnTo>
                    <a:pt x="1583892" y="1435289"/>
                  </a:lnTo>
                  <a:lnTo>
                    <a:pt x="1583224" y="1435289"/>
                  </a:lnTo>
                  <a:lnTo>
                    <a:pt x="1582556" y="1435289"/>
                  </a:lnTo>
                  <a:lnTo>
                    <a:pt x="1581888" y="1435289"/>
                  </a:lnTo>
                  <a:lnTo>
                    <a:pt x="1581220" y="1435289"/>
                  </a:lnTo>
                  <a:lnTo>
                    <a:pt x="1580552" y="1435289"/>
                  </a:lnTo>
                  <a:lnTo>
                    <a:pt x="1579884" y="1435289"/>
                  </a:lnTo>
                  <a:lnTo>
                    <a:pt x="1579216" y="1435289"/>
                  </a:lnTo>
                  <a:lnTo>
                    <a:pt x="1578548" y="1435289"/>
                  </a:lnTo>
                  <a:lnTo>
                    <a:pt x="1577880" y="1435289"/>
                  </a:lnTo>
                  <a:lnTo>
                    <a:pt x="1577212" y="1435289"/>
                  </a:lnTo>
                  <a:lnTo>
                    <a:pt x="1576544" y="1435289"/>
                  </a:lnTo>
                  <a:lnTo>
                    <a:pt x="1575876" y="1435289"/>
                  </a:lnTo>
                  <a:lnTo>
                    <a:pt x="1575208" y="1435289"/>
                  </a:lnTo>
                  <a:lnTo>
                    <a:pt x="1574540" y="1435289"/>
                  </a:lnTo>
                  <a:lnTo>
                    <a:pt x="1573872" y="1435289"/>
                  </a:lnTo>
                  <a:lnTo>
                    <a:pt x="1573204" y="1435289"/>
                  </a:lnTo>
                  <a:lnTo>
                    <a:pt x="1572536" y="1435289"/>
                  </a:lnTo>
                  <a:lnTo>
                    <a:pt x="1571868" y="1435289"/>
                  </a:lnTo>
                  <a:lnTo>
                    <a:pt x="1571200" y="1435289"/>
                  </a:lnTo>
                  <a:lnTo>
                    <a:pt x="1570531" y="1435289"/>
                  </a:lnTo>
                  <a:lnTo>
                    <a:pt x="1569863" y="1435289"/>
                  </a:lnTo>
                  <a:lnTo>
                    <a:pt x="1569195" y="1435289"/>
                  </a:lnTo>
                  <a:lnTo>
                    <a:pt x="1568527" y="1435289"/>
                  </a:lnTo>
                  <a:lnTo>
                    <a:pt x="1567859" y="1435289"/>
                  </a:lnTo>
                  <a:lnTo>
                    <a:pt x="1567191" y="1435289"/>
                  </a:lnTo>
                  <a:lnTo>
                    <a:pt x="1566523" y="1435289"/>
                  </a:lnTo>
                  <a:lnTo>
                    <a:pt x="1565855" y="1435289"/>
                  </a:lnTo>
                  <a:lnTo>
                    <a:pt x="1565187" y="1435289"/>
                  </a:lnTo>
                  <a:lnTo>
                    <a:pt x="1564519" y="1435289"/>
                  </a:lnTo>
                  <a:lnTo>
                    <a:pt x="1563851" y="1435289"/>
                  </a:lnTo>
                  <a:lnTo>
                    <a:pt x="1563183" y="1435289"/>
                  </a:lnTo>
                  <a:lnTo>
                    <a:pt x="1562515" y="1435289"/>
                  </a:lnTo>
                  <a:lnTo>
                    <a:pt x="1561847" y="1435289"/>
                  </a:lnTo>
                  <a:lnTo>
                    <a:pt x="1561179" y="1435289"/>
                  </a:lnTo>
                  <a:lnTo>
                    <a:pt x="1560511" y="1435289"/>
                  </a:lnTo>
                  <a:lnTo>
                    <a:pt x="1559843" y="1435289"/>
                  </a:lnTo>
                  <a:lnTo>
                    <a:pt x="1559175" y="1435289"/>
                  </a:lnTo>
                  <a:lnTo>
                    <a:pt x="1558507" y="1435289"/>
                  </a:lnTo>
                  <a:lnTo>
                    <a:pt x="1557839" y="1435289"/>
                  </a:lnTo>
                  <a:lnTo>
                    <a:pt x="1557171" y="1435289"/>
                  </a:lnTo>
                  <a:lnTo>
                    <a:pt x="1556503" y="1435289"/>
                  </a:lnTo>
                  <a:lnTo>
                    <a:pt x="1555835" y="1435289"/>
                  </a:lnTo>
                  <a:lnTo>
                    <a:pt x="1555167" y="1435289"/>
                  </a:lnTo>
                  <a:lnTo>
                    <a:pt x="1554499" y="1435289"/>
                  </a:lnTo>
                  <a:lnTo>
                    <a:pt x="1553831" y="1435289"/>
                  </a:lnTo>
                  <a:lnTo>
                    <a:pt x="1553163" y="1435289"/>
                  </a:lnTo>
                  <a:lnTo>
                    <a:pt x="1552495" y="1435289"/>
                  </a:lnTo>
                  <a:lnTo>
                    <a:pt x="1551827" y="1435289"/>
                  </a:lnTo>
                  <a:lnTo>
                    <a:pt x="1551159" y="1435289"/>
                  </a:lnTo>
                  <a:lnTo>
                    <a:pt x="1550491" y="1435289"/>
                  </a:lnTo>
                  <a:lnTo>
                    <a:pt x="1549823" y="1435289"/>
                  </a:lnTo>
                  <a:lnTo>
                    <a:pt x="1549155" y="1435289"/>
                  </a:lnTo>
                  <a:lnTo>
                    <a:pt x="1548487" y="1435289"/>
                  </a:lnTo>
                  <a:lnTo>
                    <a:pt x="1547819" y="1435289"/>
                  </a:lnTo>
                  <a:lnTo>
                    <a:pt x="1547151" y="1435289"/>
                  </a:lnTo>
                  <a:lnTo>
                    <a:pt x="1546483" y="1435289"/>
                  </a:lnTo>
                  <a:lnTo>
                    <a:pt x="1545814" y="1435289"/>
                  </a:lnTo>
                  <a:lnTo>
                    <a:pt x="1545146" y="1435289"/>
                  </a:lnTo>
                  <a:lnTo>
                    <a:pt x="1544478" y="1435289"/>
                  </a:lnTo>
                  <a:lnTo>
                    <a:pt x="1543810" y="1435289"/>
                  </a:lnTo>
                  <a:lnTo>
                    <a:pt x="1543142" y="1435289"/>
                  </a:lnTo>
                  <a:lnTo>
                    <a:pt x="1542474" y="1435289"/>
                  </a:lnTo>
                  <a:lnTo>
                    <a:pt x="1541806" y="1435289"/>
                  </a:lnTo>
                  <a:lnTo>
                    <a:pt x="1541138" y="1435289"/>
                  </a:lnTo>
                  <a:lnTo>
                    <a:pt x="1540470" y="1435289"/>
                  </a:lnTo>
                  <a:lnTo>
                    <a:pt x="1539802" y="1435289"/>
                  </a:lnTo>
                  <a:lnTo>
                    <a:pt x="1539134" y="1435289"/>
                  </a:lnTo>
                  <a:lnTo>
                    <a:pt x="1538466" y="1435289"/>
                  </a:lnTo>
                  <a:lnTo>
                    <a:pt x="1537798" y="1435289"/>
                  </a:lnTo>
                  <a:lnTo>
                    <a:pt x="1537130" y="1435289"/>
                  </a:lnTo>
                  <a:lnTo>
                    <a:pt x="1536462" y="1435289"/>
                  </a:lnTo>
                  <a:lnTo>
                    <a:pt x="1535794" y="1435289"/>
                  </a:lnTo>
                  <a:lnTo>
                    <a:pt x="1535126" y="1435289"/>
                  </a:lnTo>
                  <a:lnTo>
                    <a:pt x="1534458" y="1435289"/>
                  </a:lnTo>
                  <a:lnTo>
                    <a:pt x="1533790" y="1435289"/>
                  </a:lnTo>
                  <a:lnTo>
                    <a:pt x="1533122" y="1435289"/>
                  </a:lnTo>
                  <a:lnTo>
                    <a:pt x="1532454" y="1435289"/>
                  </a:lnTo>
                  <a:lnTo>
                    <a:pt x="1531786" y="1435289"/>
                  </a:lnTo>
                  <a:lnTo>
                    <a:pt x="1531118" y="1435289"/>
                  </a:lnTo>
                  <a:lnTo>
                    <a:pt x="1530450" y="1435289"/>
                  </a:lnTo>
                  <a:lnTo>
                    <a:pt x="1529782" y="1435289"/>
                  </a:lnTo>
                  <a:lnTo>
                    <a:pt x="1529114" y="1435289"/>
                  </a:lnTo>
                  <a:lnTo>
                    <a:pt x="1528446" y="1435289"/>
                  </a:lnTo>
                  <a:lnTo>
                    <a:pt x="1527778" y="1435289"/>
                  </a:lnTo>
                  <a:lnTo>
                    <a:pt x="1527110" y="1435289"/>
                  </a:lnTo>
                  <a:lnTo>
                    <a:pt x="1526442" y="1435289"/>
                  </a:lnTo>
                  <a:lnTo>
                    <a:pt x="1525774" y="1435289"/>
                  </a:lnTo>
                  <a:lnTo>
                    <a:pt x="1525106" y="1435289"/>
                  </a:lnTo>
                  <a:lnTo>
                    <a:pt x="1524438" y="1435289"/>
                  </a:lnTo>
                  <a:lnTo>
                    <a:pt x="1523770" y="1435289"/>
                  </a:lnTo>
                  <a:lnTo>
                    <a:pt x="1523102" y="1435289"/>
                  </a:lnTo>
                  <a:lnTo>
                    <a:pt x="1522434" y="1435289"/>
                  </a:lnTo>
                  <a:lnTo>
                    <a:pt x="1521766" y="1435289"/>
                  </a:lnTo>
                  <a:lnTo>
                    <a:pt x="1521097" y="1435289"/>
                  </a:lnTo>
                  <a:lnTo>
                    <a:pt x="1520429" y="1435289"/>
                  </a:lnTo>
                  <a:lnTo>
                    <a:pt x="1519761" y="1435289"/>
                  </a:lnTo>
                  <a:lnTo>
                    <a:pt x="1519093" y="1435289"/>
                  </a:lnTo>
                  <a:lnTo>
                    <a:pt x="1518425" y="1435289"/>
                  </a:lnTo>
                  <a:lnTo>
                    <a:pt x="1517757" y="1435289"/>
                  </a:lnTo>
                  <a:lnTo>
                    <a:pt x="1517089" y="1435289"/>
                  </a:lnTo>
                  <a:lnTo>
                    <a:pt x="1516421" y="1435289"/>
                  </a:lnTo>
                  <a:lnTo>
                    <a:pt x="1515753" y="1435289"/>
                  </a:lnTo>
                  <a:lnTo>
                    <a:pt x="1515085" y="1435289"/>
                  </a:lnTo>
                  <a:lnTo>
                    <a:pt x="1514417" y="1435289"/>
                  </a:lnTo>
                  <a:lnTo>
                    <a:pt x="1513749" y="1435289"/>
                  </a:lnTo>
                  <a:lnTo>
                    <a:pt x="1513081" y="1435289"/>
                  </a:lnTo>
                  <a:lnTo>
                    <a:pt x="1512413" y="1435289"/>
                  </a:lnTo>
                  <a:lnTo>
                    <a:pt x="1511745" y="1435289"/>
                  </a:lnTo>
                  <a:lnTo>
                    <a:pt x="1511077" y="1435289"/>
                  </a:lnTo>
                  <a:lnTo>
                    <a:pt x="1510409" y="1435289"/>
                  </a:lnTo>
                  <a:lnTo>
                    <a:pt x="1509741" y="1435289"/>
                  </a:lnTo>
                  <a:lnTo>
                    <a:pt x="1509073" y="1435289"/>
                  </a:lnTo>
                  <a:lnTo>
                    <a:pt x="1508405" y="1435289"/>
                  </a:lnTo>
                  <a:lnTo>
                    <a:pt x="1507737" y="1435289"/>
                  </a:lnTo>
                  <a:lnTo>
                    <a:pt x="1507069" y="1435289"/>
                  </a:lnTo>
                  <a:lnTo>
                    <a:pt x="1506401" y="1435289"/>
                  </a:lnTo>
                  <a:lnTo>
                    <a:pt x="1505733" y="1435289"/>
                  </a:lnTo>
                  <a:lnTo>
                    <a:pt x="1505065" y="1435289"/>
                  </a:lnTo>
                  <a:lnTo>
                    <a:pt x="1504397" y="1435289"/>
                  </a:lnTo>
                  <a:lnTo>
                    <a:pt x="1503729" y="1435289"/>
                  </a:lnTo>
                  <a:lnTo>
                    <a:pt x="1503061" y="1435289"/>
                  </a:lnTo>
                  <a:lnTo>
                    <a:pt x="1502393" y="1435289"/>
                  </a:lnTo>
                  <a:lnTo>
                    <a:pt x="1501725" y="1435289"/>
                  </a:lnTo>
                  <a:lnTo>
                    <a:pt x="1501057" y="1435289"/>
                  </a:lnTo>
                  <a:lnTo>
                    <a:pt x="1500389" y="1435289"/>
                  </a:lnTo>
                  <a:lnTo>
                    <a:pt x="1499721" y="1435289"/>
                  </a:lnTo>
                  <a:lnTo>
                    <a:pt x="1499053" y="1435289"/>
                  </a:lnTo>
                  <a:lnTo>
                    <a:pt x="1498385" y="1435289"/>
                  </a:lnTo>
                  <a:lnTo>
                    <a:pt x="1497717" y="1435289"/>
                  </a:lnTo>
                  <a:lnTo>
                    <a:pt x="1497048" y="1435289"/>
                  </a:lnTo>
                  <a:lnTo>
                    <a:pt x="1496380" y="1435289"/>
                  </a:lnTo>
                  <a:lnTo>
                    <a:pt x="1495712" y="1435289"/>
                  </a:lnTo>
                  <a:lnTo>
                    <a:pt x="1495044" y="1435289"/>
                  </a:lnTo>
                  <a:lnTo>
                    <a:pt x="1494376" y="1435289"/>
                  </a:lnTo>
                  <a:lnTo>
                    <a:pt x="1493708" y="1435289"/>
                  </a:lnTo>
                  <a:lnTo>
                    <a:pt x="1493040" y="1435289"/>
                  </a:lnTo>
                  <a:lnTo>
                    <a:pt x="1492372" y="1435289"/>
                  </a:lnTo>
                  <a:lnTo>
                    <a:pt x="1491704" y="1435289"/>
                  </a:lnTo>
                  <a:lnTo>
                    <a:pt x="1491036" y="1435289"/>
                  </a:lnTo>
                  <a:lnTo>
                    <a:pt x="1490368" y="1435289"/>
                  </a:lnTo>
                  <a:lnTo>
                    <a:pt x="1489700" y="1435289"/>
                  </a:lnTo>
                  <a:lnTo>
                    <a:pt x="1489032" y="1435289"/>
                  </a:lnTo>
                  <a:lnTo>
                    <a:pt x="1488364" y="1435289"/>
                  </a:lnTo>
                  <a:lnTo>
                    <a:pt x="1487696" y="1435289"/>
                  </a:lnTo>
                  <a:lnTo>
                    <a:pt x="1487028" y="1435289"/>
                  </a:lnTo>
                  <a:lnTo>
                    <a:pt x="1486360" y="1435289"/>
                  </a:lnTo>
                  <a:lnTo>
                    <a:pt x="1485692" y="1435289"/>
                  </a:lnTo>
                  <a:lnTo>
                    <a:pt x="1485024" y="1435289"/>
                  </a:lnTo>
                  <a:lnTo>
                    <a:pt x="1484356" y="1435289"/>
                  </a:lnTo>
                  <a:lnTo>
                    <a:pt x="1483688" y="1435289"/>
                  </a:lnTo>
                  <a:lnTo>
                    <a:pt x="1483020" y="1435289"/>
                  </a:lnTo>
                  <a:lnTo>
                    <a:pt x="1482352" y="1435289"/>
                  </a:lnTo>
                  <a:lnTo>
                    <a:pt x="1481684" y="1435289"/>
                  </a:lnTo>
                  <a:lnTo>
                    <a:pt x="1481016" y="1435289"/>
                  </a:lnTo>
                  <a:lnTo>
                    <a:pt x="1480348" y="1435289"/>
                  </a:lnTo>
                  <a:lnTo>
                    <a:pt x="1479680" y="1435289"/>
                  </a:lnTo>
                  <a:lnTo>
                    <a:pt x="1479012" y="1435289"/>
                  </a:lnTo>
                  <a:lnTo>
                    <a:pt x="1478344" y="1435289"/>
                  </a:lnTo>
                  <a:lnTo>
                    <a:pt x="1477676" y="1435289"/>
                  </a:lnTo>
                  <a:lnTo>
                    <a:pt x="1477008" y="1435289"/>
                  </a:lnTo>
                  <a:lnTo>
                    <a:pt x="1476340" y="1435289"/>
                  </a:lnTo>
                  <a:lnTo>
                    <a:pt x="1475672" y="1435289"/>
                  </a:lnTo>
                  <a:lnTo>
                    <a:pt x="1475004" y="1435289"/>
                  </a:lnTo>
                  <a:lnTo>
                    <a:pt x="1474336" y="1435289"/>
                  </a:lnTo>
                  <a:lnTo>
                    <a:pt x="1473668" y="1435289"/>
                  </a:lnTo>
                  <a:lnTo>
                    <a:pt x="1473000" y="1435289"/>
                  </a:lnTo>
                  <a:lnTo>
                    <a:pt x="1472331" y="1435289"/>
                  </a:lnTo>
                  <a:lnTo>
                    <a:pt x="1471663" y="1435289"/>
                  </a:lnTo>
                  <a:lnTo>
                    <a:pt x="1470995" y="1435289"/>
                  </a:lnTo>
                  <a:lnTo>
                    <a:pt x="1470327" y="1435289"/>
                  </a:lnTo>
                  <a:lnTo>
                    <a:pt x="1469659" y="1435289"/>
                  </a:lnTo>
                  <a:lnTo>
                    <a:pt x="1468991" y="1435289"/>
                  </a:lnTo>
                  <a:lnTo>
                    <a:pt x="1468323" y="1435289"/>
                  </a:lnTo>
                  <a:lnTo>
                    <a:pt x="1467655" y="1435289"/>
                  </a:lnTo>
                  <a:lnTo>
                    <a:pt x="1466987" y="1435289"/>
                  </a:lnTo>
                  <a:lnTo>
                    <a:pt x="1466319" y="1435289"/>
                  </a:lnTo>
                  <a:lnTo>
                    <a:pt x="1465651" y="1435289"/>
                  </a:lnTo>
                  <a:lnTo>
                    <a:pt x="1464983" y="1435289"/>
                  </a:lnTo>
                  <a:lnTo>
                    <a:pt x="1464315" y="1435289"/>
                  </a:lnTo>
                  <a:lnTo>
                    <a:pt x="1463647" y="1435289"/>
                  </a:lnTo>
                  <a:lnTo>
                    <a:pt x="1462979" y="1435289"/>
                  </a:lnTo>
                  <a:lnTo>
                    <a:pt x="1462311" y="1435289"/>
                  </a:lnTo>
                  <a:lnTo>
                    <a:pt x="1461643" y="1435289"/>
                  </a:lnTo>
                  <a:lnTo>
                    <a:pt x="1460975" y="1435289"/>
                  </a:lnTo>
                  <a:lnTo>
                    <a:pt x="1460307" y="1435289"/>
                  </a:lnTo>
                  <a:lnTo>
                    <a:pt x="1459639" y="1435289"/>
                  </a:lnTo>
                  <a:lnTo>
                    <a:pt x="1458971" y="1435289"/>
                  </a:lnTo>
                  <a:lnTo>
                    <a:pt x="1458303" y="1435289"/>
                  </a:lnTo>
                  <a:lnTo>
                    <a:pt x="1457635" y="1435289"/>
                  </a:lnTo>
                  <a:lnTo>
                    <a:pt x="1456967" y="1435289"/>
                  </a:lnTo>
                  <a:lnTo>
                    <a:pt x="1456299" y="1435289"/>
                  </a:lnTo>
                  <a:lnTo>
                    <a:pt x="1455631" y="1435289"/>
                  </a:lnTo>
                  <a:lnTo>
                    <a:pt x="1454963" y="1435289"/>
                  </a:lnTo>
                  <a:lnTo>
                    <a:pt x="1454295" y="1435289"/>
                  </a:lnTo>
                  <a:lnTo>
                    <a:pt x="1453627" y="1435289"/>
                  </a:lnTo>
                  <a:lnTo>
                    <a:pt x="1452959" y="1435289"/>
                  </a:lnTo>
                  <a:lnTo>
                    <a:pt x="1452291" y="1435289"/>
                  </a:lnTo>
                  <a:lnTo>
                    <a:pt x="1451623" y="1435289"/>
                  </a:lnTo>
                  <a:lnTo>
                    <a:pt x="1450955" y="1435289"/>
                  </a:lnTo>
                  <a:lnTo>
                    <a:pt x="1450287" y="1435289"/>
                  </a:lnTo>
                  <a:lnTo>
                    <a:pt x="1449619" y="1435289"/>
                  </a:lnTo>
                  <a:lnTo>
                    <a:pt x="1448951" y="1435289"/>
                  </a:lnTo>
                  <a:lnTo>
                    <a:pt x="1448283" y="1435289"/>
                  </a:lnTo>
                  <a:lnTo>
                    <a:pt x="1447614" y="1435289"/>
                  </a:lnTo>
                  <a:lnTo>
                    <a:pt x="1446946" y="1435289"/>
                  </a:lnTo>
                  <a:lnTo>
                    <a:pt x="1446278" y="1435289"/>
                  </a:lnTo>
                  <a:lnTo>
                    <a:pt x="1445610" y="1435289"/>
                  </a:lnTo>
                  <a:lnTo>
                    <a:pt x="1444942" y="1435289"/>
                  </a:lnTo>
                  <a:lnTo>
                    <a:pt x="1444274" y="1435289"/>
                  </a:lnTo>
                  <a:lnTo>
                    <a:pt x="1443606" y="1435289"/>
                  </a:lnTo>
                  <a:lnTo>
                    <a:pt x="1442938" y="1435289"/>
                  </a:lnTo>
                  <a:lnTo>
                    <a:pt x="1442270" y="1435289"/>
                  </a:lnTo>
                  <a:lnTo>
                    <a:pt x="1441602" y="1435289"/>
                  </a:lnTo>
                  <a:lnTo>
                    <a:pt x="1440934" y="1435289"/>
                  </a:lnTo>
                  <a:lnTo>
                    <a:pt x="1440266" y="1435289"/>
                  </a:lnTo>
                  <a:lnTo>
                    <a:pt x="1439598" y="1435289"/>
                  </a:lnTo>
                  <a:lnTo>
                    <a:pt x="1438930" y="1435289"/>
                  </a:lnTo>
                  <a:lnTo>
                    <a:pt x="1438262" y="1435289"/>
                  </a:lnTo>
                  <a:lnTo>
                    <a:pt x="1437594" y="1435289"/>
                  </a:lnTo>
                  <a:lnTo>
                    <a:pt x="1436926" y="1435289"/>
                  </a:lnTo>
                  <a:lnTo>
                    <a:pt x="1436258" y="1435289"/>
                  </a:lnTo>
                  <a:lnTo>
                    <a:pt x="1435590" y="1435289"/>
                  </a:lnTo>
                  <a:lnTo>
                    <a:pt x="1434922" y="1435289"/>
                  </a:lnTo>
                  <a:lnTo>
                    <a:pt x="1434254" y="1435289"/>
                  </a:lnTo>
                  <a:lnTo>
                    <a:pt x="1433586" y="1435289"/>
                  </a:lnTo>
                  <a:lnTo>
                    <a:pt x="1432918" y="1435289"/>
                  </a:lnTo>
                  <a:lnTo>
                    <a:pt x="1432250" y="1435289"/>
                  </a:lnTo>
                  <a:lnTo>
                    <a:pt x="1431582" y="1435289"/>
                  </a:lnTo>
                  <a:lnTo>
                    <a:pt x="1430914" y="1435289"/>
                  </a:lnTo>
                  <a:lnTo>
                    <a:pt x="1430246" y="1435289"/>
                  </a:lnTo>
                  <a:lnTo>
                    <a:pt x="1429578" y="1435289"/>
                  </a:lnTo>
                  <a:lnTo>
                    <a:pt x="1428910" y="1435289"/>
                  </a:lnTo>
                  <a:lnTo>
                    <a:pt x="1428242" y="1435289"/>
                  </a:lnTo>
                  <a:lnTo>
                    <a:pt x="1427574" y="1435289"/>
                  </a:lnTo>
                  <a:lnTo>
                    <a:pt x="1426906" y="1435289"/>
                  </a:lnTo>
                  <a:lnTo>
                    <a:pt x="1426238" y="1435289"/>
                  </a:lnTo>
                  <a:lnTo>
                    <a:pt x="1425570" y="1435289"/>
                  </a:lnTo>
                  <a:lnTo>
                    <a:pt x="1424902" y="1435289"/>
                  </a:lnTo>
                  <a:lnTo>
                    <a:pt x="1424234" y="1435289"/>
                  </a:lnTo>
                  <a:lnTo>
                    <a:pt x="1423566" y="1435289"/>
                  </a:lnTo>
                  <a:lnTo>
                    <a:pt x="1422897" y="1435289"/>
                  </a:lnTo>
                  <a:lnTo>
                    <a:pt x="1422229" y="1435289"/>
                  </a:lnTo>
                  <a:lnTo>
                    <a:pt x="1421561" y="1435289"/>
                  </a:lnTo>
                  <a:lnTo>
                    <a:pt x="1420893" y="1435289"/>
                  </a:lnTo>
                  <a:lnTo>
                    <a:pt x="1420225" y="1435289"/>
                  </a:lnTo>
                  <a:lnTo>
                    <a:pt x="1419557" y="1435289"/>
                  </a:lnTo>
                  <a:lnTo>
                    <a:pt x="1418889" y="1435289"/>
                  </a:lnTo>
                  <a:lnTo>
                    <a:pt x="1418221" y="1435289"/>
                  </a:lnTo>
                  <a:lnTo>
                    <a:pt x="1417553" y="1435289"/>
                  </a:lnTo>
                  <a:lnTo>
                    <a:pt x="1416885" y="1435289"/>
                  </a:lnTo>
                  <a:lnTo>
                    <a:pt x="1416217" y="1435289"/>
                  </a:lnTo>
                  <a:lnTo>
                    <a:pt x="1415549" y="1435289"/>
                  </a:lnTo>
                  <a:lnTo>
                    <a:pt x="1414881" y="1435289"/>
                  </a:lnTo>
                  <a:lnTo>
                    <a:pt x="1414213" y="1435289"/>
                  </a:lnTo>
                  <a:lnTo>
                    <a:pt x="1413545" y="1435289"/>
                  </a:lnTo>
                  <a:lnTo>
                    <a:pt x="1412877" y="1435289"/>
                  </a:lnTo>
                  <a:lnTo>
                    <a:pt x="1412209" y="1435289"/>
                  </a:lnTo>
                  <a:lnTo>
                    <a:pt x="1411541" y="1435289"/>
                  </a:lnTo>
                  <a:lnTo>
                    <a:pt x="1410873" y="1435289"/>
                  </a:lnTo>
                  <a:lnTo>
                    <a:pt x="1410205" y="1435289"/>
                  </a:lnTo>
                  <a:lnTo>
                    <a:pt x="1409537" y="1435289"/>
                  </a:lnTo>
                  <a:lnTo>
                    <a:pt x="1408869" y="1435289"/>
                  </a:lnTo>
                  <a:lnTo>
                    <a:pt x="1408201" y="1435289"/>
                  </a:lnTo>
                  <a:lnTo>
                    <a:pt x="1407533" y="1435289"/>
                  </a:lnTo>
                  <a:lnTo>
                    <a:pt x="1406865" y="1435289"/>
                  </a:lnTo>
                  <a:lnTo>
                    <a:pt x="1406197" y="1435289"/>
                  </a:lnTo>
                  <a:lnTo>
                    <a:pt x="1405529" y="1435289"/>
                  </a:lnTo>
                  <a:lnTo>
                    <a:pt x="1404861" y="1435289"/>
                  </a:lnTo>
                  <a:lnTo>
                    <a:pt x="1404193" y="1435289"/>
                  </a:lnTo>
                  <a:lnTo>
                    <a:pt x="1403525" y="1435289"/>
                  </a:lnTo>
                  <a:lnTo>
                    <a:pt x="1402857" y="1435289"/>
                  </a:lnTo>
                  <a:lnTo>
                    <a:pt x="1402189" y="1435289"/>
                  </a:lnTo>
                  <a:lnTo>
                    <a:pt x="1401521" y="1435289"/>
                  </a:lnTo>
                  <a:lnTo>
                    <a:pt x="1400853" y="1435289"/>
                  </a:lnTo>
                  <a:lnTo>
                    <a:pt x="1400185" y="1435289"/>
                  </a:lnTo>
                  <a:lnTo>
                    <a:pt x="1399517" y="1435289"/>
                  </a:lnTo>
                  <a:lnTo>
                    <a:pt x="1398848" y="1435289"/>
                  </a:lnTo>
                  <a:lnTo>
                    <a:pt x="1398180" y="1435289"/>
                  </a:lnTo>
                  <a:lnTo>
                    <a:pt x="1397512" y="1435289"/>
                  </a:lnTo>
                  <a:lnTo>
                    <a:pt x="1396844" y="1435289"/>
                  </a:lnTo>
                  <a:lnTo>
                    <a:pt x="1396176" y="1435289"/>
                  </a:lnTo>
                  <a:lnTo>
                    <a:pt x="1395508" y="1435289"/>
                  </a:lnTo>
                  <a:lnTo>
                    <a:pt x="1394840" y="1435289"/>
                  </a:lnTo>
                  <a:lnTo>
                    <a:pt x="1394172" y="1435289"/>
                  </a:lnTo>
                  <a:lnTo>
                    <a:pt x="1393504" y="1435289"/>
                  </a:lnTo>
                  <a:lnTo>
                    <a:pt x="1392836" y="1435289"/>
                  </a:lnTo>
                  <a:lnTo>
                    <a:pt x="1392168" y="1435289"/>
                  </a:lnTo>
                  <a:lnTo>
                    <a:pt x="1391500" y="1435289"/>
                  </a:lnTo>
                  <a:lnTo>
                    <a:pt x="1390832" y="1435289"/>
                  </a:lnTo>
                  <a:lnTo>
                    <a:pt x="1390164" y="1435289"/>
                  </a:lnTo>
                  <a:lnTo>
                    <a:pt x="1389496" y="1435289"/>
                  </a:lnTo>
                  <a:lnTo>
                    <a:pt x="1388828" y="1435289"/>
                  </a:lnTo>
                  <a:lnTo>
                    <a:pt x="1388160" y="1435289"/>
                  </a:lnTo>
                  <a:lnTo>
                    <a:pt x="1387492" y="1435289"/>
                  </a:lnTo>
                  <a:lnTo>
                    <a:pt x="1386824" y="1435289"/>
                  </a:lnTo>
                  <a:lnTo>
                    <a:pt x="1386156" y="1435289"/>
                  </a:lnTo>
                  <a:lnTo>
                    <a:pt x="1385488" y="1435289"/>
                  </a:lnTo>
                  <a:lnTo>
                    <a:pt x="1384820" y="1435289"/>
                  </a:lnTo>
                  <a:lnTo>
                    <a:pt x="1384152" y="1435289"/>
                  </a:lnTo>
                  <a:lnTo>
                    <a:pt x="1383484" y="1435289"/>
                  </a:lnTo>
                  <a:lnTo>
                    <a:pt x="1382816" y="1435289"/>
                  </a:lnTo>
                  <a:lnTo>
                    <a:pt x="1382148" y="1435289"/>
                  </a:lnTo>
                  <a:lnTo>
                    <a:pt x="1381480" y="1435289"/>
                  </a:lnTo>
                  <a:lnTo>
                    <a:pt x="1380812" y="1435289"/>
                  </a:lnTo>
                  <a:lnTo>
                    <a:pt x="1380144" y="1435289"/>
                  </a:lnTo>
                  <a:lnTo>
                    <a:pt x="1379476" y="1435289"/>
                  </a:lnTo>
                  <a:lnTo>
                    <a:pt x="1378808" y="1435289"/>
                  </a:lnTo>
                  <a:lnTo>
                    <a:pt x="1378140" y="1435289"/>
                  </a:lnTo>
                  <a:lnTo>
                    <a:pt x="1377472" y="1435289"/>
                  </a:lnTo>
                  <a:lnTo>
                    <a:pt x="1376804" y="1435289"/>
                  </a:lnTo>
                  <a:lnTo>
                    <a:pt x="1376136" y="1435289"/>
                  </a:lnTo>
                  <a:lnTo>
                    <a:pt x="1375468" y="1435289"/>
                  </a:lnTo>
                  <a:lnTo>
                    <a:pt x="1374800" y="1435289"/>
                  </a:lnTo>
                  <a:lnTo>
                    <a:pt x="1374131" y="1435289"/>
                  </a:lnTo>
                  <a:lnTo>
                    <a:pt x="1373463" y="1435289"/>
                  </a:lnTo>
                  <a:lnTo>
                    <a:pt x="1372795" y="1435289"/>
                  </a:lnTo>
                  <a:lnTo>
                    <a:pt x="1372127" y="1435289"/>
                  </a:lnTo>
                  <a:lnTo>
                    <a:pt x="1371459" y="1435289"/>
                  </a:lnTo>
                  <a:lnTo>
                    <a:pt x="1370791" y="1435289"/>
                  </a:lnTo>
                  <a:lnTo>
                    <a:pt x="1370123" y="1435289"/>
                  </a:lnTo>
                  <a:lnTo>
                    <a:pt x="1369455" y="1435289"/>
                  </a:lnTo>
                  <a:lnTo>
                    <a:pt x="1368787" y="1435289"/>
                  </a:lnTo>
                  <a:lnTo>
                    <a:pt x="1368119" y="1435289"/>
                  </a:lnTo>
                  <a:lnTo>
                    <a:pt x="1367451" y="1435289"/>
                  </a:lnTo>
                  <a:lnTo>
                    <a:pt x="1366783" y="1435289"/>
                  </a:lnTo>
                  <a:lnTo>
                    <a:pt x="1366115" y="1435289"/>
                  </a:lnTo>
                  <a:lnTo>
                    <a:pt x="1365447" y="1435289"/>
                  </a:lnTo>
                  <a:lnTo>
                    <a:pt x="1364779" y="1435289"/>
                  </a:lnTo>
                  <a:lnTo>
                    <a:pt x="1364111" y="1435289"/>
                  </a:lnTo>
                  <a:lnTo>
                    <a:pt x="1363443" y="1435289"/>
                  </a:lnTo>
                  <a:lnTo>
                    <a:pt x="1362775" y="1435289"/>
                  </a:lnTo>
                  <a:lnTo>
                    <a:pt x="1362107" y="1435289"/>
                  </a:lnTo>
                  <a:lnTo>
                    <a:pt x="1361439" y="1435289"/>
                  </a:lnTo>
                  <a:lnTo>
                    <a:pt x="1360771" y="1435289"/>
                  </a:lnTo>
                  <a:lnTo>
                    <a:pt x="1360103" y="1435289"/>
                  </a:lnTo>
                  <a:lnTo>
                    <a:pt x="1359435" y="1435289"/>
                  </a:lnTo>
                  <a:lnTo>
                    <a:pt x="1358767" y="1435289"/>
                  </a:lnTo>
                  <a:lnTo>
                    <a:pt x="1358099" y="1435289"/>
                  </a:lnTo>
                  <a:lnTo>
                    <a:pt x="1357431" y="1435289"/>
                  </a:lnTo>
                  <a:lnTo>
                    <a:pt x="1356763" y="1435289"/>
                  </a:lnTo>
                  <a:lnTo>
                    <a:pt x="1356095" y="1435289"/>
                  </a:lnTo>
                  <a:lnTo>
                    <a:pt x="1355427" y="1435289"/>
                  </a:lnTo>
                  <a:lnTo>
                    <a:pt x="1354759" y="1435289"/>
                  </a:lnTo>
                  <a:lnTo>
                    <a:pt x="1354091" y="1435289"/>
                  </a:lnTo>
                  <a:lnTo>
                    <a:pt x="1353423" y="1435289"/>
                  </a:lnTo>
                  <a:lnTo>
                    <a:pt x="1352755" y="1435289"/>
                  </a:lnTo>
                  <a:lnTo>
                    <a:pt x="1352087" y="1435289"/>
                  </a:lnTo>
                  <a:lnTo>
                    <a:pt x="1351419" y="1435289"/>
                  </a:lnTo>
                  <a:lnTo>
                    <a:pt x="1350751" y="1435289"/>
                  </a:lnTo>
                  <a:lnTo>
                    <a:pt x="1350083" y="1435289"/>
                  </a:lnTo>
                  <a:lnTo>
                    <a:pt x="1349414" y="1435289"/>
                  </a:lnTo>
                  <a:lnTo>
                    <a:pt x="1348746" y="1435289"/>
                  </a:lnTo>
                  <a:lnTo>
                    <a:pt x="1348078" y="1435289"/>
                  </a:lnTo>
                  <a:lnTo>
                    <a:pt x="1347410" y="1435289"/>
                  </a:lnTo>
                  <a:lnTo>
                    <a:pt x="1346742" y="1435289"/>
                  </a:lnTo>
                  <a:lnTo>
                    <a:pt x="1346074" y="1435289"/>
                  </a:lnTo>
                  <a:lnTo>
                    <a:pt x="1345406" y="1435289"/>
                  </a:lnTo>
                  <a:lnTo>
                    <a:pt x="1344738" y="1435289"/>
                  </a:lnTo>
                  <a:lnTo>
                    <a:pt x="1344070" y="1435289"/>
                  </a:lnTo>
                  <a:lnTo>
                    <a:pt x="1343402" y="1435289"/>
                  </a:lnTo>
                  <a:lnTo>
                    <a:pt x="1342734" y="1435289"/>
                  </a:lnTo>
                  <a:lnTo>
                    <a:pt x="1342066" y="1435289"/>
                  </a:lnTo>
                  <a:lnTo>
                    <a:pt x="1341398" y="1435289"/>
                  </a:lnTo>
                  <a:lnTo>
                    <a:pt x="1340730" y="1435289"/>
                  </a:lnTo>
                  <a:lnTo>
                    <a:pt x="1340062" y="1435289"/>
                  </a:lnTo>
                  <a:lnTo>
                    <a:pt x="1339394" y="1435289"/>
                  </a:lnTo>
                  <a:lnTo>
                    <a:pt x="1338726" y="1435289"/>
                  </a:lnTo>
                  <a:lnTo>
                    <a:pt x="1338058" y="1435289"/>
                  </a:lnTo>
                  <a:lnTo>
                    <a:pt x="1337390" y="1435289"/>
                  </a:lnTo>
                  <a:lnTo>
                    <a:pt x="1336722" y="1435289"/>
                  </a:lnTo>
                  <a:lnTo>
                    <a:pt x="1336054" y="1435289"/>
                  </a:lnTo>
                  <a:lnTo>
                    <a:pt x="1335386" y="1435289"/>
                  </a:lnTo>
                  <a:lnTo>
                    <a:pt x="1334718" y="1435289"/>
                  </a:lnTo>
                  <a:lnTo>
                    <a:pt x="1334050" y="1435289"/>
                  </a:lnTo>
                  <a:lnTo>
                    <a:pt x="1333382" y="1435289"/>
                  </a:lnTo>
                  <a:lnTo>
                    <a:pt x="1332714" y="1435289"/>
                  </a:lnTo>
                  <a:lnTo>
                    <a:pt x="1332046" y="1435289"/>
                  </a:lnTo>
                  <a:lnTo>
                    <a:pt x="1331378" y="1435289"/>
                  </a:lnTo>
                  <a:lnTo>
                    <a:pt x="1330710" y="1435289"/>
                  </a:lnTo>
                  <a:lnTo>
                    <a:pt x="1330042" y="1435289"/>
                  </a:lnTo>
                  <a:lnTo>
                    <a:pt x="1329374" y="1435289"/>
                  </a:lnTo>
                  <a:lnTo>
                    <a:pt x="1328706" y="1435289"/>
                  </a:lnTo>
                  <a:lnTo>
                    <a:pt x="1328038" y="1435289"/>
                  </a:lnTo>
                  <a:lnTo>
                    <a:pt x="1327370" y="1435289"/>
                  </a:lnTo>
                  <a:lnTo>
                    <a:pt x="1326702" y="1435289"/>
                  </a:lnTo>
                  <a:lnTo>
                    <a:pt x="1326034" y="1435289"/>
                  </a:lnTo>
                  <a:lnTo>
                    <a:pt x="1325366" y="1435289"/>
                  </a:lnTo>
                  <a:lnTo>
                    <a:pt x="1324697" y="1435289"/>
                  </a:lnTo>
                  <a:lnTo>
                    <a:pt x="1324029" y="1435289"/>
                  </a:lnTo>
                  <a:lnTo>
                    <a:pt x="1323361" y="1435289"/>
                  </a:lnTo>
                  <a:lnTo>
                    <a:pt x="1322693" y="1435289"/>
                  </a:lnTo>
                  <a:lnTo>
                    <a:pt x="1322025" y="1435289"/>
                  </a:lnTo>
                  <a:lnTo>
                    <a:pt x="1321357" y="1435289"/>
                  </a:lnTo>
                  <a:lnTo>
                    <a:pt x="1320689" y="1435289"/>
                  </a:lnTo>
                  <a:lnTo>
                    <a:pt x="1320021" y="1435289"/>
                  </a:lnTo>
                  <a:lnTo>
                    <a:pt x="1319353" y="1435289"/>
                  </a:lnTo>
                  <a:lnTo>
                    <a:pt x="1318685" y="1435289"/>
                  </a:lnTo>
                  <a:lnTo>
                    <a:pt x="1318017" y="1435289"/>
                  </a:lnTo>
                  <a:lnTo>
                    <a:pt x="1317349" y="1435289"/>
                  </a:lnTo>
                  <a:lnTo>
                    <a:pt x="1316681" y="1435289"/>
                  </a:lnTo>
                  <a:lnTo>
                    <a:pt x="1316013" y="1435289"/>
                  </a:lnTo>
                  <a:lnTo>
                    <a:pt x="1315345" y="1435289"/>
                  </a:lnTo>
                  <a:lnTo>
                    <a:pt x="1314677" y="1435289"/>
                  </a:lnTo>
                  <a:lnTo>
                    <a:pt x="1314009" y="1435289"/>
                  </a:lnTo>
                  <a:lnTo>
                    <a:pt x="1313341" y="1435289"/>
                  </a:lnTo>
                  <a:lnTo>
                    <a:pt x="1312673" y="1435289"/>
                  </a:lnTo>
                  <a:lnTo>
                    <a:pt x="1312005" y="1435289"/>
                  </a:lnTo>
                  <a:lnTo>
                    <a:pt x="1311337" y="1435289"/>
                  </a:lnTo>
                  <a:lnTo>
                    <a:pt x="1310669" y="1435289"/>
                  </a:lnTo>
                  <a:lnTo>
                    <a:pt x="1310001" y="1435289"/>
                  </a:lnTo>
                  <a:lnTo>
                    <a:pt x="1309333" y="1435289"/>
                  </a:lnTo>
                  <a:lnTo>
                    <a:pt x="1308665" y="1435289"/>
                  </a:lnTo>
                  <a:lnTo>
                    <a:pt x="1307997" y="1435289"/>
                  </a:lnTo>
                  <a:lnTo>
                    <a:pt x="1307329" y="1435289"/>
                  </a:lnTo>
                  <a:lnTo>
                    <a:pt x="1306661" y="1435289"/>
                  </a:lnTo>
                  <a:lnTo>
                    <a:pt x="1305993" y="1435289"/>
                  </a:lnTo>
                  <a:lnTo>
                    <a:pt x="1305325" y="1435289"/>
                  </a:lnTo>
                  <a:lnTo>
                    <a:pt x="1304657" y="1435289"/>
                  </a:lnTo>
                  <a:lnTo>
                    <a:pt x="1303989" y="1435289"/>
                  </a:lnTo>
                  <a:lnTo>
                    <a:pt x="1303321" y="1435289"/>
                  </a:lnTo>
                  <a:lnTo>
                    <a:pt x="1302653" y="1435289"/>
                  </a:lnTo>
                  <a:lnTo>
                    <a:pt x="1301985" y="1435289"/>
                  </a:lnTo>
                  <a:lnTo>
                    <a:pt x="1301317" y="1435289"/>
                  </a:lnTo>
                  <a:lnTo>
                    <a:pt x="1300648" y="1435289"/>
                  </a:lnTo>
                  <a:lnTo>
                    <a:pt x="1299980" y="1435289"/>
                  </a:lnTo>
                  <a:lnTo>
                    <a:pt x="1299312" y="1435289"/>
                  </a:lnTo>
                  <a:lnTo>
                    <a:pt x="1298644" y="1435289"/>
                  </a:lnTo>
                  <a:lnTo>
                    <a:pt x="1297976" y="1435289"/>
                  </a:lnTo>
                  <a:lnTo>
                    <a:pt x="1297308" y="1435289"/>
                  </a:lnTo>
                  <a:lnTo>
                    <a:pt x="1296640" y="1435289"/>
                  </a:lnTo>
                  <a:lnTo>
                    <a:pt x="1295972" y="1435289"/>
                  </a:lnTo>
                  <a:lnTo>
                    <a:pt x="1295304" y="1435289"/>
                  </a:lnTo>
                  <a:lnTo>
                    <a:pt x="1294636" y="1435289"/>
                  </a:lnTo>
                  <a:lnTo>
                    <a:pt x="1293968" y="1435289"/>
                  </a:lnTo>
                  <a:lnTo>
                    <a:pt x="1293300" y="1435289"/>
                  </a:lnTo>
                  <a:lnTo>
                    <a:pt x="1292632" y="1435289"/>
                  </a:lnTo>
                  <a:lnTo>
                    <a:pt x="1291964" y="1435289"/>
                  </a:lnTo>
                  <a:lnTo>
                    <a:pt x="1291296" y="1435289"/>
                  </a:lnTo>
                  <a:lnTo>
                    <a:pt x="1290628" y="1435289"/>
                  </a:lnTo>
                  <a:lnTo>
                    <a:pt x="1289960" y="1435289"/>
                  </a:lnTo>
                  <a:lnTo>
                    <a:pt x="1289292" y="1435289"/>
                  </a:lnTo>
                  <a:lnTo>
                    <a:pt x="1288624" y="1435289"/>
                  </a:lnTo>
                  <a:lnTo>
                    <a:pt x="1287956" y="1435289"/>
                  </a:lnTo>
                  <a:lnTo>
                    <a:pt x="1287288" y="1435289"/>
                  </a:lnTo>
                  <a:lnTo>
                    <a:pt x="1286620" y="1435289"/>
                  </a:lnTo>
                  <a:lnTo>
                    <a:pt x="1285952" y="1435289"/>
                  </a:lnTo>
                  <a:lnTo>
                    <a:pt x="1285284" y="1435289"/>
                  </a:lnTo>
                  <a:lnTo>
                    <a:pt x="1284616" y="1435289"/>
                  </a:lnTo>
                  <a:lnTo>
                    <a:pt x="1283948" y="1435289"/>
                  </a:lnTo>
                  <a:lnTo>
                    <a:pt x="1283280" y="1435289"/>
                  </a:lnTo>
                  <a:lnTo>
                    <a:pt x="1282612" y="1435289"/>
                  </a:lnTo>
                  <a:lnTo>
                    <a:pt x="1281944" y="1435289"/>
                  </a:lnTo>
                  <a:lnTo>
                    <a:pt x="1281276" y="1435289"/>
                  </a:lnTo>
                  <a:lnTo>
                    <a:pt x="1280608" y="1435289"/>
                  </a:lnTo>
                  <a:lnTo>
                    <a:pt x="1279940" y="1435289"/>
                  </a:lnTo>
                  <a:lnTo>
                    <a:pt x="1279272" y="1435289"/>
                  </a:lnTo>
                  <a:lnTo>
                    <a:pt x="1278604" y="1435289"/>
                  </a:lnTo>
                  <a:lnTo>
                    <a:pt x="1277936" y="1435289"/>
                  </a:lnTo>
                  <a:lnTo>
                    <a:pt x="1277268" y="1435289"/>
                  </a:lnTo>
                  <a:lnTo>
                    <a:pt x="1276600" y="1435289"/>
                  </a:lnTo>
                  <a:lnTo>
                    <a:pt x="1275931" y="1435289"/>
                  </a:lnTo>
                  <a:lnTo>
                    <a:pt x="1275263" y="1435289"/>
                  </a:lnTo>
                  <a:lnTo>
                    <a:pt x="1274595" y="1435289"/>
                  </a:lnTo>
                  <a:lnTo>
                    <a:pt x="1273927" y="1435289"/>
                  </a:lnTo>
                  <a:lnTo>
                    <a:pt x="1273259" y="1435289"/>
                  </a:lnTo>
                  <a:lnTo>
                    <a:pt x="1272591" y="1435289"/>
                  </a:lnTo>
                  <a:lnTo>
                    <a:pt x="1271923" y="1435289"/>
                  </a:lnTo>
                  <a:lnTo>
                    <a:pt x="1271255" y="1435289"/>
                  </a:lnTo>
                  <a:lnTo>
                    <a:pt x="1270587" y="1435289"/>
                  </a:lnTo>
                  <a:lnTo>
                    <a:pt x="1269919" y="1435289"/>
                  </a:lnTo>
                  <a:lnTo>
                    <a:pt x="1269251" y="1435289"/>
                  </a:lnTo>
                  <a:lnTo>
                    <a:pt x="1268583" y="1435289"/>
                  </a:lnTo>
                  <a:lnTo>
                    <a:pt x="1267915" y="1435289"/>
                  </a:lnTo>
                  <a:lnTo>
                    <a:pt x="1267247" y="1435289"/>
                  </a:lnTo>
                  <a:lnTo>
                    <a:pt x="1266579" y="1435289"/>
                  </a:lnTo>
                  <a:lnTo>
                    <a:pt x="1265911" y="1435289"/>
                  </a:lnTo>
                  <a:lnTo>
                    <a:pt x="1265243" y="1435289"/>
                  </a:lnTo>
                  <a:lnTo>
                    <a:pt x="1264575" y="1435289"/>
                  </a:lnTo>
                  <a:lnTo>
                    <a:pt x="1263907" y="1435289"/>
                  </a:lnTo>
                  <a:lnTo>
                    <a:pt x="1263239" y="1435289"/>
                  </a:lnTo>
                  <a:lnTo>
                    <a:pt x="1262571" y="1435289"/>
                  </a:lnTo>
                  <a:lnTo>
                    <a:pt x="1261903" y="1435289"/>
                  </a:lnTo>
                  <a:lnTo>
                    <a:pt x="1261235" y="1435289"/>
                  </a:lnTo>
                  <a:lnTo>
                    <a:pt x="1260567" y="1435289"/>
                  </a:lnTo>
                  <a:lnTo>
                    <a:pt x="1259899" y="1435289"/>
                  </a:lnTo>
                  <a:lnTo>
                    <a:pt x="1259231" y="1435289"/>
                  </a:lnTo>
                  <a:lnTo>
                    <a:pt x="1258563" y="1435289"/>
                  </a:lnTo>
                  <a:lnTo>
                    <a:pt x="1257895" y="1435289"/>
                  </a:lnTo>
                  <a:lnTo>
                    <a:pt x="1257227" y="1435289"/>
                  </a:lnTo>
                  <a:lnTo>
                    <a:pt x="1256559" y="1435289"/>
                  </a:lnTo>
                  <a:lnTo>
                    <a:pt x="1255891" y="1435289"/>
                  </a:lnTo>
                  <a:lnTo>
                    <a:pt x="1255223" y="1435289"/>
                  </a:lnTo>
                  <a:lnTo>
                    <a:pt x="1254555" y="1435289"/>
                  </a:lnTo>
                  <a:lnTo>
                    <a:pt x="1253887" y="1435289"/>
                  </a:lnTo>
                  <a:lnTo>
                    <a:pt x="1253219" y="1435289"/>
                  </a:lnTo>
                  <a:lnTo>
                    <a:pt x="1252551" y="1435289"/>
                  </a:lnTo>
                  <a:lnTo>
                    <a:pt x="1251883" y="1435289"/>
                  </a:lnTo>
                  <a:lnTo>
                    <a:pt x="1251214" y="1435289"/>
                  </a:lnTo>
                  <a:lnTo>
                    <a:pt x="1250546" y="1435289"/>
                  </a:lnTo>
                  <a:lnTo>
                    <a:pt x="1249878" y="1435289"/>
                  </a:lnTo>
                  <a:lnTo>
                    <a:pt x="1249210" y="1435289"/>
                  </a:lnTo>
                  <a:lnTo>
                    <a:pt x="1248542" y="1435289"/>
                  </a:lnTo>
                  <a:lnTo>
                    <a:pt x="1247874" y="1435289"/>
                  </a:lnTo>
                  <a:lnTo>
                    <a:pt x="1247206" y="1435289"/>
                  </a:lnTo>
                  <a:lnTo>
                    <a:pt x="1246538" y="1435289"/>
                  </a:lnTo>
                  <a:lnTo>
                    <a:pt x="1245870" y="1435289"/>
                  </a:lnTo>
                  <a:lnTo>
                    <a:pt x="1245202" y="1435289"/>
                  </a:lnTo>
                  <a:lnTo>
                    <a:pt x="1244534" y="1435289"/>
                  </a:lnTo>
                  <a:lnTo>
                    <a:pt x="1243866" y="1435289"/>
                  </a:lnTo>
                  <a:lnTo>
                    <a:pt x="1243198" y="1435289"/>
                  </a:lnTo>
                  <a:lnTo>
                    <a:pt x="1242530" y="1435289"/>
                  </a:lnTo>
                  <a:lnTo>
                    <a:pt x="1241862" y="1435289"/>
                  </a:lnTo>
                  <a:lnTo>
                    <a:pt x="1241194" y="1435289"/>
                  </a:lnTo>
                  <a:lnTo>
                    <a:pt x="1240526" y="1435289"/>
                  </a:lnTo>
                  <a:lnTo>
                    <a:pt x="1239858" y="1435289"/>
                  </a:lnTo>
                  <a:lnTo>
                    <a:pt x="1239190" y="1435289"/>
                  </a:lnTo>
                  <a:lnTo>
                    <a:pt x="1238522" y="1435289"/>
                  </a:lnTo>
                  <a:lnTo>
                    <a:pt x="1237854" y="1435289"/>
                  </a:lnTo>
                  <a:lnTo>
                    <a:pt x="1237186" y="1435289"/>
                  </a:lnTo>
                  <a:lnTo>
                    <a:pt x="1236518" y="1435289"/>
                  </a:lnTo>
                  <a:lnTo>
                    <a:pt x="1235850" y="1435289"/>
                  </a:lnTo>
                  <a:lnTo>
                    <a:pt x="1235182" y="1435289"/>
                  </a:lnTo>
                  <a:lnTo>
                    <a:pt x="1234514" y="1435289"/>
                  </a:lnTo>
                  <a:lnTo>
                    <a:pt x="1233846" y="1435289"/>
                  </a:lnTo>
                  <a:lnTo>
                    <a:pt x="1233178" y="1435289"/>
                  </a:lnTo>
                  <a:lnTo>
                    <a:pt x="1232510" y="1435289"/>
                  </a:lnTo>
                  <a:lnTo>
                    <a:pt x="1231842" y="1435289"/>
                  </a:lnTo>
                  <a:lnTo>
                    <a:pt x="1231174" y="1435289"/>
                  </a:lnTo>
                  <a:lnTo>
                    <a:pt x="1230506" y="1435289"/>
                  </a:lnTo>
                  <a:lnTo>
                    <a:pt x="1229838" y="1435289"/>
                  </a:lnTo>
                  <a:lnTo>
                    <a:pt x="1229170" y="1435289"/>
                  </a:lnTo>
                  <a:lnTo>
                    <a:pt x="1228502" y="1435289"/>
                  </a:lnTo>
                  <a:lnTo>
                    <a:pt x="1227834" y="1435289"/>
                  </a:lnTo>
                  <a:lnTo>
                    <a:pt x="1227165" y="1435289"/>
                  </a:lnTo>
                  <a:lnTo>
                    <a:pt x="1226497" y="1435289"/>
                  </a:lnTo>
                  <a:lnTo>
                    <a:pt x="1225829" y="1435289"/>
                  </a:lnTo>
                  <a:lnTo>
                    <a:pt x="1225161" y="1435289"/>
                  </a:lnTo>
                  <a:lnTo>
                    <a:pt x="1224493" y="1435289"/>
                  </a:lnTo>
                  <a:lnTo>
                    <a:pt x="1223825" y="1435289"/>
                  </a:lnTo>
                  <a:lnTo>
                    <a:pt x="1223157" y="1435289"/>
                  </a:lnTo>
                  <a:lnTo>
                    <a:pt x="1222489" y="1435289"/>
                  </a:lnTo>
                  <a:lnTo>
                    <a:pt x="1221821" y="1435289"/>
                  </a:lnTo>
                  <a:lnTo>
                    <a:pt x="1221153" y="1435289"/>
                  </a:lnTo>
                  <a:lnTo>
                    <a:pt x="1220485" y="1435289"/>
                  </a:lnTo>
                  <a:lnTo>
                    <a:pt x="1219817" y="1435289"/>
                  </a:lnTo>
                  <a:lnTo>
                    <a:pt x="1219149" y="1435289"/>
                  </a:lnTo>
                  <a:lnTo>
                    <a:pt x="1218481" y="1435289"/>
                  </a:lnTo>
                  <a:lnTo>
                    <a:pt x="1217813" y="1435289"/>
                  </a:lnTo>
                  <a:lnTo>
                    <a:pt x="1217145" y="1435289"/>
                  </a:lnTo>
                  <a:lnTo>
                    <a:pt x="1216477" y="1435289"/>
                  </a:lnTo>
                  <a:lnTo>
                    <a:pt x="1215809" y="1435289"/>
                  </a:lnTo>
                  <a:lnTo>
                    <a:pt x="1215141" y="1435289"/>
                  </a:lnTo>
                  <a:lnTo>
                    <a:pt x="1214473" y="1435289"/>
                  </a:lnTo>
                  <a:lnTo>
                    <a:pt x="1213805" y="1435289"/>
                  </a:lnTo>
                  <a:lnTo>
                    <a:pt x="1213137" y="1435289"/>
                  </a:lnTo>
                  <a:lnTo>
                    <a:pt x="1212469" y="1435289"/>
                  </a:lnTo>
                  <a:lnTo>
                    <a:pt x="1211801" y="1435289"/>
                  </a:lnTo>
                  <a:lnTo>
                    <a:pt x="1211133" y="1435289"/>
                  </a:lnTo>
                  <a:lnTo>
                    <a:pt x="1210465" y="1435289"/>
                  </a:lnTo>
                  <a:lnTo>
                    <a:pt x="1209797" y="1435289"/>
                  </a:lnTo>
                  <a:lnTo>
                    <a:pt x="1209129" y="1435289"/>
                  </a:lnTo>
                  <a:lnTo>
                    <a:pt x="1208461" y="1435289"/>
                  </a:lnTo>
                  <a:lnTo>
                    <a:pt x="1207793" y="1435289"/>
                  </a:lnTo>
                  <a:lnTo>
                    <a:pt x="1207125" y="1435289"/>
                  </a:lnTo>
                  <a:lnTo>
                    <a:pt x="1206457" y="1435289"/>
                  </a:lnTo>
                  <a:lnTo>
                    <a:pt x="1205789" y="1435289"/>
                  </a:lnTo>
                  <a:lnTo>
                    <a:pt x="1205121" y="1435289"/>
                  </a:lnTo>
                  <a:lnTo>
                    <a:pt x="1204453" y="1435289"/>
                  </a:lnTo>
                  <a:lnTo>
                    <a:pt x="1203785" y="1435289"/>
                  </a:lnTo>
                  <a:lnTo>
                    <a:pt x="1203117" y="1435289"/>
                  </a:lnTo>
                  <a:lnTo>
                    <a:pt x="1202448" y="1435289"/>
                  </a:lnTo>
                  <a:lnTo>
                    <a:pt x="1201780" y="1435289"/>
                  </a:lnTo>
                  <a:lnTo>
                    <a:pt x="1201112" y="1435289"/>
                  </a:lnTo>
                  <a:lnTo>
                    <a:pt x="1200444" y="1435289"/>
                  </a:lnTo>
                  <a:lnTo>
                    <a:pt x="1199776" y="1435289"/>
                  </a:lnTo>
                  <a:lnTo>
                    <a:pt x="1199108" y="1435289"/>
                  </a:lnTo>
                  <a:lnTo>
                    <a:pt x="1198440" y="1435289"/>
                  </a:lnTo>
                  <a:lnTo>
                    <a:pt x="1197772" y="1435289"/>
                  </a:lnTo>
                  <a:lnTo>
                    <a:pt x="1197104" y="1435289"/>
                  </a:lnTo>
                  <a:lnTo>
                    <a:pt x="1196436" y="1435289"/>
                  </a:lnTo>
                  <a:lnTo>
                    <a:pt x="1195768" y="1435289"/>
                  </a:lnTo>
                  <a:lnTo>
                    <a:pt x="1195100" y="1435289"/>
                  </a:lnTo>
                  <a:lnTo>
                    <a:pt x="1194432" y="1435289"/>
                  </a:lnTo>
                  <a:lnTo>
                    <a:pt x="1193764" y="1435289"/>
                  </a:lnTo>
                  <a:lnTo>
                    <a:pt x="1193096" y="1435289"/>
                  </a:lnTo>
                  <a:lnTo>
                    <a:pt x="1192428" y="1435289"/>
                  </a:lnTo>
                  <a:lnTo>
                    <a:pt x="1191760" y="1435289"/>
                  </a:lnTo>
                  <a:lnTo>
                    <a:pt x="1191092" y="1435289"/>
                  </a:lnTo>
                  <a:lnTo>
                    <a:pt x="1190424" y="1435289"/>
                  </a:lnTo>
                  <a:lnTo>
                    <a:pt x="1189756" y="1435289"/>
                  </a:lnTo>
                  <a:lnTo>
                    <a:pt x="1189088" y="1435289"/>
                  </a:lnTo>
                  <a:lnTo>
                    <a:pt x="1188420" y="1435289"/>
                  </a:lnTo>
                  <a:lnTo>
                    <a:pt x="1187752" y="1435289"/>
                  </a:lnTo>
                  <a:lnTo>
                    <a:pt x="1187084" y="1435289"/>
                  </a:lnTo>
                  <a:lnTo>
                    <a:pt x="1186416" y="1435289"/>
                  </a:lnTo>
                  <a:lnTo>
                    <a:pt x="1185748" y="1435289"/>
                  </a:lnTo>
                  <a:lnTo>
                    <a:pt x="1185080" y="1435289"/>
                  </a:lnTo>
                  <a:lnTo>
                    <a:pt x="1184412" y="1435289"/>
                  </a:lnTo>
                  <a:lnTo>
                    <a:pt x="1183744" y="1435289"/>
                  </a:lnTo>
                  <a:lnTo>
                    <a:pt x="1183076" y="1435289"/>
                  </a:lnTo>
                  <a:lnTo>
                    <a:pt x="1182408" y="1435289"/>
                  </a:lnTo>
                  <a:lnTo>
                    <a:pt x="1181740" y="1435289"/>
                  </a:lnTo>
                  <a:lnTo>
                    <a:pt x="1181072" y="1435289"/>
                  </a:lnTo>
                  <a:lnTo>
                    <a:pt x="1180404" y="1435289"/>
                  </a:lnTo>
                  <a:lnTo>
                    <a:pt x="1179736" y="1435289"/>
                  </a:lnTo>
                  <a:lnTo>
                    <a:pt x="1179068" y="1435289"/>
                  </a:lnTo>
                  <a:lnTo>
                    <a:pt x="1178400" y="1435289"/>
                  </a:lnTo>
                  <a:lnTo>
                    <a:pt x="1177731" y="1435289"/>
                  </a:lnTo>
                  <a:lnTo>
                    <a:pt x="1177063" y="1435289"/>
                  </a:lnTo>
                  <a:lnTo>
                    <a:pt x="1176395" y="1435289"/>
                  </a:lnTo>
                  <a:lnTo>
                    <a:pt x="1175727" y="1435289"/>
                  </a:lnTo>
                  <a:lnTo>
                    <a:pt x="1175059" y="1435289"/>
                  </a:lnTo>
                  <a:lnTo>
                    <a:pt x="1174391" y="1435289"/>
                  </a:lnTo>
                  <a:lnTo>
                    <a:pt x="1173723" y="1435289"/>
                  </a:lnTo>
                  <a:lnTo>
                    <a:pt x="1173055" y="1435289"/>
                  </a:lnTo>
                  <a:lnTo>
                    <a:pt x="1172387" y="1435289"/>
                  </a:lnTo>
                  <a:lnTo>
                    <a:pt x="1171719" y="1435289"/>
                  </a:lnTo>
                  <a:lnTo>
                    <a:pt x="1171051" y="1435289"/>
                  </a:lnTo>
                  <a:lnTo>
                    <a:pt x="1170383" y="1435289"/>
                  </a:lnTo>
                  <a:lnTo>
                    <a:pt x="1169715" y="1435289"/>
                  </a:lnTo>
                  <a:lnTo>
                    <a:pt x="1169047" y="1435289"/>
                  </a:lnTo>
                  <a:lnTo>
                    <a:pt x="1168379" y="1435289"/>
                  </a:lnTo>
                  <a:lnTo>
                    <a:pt x="1167711" y="1435289"/>
                  </a:lnTo>
                  <a:lnTo>
                    <a:pt x="1167043" y="1435289"/>
                  </a:lnTo>
                  <a:lnTo>
                    <a:pt x="1166375" y="1435289"/>
                  </a:lnTo>
                  <a:lnTo>
                    <a:pt x="1165707" y="1435289"/>
                  </a:lnTo>
                  <a:lnTo>
                    <a:pt x="1165039" y="1435289"/>
                  </a:lnTo>
                  <a:lnTo>
                    <a:pt x="1164371" y="1435289"/>
                  </a:lnTo>
                  <a:lnTo>
                    <a:pt x="1163703" y="1435289"/>
                  </a:lnTo>
                  <a:lnTo>
                    <a:pt x="1163035" y="1435289"/>
                  </a:lnTo>
                  <a:lnTo>
                    <a:pt x="1162367" y="1435289"/>
                  </a:lnTo>
                  <a:lnTo>
                    <a:pt x="1161699" y="1435289"/>
                  </a:lnTo>
                  <a:lnTo>
                    <a:pt x="1161031" y="1435289"/>
                  </a:lnTo>
                  <a:lnTo>
                    <a:pt x="1160363" y="1435289"/>
                  </a:lnTo>
                  <a:lnTo>
                    <a:pt x="1159695" y="1435289"/>
                  </a:lnTo>
                  <a:lnTo>
                    <a:pt x="1159027" y="1435289"/>
                  </a:lnTo>
                  <a:lnTo>
                    <a:pt x="1158359" y="1435289"/>
                  </a:lnTo>
                  <a:lnTo>
                    <a:pt x="1157691" y="1435289"/>
                  </a:lnTo>
                  <a:lnTo>
                    <a:pt x="1157023" y="1435289"/>
                  </a:lnTo>
                  <a:lnTo>
                    <a:pt x="1156355" y="1435289"/>
                  </a:lnTo>
                  <a:lnTo>
                    <a:pt x="1155687" y="1435289"/>
                  </a:lnTo>
                  <a:lnTo>
                    <a:pt x="1155019" y="1435289"/>
                  </a:lnTo>
                  <a:lnTo>
                    <a:pt x="1154351" y="1435289"/>
                  </a:lnTo>
                  <a:lnTo>
                    <a:pt x="1153683" y="1435289"/>
                  </a:lnTo>
                  <a:lnTo>
                    <a:pt x="1153014" y="1435289"/>
                  </a:lnTo>
                  <a:lnTo>
                    <a:pt x="1152346" y="1435289"/>
                  </a:lnTo>
                  <a:lnTo>
                    <a:pt x="1151678" y="1435289"/>
                  </a:lnTo>
                  <a:lnTo>
                    <a:pt x="1151010" y="1435289"/>
                  </a:lnTo>
                  <a:lnTo>
                    <a:pt x="1150342" y="1435289"/>
                  </a:lnTo>
                  <a:lnTo>
                    <a:pt x="1149674" y="1435289"/>
                  </a:lnTo>
                  <a:lnTo>
                    <a:pt x="1149006" y="1435289"/>
                  </a:lnTo>
                  <a:lnTo>
                    <a:pt x="1148338" y="1435289"/>
                  </a:lnTo>
                  <a:lnTo>
                    <a:pt x="1147670" y="1435289"/>
                  </a:lnTo>
                  <a:lnTo>
                    <a:pt x="1147002" y="1435289"/>
                  </a:lnTo>
                  <a:lnTo>
                    <a:pt x="1146334" y="1435289"/>
                  </a:lnTo>
                  <a:lnTo>
                    <a:pt x="1145666" y="1435289"/>
                  </a:lnTo>
                  <a:lnTo>
                    <a:pt x="1144998" y="1435289"/>
                  </a:lnTo>
                  <a:lnTo>
                    <a:pt x="1144330" y="1435289"/>
                  </a:lnTo>
                  <a:lnTo>
                    <a:pt x="1143662" y="1435289"/>
                  </a:lnTo>
                  <a:lnTo>
                    <a:pt x="1142994" y="1435289"/>
                  </a:lnTo>
                  <a:lnTo>
                    <a:pt x="1142326" y="1435289"/>
                  </a:lnTo>
                  <a:lnTo>
                    <a:pt x="1141658" y="1435289"/>
                  </a:lnTo>
                  <a:lnTo>
                    <a:pt x="1140990" y="1435289"/>
                  </a:lnTo>
                  <a:lnTo>
                    <a:pt x="1140322" y="1435289"/>
                  </a:lnTo>
                  <a:lnTo>
                    <a:pt x="1139654" y="1435289"/>
                  </a:lnTo>
                  <a:lnTo>
                    <a:pt x="1138986" y="1435289"/>
                  </a:lnTo>
                  <a:lnTo>
                    <a:pt x="1138318" y="1435289"/>
                  </a:lnTo>
                  <a:lnTo>
                    <a:pt x="1137650" y="1435289"/>
                  </a:lnTo>
                  <a:lnTo>
                    <a:pt x="1136982" y="1435289"/>
                  </a:lnTo>
                  <a:lnTo>
                    <a:pt x="1136314" y="1435289"/>
                  </a:lnTo>
                  <a:lnTo>
                    <a:pt x="1135646" y="1435289"/>
                  </a:lnTo>
                  <a:lnTo>
                    <a:pt x="1134978" y="1435289"/>
                  </a:lnTo>
                  <a:lnTo>
                    <a:pt x="1134310" y="1435289"/>
                  </a:lnTo>
                  <a:lnTo>
                    <a:pt x="1133642" y="1435289"/>
                  </a:lnTo>
                  <a:lnTo>
                    <a:pt x="1132974" y="1435289"/>
                  </a:lnTo>
                  <a:lnTo>
                    <a:pt x="1132306" y="1435289"/>
                  </a:lnTo>
                  <a:lnTo>
                    <a:pt x="1131638" y="1435289"/>
                  </a:lnTo>
                  <a:lnTo>
                    <a:pt x="1130970" y="1435289"/>
                  </a:lnTo>
                  <a:lnTo>
                    <a:pt x="1130302" y="1435289"/>
                  </a:lnTo>
                  <a:lnTo>
                    <a:pt x="1129634" y="1435289"/>
                  </a:lnTo>
                  <a:lnTo>
                    <a:pt x="1128965" y="1435289"/>
                  </a:lnTo>
                  <a:lnTo>
                    <a:pt x="1128297" y="1435289"/>
                  </a:lnTo>
                  <a:lnTo>
                    <a:pt x="1127629" y="1435289"/>
                  </a:lnTo>
                  <a:lnTo>
                    <a:pt x="1126961" y="1435289"/>
                  </a:lnTo>
                  <a:lnTo>
                    <a:pt x="1126293" y="1435289"/>
                  </a:lnTo>
                  <a:lnTo>
                    <a:pt x="1125625" y="1435289"/>
                  </a:lnTo>
                  <a:lnTo>
                    <a:pt x="1124957" y="1435289"/>
                  </a:lnTo>
                  <a:lnTo>
                    <a:pt x="1124289" y="1435289"/>
                  </a:lnTo>
                  <a:lnTo>
                    <a:pt x="1123621" y="1435289"/>
                  </a:lnTo>
                  <a:lnTo>
                    <a:pt x="1122953" y="1435289"/>
                  </a:lnTo>
                  <a:lnTo>
                    <a:pt x="1122285" y="1435289"/>
                  </a:lnTo>
                  <a:lnTo>
                    <a:pt x="1121617" y="1435289"/>
                  </a:lnTo>
                  <a:lnTo>
                    <a:pt x="1120949" y="1435289"/>
                  </a:lnTo>
                  <a:lnTo>
                    <a:pt x="1120281" y="1435289"/>
                  </a:lnTo>
                  <a:lnTo>
                    <a:pt x="1119613" y="1435289"/>
                  </a:lnTo>
                  <a:lnTo>
                    <a:pt x="1118945" y="1435289"/>
                  </a:lnTo>
                  <a:lnTo>
                    <a:pt x="1118277" y="1435289"/>
                  </a:lnTo>
                  <a:lnTo>
                    <a:pt x="1117609" y="1435289"/>
                  </a:lnTo>
                  <a:lnTo>
                    <a:pt x="1116941" y="1435289"/>
                  </a:lnTo>
                  <a:lnTo>
                    <a:pt x="1116273" y="1435289"/>
                  </a:lnTo>
                  <a:lnTo>
                    <a:pt x="1115605" y="1435289"/>
                  </a:lnTo>
                  <a:lnTo>
                    <a:pt x="1114937" y="1435289"/>
                  </a:lnTo>
                  <a:lnTo>
                    <a:pt x="1114269" y="1435289"/>
                  </a:lnTo>
                  <a:lnTo>
                    <a:pt x="1113601" y="1435289"/>
                  </a:lnTo>
                  <a:lnTo>
                    <a:pt x="1112933" y="1435289"/>
                  </a:lnTo>
                  <a:lnTo>
                    <a:pt x="1112265" y="1435289"/>
                  </a:lnTo>
                  <a:lnTo>
                    <a:pt x="1111597" y="1435289"/>
                  </a:lnTo>
                  <a:lnTo>
                    <a:pt x="1110929" y="1435289"/>
                  </a:lnTo>
                  <a:lnTo>
                    <a:pt x="1110261" y="1435289"/>
                  </a:lnTo>
                  <a:lnTo>
                    <a:pt x="1109593" y="1435289"/>
                  </a:lnTo>
                  <a:lnTo>
                    <a:pt x="1108925" y="1435289"/>
                  </a:lnTo>
                  <a:lnTo>
                    <a:pt x="1108257" y="1435289"/>
                  </a:lnTo>
                  <a:lnTo>
                    <a:pt x="1107589" y="1435289"/>
                  </a:lnTo>
                  <a:lnTo>
                    <a:pt x="1106921" y="1435289"/>
                  </a:lnTo>
                  <a:lnTo>
                    <a:pt x="1106253" y="1435289"/>
                  </a:lnTo>
                  <a:lnTo>
                    <a:pt x="1105585" y="1435289"/>
                  </a:lnTo>
                  <a:lnTo>
                    <a:pt x="1104917" y="1435289"/>
                  </a:lnTo>
                  <a:lnTo>
                    <a:pt x="1104248" y="1435289"/>
                  </a:lnTo>
                  <a:lnTo>
                    <a:pt x="1103580" y="1435289"/>
                  </a:lnTo>
                  <a:lnTo>
                    <a:pt x="1102912" y="1435289"/>
                  </a:lnTo>
                  <a:lnTo>
                    <a:pt x="1102244" y="1435289"/>
                  </a:lnTo>
                  <a:lnTo>
                    <a:pt x="1101576" y="1435289"/>
                  </a:lnTo>
                  <a:lnTo>
                    <a:pt x="1100908" y="1435289"/>
                  </a:lnTo>
                  <a:lnTo>
                    <a:pt x="1100240" y="1435289"/>
                  </a:lnTo>
                  <a:lnTo>
                    <a:pt x="1099572" y="1435289"/>
                  </a:lnTo>
                  <a:lnTo>
                    <a:pt x="1098904" y="1435289"/>
                  </a:lnTo>
                  <a:lnTo>
                    <a:pt x="1098236" y="1435289"/>
                  </a:lnTo>
                  <a:lnTo>
                    <a:pt x="1097568" y="1435289"/>
                  </a:lnTo>
                  <a:lnTo>
                    <a:pt x="1096900" y="1435289"/>
                  </a:lnTo>
                  <a:lnTo>
                    <a:pt x="1096232" y="1435289"/>
                  </a:lnTo>
                  <a:lnTo>
                    <a:pt x="1095564" y="1435289"/>
                  </a:lnTo>
                  <a:lnTo>
                    <a:pt x="1094896" y="1435289"/>
                  </a:lnTo>
                  <a:lnTo>
                    <a:pt x="1094228" y="1435289"/>
                  </a:lnTo>
                  <a:lnTo>
                    <a:pt x="1093560" y="1435289"/>
                  </a:lnTo>
                  <a:lnTo>
                    <a:pt x="1092892" y="1435289"/>
                  </a:lnTo>
                  <a:lnTo>
                    <a:pt x="1092224" y="1435289"/>
                  </a:lnTo>
                  <a:lnTo>
                    <a:pt x="1091556" y="1435289"/>
                  </a:lnTo>
                  <a:lnTo>
                    <a:pt x="1090888" y="1435289"/>
                  </a:lnTo>
                  <a:lnTo>
                    <a:pt x="1090220" y="1435289"/>
                  </a:lnTo>
                  <a:lnTo>
                    <a:pt x="1089552" y="1435289"/>
                  </a:lnTo>
                  <a:lnTo>
                    <a:pt x="1088884" y="1435289"/>
                  </a:lnTo>
                  <a:lnTo>
                    <a:pt x="1088216" y="1435289"/>
                  </a:lnTo>
                  <a:lnTo>
                    <a:pt x="1087548" y="1435289"/>
                  </a:lnTo>
                  <a:lnTo>
                    <a:pt x="1086880" y="1435289"/>
                  </a:lnTo>
                  <a:lnTo>
                    <a:pt x="1086212" y="1435289"/>
                  </a:lnTo>
                  <a:lnTo>
                    <a:pt x="1085544" y="1435289"/>
                  </a:lnTo>
                  <a:lnTo>
                    <a:pt x="1084876" y="1435289"/>
                  </a:lnTo>
                  <a:lnTo>
                    <a:pt x="1084208" y="1435289"/>
                  </a:lnTo>
                  <a:lnTo>
                    <a:pt x="1083540" y="1435289"/>
                  </a:lnTo>
                  <a:lnTo>
                    <a:pt x="1082872" y="1435289"/>
                  </a:lnTo>
                  <a:lnTo>
                    <a:pt x="1082204" y="1435289"/>
                  </a:lnTo>
                  <a:lnTo>
                    <a:pt x="1081536" y="1435289"/>
                  </a:lnTo>
                  <a:lnTo>
                    <a:pt x="1080868" y="1435289"/>
                  </a:lnTo>
                  <a:lnTo>
                    <a:pt x="1080200" y="1435289"/>
                  </a:lnTo>
                  <a:lnTo>
                    <a:pt x="1079531" y="1435289"/>
                  </a:lnTo>
                  <a:lnTo>
                    <a:pt x="1078863" y="1435289"/>
                  </a:lnTo>
                  <a:lnTo>
                    <a:pt x="1078195" y="1435289"/>
                  </a:lnTo>
                  <a:lnTo>
                    <a:pt x="1077527" y="1435289"/>
                  </a:lnTo>
                  <a:lnTo>
                    <a:pt x="1076859" y="1435289"/>
                  </a:lnTo>
                  <a:lnTo>
                    <a:pt x="1076191" y="1435289"/>
                  </a:lnTo>
                  <a:lnTo>
                    <a:pt x="1075523" y="1435289"/>
                  </a:lnTo>
                  <a:lnTo>
                    <a:pt x="1074855" y="1435289"/>
                  </a:lnTo>
                  <a:lnTo>
                    <a:pt x="1074187" y="1435289"/>
                  </a:lnTo>
                  <a:lnTo>
                    <a:pt x="1073519" y="1435289"/>
                  </a:lnTo>
                  <a:lnTo>
                    <a:pt x="1072851" y="1435289"/>
                  </a:lnTo>
                  <a:lnTo>
                    <a:pt x="1072183" y="1435289"/>
                  </a:lnTo>
                  <a:lnTo>
                    <a:pt x="1071515" y="1435289"/>
                  </a:lnTo>
                  <a:lnTo>
                    <a:pt x="1070847" y="1435289"/>
                  </a:lnTo>
                  <a:lnTo>
                    <a:pt x="1070179" y="1435289"/>
                  </a:lnTo>
                  <a:lnTo>
                    <a:pt x="1069511" y="1435289"/>
                  </a:lnTo>
                  <a:lnTo>
                    <a:pt x="1068843" y="1435289"/>
                  </a:lnTo>
                  <a:lnTo>
                    <a:pt x="1068175" y="1435289"/>
                  </a:lnTo>
                  <a:lnTo>
                    <a:pt x="1067507" y="1435289"/>
                  </a:lnTo>
                  <a:lnTo>
                    <a:pt x="1066839" y="1435289"/>
                  </a:lnTo>
                  <a:lnTo>
                    <a:pt x="1066171" y="1435289"/>
                  </a:lnTo>
                  <a:lnTo>
                    <a:pt x="1065503" y="1435289"/>
                  </a:lnTo>
                  <a:lnTo>
                    <a:pt x="1064835" y="1435289"/>
                  </a:lnTo>
                  <a:lnTo>
                    <a:pt x="1064167" y="1435289"/>
                  </a:lnTo>
                  <a:lnTo>
                    <a:pt x="1063499" y="1435289"/>
                  </a:lnTo>
                  <a:lnTo>
                    <a:pt x="1062831" y="1435289"/>
                  </a:lnTo>
                  <a:lnTo>
                    <a:pt x="1062163" y="1435289"/>
                  </a:lnTo>
                  <a:lnTo>
                    <a:pt x="1061495" y="1435289"/>
                  </a:lnTo>
                  <a:lnTo>
                    <a:pt x="1060827" y="1435289"/>
                  </a:lnTo>
                  <a:lnTo>
                    <a:pt x="1060159" y="1435289"/>
                  </a:lnTo>
                  <a:lnTo>
                    <a:pt x="1059491" y="1435289"/>
                  </a:lnTo>
                  <a:lnTo>
                    <a:pt x="1058823" y="1435289"/>
                  </a:lnTo>
                  <a:lnTo>
                    <a:pt x="1058155" y="1435289"/>
                  </a:lnTo>
                  <a:lnTo>
                    <a:pt x="1057487" y="1435289"/>
                  </a:lnTo>
                  <a:lnTo>
                    <a:pt x="1056819" y="1435289"/>
                  </a:lnTo>
                  <a:lnTo>
                    <a:pt x="1056151" y="1435289"/>
                  </a:lnTo>
                  <a:lnTo>
                    <a:pt x="1055483" y="1435289"/>
                  </a:lnTo>
                  <a:lnTo>
                    <a:pt x="1054814" y="1435289"/>
                  </a:lnTo>
                  <a:lnTo>
                    <a:pt x="1054146" y="1435289"/>
                  </a:lnTo>
                  <a:lnTo>
                    <a:pt x="1053478" y="1435289"/>
                  </a:lnTo>
                  <a:lnTo>
                    <a:pt x="1052810" y="1435289"/>
                  </a:lnTo>
                  <a:lnTo>
                    <a:pt x="1052142" y="1435289"/>
                  </a:lnTo>
                  <a:lnTo>
                    <a:pt x="1051474" y="1435289"/>
                  </a:lnTo>
                  <a:lnTo>
                    <a:pt x="1050806" y="1435289"/>
                  </a:lnTo>
                  <a:lnTo>
                    <a:pt x="1050138" y="1435289"/>
                  </a:lnTo>
                  <a:lnTo>
                    <a:pt x="1049470" y="1435289"/>
                  </a:lnTo>
                  <a:lnTo>
                    <a:pt x="1048802" y="1435289"/>
                  </a:lnTo>
                  <a:lnTo>
                    <a:pt x="1048134" y="1435289"/>
                  </a:lnTo>
                  <a:lnTo>
                    <a:pt x="1047466" y="1435289"/>
                  </a:lnTo>
                  <a:lnTo>
                    <a:pt x="1046798" y="1435289"/>
                  </a:lnTo>
                  <a:lnTo>
                    <a:pt x="1046130" y="1435289"/>
                  </a:lnTo>
                  <a:lnTo>
                    <a:pt x="1045462" y="1435289"/>
                  </a:lnTo>
                  <a:lnTo>
                    <a:pt x="1044794" y="1435289"/>
                  </a:lnTo>
                  <a:lnTo>
                    <a:pt x="1044126" y="1435289"/>
                  </a:lnTo>
                  <a:lnTo>
                    <a:pt x="1043458" y="1435289"/>
                  </a:lnTo>
                  <a:lnTo>
                    <a:pt x="1042790" y="1435289"/>
                  </a:lnTo>
                  <a:lnTo>
                    <a:pt x="1042122" y="1435289"/>
                  </a:lnTo>
                  <a:lnTo>
                    <a:pt x="1041454" y="1435289"/>
                  </a:lnTo>
                  <a:lnTo>
                    <a:pt x="1040786" y="1435289"/>
                  </a:lnTo>
                  <a:lnTo>
                    <a:pt x="1040118" y="1435289"/>
                  </a:lnTo>
                  <a:lnTo>
                    <a:pt x="1039450" y="1435289"/>
                  </a:lnTo>
                  <a:lnTo>
                    <a:pt x="1038782" y="1435289"/>
                  </a:lnTo>
                  <a:lnTo>
                    <a:pt x="1038114" y="1435289"/>
                  </a:lnTo>
                  <a:lnTo>
                    <a:pt x="1037446" y="1435289"/>
                  </a:lnTo>
                  <a:lnTo>
                    <a:pt x="1036778" y="1435289"/>
                  </a:lnTo>
                  <a:lnTo>
                    <a:pt x="1036110" y="1435289"/>
                  </a:lnTo>
                  <a:lnTo>
                    <a:pt x="1035442" y="1435289"/>
                  </a:lnTo>
                  <a:lnTo>
                    <a:pt x="1034774" y="1435289"/>
                  </a:lnTo>
                  <a:lnTo>
                    <a:pt x="1034106" y="1435289"/>
                  </a:lnTo>
                  <a:lnTo>
                    <a:pt x="1033438" y="1435289"/>
                  </a:lnTo>
                  <a:lnTo>
                    <a:pt x="1032770" y="1435289"/>
                  </a:lnTo>
                  <a:lnTo>
                    <a:pt x="1032102" y="1435289"/>
                  </a:lnTo>
                  <a:lnTo>
                    <a:pt x="1031434" y="1435289"/>
                  </a:lnTo>
                  <a:lnTo>
                    <a:pt x="1030765" y="1435289"/>
                  </a:lnTo>
                  <a:lnTo>
                    <a:pt x="1030097" y="1435289"/>
                  </a:lnTo>
                  <a:lnTo>
                    <a:pt x="1029429" y="1435289"/>
                  </a:lnTo>
                  <a:lnTo>
                    <a:pt x="1028761" y="1435289"/>
                  </a:lnTo>
                  <a:lnTo>
                    <a:pt x="1028093" y="1435289"/>
                  </a:lnTo>
                  <a:lnTo>
                    <a:pt x="1027425" y="1435289"/>
                  </a:lnTo>
                  <a:lnTo>
                    <a:pt x="1026757" y="1435289"/>
                  </a:lnTo>
                  <a:lnTo>
                    <a:pt x="1026089" y="1435289"/>
                  </a:lnTo>
                  <a:lnTo>
                    <a:pt x="1025421" y="1435289"/>
                  </a:lnTo>
                  <a:lnTo>
                    <a:pt x="1024753" y="1435289"/>
                  </a:lnTo>
                  <a:lnTo>
                    <a:pt x="1024085" y="1435289"/>
                  </a:lnTo>
                  <a:lnTo>
                    <a:pt x="1023417" y="1435289"/>
                  </a:lnTo>
                  <a:lnTo>
                    <a:pt x="1022749" y="1435289"/>
                  </a:lnTo>
                  <a:lnTo>
                    <a:pt x="1022081" y="1435289"/>
                  </a:lnTo>
                  <a:lnTo>
                    <a:pt x="1021413" y="1435289"/>
                  </a:lnTo>
                  <a:lnTo>
                    <a:pt x="1020745" y="1435289"/>
                  </a:lnTo>
                  <a:lnTo>
                    <a:pt x="1020077" y="1435289"/>
                  </a:lnTo>
                  <a:lnTo>
                    <a:pt x="1019409" y="1435289"/>
                  </a:lnTo>
                  <a:lnTo>
                    <a:pt x="1018741" y="1435289"/>
                  </a:lnTo>
                  <a:lnTo>
                    <a:pt x="1018073" y="1435289"/>
                  </a:lnTo>
                  <a:lnTo>
                    <a:pt x="1017405" y="1435289"/>
                  </a:lnTo>
                  <a:lnTo>
                    <a:pt x="1016737" y="1435289"/>
                  </a:lnTo>
                  <a:lnTo>
                    <a:pt x="1016069" y="1435289"/>
                  </a:lnTo>
                  <a:lnTo>
                    <a:pt x="1015401" y="1435289"/>
                  </a:lnTo>
                  <a:lnTo>
                    <a:pt x="1014733" y="1435289"/>
                  </a:lnTo>
                  <a:lnTo>
                    <a:pt x="1014065" y="1435289"/>
                  </a:lnTo>
                  <a:lnTo>
                    <a:pt x="1013397" y="1435289"/>
                  </a:lnTo>
                  <a:lnTo>
                    <a:pt x="1012729" y="1435289"/>
                  </a:lnTo>
                  <a:lnTo>
                    <a:pt x="1012061" y="1435289"/>
                  </a:lnTo>
                  <a:lnTo>
                    <a:pt x="1011393" y="1435289"/>
                  </a:lnTo>
                  <a:lnTo>
                    <a:pt x="1010725" y="1435289"/>
                  </a:lnTo>
                  <a:lnTo>
                    <a:pt x="1010057" y="1435289"/>
                  </a:lnTo>
                  <a:lnTo>
                    <a:pt x="1009389" y="1435289"/>
                  </a:lnTo>
                  <a:lnTo>
                    <a:pt x="1008721" y="1435289"/>
                  </a:lnTo>
                  <a:lnTo>
                    <a:pt x="1008053" y="1435289"/>
                  </a:lnTo>
                  <a:lnTo>
                    <a:pt x="1007385" y="1435289"/>
                  </a:lnTo>
                  <a:lnTo>
                    <a:pt x="1006717" y="1435289"/>
                  </a:lnTo>
                  <a:lnTo>
                    <a:pt x="1006048" y="1435289"/>
                  </a:lnTo>
                  <a:lnTo>
                    <a:pt x="1005380" y="1435289"/>
                  </a:lnTo>
                  <a:lnTo>
                    <a:pt x="1004712" y="1435289"/>
                  </a:lnTo>
                  <a:lnTo>
                    <a:pt x="1004044" y="1435289"/>
                  </a:lnTo>
                  <a:lnTo>
                    <a:pt x="1003376" y="1435289"/>
                  </a:lnTo>
                  <a:lnTo>
                    <a:pt x="1002708" y="1435289"/>
                  </a:lnTo>
                  <a:lnTo>
                    <a:pt x="1002040" y="1435289"/>
                  </a:lnTo>
                  <a:lnTo>
                    <a:pt x="1001372" y="1435289"/>
                  </a:lnTo>
                  <a:lnTo>
                    <a:pt x="1000704" y="1435289"/>
                  </a:lnTo>
                  <a:lnTo>
                    <a:pt x="1000036" y="1435289"/>
                  </a:lnTo>
                  <a:lnTo>
                    <a:pt x="999368" y="1435289"/>
                  </a:lnTo>
                  <a:lnTo>
                    <a:pt x="998700" y="1435289"/>
                  </a:lnTo>
                  <a:lnTo>
                    <a:pt x="998032" y="1435289"/>
                  </a:lnTo>
                  <a:lnTo>
                    <a:pt x="997364" y="1435289"/>
                  </a:lnTo>
                  <a:lnTo>
                    <a:pt x="996696" y="1435289"/>
                  </a:lnTo>
                  <a:lnTo>
                    <a:pt x="996028" y="1435289"/>
                  </a:lnTo>
                  <a:lnTo>
                    <a:pt x="995360" y="1435289"/>
                  </a:lnTo>
                  <a:lnTo>
                    <a:pt x="994692" y="1435289"/>
                  </a:lnTo>
                  <a:lnTo>
                    <a:pt x="994024" y="1435289"/>
                  </a:lnTo>
                  <a:lnTo>
                    <a:pt x="993356" y="1435289"/>
                  </a:lnTo>
                  <a:lnTo>
                    <a:pt x="992688" y="1435289"/>
                  </a:lnTo>
                  <a:lnTo>
                    <a:pt x="992020" y="1435289"/>
                  </a:lnTo>
                  <a:lnTo>
                    <a:pt x="991352" y="1435289"/>
                  </a:lnTo>
                  <a:lnTo>
                    <a:pt x="990684" y="1435289"/>
                  </a:lnTo>
                  <a:lnTo>
                    <a:pt x="990016" y="1435289"/>
                  </a:lnTo>
                  <a:lnTo>
                    <a:pt x="989348" y="1435289"/>
                  </a:lnTo>
                  <a:lnTo>
                    <a:pt x="988680" y="1435289"/>
                  </a:lnTo>
                  <a:lnTo>
                    <a:pt x="988012" y="1435289"/>
                  </a:lnTo>
                  <a:lnTo>
                    <a:pt x="987344" y="1435289"/>
                  </a:lnTo>
                  <a:lnTo>
                    <a:pt x="986676" y="1435289"/>
                  </a:lnTo>
                  <a:lnTo>
                    <a:pt x="986008" y="1435289"/>
                  </a:lnTo>
                  <a:lnTo>
                    <a:pt x="985340" y="1435289"/>
                  </a:lnTo>
                  <a:lnTo>
                    <a:pt x="984672" y="1435289"/>
                  </a:lnTo>
                  <a:lnTo>
                    <a:pt x="984004" y="1435289"/>
                  </a:lnTo>
                  <a:lnTo>
                    <a:pt x="983336" y="1435289"/>
                  </a:lnTo>
                  <a:lnTo>
                    <a:pt x="982668" y="1435289"/>
                  </a:lnTo>
                  <a:lnTo>
                    <a:pt x="982000" y="1435289"/>
                  </a:lnTo>
                  <a:lnTo>
                    <a:pt x="981331" y="1435289"/>
                  </a:lnTo>
                  <a:lnTo>
                    <a:pt x="980663" y="1435289"/>
                  </a:lnTo>
                  <a:lnTo>
                    <a:pt x="979995" y="1435289"/>
                  </a:lnTo>
                  <a:lnTo>
                    <a:pt x="979327" y="1435289"/>
                  </a:lnTo>
                  <a:lnTo>
                    <a:pt x="978659" y="1435289"/>
                  </a:lnTo>
                  <a:lnTo>
                    <a:pt x="977991" y="1435289"/>
                  </a:lnTo>
                  <a:lnTo>
                    <a:pt x="977323" y="1435289"/>
                  </a:lnTo>
                  <a:lnTo>
                    <a:pt x="976655" y="1435289"/>
                  </a:lnTo>
                  <a:lnTo>
                    <a:pt x="975987" y="1435289"/>
                  </a:lnTo>
                  <a:lnTo>
                    <a:pt x="975319" y="1435289"/>
                  </a:lnTo>
                  <a:lnTo>
                    <a:pt x="974651" y="1435289"/>
                  </a:lnTo>
                  <a:lnTo>
                    <a:pt x="973983" y="1435289"/>
                  </a:lnTo>
                  <a:lnTo>
                    <a:pt x="973315" y="1435289"/>
                  </a:lnTo>
                  <a:lnTo>
                    <a:pt x="972647" y="1435289"/>
                  </a:lnTo>
                  <a:lnTo>
                    <a:pt x="971979" y="1435289"/>
                  </a:lnTo>
                  <a:lnTo>
                    <a:pt x="971311" y="1435289"/>
                  </a:lnTo>
                  <a:lnTo>
                    <a:pt x="970643" y="1435289"/>
                  </a:lnTo>
                  <a:lnTo>
                    <a:pt x="969975" y="1435289"/>
                  </a:lnTo>
                  <a:lnTo>
                    <a:pt x="969307" y="1435289"/>
                  </a:lnTo>
                  <a:lnTo>
                    <a:pt x="968639" y="1435289"/>
                  </a:lnTo>
                  <a:lnTo>
                    <a:pt x="967971" y="1435289"/>
                  </a:lnTo>
                  <a:lnTo>
                    <a:pt x="967303" y="1435289"/>
                  </a:lnTo>
                  <a:lnTo>
                    <a:pt x="966635" y="1435289"/>
                  </a:lnTo>
                  <a:lnTo>
                    <a:pt x="965967" y="1435289"/>
                  </a:lnTo>
                  <a:lnTo>
                    <a:pt x="965299" y="1435289"/>
                  </a:lnTo>
                  <a:lnTo>
                    <a:pt x="964631" y="1435289"/>
                  </a:lnTo>
                  <a:lnTo>
                    <a:pt x="963963" y="1435289"/>
                  </a:lnTo>
                  <a:lnTo>
                    <a:pt x="963295" y="1435289"/>
                  </a:lnTo>
                  <a:lnTo>
                    <a:pt x="962627" y="1435289"/>
                  </a:lnTo>
                  <a:lnTo>
                    <a:pt x="961959" y="1435289"/>
                  </a:lnTo>
                  <a:lnTo>
                    <a:pt x="961291" y="1435289"/>
                  </a:lnTo>
                  <a:lnTo>
                    <a:pt x="960623" y="1435289"/>
                  </a:lnTo>
                  <a:lnTo>
                    <a:pt x="959955" y="1435289"/>
                  </a:lnTo>
                  <a:lnTo>
                    <a:pt x="959287" y="1435289"/>
                  </a:lnTo>
                  <a:lnTo>
                    <a:pt x="958619" y="1435289"/>
                  </a:lnTo>
                  <a:lnTo>
                    <a:pt x="957951" y="1435289"/>
                  </a:lnTo>
                  <a:lnTo>
                    <a:pt x="957283" y="1435289"/>
                  </a:lnTo>
                  <a:lnTo>
                    <a:pt x="956614" y="1435289"/>
                  </a:lnTo>
                  <a:lnTo>
                    <a:pt x="955946" y="1435289"/>
                  </a:lnTo>
                  <a:lnTo>
                    <a:pt x="955278" y="1435289"/>
                  </a:lnTo>
                  <a:lnTo>
                    <a:pt x="954610" y="1435289"/>
                  </a:lnTo>
                  <a:lnTo>
                    <a:pt x="953942" y="1435289"/>
                  </a:lnTo>
                  <a:lnTo>
                    <a:pt x="953274" y="1435289"/>
                  </a:lnTo>
                  <a:lnTo>
                    <a:pt x="952606" y="1435289"/>
                  </a:lnTo>
                  <a:lnTo>
                    <a:pt x="951938" y="1435289"/>
                  </a:lnTo>
                  <a:lnTo>
                    <a:pt x="951270" y="1435289"/>
                  </a:lnTo>
                  <a:lnTo>
                    <a:pt x="950602" y="1435289"/>
                  </a:lnTo>
                  <a:lnTo>
                    <a:pt x="949934" y="1435289"/>
                  </a:lnTo>
                  <a:lnTo>
                    <a:pt x="949266" y="1435289"/>
                  </a:lnTo>
                  <a:lnTo>
                    <a:pt x="948598" y="1435289"/>
                  </a:lnTo>
                  <a:lnTo>
                    <a:pt x="947930" y="1435289"/>
                  </a:lnTo>
                  <a:lnTo>
                    <a:pt x="947262" y="1435289"/>
                  </a:lnTo>
                  <a:lnTo>
                    <a:pt x="946594" y="1435289"/>
                  </a:lnTo>
                  <a:lnTo>
                    <a:pt x="945926" y="1435289"/>
                  </a:lnTo>
                  <a:lnTo>
                    <a:pt x="945258" y="1435289"/>
                  </a:lnTo>
                  <a:lnTo>
                    <a:pt x="944590" y="1435289"/>
                  </a:lnTo>
                  <a:lnTo>
                    <a:pt x="943922" y="1435289"/>
                  </a:lnTo>
                  <a:lnTo>
                    <a:pt x="943254" y="1435289"/>
                  </a:lnTo>
                  <a:lnTo>
                    <a:pt x="942586" y="1435289"/>
                  </a:lnTo>
                  <a:lnTo>
                    <a:pt x="941918" y="1435289"/>
                  </a:lnTo>
                  <a:lnTo>
                    <a:pt x="941250" y="1435289"/>
                  </a:lnTo>
                  <a:lnTo>
                    <a:pt x="940582" y="1435289"/>
                  </a:lnTo>
                  <a:lnTo>
                    <a:pt x="939914" y="1435289"/>
                  </a:lnTo>
                  <a:lnTo>
                    <a:pt x="939246" y="1435289"/>
                  </a:lnTo>
                  <a:lnTo>
                    <a:pt x="938578" y="1435289"/>
                  </a:lnTo>
                  <a:lnTo>
                    <a:pt x="937910" y="1435289"/>
                  </a:lnTo>
                  <a:lnTo>
                    <a:pt x="937242" y="1435289"/>
                  </a:lnTo>
                  <a:lnTo>
                    <a:pt x="936574" y="1435289"/>
                  </a:lnTo>
                  <a:lnTo>
                    <a:pt x="935906" y="1435289"/>
                  </a:lnTo>
                  <a:lnTo>
                    <a:pt x="935238" y="1435289"/>
                  </a:lnTo>
                  <a:lnTo>
                    <a:pt x="934570" y="1435289"/>
                  </a:lnTo>
                  <a:lnTo>
                    <a:pt x="933902" y="1435289"/>
                  </a:lnTo>
                  <a:lnTo>
                    <a:pt x="933234" y="1435289"/>
                  </a:lnTo>
                  <a:lnTo>
                    <a:pt x="932565" y="1435289"/>
                  </a:lnTo>
                  <a:lnTo>
                    <a:pt x="931897" y="1435289"/>
                  </a:lnTo>
                  <a:lnTo>
                    <a:pt x="931229" y="1435289"/>
                  </a:lnTo>
                  <a:lnTo>
                    <a:pt x="930561" y="1435289"/>
                  </a:lnTo>
                  <a:lnTo>
                    <a:pt x="929893" y="1435289"/>
                  </a:lnTo>
                  <a:lnTo>
                    <a:pt x="929225" y="1435289"/>
                  </a:lnTo>
                  <a:lnTo>
                    <a:pt x="928557" y="1435289"/>
                  </a:lnTo>
                  <a:lnTo>
                    <a:pt x="927889" y="1435289"/>
                  </a:lnTo>
                  <a:lnTo>
                    <a:pt x="927221" y="1435289"/>
                  </a:lnTo>
                  <a:lnTo>
                    <a:pt x="926553" y="1435289"/>
                  </a:lnTo>
                  <a:lnTo>
                    <a:pt x="925885" y="1435289"/>
                  </a:lnTo>
                  <a:lnTo>
                    <a:pt x="925217" y="1435289"/>
                  </a:lnTo>
                  <a:lnTo>
                    <a:pt x="924549" y="1435289"/>
                  </a:lnTo>
                  <a:lnTo>
                    <a:pt x="923881" y="1435289"/>
                  </a:lnTo>
                  <a:lnTo>
                    <a:pt x="923213" y="1435289"/>
                  </a:lnTo>
                  <a:lnTo>
                    <a:pt x="922545" y="1435289"/>
                  </a:lnTo>
                  <a:lnTo>
                    <a:pt x="921877" y="1435289"/>
                  </a:lnTo>
                  <a:lnTo>
                    <a:pt x="921209" y="1435289"/>
                  </a:lnTo>
                  <a:lnTo>
                    <a:pt x="920541" y="1435289"/>
                  </a:lnTo>
                  <a:lnTo>
                    <a:pt x="919873" y="1435289"/>
                  </a:lnTo>
                  <a:lnTo>
                    <a:pt x="919205" y="1435289"/>
                  </a:lnTo>
                  <a:lnTo>
                    <a:pt x="918537" y="1435289"/>
                  </a:lnTo>
                  <a:lnTo>
                    <a:pt x="917869" y="1435289"/>
                  </a:lnTo>
                  <a:lnTo>
                    <a:pt x="917201" y="1435289"/>
                  </a:lnTo>
                  <a:lnTo>
                    <a:pt x="916533" y="1435289"/>
                  </a:lnTo>
                  <a:lnTo>
                    <a:pt x="915865" y="1435289"/>
                  </a:lnTo>
                  <a:lnTo>
                    <a:pt x="915197" y="1435289"/>
                  </a:lnTo>
                  <a:lnTo>
                    <a:pt x="914529" y="1435289"/>
                  </a:lnTo>
                  <a:lnTo>
                    <a:pt x="913861" y="1435289"/>
                  </a:lnTo>
                  <a:lnTo>
                    <a:pt x="913193" y="1435289"/>
                  </a:lnTo>
                  <a:lnTo>
                    <a:pt x="912525" y="1435289"/>
                  </a:lnTo>
                  <a:lnTo>
                    <a:pt x="911857" y="1435289"/>
                  </a:lnTo>
                  <a:lnTo>
                    <a:pt x="911189" y="1435289"/>
                  </a:lnTo>
                  <a:lnTo>
                    <a:pt x="910521" y="1435289"/>
                  </a:lnTo>
                  <a:lnTo>
                    <a:pt x="909853" y="1435289"/>
                  </a:lnTo>
                  <a:lnTo>
                    <a:pt x="909185" y="1435289"/>
                  </a:lnTo>
                  <a:lnTo>
                    <a:pt x="908517" y="1435289"/>
                  </a:lnTo>
                  <a:lnTo>
                    <a:pt x="907848" y="1435289"/>
                  </a:lnTo>
                  <a:lnTo>
                    <a:pt x="907180" y="1435289"/>
                  </a:lnTo>
                  <a:lnTo>
                    <a:pt x="906512" y="1435289"/>
                  </a:lnTo>
                  <a:lnTo>
                    <a:pt x="905844" y="1435289"/>
                  </a:lnTo>
                  <a:lnTo>
                    <a:pt x="905176" y="1435289"/>
                  </a:lnTo>
                  <a:lnTo>
                    <a:pt x="904508" y="1435289"/>
                  </a:lnTo>
                  <a:lnTo>
                    <a:pt x="903840" y="1435289"/>
                  </a:lnTo>
                  <a:lnTo>
                    <a:pt x="903172" y="1435289"/>
                  </a:lnTo>
                  <a:lnTo>
                    <a:pt x="902504" y="1435289"/>
                  </a:lnTo>
                  <a:lnTo>
                    <a:pt x="901836" y="1435289"/>
                  </a:lnTo>
                  <a:lnTo>
                    <a:pt x="901168" y="1435289"/>
                  </a:lnTo>
                  <a:lnTo>
                    <a:pt x="900500" y="1435289"/>
                  </a:lnTo>
                  <a:lnTo>
                    <a:pt x="899832" y="1435289"/>
                  </a:lnTo>
                  <a:lnTo>
                    <a:pt x="899164" y="1435289"/>
                  </a:lnTo>
                  <a:lnTo>
                    <a:pt x="898496" y="1435289"/>
                  </a:lnTo>
                  <a:lnTo>
                    <a:pt x="897828" y="1435289"/>
                  </a:lnTo>
                  <a:lnTo>
                    <a:pt x="897160" y="1435289"/>
                  </a:lnTo>
                  <a:lnTo>
                    <a:pt x="896492" y="1435289"/>
                  </a:lnTo>
                  <a:lnTo>
                    <a:pt x="895824" y="1435289"/>
                  </a:lnTo>
                  <a:lnTo>
                    <a:pt x="895156" y="1435289"/>
                  </a:lnTo>
                  <a:lnTo>
                    <a:pt x="894488" y="1435289"/>
                  </a:lnTo>
                  <a:lnTo>
                    <a:pt x="893820" y="1435289"/>
                  </a:lnTo>
                  <a:lnTo>
                    <a:pt x="893152" y="1435289"/>
                  </a:lnTo>
                  <a:lnTo>
                    <a:pt x="892484" y="1435289"/>
                  </a:lnTo>
                  <a:lnTo>
                    <a:pt x="891816" y="1435289"/>
                  </a:lnTo>
                  <a:lnTo>
                    <a:pt x="891148" y="1435289"/>
                  </a:lnTo>
                  <a:lnTo>
                    <a:pt x="890480" y="1435289"/>
                  </a:lnTo>
                  <a:lnTo>
                    <a:pt x="889812" y="1435289"/>
                  </a:lnTo>
                  <a:lnTo>
                    <a:pt x="889144" y="1435289"/>
                  </a:lnTo>
                  <a:lnTo>
                    <a:pt x="888476" y="1435289"/>
                  </a:lnTo>
                  <a:lnTo>
                    <a:pt x="887808" y="1435289"/>
                  </a:lnTo>
                  <a:lnTo>
                    <a:pt x="887140" y="1435289"/>
                  </a:lnTo>
                  <a:lnTo>
                    <a:pt x="886472" y="1435289"/>
                  </a:lnTo>
                  <a:lnTo>
                    <a:pt x="885804" y="1435289"/>
                  </a:lnTo>
                  <a:lnTo>
                    <a:pt x="885136" y="1435289"/>
                  </a:lnTo>
                  <a:lnTo>
                    <a:pt x="884468" y="1435289"/>
                  </a:lnTo>
                  <a:lnTo>
                    <a:pt x="883800" y="1435289"/>
                  </a:lnTo>
                  <a:lnTo>
                    <a:pt x="883131" y="1435289"/>
                  </a:lnTo>
                  <a:lnTo>
                    <a:pt x="882463" y="1435289"/>
                  </a:lnTo>
                  <a:lnTo>
                    <a:pt x="881795" y="1435289"/>
                  </a:lnTo>
                  <a:lnTo>
                    <a:pt x="881127" y="1435289"/>
                  </a:lnTo>
                  <a:lnTo>
                    <a:pt x="880459" y="1435289"/>
                  </a:lnTo>
                  <a:lnTo>
                    <a:pt x="879791" y="1435289"/>
                  </a:lnTo>
                  <a:lnTo>
                    <a:pt x="879123" y="1435289"/>
                  </a:lnTo>
                  <a:lnTo>
                    <a:pt x="878455" y="1435289"/>
                  </a:lnTo>
                  <a:lnTo>
                    <a:pt x="877787" y="1435289"/>
                  </a:lnTo>
                  <a:lnTo>
                    <a:pt x="877119" y="1435289"/>
                  </a:lnTo>
                  <a:lnTo>
                    <a:pt x="876451" y="1435289"/>
                  </a:lnTo>
                  <a:lnTo>
                    <a:pt x="875783" y="1435289"/>
                  </a:lnTo>
                  <a:lnTo>
                    <a:pt x="875115" y="1435289"/>
                  </a:lnTo>
                  <a:lnTo>
                    <a:pt x="874447" y="1435289"/>
                  </a:lnTo>
                  <a:lnTo>
                    <a:pt x="873779" y="1435289"/>
                  </a:lnTo>
                  <a:lnTo>
                    <a:pt x="873111" y="1435289"/>
                  </a:lnTo>
                  <a:lnTo>
                    <a:pt x="872443" y="1435289"/>
                  </a:lnTo>
                  <a:lnTo>
                    <a:pt x="871775" y="1435289"/>
                  </a:lnTo>
                  <a:lnTo>
                    <a:pt x="871107" y="1435289"/>
                  </a:lnTo>
                  <a:lnTo>
                    <a:pt x="870439" y="1435289"/>
                  </a:lnTo>
                  <a:lnTo>
                    <a:pt x="869771" y="1435289"/>
                  </a:lnTo>
                  <a:lnTo>
                    <a:pt x="869103" y="1435289"/>
                  </a:lnTo>
                  <a:lnTo>
                    <a:pt x="868435" y="1435289"/>
                  </a:lnTo>
                  <a:lnTo>
                    <a:pt x="867767" y="1435289"/>
                  </a:lnTo>
                  <a:lnTo>
                    <a:pt x="867099" y="1435289"/>
                  </a:lnTo>
                  <a:lnTo>
                    <a:pt x="866431" y="1435289"/>
                  </a:lnTo>
                  <a:lnTo>
                    <a:pt x="865763" y="1435289"/>
                  </a:lnTo>
                  <a:lnTo>
                    <a:pt x="865095" y="1435289"/>
                  </a:lnTo>
                  <a:lnTo>
                    <a:pt x="864427" y="1435289"/>
                  </a:lnTo>
                  <a:lnTo>
                    <a:pt x="863759" y="1435289"/>
                  </a:lnTo>
                  <a:lnTo>
                    <a:pt x="863091" y="1435289"/>
                  </a:lnTo>
                  <a:lnTo>
                    <a:pt x="862423" y="1435289"/>
                  </a:lnTo>
                  <a:lnTo>
                    <a:pt x="861755" y="1435289"/>
                  </a:lnTo>
                  <a:lnTo>
                    <a:pt x="861087" y="1435289"/>
                  </a:lnTo>
                  <a:lnTo>
                    <a:pt x="860419" y="1435289"/>
                  </a:lnTo>
                  <a:lnTo>
                    <a:pt x="859751" y="1435289"/>
                  </a:lnTo>
                  <a:lnTo>
                    <a:pt x="859083" y="1435289"/>
                  </a:lnTo>
                  <a:lnTo>
                    <a:pt x="858414" y="1435289"/>
                  </a:lnTo>
                  <a:lnTo>
                    <a:pt x="857746" y="1435289"/>
                  </a:lnTo>
                  <a:lnTo>
                    <a:pt x="857078" y="1435289"/>
                  </a:lnTo>
                  <a:lnTo>
                    <a:pt x="856410" y="1435289"/>
                  </a:lnTo>
                  <a:lnTo>
                    <a:pt x="855742" y="1435289"/>
                  </a:lnTo>
                  <a:lnTo>
                    <a:pt x="855074" y="1435289"/>
                  </a:lnTo>
                  <a:lnTo>
                    <a:pt x="854406" y="1435289"/>
                  </a:lnTo>
                  <a:lnTo>
                    <a:pt x="853738" y="1435289"/>
                  </a:lnTo>
                  <a:lnTo>
                    <a:pt x="853070" y="1435289"/>
                  </a:lnTo>
                  <a:lnTo>
                    <a:pt x="852402" y="1435289"/>
                  </a:lnTo>
                  <a:lnTo>
                    <a:pt x="851734" y="1435289"/>
                  </a:lnTo>
                  <a:lnTo>
                    <a:pt x="851066" y="1435289"/>
                  </a:lnTo>
                  <a:lnTo>
                    <a:pt x="850398" y="1435289"/>
                  </a:lnTo>
                  <a:lnTo>
                    <a:pt x="849730" y="1435289"/>
                  </a:lnTo>
                  <a:lnTo>
                    <a:pt x="849062" y="1435289"/>
                  </a:lnTo>
                  <a:lnTo>
                    <a:pt x="848394" y="1435289"/>
                  </a:lnTo>
                  <a:lnTo>
                    <a:pt x="847726" y="1435289"/>
                  </a:lnTo>
                  <a:lnTo>
                    <a:pt x="847058" y="1435289"/>
                  </a:lnTo>
                  <a:lnTo>
                    <a:pt x="846390" y="1435289"/>
                  </a:lnTo>
                  <a:lnTo>
                    <a:pt x="845722" y="1435289"/>
                  </a:lnTo>
                  <a:lnTo>
                    <a:pt x="845054" y="1435289"/>
                  </a:lnTo>
                  <a:lnTo>
                    <a:pt x="844386" y="1435289"/>
                  </a:lnTo>
                  <a:lnTo>
                    <a:pt x="843718" y="1435289"/>
                  </a:lnTo>
                  <a:lnTo>
                    <a:pt x="843050" y="1435289"/>
                  </a:lnTo>
                  <a:lnTo>
                    <a:pt x="842382" y="1435289"/>
                  </a:lnTo>
                  <a:lnTo>
                    <a:pt x="841714" y="1435289"/>
                  </a:lnTo>
                  <a:lnTo>
                    <a:pt x="841046" y="1435289"/>
                  </a:lnTo>
                  <a:lnTo>
                    <a:pt x="840378" y="1435289"/>
                  </a:lnTo>
                  <a:lnTo>
                    <a:pt x="839710" y="1435289"/>
                  </a:lnTo>
                  <a:lnTo>
                    <a:pt x="839042" y="1435289"/>
                  </a:lnTo>
                  <a:lnTo>
                    <a:pt x="838374" y="1435289"/>
                  </a:lnTo>
                  <a:lnTo>
                    <a:pt x="837706" y="1435289"/>
                  </a:lnTo>
                  <a:lnTo>
                    <a:pt x="837038" y="1435289"/>
                  </a:lnTo>
                  <a:lnTo>
                    <a:pt x="836370" y="1435289"/>
                  </a:lnTo>
                  <a:lnTo>
                    <a:pt x="835702" y="1435289"/>
                  </a:lnTo>
                  <a:lnTo>
                    <a:pt x="835034" y="1435289"/>
                  </a:lnTo>
                  <a:lnTo>
                    <a:pt x="834365" y="1435289"/>
                  </a:lnTo>
                  <a:lnTo>
                    <a:pt x="833697" y="1435289"/>
                  </a:lnTo>
                  <a:lnTo>
                    <a:pt x="833029" y="1435289"/>
                  </a:lnTo>
                  <a:lnTo>
                    <a:pt x="832361" y="1435289"/>
                  </a:lnTo>
                  <a:lnTo>
                    <a:pt x="831693" y="1435289"/>
                  </a:lnTo>
                  <a:lnTo>
                    <a:pt x="831025" y="1435289"/>
                  </a:lnTo>
                  <a:lnTo>
                    <a:pt x="830357" y="1435289"/>
                  </a:lnTo>
                  <a:lnTo>
                    <a:pt x="829689" y="1435289"/>
                  </a:lnTo>
                  <a:lnTo>
                    <a:pt x="829021" y="1435289"/>
                  </a:lnTo>
                  <a:lnTo>
                    <a:pt x="828353" y="1435289"/>
                  </a:lnTo>
                  <a:lnTo>
                    <a:pt x="827685" y="1435289"/>
                  </a:lnTo>
                  <a:lnTo>
                    <a:pt x="827017" y="1435289"/>
                  </a:lnTo>
                  <a:lnTo>
                    <a:pt x="826349" y="1435289"/>
                  </a:lnTo>
                  <a:lnTo>
                    <a:pt x="825681" y="1435289"/>
                  </a:lnTo>
                  <a:lnTo>
                    <a:pt x="825013" y="1435289"/>
                  </a:lnTo>
                  <a:lnTo>
                    <a:pt x="824345" y="1435289"/>
                  </a:lnTo>
                  <a:lnTo>
                    <a:pt x="823677" y="1435289"/>
                  </a:lnTo>
                  <a:lnTo>
                    <a:pt x="823009" y="1435289"/>
                  </a:lnTo>
                  <a:lnTo>
                    <a:pt x="822341" y="1435289"/>
                  </a:lnTo>
                  <a:lnTo>
                    <a:pt x="821673" y="1435289"/>
                  </a:lnTo>
                  <a:lnTo>
                    <a:pt x="821005" y="1435289"/>
                  </a:lnTo>
                  <a:lnTo>
                    <a:pt x="820337" y="1435289"/>
                  </a:lnTo>
                  <a:lnTo>
                    <a:pt x="819669" y="1435289"/>
                  </a:lnTo>
                  <a:lnTo>
                    <a:pt x="819001" y="1435289"/>
                  </a:lnTo>
                  <a:lnTo>
                    <a:pt x="818333" y="1435289"/>
                  </a:lnTo>
                  <a:lnTo>
                    <a:pt x="817665" y="1435289"/>
                  </a:lnTo>
                  <a:lnTo>
                    <a:pt x="816997" y="1435289"/>
                  </a:lnTo>
                  <a:lnTo>
                    <a:pt x="816329" y="1435289"/>
                  </a:lnTo>
                  <a:lnTo>
                    <a:pt x="815661" y="1435289"/>
                  </a:lnTo>
                  <a:lnTo>
                    <a:pt x="814993" y="1435289"/>
                  </a:lnTo>
                  <a:lnTo>
                    <a:pt x="814325" y="1435289"/>
                  </a:lnTo>
                  <a:lnTo>
                    <a:pt x="813657" y="1435289"/>
                  </a:lnTo>
                  <a:lnTo>
                    <a:pt x="812989" y="1435289"/>
                  </a:lnTo>
                  <a:lnTo>
                    <a:pt x="812321" y="1435289"/>
                  </a:lnTo>
                  <a:lnTo>
                    <a:pt x="811653" y="1435289"/>
                  </a:lnTo>
                  <a:lnTo>
                    <a:pt x="810985" y="1435289"/>
                  </a:lnTo>
                  <a:lnTo>
                    <a:pt x="810317" y="1435289"/>
                  </a:lnTo>
                  <a:lnTo>
                    <a:pt x="809648" y="1435289"/>
                  </a:lnTo>
                  <a:lnTo>
                    <a:pt x="808980" y="1435289"/>
                  </a:lnTo>
                  <a:lnTo>
                    <a:pt x="808312" y="1435289"/>
                  </a:lnTo>
                  <a:lnTo>
                    <a:pt x="807644" y="1435289"/>
                  </a:lnTo>
                  <a:lnTo>
                    <a:pt x="806976" y="1435289"/>
                  </a:lnTo>
                  <a:lnTo>
                    <a:pt x="806308" y="1435289"/>
                  </a:lnTo>
                  <a:lnTo>
                    <a:pt x="805640" y="1435289"/>
                  </a:lnTo>
                  <a:lnTo>
                    <a:pt x="804972" y="1435289"/>
                  </a:lnTo>
                  <a:lnTo>
                    <a:pt x="804304" y="1435289"/>
                  </a:lnTo>
                  <a:lnTo>
                    <a:pt x="803636" y="1435289"/>
                  </a:lnTo>
                  <a:lnTo>
                    <a:pt x="802968" y="1435289"/>
                  </a:lnTo>
                  <a:lnTo>
                    <a:pt x="802300" y="1435289"/>
                  </a:lnTo>
                  <a:lnTo>
                    <a:pt x="801632" y="1435289"/>
                  </a:lnTo>
                  <a:lnTo>
                    <a:pt x="800964" y="1435289"/>
                  </a:lnTo>
                  <a:lnTo>
                    <a:pt x="800296" y="1435289"/>
                  </a:lnTo>
                  <a:lnTo>
                    <a:pt x="799628" y="1435289"/>
                  </a:lnTo>
                  <a:lnTo>
                    <a:pt x="798960" y="1435289"/>
                  </a:lnTo>
                  <a:lnTo>
                    <a:pt x="798292" y="1435289"/>
                  </a:lnTo>
                  <a:lnTo>
                    <a:pt x="797624" y="1435289"/>
                  </a:lnTo>
                  <a:lnTo>
                    <a:pt x="796956" y="1435289"/>
                  </a:lnTo>
                  <a:lnTo>
                    <a:pt x="796288" y="1435289"/>
                  </a:lnTo>
                  <a:lnTo>
                    <a:pt x="795620" y="1435289"/>
                  </a:lnTo>
                  <a:lnTo>
                    <a:pt x="794952" y="1435289"/>
                  </a:lnTo>
                  <a:lnTo>
                    <a:pt x="794284" y="1435289"/>
                  </a:lnTo>
                  <a:lnTo>
                    <a:pt x="793616" y="1435289"/>
                  </a:lnTo>
                  <a:lnTo>
                    <a:pt x="792948" y="1435289"/>
                  </a:lnTo>
                  <a:lnTo>
                    <a:pt x="792280" y="1435289"/>
                  </a:lnTo>
                  <a:lnTo>
                    <a:pt x="791612" y="1435289"/>
                  </a:lnTo>
                  <a:lnTo>
                    <a:pt x="790944" y="1435289"/>
                  </a:lnTo>
                  <a:lnTo>
                    <a:pt x="790276" y="1435289"/>
                  </a:lnTo>
                  <a:lnTo>
                    <a:pt x="789608" y="1435289"/>
                  </a:lnTo>
                  <a:lnTo>
                    <a:pt x="788940" y="1435289"/>
                  </a:lnTo>
                  <a:lnTo>
                    <a:pt x="788272" y="1435289"/>
                  </a:lnTo>
                  <a:lnTo>
                    <a:pt x="787604" y="1435289"/>
                  </a:lnTo>
                  <a:lnTo>
                    <a:pt x="786936" y="1435289"/>
                  </a:lnTo>
                  <a:lnTo>
                    <a:pt x="786268" y="1435289"/>
                  </a:lnTo>
                  <a:lnTo>
                    <a:pt x="785600" y="1435289"/>
                  </a:lnTo>
                  <a:lnTo>
                    <a:pt x="784931" y="1435289"/>
                  </a:lnTo>
                  <a:lnTo>
                    <a:pt x="784263" y="1435289"/>
                  </a:lnTo>
                  <a:lnTo>
                    <a:pt x="783595" y="1435289"/>
                  </a:lnTo>
                  <a:lnTo>
                    <a:pt x="782927" y="1435289"/>
                  </a:lnTo>
                  <a:lnTo>
                    <a:pt x="782259" y="1435289"/>
                  </a:lnTo>
                  <a:lnTo>
                    <a:pt x="781591" y="1435289"/>
                  </a:lnTo>
                  <a:lnTo>
                    <a:pt x="780923" y="1435289"/>
                  </a:lnTo>
                  <a:lnTo>
                    <a:pt x="780255" y="1435289"/>
                  </a:lnTo>
                  <a:lnTo>
                    <a:pt x="779587" y="1435289"/>
                  </a:lnTo>
                  <a:lnTo>
                    <a:pt x="778919" y="1435289"/>
                  </a:lnTo>
                  <a:lnTo>
                    <a:pt x="778251" y="1435289"/>
                  </a:lnTo>
                  <a:lnTo>
                    <a:pt x="777583" y="1435289"/>
                  </a:lnTo>
                  <a:lnTo>
                    <a:pt x="776915" y="1435289"/>
                  </a:lnTo>
                  <a:lnTo>
                    <a:pt x="776247" y="1435289"/>
                  </a:lnTo>
                  <a:lnTo>
                    <a:pt x="775579" y="1435289"/>
                  </a:lnTo>
                  <a:lnTo>
                    <a:pt x="774911" y="1435289"/>
                  </a:lnTo>
                  <a:lnTo>
                    <a:pt x="774243" y="1435289"/>
                  </a:lnTo>
                  <a:lnTo>
                    <a:pt x="773575" y="1435289"/>
                  </a:lnTo>
                  <a:lnTo>
                    <a:pt x="772907" y="1435289"/>
                  </a:lnTo>
                  <a:lnTo>
                    <a:pt x="772239" y="1435289"/>
                  </a:lnTo>
                  <a:lnTo>
                    <a:pt x="771571" y="1435289"/>
                  </a:lnTo>
                  <a:lnTo>
                    <a:pt x="770903" y="1435289"/>
                  </a:lnTo>
                  <a:lnTo>
                    <a:pt x="770235" y="1435289"/>
                  </a:lnTo>
                  <a:lnTo>
                    <a:pt x="769567" y="1435289"/>
                  </a:lnTo>
                  <a:lnTo>
                    <a:pt x="768899" y="1435289"/>
                  </a:lnTo>
                  <a:lnTo>
                    <a:pt x="768231" y="1435289"/>
                  </a:lnTo>
                  <a:lnTo>
                    <a:pt x="767563" y="1435289"/>
                  </a:lnTo>
                  <a:lnTo>
                    <a:pt x="766895" y="1435289"/>
                  </a:lnTo>
                  <a:lnTo>
                    <a:pt x="766227" y="1435289"/>
                  </a:lnTo>
                  <a:lnTo>
                    <a:pt x="765559" y="1435289"/>
                  </a:lnTo>
                  <a:lnTo>
                    <a:pt x="764891" y="1435289"/>
                  </a:lnTo>
                  <a:lnTo>
                    <a:pt x="764223" y="1435289"/>
                  </a:lnTo>
                  <a:lnTo>
                    <a:pt x="763555" y="1435289"/>
                  </a:lnTo>
                  <a:lnTo>
                    <a:pt x="762887" y="1435289"/>
                  </a:lnTo>
                  <a:lnTo>
                    <a:pt x="762219" y="1435289"/>
                  </a:lnTo>
                  <a:lnTo>
                    <a:pt x="761551" y="1435289"/>
                  </a:lnTo>
                  <a:lnTo>
                    <a:pt x="760883" y="1435289"/>
                  </a:lnTo>
                  <a:lnTo>
                    <a:pt x="760214" y="1435289"/>
                  </a:lnTo>
                  <a:lnTo>
                    <a:pt x="759546" y="1435289"/>
                  </a:lnTo>
                  <a:lnTo>
                    <a:pt x="758878" y="1435289"/>
                  </a:lnTo>
                  <a:lnTo>
                    <a:pt x="758210" y="1435289"/>
                  </a:lnTo>
                  <a:lnTo>
                    <a:pt x="757542" y="1435289"/>
                  </a:lnTo>
                  <a:lnTo>
                    <a:pt x="756874" y="1435289"/>
                  </a:lnTo>
                  <a:lnTo>
                    <a:pt x="756206" y="1435289"/>
                  </a:lnTo>
                  <a:lnTo>
                    <a:pt x="755538" y="1435289"/>
                  </a:lnTo>
                  <a:lnTo>
                    <a:pt x="754870" y="1435289"/>
                  </a:lnTo>
                  <a:lnTo>
                    <a:pt x="754202" y="1435289"/>
                  </a:lnTo>
                  <a:lnTo>
                    <a:pt x="753534" y="1435289"/>
                  </a:lnTo>
                  <a:lnTo>
                    <a:pt x="752866" y="1435289"/>
                  </a:lnTo>
                  <a:lnTo>
                    <a:pt x="752198" y="1435289"/>
                  </a:lnTo>
                  <a:lnTo>
                    <a:pt x="751530" y="1435289"/>
                  </a:lnTo>
                  <a:lnTo>
                    <a:pt x="750862" y="1435289"/>
                  </a:lnTo>
                  <a:lnTo>
                    <a:pt x="750194" y="1435289"/>
                  </a:lnTo>
                  <a:lnTo>
                    <a:pt x="749526" y="1435289"/>
                  </a:lnTo>
                  <a:lnTo>
                    <a:pt x="748858" y="1435289"/>
                  </a:lnTo>
                  <a:lnTo>
                    <a:pt x="748190" y="1435289"/>
                  </a:lnTo>
                  <a:lnTo>
                    <a:pt x="747522" y="1435289"/>
                  </a:lnTo>
                  <a:lnTo>
                    <a:pt x="746854" y="1435289"/>
                  </a:lnTo>
                  <a:lnTo>
                    <a:pt x="746186" y="1435289"/>
                  </a:lnTo>
                  <a:lnTo>
                    <a:pt x="745518" y="1435289"/>
                  </a:lnTo>
                  <a:lnTo>
                    <a:pt x="744850" y="1435289"/>
                  </a:lnTo>
                  <a:lnTo>
                    <a:pt x="744182" y="1435289"/>
                  </a:lnTo>
                  <a:lnTo>
                    <a:pt x="743514" y="1435289"/>
                  </a:lnTo>
                  <a:lnTo>
                    <a:pt x="742846" y="1435289"/>
                  </a:lnTo>
                  <a:lnTo>
                    <a:pt x="742178" y="1435289"/>
                  </a:lnTo>
                  <a:lnTo>
                    <a:pt x="741510" y="1435289"/>
                  </a:lnTo>
                  <a:lnTo>
                    <a:pt x="740842" y="1435289"/>
                  </a:lnTo>
                  <a:lnTo>
                    <a:pt x="740174" y="1435289"/>
                  </a:lnTo>
                  <a:lnTo>
                    <a:pt x="739506" y="1435289"/>
                  </a:lnTo>
                  <a:lnTo>
                    <a:pt x="738838" y="1435289"/>
                  </a:lnTo>
                  <a:lnTo>
                    <a:pt x="738170" y="1435289"/>
                  </a:lnTo>
                  <a:lnTo>
                    <a:pt x="737502" y="1435289"/>
                  </a:lnTo>
                  <a:lnTo>
                    <a:pt x="736834" y="1435289"/>
                  </a:lnTo>
                  <a:lnTo>
                    <a:pt x="736165" y="1435289"/>
                  </a:lnTo>
                  <a:lnTo>
                    <a:pt x="735497" y="1435289"/>
                  </a:lnTo>
                  <a:lnTo>
                    <a:pt x="734829" y="1435289"/>
                  </a:lnTo>
                  <a:lnTo>
                    <a:pt x="734161" y="1435289"/>
                  </a:lnTo>
                  <a:lnTo>
                    <a:pt x="733493" y="1435289"/>
                  </a:lnTo>
                  <a:lnTo>
                    <a:pt x="732825" y="1435289"/>
                  </a:lnTo>
                  <a:lnTo>
                    <a:pt x="732157" y="1435289"/>
                  </a:lnTo>
                  <a:lnTo>
                    <a:pt x="731489" y="1435289"/>
                  </a:lnTo>
                  <a:lnTo>
                    <a:pt x="730821" y="1435289"/>
                  </a:lnTo>
                  <a:lnTo>
                    <a:pt x="730153" y="1435289"/>
                  </a:lnTo>
                  <a:lnTo>
                    <a:pt x="729485" y="1435289"/>
                  </a:lnTo>
                  <a:lnTo>
                    <a:pt x="728817" y="1435289"/>
                  </a:lnTo>
                  <a:lnTo>
                    <a:pt x="728149" y="1435289"/>
                  </a:lnTo>
                  <a:lnTo>
                    <a:pt x="727481" y="1435289"/>
                  </a:lnTo>
                  <a:lnTo>
                    <a:pt x="726813" y="1435289"/>
                  </a:lnTo>
                  <a:lnTo>
                    <a:pt x="726145" y="1435289"/>
                  </a:lnTo>
                  <a:lnTo>
                    <a:pt x="725477" y="1435289"/>
                  </a:lnTo>
                  <a:lnTo>
                    <a:pt x="724809" y="1435289"/>
                  </a:lnTo>
                  <a:lnTo>
                    <a:pt x="724141" y="1435289"/>
                  </a:lnTo>
                  <a:lnTo>
                    <a:pt x="723473" y="1435289"/>
                  </a:lnTo>
                  <a:lnTo>
                    <a:pt x="722805" y="1435289"/>
                  </a:lnTo>
                  <a:lnTo>
                    <a:pt x="722137" y="1435289"/>
                  </a:lnTo>
                  <a:lnTo>
                    <a:pt x="721469" y="1435289"/>
                  </a:lnTo>
                  <a:lnTo>
                    <a:pt x="720801" y="1435289"/>
                  </a:lnTo>
                  <a:lnTo>
                    <a:pt x="720133" y="1435289"/>
                  </a:lnTo>
                  <a:lnTo>
                    <a:pt x="719465" y="1435289"/>
                  </a:lnTo>
                  <a:lnTo>
                    <a:pt x="718797" y="1435289"/>
                  </a:lnTo>
                  <a:lnTo>
                    <a:pt x="718129" y="1435289"/>
                  </a:lnTo>
                  <a:lnTo>
                    <a:pt x="717461" y="1435289"/>
                  </a:lnTo>
                  <a:lnTo>
                    <a:pt x="716793" y="1435289"/>
                  </a:lnTo>
                  <a:lnTo>
                    <a:pt x="716125" y="1435289"/>
                  </a:lnTo>
                  <a:lnTo>
                    <a:pt x="715457" y="1435289"/>
                  </a:lnTo>
                  <a:lnTo>
                    <a:pt x="714789" y="1435289"/>
                  </a:lnTo>
                  <a:lnTo>
                    <a:pt x="714121" y="1435289"/>
                  </a:lnTo>
                  <a:lnTo>
                    <a:pt x="713453" y="1435289"/>
                  </a:lnTo>
                  <a:lnTo>
                    <a:pt x="712785" y="1435289"/>
                  </a:lnTo>
                  <a:lnTo>
                    <a:pt x="712117" y="1435289"/>
                  </a:lnTo>
                  <a:lnTo>
                    <a:pt x="711448" y="1435289"/>
                  </a:lnTo>
                  <a:lnTo>
                    <a:pt x="710780" y="1435289"/>
                  </a:lnTo>
                  <a:lnTo>
                    <a:pt x="710112" y="1435289"/>
                  </a:lnTo>
                  <a:lnTo>
                    <a:pt x="709444" y="1435289"/>
                  </a:lnTo>
                  <a:lnTo>
                    <a:pt x="708776" y="1435289"/>
                  </a:lnTo>
                  <a:lnTo>
                    <a:pt x="708108" y="1435289"/>
                  </a:lnTo>
                  <a:lnTo>
                    <a:pt x="707440" y="1435289"/>
                  </a:lnTo>
                  <a:lnTo>
                    <a:pt x="706772" y="1435289"/>
                  </a:lnTo>
                  <a:lnTo>
                    <a:pt x="706104" y="1435289"/>
                  </a:lnTo>
                  <a:lnTo>
                    <a:pt x="705436" y="1435289"/>
                  </a:lnTo>
                  <a:lnTo>
                    <a:pt x="704768" y="1435289"/>
                  </a:lnTo>
                  <a:lnTo>
                    <a:pt x="704100" y="1435289"/>
                  </a:lnTo>
                  <a:lnTo>
                    <a:pt x="703432" y="1435289"/>
                  </a:lnTo>
                  <a:lnTo>
                    <a:pt x="702764" y="1435289"/>
                  </a:lnTo>
                  <a:lnTo>
                    <a:pt x="702096" y="1435289"/>
                  </a:lnTo>
                  <a:lnTo>
                    <a:pt x="701428" y="1435289"/>
                  </a:lnTo>
                  <a:lnTo>
                    <a:pt x="700760" y="1435289"/>
                  </a:lnTo>
                  <a:lnTo>
                    <a:pt x="700092" y="1435289"/>
                  </a:lnTo>
                  <a:lnTo>
                    <a:pt x="699424" y="1435289"/>
                  </a:lnTo>
                  <a:lnTo>
                    <a:pt x="698756" y="1435289"/>
                  </a:lnTo>
                  <a:lnTo>
                    <a:pt x="698088" y="1435289"/>
                  </a:lnTo>
                  <a:lnTo>
                    <a:pt x="697420" y="1435289"/>
                  </a:lnTo>
                  <a:lnTo>
                    <a:pt x="696752" y="1435289"/>
                  </a:lnTo>
                  <a:lnTo>
                    <a:pt x="696084" y="1435289"/>
                  </a:lnTo>
                  <a:lnTo>
                    <a:pt x="695416" y="1435289"/>
                  </a:lnTo>
                  <a:lnTo>
                    <a:pt x="694748" y="1435289"/>
                  </a:lnTo>
                  <a:lnTo>
                    <a:pt x="694080" y="1435289"/>
                  </a:lnTo>
                  <a:lnTo>
                    <a:pt x="693412" y="1435289"/>
                  </a:lnTo>
                  <a:lnTo>
                    <a:pt x="692744" y="1435289"/>
                  </a:lnTo>
                  <a:lnTo>
                    <a:pt x="692076" y="1435289"/>
                  </a:lnTo>
                  <a:lnTo>
                    <a:pt x="691408" y="1435289"/>
                  </a:lnTo>
                  <a:lnTo>
                    <a:pt x="690740" y="1435289"/>
                  </a:lnTo>
                  <a:lnTo>
                    <a:pt x="690072" y="1435289"/>
                  </a:lnTo>
                  <a:lnTo>
                    <a:pt x="689404" y="1435289"/>
                  </a:lnTo>
                  <a:lnTo>
                    <a:pt x="688736" y="1435289"/>
                  </a:lnTo>
                  <a:lnTo>
                    <a:pt x="688068" y="1435289"/>
                  </a:lnTo>
                  <a:lnTo>
                    <a:pt x="687400" y="1435289"/>
                  </a:lnTo>
                  <a:lnTo>
                    <a:pt x="686731" y="1435289"/>
                  </a:lnTo>
                  <a:lnTo>
                    <a:pt x="686063" y="1435289"/>
                  </a:lnTo>
                  <a:lnTo>
                    <a:pt x="685395" y="1435289"/>
                  </a:lnTo>
                  <a:lnTo>
                    <a:pt x="684727" y="1435289"/>
                  </a:lnTo>
                  <a:lnTo>
                    <a:pt x="684059" y="1435289"/>
                  </a:lnTo>
                  <a:lnTo>
                    <a:pt x="683391" y="1435289"/>
                  </a:lnTo>
                  <a:lnTo>
                    <a:pt x="682723" y="1435289"/>
                  </a:lnTo>
                  <a:lnTo>
                    <a:pt x="682055" y="1435289"/>
                  </a:lnTo>
                  <a:lnTo>
                    <a:pt x="681387" y="1435289"/>
                  </a:lnTo>
                  <a:lnTo>
                    <a:pt x="680719" y="1435289"/>
                  </a:lnTo>
                  <a:lnTo>
                    <a:pt x="680051" y="1435289"/>
                  </a:lnTo>
                  <a:lnTo>
                    <a:pt x="679383" y="1435289"/>
                  </a:lnTo>
                  <a:lnTo>
                    <a:pt x="678715" y="1435289"/>
                  </a:lnTo>
                  <a:lnTo>
                    <a:pt x="678047" y="1435289"/>
                  </a:lnTo>
                  <a:lnTo>
                    <a:pt x="677379" y="1435289"/>
                  </a:lnTo>
                  <a:lnTo>
                    <a:pt x="676711" y="1435289"/>
                  </a:lnTo>
                  <a:lnTo>
                    <a:pt x="676043" y="1435289"/>
                  </a:lnTo>
                  <a:lnTo>
                    <a:pt x="675375" y="1435289"/>
                  </a:lnTo>
                  <a:lnTo>
                    <a:pt x="674707" y="1435289"/>
                  </a:lnTo>
                  <a:lnTo>
                    <a:pt x="674039" y="1435289"/>
                  </a:lnTo>
                  <a:lnTo>
                    <a:pt x="673371" y="1435289"/>
                  </a:lnTo>
                  <a:lnTo>
                    <a:pt x="672703" y="1435289"/>
                  </a:lnTo>
                  <a:lnTo>
                    <a:pt x="672035" y="1435289"/>
                  </a:lnTo>
                  <a:lnTo>
                    <a:pt x="671367" y="1435289"/>
                  </a:lnTo>
                  <a:lnTo>
                    <a:pt x="670699" y="1435289"/>
                  </a:lnTo>
                  <a:lnTo>
                    <a:pt x="670031" y="1435289"/>
                  </a:lnTo>
                  <a:lnTo>
                    <a:pt x="669363" y="1435289"/>
                  </a:lnTo>
                  <a:lnTo>
                    <a:pt x="668695" y="1435289"/>
                  </a:lnTo>
                  <a:lnTo>
                    <a:pt x="668027" y="1435289"/>
                  </a:lnTo>
                  <a:lnTo>
                    <a:pt x="667359" y="1435289"/>
                  </a:lnTo>
                  <a:lnTo>
                    <a:pt x="666691" y="1435289"/>
                  </a:lnTo>
                  <a:lnTo>
                    <a:pt x="666023" y="1435289"/>
                  </a:lnTo>
                  <a:lnTo>
                    <a:pt x="665355" y="1435289"/>
                  </a:lnTo>
                  <a:lnTo>
                    <a:pt x="664687" y="1435289"/>
                  </a:lnTo>
                  <a:lnTo>
                    <a:pt x="664019" y="1435289"/>
                  </a:lnTo>
                  <a:lnTo>
                    <a:pt x="663351" y="1435289"/>
                  </a:lnTo>
                  <a:lnTo>
                    <a:pt x="662683" y="1435289"/>
                  </a:lnTo>
                  <a:lnTo>
                    <a:pt x="662014" y="1435289"/>
                  </a:lnTo>
                  <a:lnTo>
                    <a:pt x="661346" y="1435289"/>
                  </a:lnTo>
                  <a:lnTo>
                    <a:pt x="660678" y="1435289"/>
                  </a:lnTo>
                  <a:lnTo>
                    <a:pt x="660010" y="1435289"/>
                  </a:lnTo>
                  <a:lnTo>
                    <a:pt x="659342" y="1435289"/>
                  </a:lnTo>
                  <a:lnTo>
                    <a:pt x="658674" y="1435289"/>
                  </a:lnTo>
                  <a:lnTo>
                    <a:pt x="658006" y="1435289"/>
                  </a:lnTo>
                  <a:lnTo>
                    <a:pt x="657338" y="1435289"/>
                  </a:lnTo>
                  <a:lnTo>
                    <a:pt x="656670" y="1435289"/>
                  </a:lnTo>
                  <a:lnTo>
                    <a:pt x="656002" y="1435289"/>
                  </a:lnTo>
                  <a:lnTo>
                    <a:pt x="655334" y="1435289"/>
                  </a:lnTo>
                  <a:lnTo>
                    <a:pt x="654666" y="1435289"/>
                  </a:lnTo>
                  <a:lnTo>
                    <a:pt x="653998" y="1435289"/>
                  </a:lnTo>
                  <a:lnTo>
                    <a:pt x="653330" y="1435289"/>
                  </a:lnTo>
                  <a:lnTo>
                    <a:pt x="652662" y="1435289"/>
                  </a:lnTo>
                  <a:lnTo>
                    <a:pt x="651994" y="1435289"/>
                  </a:lnTo>
                  <a:lnTo>
                    <a:pt x="651326" y="1435289"/>
                  </a:lnTo>
                  <a:lnTo>
                    <a:pt x="650658" y="1435289"/>
                  </a:lnTo>
                  <a:lnTo>
                    <a:pt x="649990" y="1435289"/>
                  </a:lnTo>
                  <a:lnTo>
                    <a:pt x="649322" y="1435289"/>
                  </a:lnTo>
                  <a:lnTo>
                    <a:pt x="648654" y="1435289"/>
                  </a:lnTo>
                  <a:lnTo>
                    <a:pt x="647986" y="1435289"/>
                  </a:lnTo>
                  <a:lnTo>
                    <a:pt x="647318" y="1435289"/>
                  </a:lnTo>
                  <a:lnTo>
                    <a:pt x="646650" y="1435289"/>
                  </a:lnTo>
                  <a:lnTo>
                    <a:pt x="645982" y="1435289"/>
                  </a:lnTo>
                  <a:lnTo>
                    <a:pt x="645314" y="1435289"/>
                  </a:lnTo>
                  <a:lnTo>
                    <a:pt x="644646" y="1435289"/>
                  </a:lnTo>
                  <a:lnTo>
                    <a:pt x="643978" y="1435289"/>
                  </a:lnTo>
                  <a:lnTo>
                    <a:pt x="643310" y="1435289"/>
                  </a:lnTo>
                  <a:lnTo>
                    <a:pt x="642642" y="1435289"/>
                  </a:lnTo>
                  <a:lnTo>
                    <a:pt x="641974" y="1435289"/>
                  </a:lnTo>
                  <a:lnTo>
                    <a:pt x="641306" y="1435289"/>
                  </a:lnTo>
                  <a:lnTo>
                    <a:pt x="640638" y="1435289"/>
                  </a:lnTo>
                  <a:lnTo>
                    <a:pt x="639970" y="1435289"/>
                  </a:lnTo>
                  <a:lnTo>
                    <a:pt x="639302" y="1435289"/>
                  </a:lnTo>
                  <a:lnTo>
                    <a:pt x="638634" y="1435289"/>
                  </a:lnTo>
                  <a:lnTo>
                    <a:pt x="637965" y="1435289"/>
                  </a:lnTo>
                  <a:lnTo>
                    <a:pt x="637297" y="1435289"/>
                  </a:lnTo>
                  <a:lnTo>
                    <a:pt x="636629" y="1435289"/>
                  </a:lnTo>
                  <a:lnTo>
                    <a:pt x="635961" y="1435289"/>
                  </a:lnTo>
                  <a:lnTo>
                    <a:pt x="635293" y="1435289"/>
                  </a:lnTo>
                  <a:lnTo>
                    <a:pt x="634625" y="1435289"/>
                  </a:lnTo>
                  <a:lnTo>
                    <a:pt x="633957" y="1435289"/>
                  </a:lnTo>
                  <a:lnTo>
                    <a:pt x="633289" y="1435289"/>
                  </a:lnTo>
                  <a:lnTo>
                    <a:pt x="632621" y="1435289"/>
                  </a:lnTo>
                  <a:lnTo>
                    <a:pt x="631953" y="1435289"/>
                  </a:lnTo>
                  <a:lnTo>
                    <a:pt x="631285" y="1435289"/>
                  </a:lnTo>
                  <a:lnTo>
                    <a:pt x="630617" y="1435289"/>
                  </a:lnTo>
                  <a:lnTo>
                    <a:pt x="629949" y="1435289"/>
                  </a:lnTo>
                  <a:lnTo>
                    <a:pt x="629281" y="1435289"/>
                  </a:lnTo>
                  <a:lnTo>
                    <a:pt x="628613" y="1435289"/>
                  </a:lnTo>
                  <a:lnTo>
                    <a:pt x="627945" y="1435289"/>
                  </a:lnTo>
                  <a:lnTo>
                    <a:pt x="627277" y="1435289"/>
                  </a:lnTo>
                  <a:lnTo>
                    <a:pt x="626609" y="1435289"/>
                  </a:lnTo>
                  <a:lnTo>
                    <a:pt x="625941" y="1435289"/>
                  </a:lnTo>
                  <a:lnTo>
                    <a:pt x="625273" y="1435289"/>
                  </a:lnTo>
                  <a:lnTo>
                    <a:pt x="624605" y="1435289"/>
                  </a:lnTo>
                  <a:lnTo>
                    <a:pt x="623937" y="1435289"/>
                  </a:lnTo>
                  <a:lnTo>
                    <a:pt x="623269" y="1435289"/>
                  </a:lnTo>
                  <a:lnTo>
                    <a:pt x="622601" y="1435289"/>
                  </a:lnTo>
                  <a:lnTo>
                    <a:pt x="621933" y="1435289"/>
                  </a:lnTo>
                  <a:lnTo>
                    <a:pt x="621265" y="1435289"/>
                  </a:lnTo>
                  <a:lnTo>
                    <a:pt x="620597" y="1435289"/>
                  </a:lnTo>
                  <a:lnTo>
                    <a:pt x="619929" y="1435289"/>
                  </a:lnTo>
                  <a:lnTo>
                    <a:pt x="619261" y="1435289"/>
                  </a:lnTo>
                  <a:lnTo>
                    <a:pt x="618593" y="1435289"/>
                  </a:lnTo>
                  <a:lnTo>
                    <a:pt x="617925" y="1435289"/>
                  </a:lnTo>
                  <a:lnTo>
                    <a:pt x="617257" y="1435289"/>
                  </a:lnTo>
                  <a:lnTo>
                    <a:pt x="616589" y="1435289"/>
                  </a:lnTo>
                  <a:lnTo>
                    <a:pt x="615921" y="1435289"/>
                  </a:lnTo>
                  <a:lnTo>
                    <a:pt x="615253" y="1435289"/>
                  </a:lnTo>
                  <a:lnTo>
                    <a:pt x="614585" y="1435289"/>
                  </a:lnTo>
                  <a:lnTo>
                    <a:pt x="613917" y="1435289"/>
                  </a:lnTo>
                  <a:lnTo>
                    <a:pt x="613248" y="1435289"/>
                  </a:lnTo>
                  <a:lnTo>
                    <a:pt x="612580" y="1435289"/>
                  </a:lnTo>
                  <a:lnTo>
                    <a:pt x="611912" y="1435289"/>
                  </a:lnTo>
                  <a:lnTo>
                    <a:pt x="611244" y="1435289"/>
                  </a:lnTo>
                  <a:lnTo>
                    <a:pt x="610576" y="1435289"/>
                  </a:lnTo>
                  <a:lnTo>
                    <a:pt x="609908" y="1435289"/>
                  </a:lnTo>
                  <a:lnTo>
                    <a:pt x="609240" y="1435289"/>
                  </a:lnTo>
                  <a:lnTo>
                    <a:pt x="608572" y="1435289"/>
                  </a:lnTo>
                  <a:lnTo>
                    <a:pt x="607904" y="1435289"/>
                  </a:lnTo>
                  <a:lnTo>
                    <a:pt x="607236" y="1435289"/>
                  </a:lnTo>
                  <a:lnTo>
                    <a:pt x="606568" y="1435289"/>
                  </a:lnTo>
                  <a:lnTo>
                    <a:pt x="605900" y="1435289"/>
                  </a:lnTo>
                  <a:lnTo>
                    <a:pt x="605232" y="1435289"/>
                  </a:lnTo>
                  <a:lnTo>
                    <a:pt x="604564" y="1435289"/>
                  </a:lnTo>
                  <a:lnTo>
                    <a:pt x="603896" y="1435289"/>
                  </a:lnTo>
                  <a:lnTo>
                    <a:pt x="603228" y="1435289"/>
                  </a:lnTo>
                  <a:lnTo>
                    <a:pt x="602560" y="1435289"/>
                  </a:lnTo>
                  <a:lnTo>
                    <a:pt x="601892" y="1435289"/>
                  </a:lnTo>
                  <a:lnTo>
                    <a:pt x="601224" y="1435289"/>
                  </a:lnTo>
                  <a:lnTo>
                    <a:pt x="600556" y="1435289"/>
                  </a:lnTo>
                  <a:lnTo>
                    <a:pt x="599888" y="1435289"/>
                  </a:lnTo>
                  <a:lnTo>
                    <a:pt x="599220" y="1435289"/>
                  </a:lnTo>
                  <a:lnTo>
                    <a:pt x="598552" y="1435289"/>
                  </a:lnTo>
                  <a:lnTo>
                    <a:pt x="597884" y="1435289"/>
                  </a:lnTo>
                  <a:lnTo>
                    <a:pt x="597216" y="1435289"/>
                  </a:lnTo>
                  <a:lnTo>
                    <a:pt x="596548" y="1435289"/>
                  </a:lnTo>
                  <a:lnTo>
                    <a:pt x="595880" y="1435289"/>
                  </a:lnTo>
                  <a:lnTo>
                    <a:pt x="595212" y="1435289"/>
                  </a:lnTo>
                  <a:lnTo>
                    <a:pt x="594544" y="1435289"/>
                  </a:lnTo>
                  <a:lnTo>
                    <a:pt x="593876" y="1435289"/>
                  </a:lnTo>
                  <a:lnTo>
                    <a:pt x="593208" y="1435289"/>
                  </a:lnTo>
                  <a:lnTo>
                    <a:pt x="592540" y="1435289"/>
                  </a:lnTo>
                  <a:lnTo>
                    <a:pt x="591872" y="1435289"/>
                  </a:lnTo>
                  <a:lnTo>
                    <a:pt x="591204" y="1435289"/>
                  </a:lnTo>
                  <a:lnTo>
                    <a:pt x="590536" y="1435289"/>
                  </a:lnTo>
                  <a:lnTo>
                    <a:pt x="589868" y="1435289"/>
                  </a:lnTo>
                  <a:lnTo>
                    <a:pt x="589200" y="1435289"/>
                  </a:lnTo>
                  <a:lnTo>
                    <a:pt x="588531" y="1435289"/>
                  </a:lnTo>
                  <a:lnTo>
                    <a:pt x="587863" y="1435289"/>
                  </a:lnTo>
                  <a:lnTo>
                    <a:pt x="587195" y="1435289"/>
                  </a:lnTo>
                  <a:lnTo>
                    <a:pt x="586527" y="1435289"/>
                  </a:lnTo>
                  <a:lnTo>
                    <a:pt x="585859" y="1435289"/>
                  </a:lnTo>
                  <a:lnTo>
                    <a:pt x="585191" y="1435289"/>
                  </a:lnTo>
                  <a:lnTo>
                    <a:pt x="584523" y="1435289"/>
                  </a:lnTo>
                  <a:lnTo>
                    <a:pt x="583855" y="1435289"/>
                  </a:lnTo>
                  <a:lnTo>
                    <a:pt x="583187" y="1435289"/>
                  </a:lnTo>
                  <a:lnTo>
                    <a:pt x="582519" y="1435289"/>
                  </a:lnTo>
                  <a:lnTo>
                    <a:pt x="581851" y="1435289"/>
                  </a:lnTo>
                  <a:lnTo>
                    <a:pt x="581183" y="1435289"/>
                  </a:lnTo>
                  <a:lnTo>
                    <a:pt x="580515" y="1435289"/>
                  </a:lnTo>
                  <a:lnTo>
                    <a:pt x="579847" y="1435289"/>
                  </a:lnTo>
                  <a:lnTo>
                    <a:pt x="579179" y="1435289"/>
                  </a:lnTo>
                  <a:lnTo>
                    <a:pt x="578511" y="1435289"/>
                  </a:lnTo>
                  <a:lnTo>
                    <a:pt x="577843" y="1435289"/>
                  </a:lnTo>
                  <a:lnTo>
                    <a:pt x="577175" y="1435289"/>
                  </a:lnTo>
                  <a:lnTo>
                    <a:pt x="576507" y="1435289"/>
                  </a:lnTo>
                  <a:lnTo>
                    <a:pt x="575839" y="1435289"/>
                  </a:lnTo>
                  <a:lnTo>
                    <a:pt x="575171" y="1435289"/>
                  </a:lnTo>
                  <a:lnTo>
                    <a:pt x="574503" y="1435289"/>
                  </a:lnTo>
                  <a:lnTo>
                    <a:pt x="573835" y="1435289"/>
                  </a:lnTo>
                  <a:lnTo>
                    <a:pt x="573167" y="1435289"/>
                  </a:lnTo>
                  <a:lnTo>
                    <a:pt x="572499" y="1435289"/>
                  </a:lnTo>
                  <a:lnTo>
                    <a:pt x="571831" y="1435289"/>
                  </a:lnTo>
                  <a:lnTo>
                    <a:pt x="571163" y="1435289"/>
                  </a:lnTo>
                  <a:lnTo>
                    <a:pt x="570495" y="1435289"/>
                  </a:lnTo>
                  <a:lnTo>
                    <a:pt x="569827" y="1435289"/>
                  </a:lnTo>
                  <a:lnTo>
                    <a:pt x="569159" y="1435289"/>
                  </a:lnTo>
                  <a:lnTo>
                    <a:pt x="568491" y="1435289"/>
                  </a:lnTo>
                  <a:lnTo>
                    <a:pt x="567823" y="1435289"/>
                  </a:lnTo>
                  <a:lnTo>
                    <a:pt x="567155" y="1435289"/>
                  </a:lnTo>
                  <a:lnTo>
                    <a:pt x="566487" y="1435289"/>
                  </a:lnTo>
                  <a:lnTo>
                    <a:pt x="565819" y="1435289"/>
                  </a:lnTo>
                  <a:lnTo>
                    <a:pt x="565151" y="1435289"/>
                  </a:lnTo>
                  <a:lnTo>
                    <a:pt x="564482" y="1435289"/>
                  </a:lnTo>
                  <a:lnTo>
                    <a:pt x="563814" y="1435289"/>
                  </a:lnTo>
                  <a:lnTo>
                    <a:pt x="563146" y="1435289"/>
                  </a:lnTo>
                  <a:lnTo>
                    <a:pt x="562478" y="1435289"/>
                  </a:lnTo>
                  <a:lnTo>
                    <a:pt x="561810" y="1435289"/>
                  </a:lnTo>
                  <a:lnTo>
                    <a:pt x="561142" y="1435289"/>
                  </a:lnTo>
                  <a:lnTo>
                    <a:pt x="560474" y="1435289"/>
                  </a:lnTo>
                  <a:lnTo>
                    <a:pt x="559806" y="1435289"/>
                  </a:lnTo>
                  <a:lnTo>
                    <a:pt x="559138" y="1435289"/>
                  </a:lnTo>
                  <a:lnTo>
                    <a:pt x="558470" y="1435289"/>
                  </a:lnTo>
                  <a:lnTo>
                    <a:pt x="557802" y="1435289"/>
                  </a:lnTo>
                  <a:lnTo>
                    <a:pt x="557134" y="1435289"/>
                  </a:lnTo>
                  <a:lnTo>
                    <a:pt x="556466" y="1435289"/>
                  </a:lnTo>
                  <a:lnTo>
                    <a:pt x="555798" y="1435289"/>
                  </a:lnTo>
                  <a:lnTo>
                    <a:pt x="555130" y="1435289"/>
                  </a:lnTo>
                  <a:lnTo>
                    <a:pt x="554462" y="1435289"/>
                  </a:lnTo>
                  <a:lnTo>
                    <a:pt x="553794" y="1435289"/>
                  </a:lnTo>
                  <a:lnTo>
                    <a:pt x="553126" y="1435289"/>
                  </a:lnTo>
                  <a:lnTo>
                    <a:pt x="552458" y="1435289"/>
                  </a:lnTo>
                  <a:lnTo>
                    <a:pt x="551790" y="1435289"/>
                  </a:lnTo>
                  <a:lnTo>
                    <a:pt x="551122" y="1435289"/>
                  </a:lnTo>
                  <a:lnTo>
                    <a:pt x="550454" y="1435289"/>
                  </a:lnTo>
                  <a:lnTo>
                    <a:pt x="549786" y="1435289"/>
                  </a:lnTo>
                  <a:lnTo>
                    <a:pt x="549118" y="1435289"/>
                  </a:lnTo>
                  <a:lnTo>
                    <a:pt x="548450" y="1435289"/>
                  </a:lnTo>
                  <a:lnTo>
                    <a:pt x="547782" y="1435289"/>
                  </a:lnTo>
                  <a:lnTo>
                    <a:pt x="547114" y="1435289"/>
                  </a:lnTo>
                  <a:lnTo>
                    <a:pt x="546446" y="1435289"/>
                  </a:lnTo>
                  <a:lnTo>
                    <a:pt x="545778" y="1435289"/>
                  </a:lnTo>
                  <a:lnTo>
                    <a:pt x="545110" y="1435289"/>
                  </a:lnTo>
                  <a:lnTo>
                    <a:pt x="544442" y="1435289"/>
                  </a:lnTo>
                  <a:lnTo>
                    <a:pt x="543774" y="1435289"/>
                  </a:lnTo>
                  <a:lnTo>
                    <a:pt x="543106" y="1435289"/>
                  </a:lnTo>
                  <a:lnTo>
                    <a:pt x="542438" y="1435289"/>
                  </a:lnTo>
                  <a:lnTo>
                    <a:pt x="541770" y="1435289"/>
                  </a:lnTo>
                  <a:lnTo>
                    <a:pt x="541102" y="1435289"/>
                  </a:lnTo>
                  <a:lnTo>
                    <a:pt x="540434" y="1435289"/>
                  </a:lnTo>
                  <a:lnTo>
                    <a:pt x="539765" y="1435289"/>
                  </a:lnTo>
                  <a:lnTo>
                    <a:pt x="539097" y="1435289"/>
                  </a:lnTo>
                  <a:lnTo>
                    <a:pt x="538429" y="1435289"/>
                  </a:lnTo>
                  <a:lnTo>
                    <a:pt x="537761" y="1435289"/>
                  </a:lnTo>
                  <a:lnTo>
                    <a:pt x="537093" y="1435289"/>
                  </a:lnTo>
                  <a:lnTo>
                    <a:pt x="536425" y="1435289"/>
                  </a:lnTo>
                  <a:lnTo>
                    <a:pt x="535757" y="1435289"/>
                  </a:lnTo>
                  <a:lnTo>
                    <a:pt x="535089" y="1435289"/>
                  </a:lnTo>
                  <a:lnTo>
                    <a:pt x="534421" y="1435289"/>
                  </a:lnTo>
                  <a:lnTo>
                    <a:pt x="533753" y="1435289"/>
                  </a:lnTo>
                  <a:lnTo>
                    <a:pt x="533085" y="1435289"/>
                  </a:lnTo>
                  <a:lnTo>
                    <a:pt x="532417" y="1435289"/>
                  </a:lnTo>
                  <a:lnTo>
                    <a:pt x="531749" y="1435289"/>
                  </a:lnTo>
                  <a:lnTo>
                    <a:pt x="531081" y="1435289"/>
                  </a:lnTo>
                  <a:lnTo>
                    <a:pt x="530413" y="1435289"/>
                  </a:lnTo>
                  <a:lnTo>
                    <a:pt x="529745" y="1435289"/>
                  </a:lnTo>
                  <a:lnTo>
                    <a:pt x="529077" y="1435289"/>
                  </a:lnTo>
                  <a:lnTo>
                    <a:pt x="528409" y="1435289"/>
                  </a:lnTo>
                  <a:lnTo>
                    <a:pt x="527741" y="1435289"/>
                  </a:lnTo>
                  <a:lnTo>
                    <a:pt x="527073" y="1435289"/>
                  </a:lnTo>
                  <a:lnTo>
                    <a:pt x="526405" y="1435289"/>
                  </a:lnTo>
                  <a:lnTo>
                    <a:pt x="525737" y="1435289"/>
                  </a:lnTo>
                  <a:lnTo>
                    <a:pt x="525069" y="1435289"/>
                  </a:lnTo>
                  <a:lnTo>
                    <a:pt x="524401" y="1435289"/>
                  </a:lnTo>
                  <a:lnTo>
                    <a:pt x="523733" y="1435289"/>
                  </a:lnTo>
                  <a:lnTo>
                    <a:pt x="523065" y="1435289"/>
                  </a:lnTo>
                  <a:lnTo>
                    <a:pt x="522397" y="1435289"/>
                  </a:lnTo>
                  <a:lnTo>
                    <a:pt x="521729" y="1435289"/>
                  </a:lnTo>
                  <a:lnTo>
                    <a:pt x="521061" y="1435289"/>
                  </a:lnTo>
                  <a:lnTo>
                    <a:pt x="520393" y="1435289"/>
                  </a:lnTo>
                  <a:lnTo>
                    <a:pt x="519725" y="1435289"/>
                  </a:lnTo>
                  <a:lnTo>
                    <a:pt x="519057" y="1435289"/>
                  </a:lnTo>
                  <a:lnTo>
                    <a:pt x="518389" y="1435289"/>
                  </a:lnTo>
                  <a:lnTo>
                    <a:pt x="517721" y="1435289"/>
                  </a:lnTo>
                  <a:lnTo>
                    <a:pt x="517053" y="1435289"/>
                  </a:lnTo>
                  <a:lnTo>
                    <a:pt x="516385" y="1435289"/>
                  </a:lnTo>
                  <a:lnTo>
                    <a:pt x="515717" y="1435289"/>
                  </a:lnTo>
                  <a:lnTo>
                    <a:pt x="515048" y="1435289"/>
                  </a:lnTo>
                  <a:lnTo>
                    <a:pt x="514380" y="1435289"/>
                  </a:lnTo>
                  <a:lnTo>
                    <a:pt x="513712" y="1435289"/>
                  </a:lnTo>
                  <a:lnTo>
                    <a:pt x="513044" y="1435289"/>
                  </a:lnTo>
                  <a:lnTo>
                    <a:pt x="512376" y="1435289"/>
                  </a:lnTo>
                  <a:lnTo>
                    <a:pt x="511708" y="1435289"/>
                  </a:lnTo>
                  <a:lnTo>
                    <a:pt x="511040" y="1435289"/>
                  </a:lnTo>
                  <a:lnTo>
                    <a:pt x="510372" y="1435289"/>
                  </a:lnTo>
                  <a:lnTo>
                    <a:pt x="509704" y="1435289"/>
                  </a:lnTo>
                  <a:lnTo>
                    <a:pt x="509036" y="1435289"/>
                  </a:lnTo>
                  <a:lnTo>
                    <a:pt x="508368" y="1435289"/>
                  </a:lnTo>
                  <a:lnTo>
                    <a:pt x="507700" y="1435289"/>
                  </a:lnTo>
                  <a:lnTo>
                    <a:pt x="507032" y="1435289"/>
                  </a:lnTo>
                  <a:lnTo>
                    <a:pt x="506364" y="1435289"/>
                  </a:lnTo>
                  <a:lnTo>
                    <a:pt x="505696" y="1435289"/>
                  </a:lnTo>
                  <a:lnTo>
                    <a:pt x="505028" y="1435289"/>
                  </a:lnTo>
                  <a:lnTo>
                    <a:pt x="504360" y="1435289"/>
                  </a:lnTo>
                  <a:lnTo>
                    <a:pt x="503692" y="1435289"/>
                  </a:lnTo>
                  <a:lnTo>
                    <a:pt x="503024" y="1435289"/>
                  </a:lnTo>
                  <a:lnTo>
                    <a:pt x="502356" y="1435289"/>
                  </a:lnTo>
                  <a:lnTo>
                    <a:pt x="501688" y="1435289"/>
                  </a:lnTo>
                  <a:lnTo>
                    <a:pt x="501020" y="1435289"/>
                  </a:lnTo>
                  <a:lnTo>
                    <a:pt x="500352" y="1435289"/>
                  </a:lnTo>
                  <a:lnTo>
                    <a:pt x="499684" y="1435289"/>
                  </a:lnTo>
                  <a:lnTo>
                    <a:pt x="499016" y="1435289"/>
                  </a:lnTo>
                  <a:lnTo>
                    <a:pt x="498348" y="1435289"/>
                  </a:lnTo>
                  <a:lnTo>
                    <a:pt x="497680" y="1435289"/>
                  </a:lnTo>
                  <a:lnTo>
                    <a:pt x="497012" y="1435289"/>
                  </a:lnTo>
                  <a:lnTo>
                    <a:pt x="496344" y="1435289"/>
                  </a:lnTo>
                  <a:lnTo>
                    <a:pt x="495676" y="1435289"/>
                  </a:lnTo>
                  <a:lnTo>
                    <a:pt x="495008" y="1435289"/>
                  </a:lnTo>
                  <a:lnTo>
                    <a:pt x="494340" y="1435289"/>
                  </a:lnTo>
                  <a:lnTo>
                    <a:pt x="493672" y="1435289"/>
                  </a:lnTo>
                  <a:lnTo>
                    <a:pt x="493004" y="1435289"/>
                  </a:lnTo>
                  <a:lnTo>
                    <a:pt x="492336" y="1435289"/>
                  </a:lnTo>
                  <a:lnTo>
                    <a:pt x="491668" y="1435289"/>
                  </a:lnTo>
                  <a:lnTo>
                    <a:pt x="491000" y="1435289"/>
                  </a:lnTo>
                  <a:lnTo>
                    <a:pt x="490331" y="1435289"/>
                  </a:lnTo>
                  <a:lnTo>
                    <a:pt x="489663" y="1435289"/>
                  </a:lnTo>
                  <a:lnTo>
                    <a:pt x="488995" y="1435289"/>
                  </a:lnTo>
                  <a:lnTo>
                    <a:pt x="488327" y="1435289"/>
                  </a:lnTo>
                  <a:lnTo>
                    <a:pt x="487659" y="1435289"/>
                  </a:lnTo>
                  <a:lnTo>
                    <a:pt x="486991" y="1435289"/>
                  </a:lnTo>
                  <a:lnTo>
                    <a:pt x="486323" y="1435289"/>
                  </a:lnTo>
                  <a:lnTo>
                    <a:pt x="485655" y="1435289"/>
                  </a:lnTo>
                  <a:lnTo>
                    <a:pt x="484987" y="1435289"/>
                  </a:lnTo>
                  <a:lnTo>
                    <a:pt x="484319" y="1435289"/>
                  </a:lnTo>
                  <a:lnTo>
                    <a:pt x="483651" y="1435289"/>
                  </a:lnTo>
                  <a:lnTo>
                    <a:pt x="482983" y="1435289"/>
                  </a:lnTo>
                  <a:lnTo>
                    <a:pt x="482315" y="1435289"/>
                  </a:lnTo>
                  <a:lnTo>
                    <a:pt x="481647" y="1435289"/>
                  </a:lnTo>
                  <a:lnTo>
                    <a:pt x="480979" y="1435289"/>
                  </a:lnTo>
                  <a:lnTo>
                    <a:pt x="480311" y="1435289"/>
                  </a:lnTo>
                  <a:lnTo>
                    <a:pt x="479643" y="1435289"/>
                  </a:lnTo>
                  <a:lnTo>
                    <a:pt x="478975" y="1435289"/>
                  </a:lnTo>
                  <a:lnTo>
                    <a:pt x="478307" y="1435289"/>
                  </a:lnTo>
                  <a:lnTo>
                    <a:pt x="477639" y="1435289"/>
                  </a:lnTo>
                  <a:lnTo>
                    <a:pt x="476971" y="1435289"/>
                  </a:lnTo>
                  <a:lnTo>
                    <a:pt x="476303" y="1435289"/>
                  </a:lnTo>
                  <a:lnTo>
                    <a:pt x="475635" y="1435289"/>
                  </a:lnTo>
                  <a:lnTo>
                    <a:pt x="474967" y="1435289"/>
                  </a:lnTo>
                  <a:lnTo>
                    <a:pt x="474299" y="1435289"/>
                  </a:lnTo>
                  <a:lnTo>
                    <a:pt x="473631" y="1435289"/>
                  </a:lnTo>
                  <a:lnTo>
                    <a:pt x="472963" y="1435289"/>
                  </a:lnTo>
                  <a:lnTo>
                    <a:pt x="472295" y="1435289"/>
                  </a:lnTo>
                  <a:lnTo>
                    <a:pt x="471627" y="1435289"/>
                  </a:lnTo>
                  <a:lnTo>
                    <a:pt x="470959" y="1435289"/>
                  </a:lnTo>
                  <a:lnTo>
                    <a:pt x="470291" y="1435289"/>
                  </a:lnTo>
                  <a:lnTo>
                    <a:pt x="469623" y="1435289"/>
                  </a:lnTo>
                  <a:lnTo>
                    <a:pt x="468955" y="1435289"/>
                  </a:lnTo>
                  <a:lnTo>
                    <a:pt x="468287" y="1435289"/>
                  </a:lnTo>
                  <a:lnTo>
                    <a:pt x="467619" y="1435289"/>
                  </a:lnTo>
                  <a:lnTo>
                    <a:pt x="466951" y="1435289"/>
                  </a:lnTo>
                  <a:lnTo>
                    <a:pt x="466282" y="1435289"/>
                  </a:lnTo>
                  <a:lnTo>
                    <a:pt x="465614" y="1435289"/>
                  </a:lnTo>
                  <a:lnTo>
                    <a:pt x="464946" y="1435289"/>
                  </a:lnTo>
                  <a:lnTo>
                    <a:pt x="464278" y="1435289"/>
                  </a:lnTo>
                  <a:lnTo>
                    <a:pt x="463610" y="1435289"/>
                  </a:lnTo>
                  <a:lnTo>
                    <a:pt x="462942" y="1435289"/>
                  </a:lnTo>
                  <a:lnTo>
                    <a:pt x="462274" y="1435289"/>
                  </a:lnTo>
                  <a:lnTo>
                    <a:pt x="461606" y="1435289"/>
                  </a:lnTo>
                  <a:lnTo>
                    <a:pt x="460938" y="1435289"/>
                  </a:lnTo>
                  <a:lnTo>
                    <a:pt x="460270" y="1435289"/>
                  </a:lnTo>
                  <a:lnTo>
                    <a:pt x="459602" y="1435289"/>
                  </a:lnTo>
                  <a:lnTo>
                    <a:pt x="458934" y="1435289"/>
                  </a:lnTo>
                  <a:lnTo>
                    <a:pt x="458266" y="1435289"/>
                  </a:lnTo>
                  <a:lnTo>
                    <a:pt x="457598" y="1435289"/>
                  </a:lnTo>
                  <a:lnTo>
                    <a:pt x="456930" y="1435289"/>
                  </a:lnTo>
                  <a:lnTo>
                    <a:pt x="456262" y="1435289"/>
                  </a:lnTo>
                  <a:lnTo>
                    <a:pt x="455594" y="1435289"/>
                  </a:lnTo>
                  <a:lnTo>
                    <a:pt x="454926" y="1435289"/>
                  </a:lnTo>
                  <a:lnTo>
                    <a:pt x="454258" y="1435289"/>
                  </a:lnTo>
                  <a:lnTo>
                    <a:pt x="453590" y="1435289"/>
                  </a:lnTo>
                  <a:lnTo>
                    <a:pt x="452922" y="1435289"/>
                  </a:lnTo>
                  <a:lnTo>
                    <a:pt x="452254" y="1435289"/>
                  </a:lnTo>
                  <a:lnTo>
                    <a:pt x="451586" y="1435289"/>
                  </a:lnTo>
                  <a:lnTo>
                    <a:pt x="450918" y="1435289"/>
                  </a:lnTo>
                  <a:lnTo>
                    <a:pt x="450250" y="1435289"/>
                  </a:lnTo>
                  <a:lnTo>
                    <a:pt x="449582" y="1435289"/>
                  </a:lnTo>
                  <a:lnTo>
                    <a:pt x="448914" y="1435289"/>
                  </a:lnTo>
                  <a:lnTo>
                    <a:pt x="448246" y="1435289"/>
                  </a:lnTo>
                  <a:lnTo>
                    <a:pt x="447578" y="1435289"/>
                  </a:lnTo>
                  <a:lnTo>
                    <a:pt x="446910" y="1435289"/>
                  </a:lnTo>
                  <a:lnTo>
                    <a:pt x="446242" y="1435289"/>
                  </a:lnTo>
                  <a:lnTo>
                    <a:pt x="445574" y="1435289"/>
                  </a:lnTo>
                  <a:lnTo>
                    <a:pt x="444906" y="1435289"/>
                  </a:lnTo>
                  <a:lnTo>
                    <a:pt x="444238" y="1435289"/>
                  </a:lnTo>
                  <a:lnTo>
                    <a:pt x="443570" y="1435289"/>
                  </a:lnTo>
                  <a:lnTo>
                    <a:pt x="442902" y="1435289"/>
                  </a:lnTo>
                  <a:lnTo>
                    <a:pt x="442234" y="1435289"/>
                  </a:lnTo>
                  <a:lnTo>
                    <a:pt x="441565" y="1435289"/>
                  </a:lnTo>
                  <a:lnTo>
                    <a:pt x="440897" y="1435289"/>
                  </a:lnTo>
                  <a:lnTo>
                    <a:pt x="440229" y="1435289"/>
                  </a:lnTo>
                  <a:lnTo>
                    <a:pt x="439561" y="1435289"/>
                  </a:lnTo>
                  <a:lnTo>
                    <a:pt x="438893" y="1435289"/>
                  </a:lnTo>
                  <a:lnTo>
                    <a:pt x="438225" y="1435289"/>
                  </a:lnTo>
                  <a:lnTo>
                    <a:pt x="437557" y="1435289"/>
                  </a:lnTo>
                  <a:lnTo>
                    <a:pt x="436889" y="1435289"/>
                  </a:lnTo>
                  <a:lnTo>
                    <a:pt x="436221" y="1435289"/>
                  </a:lnTo>
                  <a:lnTo>
                    <a:pt x="435553" y="1435289"/>
                  </a:lnTo>
                  <a:lnTo>
                    <a:pt x="434885" y="1435289"/>
                  </a:lnTo>
                  <a:lnTo>
                    <a:pt x="434217" y="1435289"/>
                  </a:lnTo>
                  <a:lnTo>
                    <a:pt x="433549" y="1435289"/>
                  </a:lnTo>
                  <a:lnTo>
                    <a:pt x="432881" y="1435289"/>
                  </a:lnTo>
                  <a:lnTo>
                    <a:pt x="432213" y="1435289"/>
                  </a:lnTo>
                  <a:lnTo>
                    <a:pt x="431545" y="1435289"/>
                  </a:lnTo>
                  <a:lnTo>
                    <a:pt x="430877" y="1435289"/>
                  </a:lnTo>
                  <a:lnTo>
                    <a:pt x="430209" y="1435289"/>
                  </a:lnTo>
                  <a:lnTo>
                    <a:pt x="429541" y="1435289"/>
                  </a:lnTo>
                  <a:lnTo>
                    <a:pt x="428873" y="1435289"/>
                  </a:lnTo>
                  <a:lnTo>
                    <a:pt x="428205" y="1435289"/>
                  </a:lnTo>
                  <a:lnTo>
                    <a:pt x="427537" y="1435289"/>
                  </a:lnTo>
                  <a:lnTo>
                    <a:pt x="426869" y="1435289"/>
                  </a:lnTo>
                  <a:lnTo>
                    <a:pt x="426201" y="1435289"/>
                  </a:lnTo>
                  <a:lnTo>
                    <a:pt x="425533" y="1435289"/>
                  </a:lnTo>
                  <a:lnTo>
                    <a:pt x="424865" y="1435289"/>
                  </a:lnTo>
                  <a:lnTo>
                    <a:pt x="424197" y="1435289"/>
                  </a:lnTo>
                  <a:lnTo>
                    <a:pt x="423529" y="1435289"/>
                  </a:lnTo>
                  <a:lnTo>
                    <a:pt x="422861" y="1435289"/>
                  </a:lnTo>
                  <a:lnTo>
                    <a:pt x="422193" y="1435289"/>
                  </a:lnTo>
                  <a:lnTo>
                    <a:pt x="421525" y="1435289"/>
                  </a:lnTo>
                  <a:lnTo>
                    <a:pt x="420857" y="1435289"/>
                  </a:lnTo>
                  <a:lnTo>
                    <a:pt x="420189" y="1435289"/>
                  </a:lnTo>
                  <a:lnTo>
                    <a:pt x="419521" y="1435289"/>
                  </a:lnTo>
                  <a:lnTo>
                    <a:pt x="418853" y="1435289"/>
                  </a:lnTo>
                  <a:lnTo>
                    <a:pt x="418185" y="1435289"/>
                  </a:lnTo>
                  <a:lnTo>
                    <a:pt x="417517" y="1435289"/>
                  </a:lnTo>
                  <a:lnTo>
                    <a:pt x="416848" y="1435289"/>
                  </a:lnTo>
                  <a:lnTo>
                    <a:pt x="416180" y="1435289"/>
                  </a:lnTo>
                  <a:lnTo>
                    <a:pt x="415512" y="1435289"/>
                  </a:lnTo>
                  <a:lnTo>
                    <a:pt x="414844" y="1435289"/>
                  </a:lnTo>
                  <a:lnTo>
                    <a:pt x="414176" y="1435289"/>
                  </a:lnTo>
                  <a:lnTo>
                    <a:pt x="413508" y="1435289"/>
                  </a:lnTo>
                  <a:lnTo>
                    <a:pt x="412840" y="1435289"/>
                  </a:lnTo>
                  <a:lnTo>
                    <a:pt x="412172" y="1435289"/>
                  </a:lnTo>
                  <a:lnTo>
                    <a:pt x="411504" y="1435289"/>
                  </a:lnTo>
                  <a:lnTo>
                    <a:pt x="410836" y="1435289"/>
                  </a:lnTo>
                  <a:lnTo>
                    <a:pt x="410168" y="1435289"/>
                  </a:lnTo>
                  <a:lnTo>
                    <a:pt x="409500" y="1435289"/>
                  </a:lnTo>
                  <a:lnTo>
                    <a:pt x="408832" y="1435289"/>
                  </a:lnTo>
                  <a:lnTo>
                    <a:pt x="408164" y="1435289"/>
                  </a:lnTo>
                  <a:lnTo>
                    <a:pt x="407496" y="1435289"/>
                  </a:lnTo>
                  <a:lnTo>
                    <a:pt x="406828" y="1435289"/>
                  </a:lnTo>
                  <a:lnTo>
                    <a:pt x="406160" y="1435289"/>
                  </a:lnTo>
                  <a:lnTo>
                    <a:pt x="405492" y="1435289"/>
                  </a:lnTo>
                  <a:lnTo>
                    <a:pt x="404824" y="1435289"/>
                  </a:lnTo>
                  <a:lnTo>
                    <a:pt x="404156" y="1435289"/>
                  </a:lnTo>
                  <a:lnTo>
                    <a:pt x="403488" y="1435289"/>
                  </a:lnTo>
                  <a:lnTo>
                    <a:pt x="402820" y="1435289"/>
                  </a:lnTo>
                  <a:lnTo>
                    <a:pt x="402152" y="1435289"/>
                  </a:lnTo>
                  <a:lnTo>
                    <a:pt x="401484" y="1435289"/>
                  </a:lnTo>
                  <a:lnTo>
                    <a:pt x="400816" y="1435289"/>
                  </a:lnTo>
                  <a:lnTo>
                    <a:pt x="400148" y="1435289"/>
                  </a:lnTo>
                  <a:lnTo>
                    <a:pt x="399480" y="1435289"/>
                  </a:lnTo>
                  <a:lnTo>
                    <a:pt x="398812" y="1435289"/>
                  </a:lnTo>
                  <a:lnTo>
                    <a:pt x="398144" y="1435289"/>
                  </a:lnTo>
                  <a:lnTo>
                    <a:pt x="397476" y="1435289"/>
                  </a:lnTo>
                  <a:lnTo>
                    <a:pt x="396808" y="1435289"/>
                  </a:lnTo>
                  <a:lnTo>
                    <a:pt x="396140" y="1435289"/>
                  </a:lnTo>
                  <a:lnTo>
                    <a:pt x="395472" y="1435289"/>
                  </a:lnTo>
                  <a:lnTo>
                    <a:pt x="394804" y="1435289"/>
                  </a:lnTo>
                  <a:lnTo>
                    <a:pt x="394136" y="1435289"/>
                  </a:lnTo>
                  <a:lnTo>
                    <a:pt x="393468" y="1435289"/>
                  </a:lnTo>
                  <a:lnTo>
                    <a:pt x="392800" y="1435289"/>
                  </a:lnTo>
                  <a:lnTo>
                    <a:pt x="392131" y="1435289"/>
                  </a:lnTo>
                  <a:lnTo>
                    <a:pt x="391463" y="1435289"/>
                  </a:lnTo>
                  <a:lnTo>
                    <a:pt x="390795" y="1435289"/>
                  </a:lnTo>
                  <a:lnTo>
                    <a:pt x="390127" y="1435289"/>
                  </a:lnTo>
                  <a:lnTo>
                    <a:pt x="389459" y="1435289"/>
                  </a:lnTo>
                  <a:lnTo>
                    <a:pt x="388791" y="1435289"/>
                  </a:lnTo>
                  <a:lnTo>
                    <a:pt x="388123" y="1435289"/>
                  </a:lnTo>
                  <a:lnTo>
                    <a:pt x="387455" y="1435289"/>
                  </a:lnTo>
                  <a:lnTo>
                    <a:pt x="386787" y="1435289"/>
                  </a:lnTo>
                  <a:lnTo>
                    <a:pt x="386119" y="1435289"/>
                  </a:lnTo>
                  <a:lnTo>
                    <a:pt x="385451" y="1435289"/>
                  </a:lnTo>
                  <a:lnTo>
                    <a:pt x="384783" y="1435289"/>
                  </a:lnTo>
                  <a:lnTo>
                    <a:pt x="384115" y="1435289"/>
                  </a:lnTo>
                  <a:lnTo>
                    <a:pt x="383447" y="1435289"/>
                  </a:lnTo>
                  <a:lnTo>
                    <a:pt x="382779" y="1435289"/>
                  </a:lnTo>
                  <a:lnTo>
                    <a:pt x="382111" y="1435289"/>
                  </a:lnTo>
                  <a:lnTo>
                    <a:pt x="381443" y="1435289"/>
                  </a:lnTo>
                  <a:lnTo>
                    <a:pt x="380775" y="1435289"/>
                  </a:lnTo>
                  <a:lnTo>
                    <a:pt x="380107" y="1435289"/>
                  </a:lnTo>
                  <a:lnTo>
                    <a:pt x="379439" y="1435289"/>
                  </a:lnTo>
                  <a:lnTo>
                    <a:pt x="378771" y="1435289"/>
                  </a:lnTo>
                  <a:lnTo>
                    <a:pt x="378103" y="1435289"/>
                  </a:lnTo>
                  <a:lnTo>
                    <a:pt x="377435" y="1435289"/>
                  </a:lnTo>
                  <a:lnTo>
                    <a:pt x="376767" y="1435289"/>
                  </a:lnTo>
                  <a:lnTo>
                    <a:pt x="376099" y="1435289"/>
                  </a:lnTo>
                  <a:lnTo>
                    <a:pt x="375431" y="1435289"/>
                  </a:lnTo>
                  <a:lnTo>
                    <a:pt x="374763" y="1435289"/>
                  </a:lnTo>
                  <a:lnTo>
                    <a:pt x="374095" y="1435289"/>
                  </a:lnTo>
                  <a:lnTo>
                    <a:pt x="373427" y="1435289"/>
                  </a:lnTo>
                  <a:lnTo>
                    <a:pt x="372759" y="1435289"/>
                  </a:lnTo>
                  <a:lnTo>
                    <a:pt x="372091" y="1435289"/>
                  </a:lnTo>
                  <a:lnTo>
                    <a:pt x="371423" y="1435289"/>
                  </a:lnTo>
                  <a:lnTo>
                    <a:pt x="370755" y="1435289"/>
                  </a:lnTo>
                  <a:lnTo>
                    <a:pt x="370087" y="1435289"/>
                  </a:lnTo>
                  <a:lnTo>
                    <a:pt x="369419" y="1435289"/>
                  </a:lnTo>
                  <a:lnTo>
                    <a:pt x="368751" y="1435289"/>
                  </a:lnTo>
                  <a:lnTo>
                    <a:pt x="368082" y="1435289"/>
                  </a:lnTo>
                  <a:lnTo>
                    <a:pt x="367414" y="1435289"/>
                  </a:lnTo>
                  <a:lnTo>
                    <a:pt x="366746" y="1435289"/>
                  </a:lnTo>
                  <a:lnTo>
                    <a:pt x="366078" y="1435289"/>
                  </a:lnTo>
                  <a:lnTo>
                    <a:pt x="365410" y="1435289"/>
                  </a:lnTo>
                  <a:lnTo>
                    <a:pt x="364742" y="1435289"/>
                  </a:lnTo>
                  <a:lnTo>
                    <a:pt x="364074" y="1435289"/>
                  </a:lnTo>
                  <a:lnTo>
                    <a:pt x="363406" y="1435289"/>
                  </a:lnTo>
                  <a:lnTo>
                    <a:pt x="362738" y="1435289"/>
                  </a:lnTo>
                  <a:lnTo>
                    <a:pt x="362070" y="1435289"/>
                  </a:lnTo>
                  <a:lnTo>
                    <a:pt x="361402" y="1435289"/>
                  </a:lnTo>
                  <a:lnTo>
                    <a:pt x="360734" y="1435289"/>
                  </a:lnTo>
                  <a:lnTo>
                    <a:pt x="360066" y="1435289"/>
                  </a:lnTo>
                  <a:lnTo>
                    <a:pt x="359398" y="1435289"/>
                  </a:lnTo>
                  <a:lnTo>
                    <a:pt x="358730" y="1435289"/>
                  </a:lnTo>
                  <a:lnTo>
                    <a:pt x="358062" y="1435289"/>
                  </a:lnTo>
                  <a:lnTo>
                    <a:pt x="357394" y="1435289"/>
                  </a:lnTo>
                  <a:lnTo>
                    <a:pt x="356726" y="1435289"/>
                  </a:lnTo>
                  <a:lnTo>
                    <a:pt x="356058" y="1435289"/>
                  </a:lnTo>
                  <a:lnTo>
                    <a:pt x="355390" y="1435289"/>
                  </a:lnTo>
                  <a:lnTo>
                    <a:pt x="354722" y="1435289"/>
                  </a:lnTo>
                  <a:lnTo>
                    <a:pt x="354054" y="1435289"/>
                  </a:lnTo>
                  <a:lnTo>
                    <a:pt x="353386" y="1435289"/>
                  </a:lnTo>
                  <a:lnTo>
                    <a:pt x="352718" y="1435289"/>
                  </a:lnTo>
                  <a:lnTo>
                    <a:pt x="352050" y="1435289"/>
                  </a:lnTo>
                  <a:lnTo>
                    <a:pt x="351382" y="1435289"/>
                  </a:lnTo>
                  <a:lnTo>
                    <a:pt x="350714" y="1435289"/>
                  </a:lnTo>
                  <a:lnTo>
                    <a:pt x="350046" y="1435289"/>
                  </a:lnTo>
                  <a:lnTo>
                    <a:pt x="349378" y="1435289"/>
                  </a:lnTo>
                  <a:lnTo>
                    <a:pt x="348710" y="1435289"/>
                  </a:lnTo>
                  <a:lnTo>
                    <a:pt x="348042" y="1435289"/>
                  </a:lnTo>
                  <a:lnTo>
                    <a:pt x="347374" y="1435289"/>
                  </a:lnTo>
                  <a:lnTo>
                    <a:pt x="346706" y="1435289"/>
                  </a:lnTo>
                  <a:lnTo>
                    <a:pt x="346038" y="1435289"/>
                  </a:lnTo>
                  <a:lnTo>
                    <a:pt x="345370" y="1435289"/>
                  </a:lnTo>
                  <a:lnTo>
                    <a:pt x="344702" y="1435289"/>
                  </a:lnTo>
                  <a:lnTo>
                    <a:pt x="344034" y="1435289"/>
                  </a:lnTo>
                  <a:lnTo>
                    <a:pt x="343365" y="1435289"/>
                  </a:lnTo>
                  <a:lnTo>
                    <a:pt x="342697" y="1435289"/>
                  </a:lnTo>
                  <a:lnTo>
                    <a:pt x="342029" y="1435289"/>
                  </a:lnTo>
                  <a:lnTo>
                    <a:pt x="341361" y="1435289"/>
                  </a:lnTo>
                  <a:lnTo>
                    <a:pt x="340693" y="1435289"/>
                  </a:lnTo>
                  <a:lnTo>
                    <a:pt x="340025" y="1435289"/>
                  </a:lnTo>
                  <a:lnTo>
                    <a:pt x="339357" y="1435289"/>
                  </a:lnTo>
                  <a:lnTo>
                    <a:pt x="338689" y="1435289"/>
                  </a:lnTo>
                  <a:lnTo>
                    <a:pt x="338021" y="1435289"/>
                  </a:lnTo>
                  <a:lnTo>
                    <a:pt x="337353" y="1435289"/>
                  </a:lnTo>
                  <a:lnTo>
                    <a:pt x="336685" y="1435289"/>
                  </a:lnTo>
                  <a:lnTo>
                    <a:pt x="336017" y="1435289"/>
                  </a:lnTo>
                  <a:lnTo>
                    <a:pt x="335349" y="1435289"/>
                  </a:lnTo>
                  <a:lnTo>
                    <a:pt x="334681" y="1435289"/>
                  </a:lnTo>
                  <a:lnTo>
                    <a:pt x="334013" y="1435289"/>
                  </a:lnTo>
                  <a:lnTo>
                    <a:pt x="333345" y="1435289"/>
                  </a:lnTo>
                  <a:lnTo>
                    <a:pt x="332677" y="1435289"/>
                  </a:lnTo>
                  <a:lnTo>
                    <a:pt x="332009" y="1435289"/>
                  </a:lnTo>
                  <a:lnTo>
                    <a:pt x="331341" y="1435289"/>
                  </a:lnTo>
                  <a:lnTo>
                    <a:pt x="330673" y="1435289"/>
                  </a:lnTo>
                  <a:lnTo>
                    <a:pt x="330005" y="1435289"/>
                  </a:lnTo>
                  <a:lnTo>
                    <a:pt x="329337" y="1435289"/>
                  </a:lnTo>
                  <a:lnTo>
                    <a:pt x="328669" y="1435289"/>
                  </a:lnTo>
                  <a:lnTo>
                    <a:pt x="328001" y="1435289"/>
                  </a:lnTo>
                  <a:lnTo>
                    <a:pt x="327333" y="1435289"/>
                  </a:lnTo>
                  <a:lnTo>
                    <a:pt x="326665" y="1435289"/>
                  </a:lnTo>
                  <a:lnTo>
                    <a:pt x="325997" y="1435289"/>
                  </a:lnTo>
                  <a:lnTo>
                    <a:pt x="325329" y="1435289"/>
                  </a:lnTo>
                  <a:lnTo>
                    <a:pt x="324661" y="1435289"/>
                  </a:lnTo>
                  <a:lnTo>
                    <a:pt x="323993" y="1435289"/>
                  </a:lnTo>
                  <a:lnTo>
                    <a:pt x="323325" y="1435289"/>
                  </a:lnTo>
                  <a:lnTo>
                    <a:pt x="322657" y="1435289"/>
                  </a:lnTo>
                  <a:lnTo>
                    <a:pt x="321989" y="1435289"/>
                  </a:lnTo>
                  <a:lnTo>
                    <a:pt x="321321" y="1435289"/>
                  </a:lnTo>
                  <a:lnTo>
                    <a:pt x="320653" y="1435289"/>
                  </a:lnTo>
                  <a:lnTo>
                    <a:pt x="319985" y="1435289"/>
                  </a:lnTo>
                  <a:lnTo>
                    <a:pt x="319317" y="1435289"/>
                  </a:lnTo>
                  <a:lnTo>
                    <a:pt x="318648" y="1435289"/>
                  </a:lnTo>
                  <a:lnTo>
                    <a:pt x="317980" y="1435289"/>
                  </a:lnTo>
                  <a:lnTo>
                    <a:pt x="317312" y="1435289"/>
                  </a:lnTo>
                  <a:lnTo>
                    <a:pt x="316644" y="1435289"/>
                  </a:lnTo>
                  <a:lnTo>
                    <a:pt x="315976" y="1435289"/>
                  </a:lnTo>
                  <a:lnTo>
                    <a:pt x="315308" y="1435289"/>
                  </a:lnTo>
                  <a:lnTo>
                    <a:pt x="314640" y="1435289"/>
                  </a:lnTo>
                  <a:lnTo>
                    <a:pt x="313972" y="1435289"/>
                  </a:lnTo>
                  <a:lnTo>
                    <a:pt x="313304" y="1435289"/>
                  </a:lnTo>
                  <a:lnTo>
                    <a:pt x="312636" y="1435289"/>
                  </a:lnTo>
                  <a:lnTo>
                    <a:pt x="311968" y="1435289"/>
                  </a:lnTo>
                  <a:lnTo>
                    <a:pt x="311300" y="1435289"/>
                  </a:lnTo>
                  <a:lnTo>
                    <a:pt x="310632" y="1435289"/>
                  </a:lnTo>
                  <a:lnTo>
                    <a:pt x="309964" y="1435289"/>
                  </a:lnTo>
                  <a:lnTo>
                    <a:pt x="309296" y="1435289"/>
                  </a:lnTo>
                  <a:lnTo>
                    <a:pt x="308628" y="1435289"/>
                  </a:lnTo>
                  <a:lnTo>
                    <a:pt x="307960" y="1435289"/>
                  </a:lnTo>
                  <a:lnTo>
                    <a:pt x="307292" y="1435289"/>
                  </a:lnTo>
                  <a:lnTo>
                    <a:pt x="306624" y="1435289"/>
                  </a:lnTo>
                  <a:lnTo>
                    <a:pt x="305956" y="1435289"/>
                  </a:lnTo>
                  <a:lnTo>
                    <a:pt x="305288" y="1435289"/>
                  </a:lnTo>
                  <a:lnTo>
                    <a:pt x="304620" y="1435289"/>
                  </a:lnTo>
                  <a:lnTo>
                    <a:pt x="303952" y="1435289"/>
                  </a:lnTo>
                  <a:lnTo>
                    <a:pt x="303284" y="1435289"/>
                  </a:lnTo>
                  <a:lnTo>
                    <a:pt x="302616" y="1435289"/>
                  </a:lnTo>
                  <a:lnTo>
                    <a:pt x="301948" y="1435289"/>
                  </a:lnTo>
                  <a:lnTo>
                    <a:pt x="301280" y="1435289"/>
                  </a:lnTo>
                  <a:lnTo>
                    <a:pt x="300612" y="1435289"/>
                  </a:lnTo>
                  <a:lnTo>
                    <a:pt x="299944" y="1435289"/>
                  </a:lnTo>
                  <a:lnTo>
                    <a:pt x="299276" y="1435289"/>
                  </a:lnTo>
                  <a:lnTo>
                    <a:pt x="298608" y="1435289"/>
                  </a:lnTo>
                  <a:lnTo>
                    <a:pt x="297940" y="1435289"/>
                  </a:lnTo>
                  <a:lnTo>
                    <a:pt x="297272" y="1435289"/>
                  </a:lnTo>
                  <a:lnTo>
                    <a:pt x="296604" y="1435289"/>
                  </a:lnTo>
                  <a:lnTo>
                    <a:pt x="295936" y="1435289"/>
                  </a:lnTo>
                  <a:lnTo>
                    <a:pt x="295268" y="1435289"/>
                  </a:lnTo>
                  <a:lnTo>
                    <a:pt x="294600" y="1435289"/>
                  </a:lnTo>
                  <a:lnTo>
                    <a:pt x="293931" y="1435289"/>
                  </a:lnTo>
                  <a:lnTo>
                    <a:pt x="293263" y="1435289"/>
                  </a:lnTo>
                  <a:lnTo>
                    <a:pt x="292595" y="1435289"/>
                  </a:lnTo>
                  <a:lnTo>
                    <a:pt x="291927" y="1435289"/>
                  </a:lnTo>
                  <a:lnTo>
                    <a:pt x="291259" y="1435289"/>
                  </a:lnTo>
                  <a:lnTo>
                    <a:pt x="290591" y="1435289"/>
                  </a:lnTo>
                  <a:lnTo>
                    <a:pt x="289923" y="1435289"/>
                  </a:lnTo>
                  <a:lnTo>
                    <a:pt x="289255" y="1435289"/>
                  </a:lnTo>
                  <a:lnTo>
                    <a:pt x="288587" y="1435289"/>
                  </a:lnTo>
                  <a:lnTo>
                    <a:pt x="287919" y="1435289"/>
                  </a:lnTo>
                  <a:lnTo>
                    <a:pt x="287251" y="1435289"/>
                  </a:lnTo>
                  <a:lnTo>
                    <a:pt x="286583" y="1435289"/>
                  </a:lnTo>
                  <a:lnTo>
                    <a:pt x="285915" y="1435289"/>
                  </a:lnTo>
                  <a:lnTo>
                    <a:pt x="285247" y="1435289"/>
                  </a:lnTo>
                  <a:lnTo>
                    <a:pt x="284579" y="1435289"/>
                  </a:lnTo>
                  <a:lnTo>
                    <a:pt x="283911" y="1435289"/>
                  </a:lnTo>
                  <a:lnTo>
                    <a:pt x="283243" y="1435289"/>
                  </a:lnTo>
                  <a:lnTo>
                    <a:pt x="282575" y="1435289"/>
                  </a:lnTo>
                  <a:lnTo>
                    <a:pt x="281907" y="1435289"/>
                  </a:lnTo>
                  <a:lnTo>
                    <a:pt x="281239" y="1435289"/>
                  </a:lnTo>
                  <a:lnTo>
                    <a:pt x="280571" y="1435289"/>
                  </a:lnTo>
                  <a:lnTo>
                    <a:pt x="279903" y="1435289"/>
                  </a:lnTo>
                  <a:lnTo>
                    <a:pt x="279235" y="1435289"/>
                  </a:lnTo>
                  <a:lnTo>
                    <a:pt x="278567" y="1435289"/>
                  </a:lnTo>
                  <a:lnTo>
                    <a:pt x="277899" y="1435289"/>
                  </a:lnTo>
                  <a:lnTo>
                    <a:pt x="277231" y="1435289"/>
                  </a:lnTo>
                  <a:lnTo>
                    <a:pt x="276563" y="1435289"/>
                  </a:lnTo>
                  <a:lnTo>
                    <a:pt x="275895" y="1435289"/>
                  </a:lnTo>
                  <a:lnTo>
                    <a:pt x="275227" y="1435289"/>
                  </a:lnTo>
                  <a:lnTo>
                    <a:pt x="274559" y="1435289"/>
                  </a:lnTo>
                  <a:lnTo>
                    <a:pt x="273891" y="1435289"/>
                  </a:lnTo>
                  <a:lnTo>
                    <a:pt x="273223" y="1435289"/>
                  </a:lnTo>
                  <a:lnTo>
                    <a:pt x="272555" y="1435289"/>
                  </a:lnTo>
                  <a:lnTo>
                    <a:pt x="271887" y="1435289"/>
                  </a:lnTo>
                  <a:lnTo>
                    <a:pt x="271219" y="1435289"/>
                  </a:lnTo>
                  <a:lnTo>
                    <a:pt x="270551" y="1435289"/>
                  </a:lnTo>
                  <a:lnTo>
                    <a:pt x="269882" y="1435289"/>
                  </a:lnTo>
                  <a:lnTo>
                    <a:pt x="269214" y="1435289"/>
                  </a:lnTo>
                  <a:lnTo>
                    <a:pt x="268546" y="1435289"/>
                  </a:lnTo>
                  <a:lnTo>
                    <a:pt x="267878" y="1435289"/>
                  </a:lnTo>
                  <a:lnTo>
                    <a:pt x="267210" y="1435289"/>
                  </a:lnTo>
                  <a:lnTo>
                    <a:pt x="266542" y="1435289"/>
                  </a:lnTo>
                  <a:lnTo>
                    <a:pt x="265874" y="1435289"/>
                  </a:lnTo>
                  <a:lnTo>
                    <a:pt x="265206" y="1435289"/>
                  </a:lnTo>
                  <a:lnTo>
                    <a:pt x="264538" y="1435289"/>
                  </a:lnTo>
                  <a:lnTo>
                    <a:pt x="263870" y="1435289"/>
                  </a:lnTo>
                  <a:lnTo>
                    <a:pt x="263202" y="1435289"/>
                  </a:lnTo>
                  <a:lnTo>
                    <a:pt x="262534" y="1435289"/>
                  </a:lnTo>
                  <a:lnTo>
                    <a:pt x="261866" y="1435289"/>
                  </a:lnTo>
                  <a:lnTo>
                    <a:pt x="261198" y="1435289"/>
                  </a:lnTo>
                  <a:lnTo>
                    <a:pt x="260530" y="1435289"/>
                  </a:lnTo>
                  <a:lnTo>
                    <a:pt x="259862" y="1435289"/>
                  </a:lnTo>
                  <a:lnTo>
                    <a:pt x="259194" y="1435289"/>
                  </a:lnTo>
                  <a:lnTo>
                    <a:pt x="258526" y="1435289"/>
                  </a:lnTo>
                  <a:lnTo>
                    <a:pt x="257858" y="1435289"/>
                  </a:lnTo>
                  <a:lnTo>
                    <a:pt x="257190" y="1435289"/>
                  </a:lnTo>
                  <a:lnTo>
                    <a:pt x="256522" y="1435289"/>
                  </a:lnTo>
                  <a:lnTo>
                    <a:pt x="255854" y="1435289"/>
                  </a:lnTo>
                  <a:lnTo>
                    <a:pt x="255186" y="1435289"/>
                  </a:lnTo>
                  <a:lnTo>
                    <a:pt x="254518" y="1435289"/>
                  </a:lnTo>
                  <a:lnTo>
                    <a:pt x="253850" y="1435289"/>
                  </a:lnTo>
                  <a:lnTo>
                    <a:pt x="253182" y="1435289"/>
                  </a:lnTo>
                  <a:lnTo>
                    <a:pt x="252514" y="1435289"/>
                  </a:lnTo>
                  <a:lnTo>
                    <a:pt x="251846" y="1435289"/>
                  </a:lnTo>
                  <a:lnTo>
                    <a:pt x="251178" y="1435289"/>
                  </a:lnTo>
                  <a:lnTo>
                    <a:pt x="250510" y="1435289"/>
                  </a:lnTo>
                  <a:lnTo>
                    <a:pt x="249842" y="1435289"/>
                  </a:lnTo>
                  <a:lnTo>
                    <a:pt x="249174" y="1435289"/>
                  </a:lnTo>
                  <a:lnTo>
                    <a:pt x="248506" y="1435289"/>
                  </a:lnTo>
                  <a:lnTo>
                    <a:pt x="247838" y="1435289"/>
                  </a:lnTo>
                  <a:lnTo>
                    <a:pt x="247170" y="1435289"/>
                  </a:lnTo>
                  <a:lnTo>
                    <a:pt x="246502" y="1435289"/>
                  </a:lnTo>
                  <a:lnTo>
                    <a:pt x="245834" y="1435289"/>
                  </a:lnTo>
                  <a:lnTo>
                    <a:pt x="245165" y="1435289"/>
                  </a:lnTo>
                  <a:lnTo>
                    <a:pt x="244497" y="1435289"/>
                  </a:lnTo>
                  <a:lnTo>
                    <a:pt x="243829" y="1435289"/>
                  </a:lnTo>
                  <a:lnTo>
                    <a:pt x="243161" y="1435289"/>
                  </a:lnTo>
                  <a:lnTo>
                    <a:pt x="242493" y="1435289"/>
                  </a:lnTo>
                  <a:lnTo>
                    <a:pt x="241825" y="1435289"/>
                  </a:lnTo>
                  <a:lnTo>
                    <a:pt x="241157" y="1435289"/>
                  </a:lnTo>
                  <a:lnTo>
                    <a:pt x="240489" y="1435289"/>
                  </a:lnTo>
                  <a:lnTo>
                    <a:pt x="239821" y="1435289"/>
                  </a:lnTo>
                  <a:lnTo>
                    <a:pt x="239153" y="1435289"/>
                  </a:lnTo>
                  <a:lnTo>
                    <a:pt x="238485" y="1435289"/>
                  </a:lnTo>
                  <a:lnTo>
                    <a:pt x="237817" y="1435289"/>
                  </a:lnTo>
                  <a:lnTo>
                    <a:pt x="237149" y="1435289"/>
                  </a:lnTo>
                  <a:lnTo>
                    <a:pt x="236481" y="1435289"/>
                  </a:lnTo>
                  <a:lnTo>
                    <a:pt x="235813" y="1435289"/>
                  </a:lnTo>
                  <a:lnTo>
                    <a:pt x="235145" y="1435289"/>
                  </a:lnTo>
                  <a:lnTo>
                    <a:pt x="234477" y="1435289"/>
                  </a:lnTo>
                  <a:lnTo>
                    <a:pt x="233809" y="1435289"/>
                  </a:lnTo>
                  <a:lnTo>
                    <a:pt x="233141" y="1435289"/>
                  </a:lnTo>
                  <a:lnTo>
                    <a:pt x="232473" y="1435289"/>
                  </a:lnTo>
                  <a:lnTo>
                    <a:pt x="231805" y="1435289"/>
                  </a:lnTo>
                  <a:lnTo>
                    <a:pt x="231137" y="1435289"/>
                  </a:lnTo>
                  <a:lnTo>
                    <a:pt x="230469" y="1435289"/>
                  </a:lnTo>
                  <a:lnTo>
                    <a:pt x="229801" y="1435289"/>
                  </a:lnTo>
                  <a:lnTo>
                    <a:pt x="229133" y="1435289"/>
                  </a:lnTo>
                  <a:lnTo>
                    <a:pt x="228465" y="1435289"/>
                  </a:lnTo>
                  <a:lnTo>
                    <a:pt x="227797" y="1435289"/>
                  </a:lnTo>
                  <a:lnTo>
                    <a:pt x="227129" y="1435289"/>
                  </a:lnTo>
                  <a:lnTo>
                    <a:pt x="226461" y="1435289"/>
                  </a:lnTo>
                  <a:lnTo>
                    <a:pt x="225793" y="1435289"/>
                  </a:lnTo>
                  <a:lnTo>
                    <a:pt x="225125" y="1435289"/>
                  </a:lnTo>
                  <a:lnTo>
                    <a:pt x="224457" y="1435289"/>
                  </a:lnTo>
                  <a:lnTo>
                    <a:pt x="223789" y="1435289"/>
                  </a:lnTo>
                  <a:lnTo>
                    <a:pt x="223121" y="1435289"/>
                  </a:lnTo>
                  <a:lnTo>
                    <a:pt x="222453" y="1435289"/>
                  </a:lnTo>
                  <a:lnTo>
                    <a:pt x="221785" y="1435289"/>
                  </a:lnTo>
                  <a:lnTo>
                    <a:pt x="221117" y="1435289"/>
                  </a:lnTo>
                  <a:lnTo>
                    <a:pt x="220448" y="1435289"/>
                  </a:lnTo>
                  <a:lnTo>
                    <a:pt x="219780" y="1435289"/>
                  </a:lnTo>
                  <a:lnTo>
                    <a:pt x="219112" y="1435289"/>
                  </a:lnTo>
                  <a:lnTo>
                    <a:pt x="218444" y="1435289"/>
                  </a:lnTo>
                  <a:lnTo>
                    <a:pt x="217776" y="1435289"/>
                  </a:lnTo>
                  <a:lnTo>
                    <a:pt x="217108" y="1435289"/>
                  </a:lnTo>
                  <a:lnTo>
                    <a:pt x="216440" y="1435289"/>
                  </a:lnTo>
                  <a:lnTo>
                    <a:pt x="215772" y="1435289"/>
                  </a:lnTo>
                  <a:lnTo>
                    <a:pt x="215104" y="1435289"/>
                  </a:lnTo>
                  <a:lnTo>
                    <a:pt x="214436" y="1435289"/>
                  </a:lnTo>
                  <a:lnTo>
                    <a:pt x="213768" y="1435289"/>
                  </a:lnTo>
                  <a:lnTo>
                    <a:pt x="213100" y="1435289"/>
                  </a:lnTo>
                  <a:lnTo>
                    <a:pt x="212432" y="1435289"/>
                  </a:lnTo>
                  <a:lnTo>
                    <a:pt x="211764" y="1435289"/>
                  </a:lnTo>
                  <a:lnTo>
                    <a:pt x="211096" y="1435289"/>
                  </a:lnTo>
                  <a:lnTo>
                    <a:pt x="210428" y="1435289"/>
                  </a:lnTo>
                  <a:lnTo>
                    <a:pt x="209760" y="1435289"/>
                  </a:lnTo>
                  <a:lnTo>
                    <a:pt x="209092" y="1435289"/>
                  </a:lnTo>
                  <a:lnTo>
                    <a:pt x="208424" y="1435289"/>
                  </a:lnTo>
                  <a:lnTo>
                    <a:pt x="207756" y="1435289"/>
                  </a:lnTo>
                  <a:lnTo>
                    <a:pt x="207088" y="1435289"/>
                  </a:lnTo>
                  <a:lnTo>
                    <a:pt x="206420" y="1435289"/>
                  </a:lnTo>
                  <a:lnTo>
                    <a:pt x="205752" y="1435289"/>
                  </a:lnTo>
                  <a:lnTo>
                    <a:pt x="205084" y="1435289"/>
                  </a:lnTo>
                  <a:lnTo>
                    <a:pt x="204416" y="1435289"/>
                  </a:lnTo>
                  <a:lnTo>
                    <a:pt x="203748" y="1435289"/>
                  </a:lnTo>
                  <a:lnTo>
                    <a:pt x="203080" y="1435289"/>
                  </a:lnTo>
                  <a:lnTo>
                    <a:pt x="202412" y="1435289"/>
                  </a:lnTo>
                  <a:lnTo>
                    <a:pt x="201744" y="1435289"/>
                  </a:lnTo>
                  <a:lnTo>
                    <a:pt x="201076" y="1435289"/>
                  </a:lnTo>
                  <a:lnTo>
                    <a:pt x="200408" y="1435289"/>
                  </a:lnTo>
                  <a:lnTo>
                    <a:pt x="199740" y="1435289"/>
                  </a:lnTo>
                  <a:lnTo>
                    <a:pt x="199072" y="1435289"/>
                  </a:lnTo>
                  <a:lnTo>
                    <a:pt x="198404" y="1435289"/>
                  </a:lnTo>
                  <a:lnTo>
                    <a:pt x="197736" y="1435289"/>
                  </a:lnTo>
                  <a:lnTo>
                    <a:pt x="197068" y="1435289"/>
                  </a:lnTo>
                  <a:lnTo>
                    <a:pt x="196400" y="1435289"/>
                  </a:lnTo>
                  <a:lnTo>
                    <a:pt x="195731" y="1435289"/>
                  </a:lnTo>
                  <a:lnTo>
                    <a:pt x="195063" y="1435289"/>
                  </a:lnTo>
                  <a:lnTo>
                    <a:pt x="194395" y="1435289"/>
                  </a:lnTo>
                  <a:lnTo>
                    <a:pt x="193727" y="1435289"/>
                  </a:lnTo>
                  <a:lnTo>
                    <a:pt x="193059" y="1435289"/>
                  </a:lnTo>
                  <a:lnTo>
                    <a:pt x="192391" y="1435289"/>
                  </a:lnTo>
                  <a:lnTo>
                    <a:pt x="191723" y="1435289"/>
                  </a:lnTo>
                  <a:lnTo>
                    <a:pt x="191055" y="1435289"/>
                  </a:lnTo>
                  <a:lnTo>
                    <a:pt x="190387" y="1435289"/>
                  </a:lnTo>
                  <a:lnTo>
                    <a:pt x="189719" y="1435289"/>
                  </a:lnTo>
                  <a:lnTo>
                    <a:pt x="189051" y="1435289"/>
                  </a:lnTo>
                  <a:lnTo>
                    <a:pt x="188383" y="1435289"/>
                  </a:lnTo>
                  <a:lnTo>
                    <a:pt x="187715" y="1435289"/>
                  </a:lnTo>
                  <a:lnTo>
                    <a:pt x="187047" y="1435289"/>
                  </a:lnTo>
                  <a:lnTo>
                    <a:pt x="186379" y="1435289"/>
                  </a:lnTo>
                  <a:lnTo>
                    <a:pt x="185711" y="1435289"/>
                  </a:lnTo>
                  <a:lnTo>
                    <a:pt x="185043" y="1435289"/>
                  </a:lnTo>
                  <a:lnTo>
                    <a:pt x="184375" y="1435289"/>
                  </a:lnTo>
                  <a:lnTo>
                    <a:pt x="183707" y="1435289"/>
                  </a:lnTo>
                  <a:lnTo>
                    <a:pt x="183039" y="1435289"/>
                  </a:lnTo>
                  <a:lnTo>
                    <a:pt x="182371" y="1435289"/>
                  </a:lnTo>
                  <a:lnTo>
                    <a:pt x="181703" y="1435289"/>
                  </a:lnTo>
                  <a:lnTo>
                    <a:pt x="181035" y="1435289"/>
                  </a:lnTo>
                  <a:lnTo>
                    <a:pt x="180367" y="1435289"/>
                  </a:lnTo>
                  <a:lnTo>
                    <a:pt x="179699" y="1435289"/>
                  </a:lnTo>
                  <a:lnTo>
                    <a:pt x="179031" y="1435289"/>
                  </a:lnTo>
                  <a:lnTo>
                    <a:pt x="178363" y="1435289"/>
                  </a:lnTo>
                  <a:lnTo>
                    <a:pt x="177695" y="1435289"/>
                  </a:lnTo>
                  <a:lnTo>
                    <a:pt x="177027" y="1435289"/>
                  </a:lnTo>
                  <a:lnTo>
                    <a:pt x="176359" y="1435289"/>
                  </a:lnTo>
                  <a:lnTo>
                    <a:pt x="175691" y="1435289"/>
                  </a:lnTo>
                  <a:lnTo>
                    <a:pt x="175023" y="1435289"/>
                  </a:lnTo>
                  <a:lnTo>
                    <a:pt x="174355" y="1435289"/>
                  </a:lnTo>
                  <a:lnTo>
                    <a:pt x="173687" y="1435289"/>
                  </a:lnTo>
                  <a:lnTo>
                    <a:pt x="173019" y="1435289"/>
                  </a:lnTo>
                  <a:lnTo>
                    <a:pt x="172351" y="1435289"/>
                  </a:lnTo>
                  <a:lnTo>
                    <a:pt x="171682" y="1435289"/>
                  </a:lnTo>
                  <a:lnTo>
                    <a:pt x="171014" y="1435289"/>
                  </a:lnTo>
                  <a:lnTo>
                    <a:pt x="170346" y="1435289"/>
                  </a:lnTo>
                  <a:lnTo>
                    <a:pt x="169678" y="1435289"/>
                  </a:lnTo>
                  <a:lnTo>
                    <a:pt x="169010" y="1435289"/>
                  </a:lnTo>
                  <a:lnTo>
                    <a:pt x="168342" y="1435289"/>
                  </a:lnTo>
                  <a:lnTo>
                    <a:pt x="167674" y="1435289"/>
                  </a:lnTo>
                  <a:lnTo>
                    <a:pt x="167006" y="1435289"/>
                  </a:lnTo>
                  <a:lnTo>
                    <a:pt x="166338" y="1435289"/>
                  </a:lnTo>
                  <a:lnTo>
                    <a:pt x="165670" y="1435289"/>
                  </a:lnTo>
                  <a:lnTo>
                    <a:pt x="165002" y="1435289"/>
                  </a:lnTo>
                  <a:lnTo>
                    <a:pt x="164334" y="1435289"/>
                  </a:lnTo>
                  <a:lnTo>
                    <a:pt x="163666" y="1435289"/>
                  </a:lnTo>
                  <a:lnTo>
                    <a:pt x="162998" y="1435289"/>
                  </a:lnTo>
                  <a:lnTo>
                    <a:pt x="162330" y="1435289"/>
                  </a:lnTo>
                  <a:lnTo>
                    <a:pt x="161662" y="1435289"/>
                  </a:lnTo>
                  <a:lnTo>
                    <a:pt x="160994" y="1435289"/>
                  </a:lnTo>
                  <a:lnTo>
                    <a:pt x="160326" y="1435289"/>
                  </a:lnTo>
                  <a:lnTo>
                    <a:pt x="159658" y="1435289"/>
                  </a:lnTo>
                  <a:lnTo>
                    <a:pt x="158990" y="1435289"/>
                  </a:lnTo>
                  <a:lnTo>
                    <a:pt x="158322" y="1435289"/>
                  </a:lnTo>
                  <a:lnTo>
                    <a:pt x="157654" y="1435289"/>
                  </a:lnTo>
                  <a:lnTo>
                    <a:pt x="156986" y="1435289"/>
                  </a:lnTo>
                  <a:lnTo>
                    <a:pt x="156318" y="1435289"/>
                  </a:lnTo>
                  <a:lnTo>
                    <a:pt x="155650" y="1435289"/>
                  </a:lnTo>
                  <a:lnTo>
                    <a:pt x="154982" y="1435289"/>
                  </a:lnTo>
                  <a:lnTo>
                    <a:pt x="154314" y="1435289"/>
                  </a:lnTo>
                  <a:lnTo>
                    <a:pt x="153646" y="1435289"/>
                  </a:lnTo>
                  <a:lnTo>
                    <a:pt x="152978" y="1435289"/>
                  </a:lnTo>
                  <a:lnTo>
                    <a:pt x="152310" y="1435289"/>
                  </a:lnTo>
                  <a:lnTo>
                    <a:pt x="151642" y="1435289"/>
                  </a:lnTo>
                  <a:lnTo>
                    <a:pt x="150974" y="1435289"/>
                  </a:lnTo>
                  <a:lnTo>
                    <a:pt x="150306" y="1435289"/>
                  </a:lnTo>
                  <a:lnTo>
                    <a:pt x="149638" y="1435289"/>
                  </a:lnTo>
                  <a:lnTo>
                    <a:pt x="148970" y="1435289"/>
                  </a:lnTo>
                  <a:lnTo>
                    <a:pt x="148302" y="1435289"/>
                  </a:lnTo>
                  <a:lnTo>
                    <a:pt x="147634" y="1435289"/>
                  </a:lnTo>
                  <a:lnTo>
                    <a:pt x="146965" y="1435289"/>
                  </a:lnTo>
                  <a:lnTo>
                    <a:pt x="146297" y="1435289"/>
                  </a:lnTo>
                  <a:lnTo>
                    <a:pt x="145629" y="1435289"/>
                  </a:lnTo>
                  <a:lnTo>
                    <a:pt x="144961" y="1435289"/>
                  </a:lnTo>
                  <a:lnTo>
                    <a:pt x="144293" y="1435289"/>
                  </a:lnTo>
                  <a:lnTo>
                    <a:pt x="143625" y="1435289"/>
                  </a:lnTo>
                  <a:lnTo>
                    <a:pt x="142957" y="1435289"/>
                  </a:lnTo>
                  <a:lnTo>
                    <a:pt x="142289" y="1435289"/>
                  </a:lnTo>
                  <a:lnTo>
                    <a:pt x="141621" y="1435289"/>
                  </a:lnTo>
                  <a:lnTo>
                    <a:pt x="140953" y="1435289"/>
                  </a:lnTo>
                  <a:lnTo>
                    <a:pt x="140285" y="1435289"/>
                  </a:lnTo>
                  <a:lnTo>
                    <a:pt x="139617" y="1435289"/>
                  </a:lnTo>
                  <a:lnTo>
                    <a:pt x="138949" y="1435289"/>
                  </a:lnTo>
                  <a:lnTo>
                    <a:pt x="138281" y="1435289"/>
                  </a:lnTo>
                  <a:lnTo>
                    <a:pt x="137613" y="1435289"/>
                  </a:lnTo>
                  <a:lnTo>
                    <a:pt x="136945" y="1435289"/>
                  </a:lnTo>
                  <a:lnTo>
                    <a:pt x="136277" y="1435289"/>
                  </a:lnTo>
                  <a:lnTo>
                    <a:pt x="135609" y="1435289"/>
                  </a:lnTo>
                  <a:lnTo>
                    <a:pt x="134941" y="1435289"/>
                  </a:lnTo>
                  <a:lnTo>
                    <a:pt x="134273" y="1435289"/>
                  </a:lnTo>
                  <a:lnTo>
                    <a:pt x="133605" y="1435289"/>
                  </a:lnTo>
                  <a:lnTo>
                    <a:pt x="132937" y="1435289"/>
                  </a:lnTo>
                  <a:lnTo>
                    <a:pt x="132269" y="1435289"/>
                  </a:lnTo>
                  <a:lnTo>
                    <a:pt x="131601" y="1435289"/>
                  </a:lnTo>
                  <a:lnTo>
                    <a:pt x="130933" y="1435289"/>
                  </a:lnTo>
                  <a:lnTo>
                    <a:pt x="130265" y="1435289"/>
                  </a:lnTo>
                  <a:lnTo>
                    <a:pt x="129597" y="1435289"/>
                  </a:lnTo>
                  <a:lnTo>
                    <a:pt x="128929" y="1435289"/>
                  </a:lnTo>
                  <a:lnTo>
                    <a:pt x="128261" y="1435289"/>
                  </a:lnTo>
                  <a:lnTo>
                    <a:pt x="127593" y="1435289"/>
                  </a:lnTo>
                  <a:lnTo>
                    <a:pt x="126925" y="1435289"/>
                  </a:lnTo>
                  <a:lnTo>
                    <a:pt x="126257" y="1435289"/>
                  </a:lnTo>
                  <a:lnTo>
                    <a:pt x="125589" y="1435289"/>
                  </a:lnTo>
                  <a:lnTo>
                    <a:pt x="124921" y="1435289"/>
                  </a:lnTo>
                  <a:lnTo>
                    <a:pt x="124253" y="1435289"/>
                  </a:lnTo>
                  <a:lnTo>
                    <a:pt x="123585" y="1435289"/>
                  </a:lnTo>
                  <a:lnTo>
                    <a:pt x="122917" y="1435289"/>
                  </a:lnTo>
                  <a:lnTo>
                    <a:pt x="122248" y="1435289"/>
                  </a:lnTo>
                  <a:lnTo>
                    <a:pt x="121580" y="1435289"/>
                  </a:lnTo>
                  <a:lnTo>
                    <a:pt x="120912" y="1435289"/>
                  </a:lnTo>
                  <a:lnTo>
                    <a:pt x="120244" y="1435289"/>
                  </a:lnTo>
                  <a:lnTo>
                    <a:pt x="119576" y="1435289"/>
                  </a:lnTo>
                  <a:lnTo>
                    <a:pt x="118908" y="1435289"/>
                  </a:lnTo>
                  <a:lnTo>
                    <a:pt x="118240" y="1435289"/>
                  </a:lnTo>
                  <a:lnTo>
                    <a:pt x="117572" y="1435289"/>
                  </a:lnTo>
                  <a:lnTo>
                    <a:pt x="116904" y="1435289"/>
                  </a:lnTo>
                  <a:lnTo>
                    <a:pt x="116236" y="1435289"/>
                  </a:lnTo>
                  <a:lnTo>
                    <a:pt x="115568" y="1435289"/>
                  </a:lnTo>
                  <a:lnTo>
                    <a:pt x="114900" y="1435289"/>
                  </a:lnTo>
                  <a:lnTo>
                    <a:pt x="114232" y="1435289"/>
                  </a:lnTo>
                  <a:lnTo>
                    <a:pt x="113564" y="1435289"/>
                  </a:lnTo>
                  <a:lnTo>
                    <a:pt x="112896" y="1435289"/>
                  </a:lnTo>
                  <a:lnTo>
                    <a:pt x="112228" y="1435289"/>
                  </a:lnTo>
                  <a:lnTo>
                    <a:pt x="111560" y="1435289"/>
                  </a:lnTo>
                  <a:lnTo>
                    <a:pt x="110892" y="1435289"/>
                  </a:lnTo>
                  <a:lnTo>
                    <a:pt x="110224" y="1435289"/>
                  </a:lnTo>
                  <a:lnTo>
                    <a:pt x="109556" y="1435289"/>
                  </a:lnTo>
                  <a:lnTo>
                    <a:pt x="108888" y="1435289"/>
                  </a:lnTo>
                  <a:lnTo>
                    <a:pt x="108220" y="1435289"/>
                  </a:lnTo>
                  <a:lnTo>
                    <a:pt x="107552" y="1435289"/>
                  </a:lnTo>
                  <a:lnTo>
                    <a:pt x="106884" y="1435289"/>
                  </a:lnTo>
                  <a:lnTo>
                    <a:pt x="106216" y="1435289"/>
                  </a:lnTo>
                  <a:lnTo>
                    <a:pt x="105548" y="1435289"/>
                  </a:lnTo>
                  <a:lnTo>
                    <a:pt x="104880" y="1435289"/>
                  </a:lnTo>
                  <a:lnTo>
                    <a:pt x="104212" y="1435289"/>
                  </a:lnTo>
                  <a:lnTo>
                    <a:pt x="103544" y="1435289"/>
                  </a:lnTo>
                  <a:lnTo>
                    <a:pt x="102876" y="1435289"/>
                  </a:lnTo>
                  <a:lnTo>
                    <a:pt x="102208" y="1435289"/>
                  </a:lnTo>
                  <a:lnTo>
                    <a:pt x="101540" y="1435289"/>
                  </a:lnTo>
                  <a:lnTo>
                    <a:pt x="100872" y="1435289"/>
                  </a:lnTo>
                  <a:lnTo>
                    <a:pt x="100204" y="1435289"/>
                  </a:lnTo>
                  <a:lnTo>
                    <a:pt x="99536" y="1435289"/>
                  </a:lnTo>
                  <a:lnTo>
                    <a:pt x="98868" y="1435289"/>
                  </a:lnTo>
                  <a:lnTo>
                    <a:pt x="98200" y="1435289"/>
                  </a:lnTo>
                  <a:lnTo>
                    <a:pt x="97531" y="1435289"/>
                  </a:lnTo>
                  <a:lnTo>
                    <a:pt x="96863" y="1435289"/>
                  </a:lnTo>
                  <a:lnTo>
                    <a:pt x="96195" y="1435289"/>
                  </a:lnTo>
                  <a:lnTo>
                    <a:pt x="95527" y="1435289"/>
                  </a:lnTo>
                  <a:lnTo>
                    <a:pt x="94859" y="1435289"/>
                  </a:lnTo>
                  <a:lnTo>
                    <a:pt x="94191" y="1435289"/>
                  </a:lnTo>
                  <a:lnTo>
                    <a:pt x="93523" y="1435289"/>
                  </a:lnTo>
                  <a:lnTo>
                    <a:pt x="92855" y="1435289"/>
                  </a:lnTo>
                  <a:lnTo>
                    <a:pt x="92187" y="1435289"/>
                  </a:lnTo>
                  <a:lnTo>
                    <a:pt x="91519" y="1435289"/>
                  </a:lnTo>
                  <a:lnTo>
                    <a:pt x="90851" y="1435289"/>
                  </a:lnTo>
                  <a:lnTo>
                    <a:pt x="90183" y="1435289"/>
                  </a:lnTo>
                  <a:lnTo>
                    <a:pt x="89515" y="1435289"/>
                  </a:lnTo>
                  <a:lnTo>
                    <a:pt x="88847" y="1435289"/>
                  </a:lnTo>
                  <a:lnTo>
                    <a:pt x="88179" y="1435289"/>
                  </a:lnTo>
                  <a:lnTo>
                    <a:pt x="87511" y="1435289"/>
                  </a:lnTo>
                  <a:lnTo>
                    <a:pt x="86843" y="1435289"/>
                  </a:lnTo>
                  <a:lnTo>
                    <a:pt x="86175" y="1435289"/>
                  </a:lnTo>
                  <a:lnTo>
                    <a:pt x="85507" y="1435289"/>
                  </a:lnTo>
                  <a:lnTo>
                    <a:pt x="84839" y="1435289"/>
                  </a:lnTo>
                  <a:lnTo>
                    <a:pt x="84171" y="1435289"/>
                  </a:lnTo>
                  <a:lnTo>
                    <a:pt x="83503" y="1435289"/>
                  </a:lnTo>
                  <a:lnTo>
                    <a:pt x="82835" y="1435289"/>
                  </a:lnTo>
                  <a:lnTo>
                    <a:pt x="82167" y="1435289"/>
                  </a:lnTo>
                  <a:lnTo>
                    <a:pt x="81499" y="1435289"/>
                  </a:lnTo>
                  <a:lnTo>
                    <a:pt x="80831" y="1435289"/>
                  </a:lnTo>
                  <a:lnTo>
                    <a:pt x="80163" y="1435289"/>
                  </a:lnTo>
                  <a:lnTo>
                    <a:pt x="79495" y="1435289"/>
                  </a:lnTo>
                  <a:lnTo>
                    <a:pt x="78827" y="1435289"/>
                  </a:lnTo>
                  <a:lnTo>
                    <a:pt x="78159" y="1435289"/>
                  </a:lnTo>
                  <a:lnTo>
                    <a:pt x="77491" y="1435289"/>
                  </a:lnTo>
                  <a:lnTo>
                    <a:pt x="76823" y="1435289"/>
                  </a:lnTo>
                  <a:lnTo>
                    <a:pt x="76155" y="1435289"/>
                  </a:lnTo>
                  <a:lnTo>
                    <a:pt x="75487" y="1435289"/>
                  </a:lnTo>
                  <a:lnTo>
                    <a:pt x="74819" y="1435289"/>
                  </a:lnTo>
                  <a:lnTo>
                    <a:pt x="74151" y="1435289"/>
                  </a:lnTo>
                  <a:lnTo>
                    <a:pt x="73482" y="1435289"/>
                  </a:lnTo>
                  <a:lnTo>
                    <a:pt x="72814" y="1435289"/>
                  </a:lnTo>
                  <a:lnTo>
                    <a:pt x="72146" y="1435289"/>
                  </a:lnTo>
                  <a:lnTo>
                    <a:pt x="71478" y="1435289"/>
                  </a:lnTo>
                  <a:lnTo>
                    <a:pt x="70810" y="1435289"/>
                  </a:lnTo>
                  <a:lnTo>
                    <a:pt x="70142" y="1435289"/>
                  </a:lnTo>
                  <a:lnTo>
                    <a:pt x="69474" y="1435289"/>
                  </a:lnTo>
                  <a:lnTo>
                    <a:pt x="68806" y="1435289"/>
                  </a:lnTo>
                  <a:lnTo>
                    <a:pt x="68138" y="1435289"/>
                  </a:lnTo>
                  <a:lnTo>
                    <a:pt x="67470" y="1435289"/>
                  </a:lnTo>
                  <a:lnTo>
                    <a:pt x="66802" y="1435289"/>
                  </a:lnTo>
                  <a:lnTo>
                    <a:pt x="66134" y="1435289"/>
                  </a:lnTo>
                  <a:lnTo>
                    <a:pt x="65466" y="1435289"/>
                  </a:lnTo>
                  <a:lnTo>
                    <a:pt x="64798" y="1435289"/>
                  </a:lnTo>
                  <a:lnTo>
                    <a:pt x="64130" y="1435289"/>
                  </a:lnTo>
                  <a:lnTo>
                    <a:pt x="63462" y="1435289"/>
                  </a:lnTo>
                  <a:lnTo>
                    <a:pt x="62794" y="1435289"/>
                  </a:lnTo>
                  <a:lnTo>
                    <a:pt x="62126" y="1435289"/>
                  </a:lnTo>
                  <a:lnTo>
                    <a:pt x="61458" y="1435289"/>
                  </a:lnTo>
                  <a:lnTo>
                    <a:pt x="60790" y="1435289"/>
                  </a:lnTo>
                  <a:lnTo>
                    <a:pt x="60122" y="1435289"/>
                  </a:lnTo>
                  <a:lnTo>
                    <a:pt x="59454" y="1435289"/>
                  </a:lnTo>
                  <a:lnTo>
                    <a:pt x="58786" y="1435289"/>
                  </a:lnTo>
                  <a:lnTo>
                    <a:pt x="58118" y="1435289"/>
                  </a:lnTo>
                  <a:lnTo>
                    <a:pt x="57450" y="1435289"/>
                  </a:lnTo>
                  <a:lnTo>
                    <a:pt x="56782" y="1435289"/>
                  </a:lnTo>
                  <a:lnTo>
                    <a:pt x="56114" y="1435289"/>
                  </a:lnTo>
                  <a:lnTo>
                    <a:pt x="55446" y="1435289"/>
                  </a:lnTo>
                  <a:lnTo>
                    <a:pt x="54778" y="1435289"/>
                  </a:lnTo>
                  <a:lnTo>
                    <a:pt x="54110" y="1435289"/>
                  </a:lnTo>
                  <a:lnTo>
                    <a:pt x="53442" y="1435289"/>
                  </a:lnTo>
                  <a:lnTo>
                    <a:pt x="52774" y="1435289"/>
                  </a:lnTo>
                  <a:lnTo>
                    <a:pt x="52106" y="1435289"/>
                  </a:lnTo>
                  <a:lnTo>
                    <a:pt x="51438" y="1435289"/>
                  </a:lnTo>
                  <a:lnTo>
                    <a:pt x="50770" y="1435289"/>
                  </a:lnTo>
                  <a:lnTo>
                    <a:pt x="50102" y="1435289"/>
                  </a:lnTo>
                  <a:lnTo>
                    <a:pt x="49434" y="1435289"/>
                  </a:lnTo>
                  <a:lnTo>
                    <a:pt x="48765" y="1435289"/>
                  </a:lnTo>
                  <a:lnTo>
                    <a:pt x="48097" y="1435289"/>
                  </a:lnTo>
                  <a:lnTo>
                    <a:pt x="47429" y="1435289"/>
                  </a:lnTo>
                  <a:lnTo>
                    <a:pt x="46761" y="1435289"/>
                  </a:lnTo>
                  <a:lnTo>
                    <a:pt x="46093" y="1435289"/>
                  </a:lnTo>
                  <a:lnTo>
                    <a:pt x="45425" y="1435289"/>
                  </a:lnTo>
                  <a:lnTo>
                    <a:pt x="44757" y="1435289"/>
                  </a:lnTo>
                  <a:lnTo>
                    <a:pt x="44089" y="1435289"/>
                  </a:lnTo>
                  <a:lnTo>
                    <a:pt x="43421" y="1435289"/>
                  </a:lnTo>
                  <a:lnTo>
                    <a:pt x="42753" y="1435289"/>
                  </a:lnTo>
                  <a:lnTo>
                    <a:pt x="42085" y="1435289"/>
                  </a:lnTo>
                  <a:lnTo>
                    <a:pt x="41417" y="1435289"/>
                  </a:lnTo>
                  <a:lnTo>
                    <a:pt x="40749" y="1435289"/>
                  </a:lnTo>
                  <a:lnTo>
                    <a:pt x="40081" y="1435289"/>
                  </a:lnTo>
                  <a:lnTo>
                    <a:pt x="39413" y="1435289"/>
                  </a:lnTo>
                  <a:lnTo>
                    <a:pt x="38745" y="1435289"/>
                  </a:lnTo>
                  <a:lnTo>
                    <a:pt x="38077" y="1435289"/>
                  </a:lnTo>
                  <a:lnTo>
                    <a:pt x="37409" y="1435289"/>
                  </a:lnTo>
                  <a:lnTo>
                    <a:pt x="36741" y="1435289"/>
                  </a:lnTo>
                  <a:lnTo>
                    <a:pt x="36073" y="1435289"/>
                  </a:lnTo>
                  <a:lnTo>
                    <a:pt x="35405" y="1435289"/>
                  </a:lnTo>
                  <a:lnTo>
                    <a:pt x="34737" y="1435289"/>
                  </a:lnTo>
                  <a:lnTo>
                    <a:pt x="34069" y="1435289"/>
                  </a:lnTo>
                  <a:lnTo>
                    <a:pt x="33401" y="1435289"/>
                  </a:lnTo>
                  <a:lnTo>
                    <a:pt x="32733" y="1435289"/>
                  </a:lnTo>
                  <a:lnTo>
                    <a:pt x="32065" y="1435289"/>
                  </a:lnTo>
                  <a:lnTo>
                    <a:pt x="31397" y="1435289"/>
                  </a:lnTo>
                  <a:lnTo>
                    <a:pt x="30729" y="1435289"/>
                  </a:lnTo>
                  <a:lnTo>
                    <a:pt x="30061" y="1435289"/>
                  </a:lnTo>
                  <a:lnTo>
                    <a:pt x="29393" y="1435289"/>
                  </a:lnTo>
                  <a:lnTo>
                    <a:pt x="28725" y="1435289"/>
                  </a:lnTo>
                  <a:lnTo>
                    <a:pt x="28057" y="1435289"/>
                  </a:lnTo>
                  <a:lnTo>
                    <a:pt x="27389" y="1435289"/>
                  </a:lnTo>
                  <a:lnTo>
                    <a:pt x="26721" y="1435289"/>
                  </a:lnTo>
                  <a:lnTo>
                    <a:pt x="26053" y="1435289"/>
                  </a:lnTo>
                  <a:lnTo>
                    <a:pt x="25385" y="1435289"/>
                  </a:lnTo>
                  <a:lnTo>
                    <a:pt x="24717" y="1435289"/>
                  </a:lnTo>
                  <a:lnTo>
                    <a:pt x="24048" y="1435289"/>
                  </a:lnTo>
                  <a:lnTo>
                    <a:pt x="23380" y="1435289"/>
                  </a:lnTo>
                  <a:lnTo>
                    <a:pt x="22712" y="1435289"/>
                  </a:lnTo>
                  <a:lnTo>
                    <a:pt x="22044" y="1435289"/>
                  </a:lnTo>
                  <a:lnTo>
                    <a:pt x="21376" y="1435289"/>
                  </a:lnTo>
                  <a:lnTo>
                    <a:pt x="20708" y="1435289"/>
                  </a:lnTo>
                  <a:lnTo>
                    <a:pt x="20040" y="1435289"/>
                  </a:lnTo>
                  <a:lnTo>
                    <a:pt x="19372" y="1435289"/>
                  </a:lnTo>
                  <a:lnTo>
                    <a:pt x="18704" y="1435289"/>
                  </a:lnTo>
                  <a:lnTo>
                    <a:pt x="18036" y="1435289"/>
                  </a:lnTo>
                  <a:lnTo>
                    <a:pt x="17368" y="1435289"/>
                  </a:lnTo>
                  <a:lnTo>
                    <a:pt x="16700" y="1435289"/>
                  </a:lnTo>
                  <a:lnTo>
                    <a:pt x="16032" y="1435289"/>
                  </a:lnTo>
                  <a:lnTo>
                    <a:pt x="15364" y="1435289"/>
                  </a:lnTo>
                  <a:lnTo>
                    <a:pt x="14696" y="1435289"/>
                  </a:lnTo>
                  <a:lnTo>
                    <a:pt x="14028" y="1435289"/>
                  </a:lnTo>
                  <a:lnTo>
                    <a:pt x="13360" y="1435289"/>
                  </a:lnTo>
                  <a:lnTo>
                    <a:pt x="12692" y="1435289"/>
                  </a:lnTo>
                  <a:lnTo>
                    <a:pt x="12024" y="1435289"/>
                  </a:lnTo>
                  <a:lnTo>
                    <a:pt x="11356" y="1435289"/>
                  </a:lnTo>
                  <a:lnTo>
                    <a:pt x="10688" y="1435289"/>
                  </a:lnTo>
                  <a:lnTo>
                    <a:pt x="10020" y="1435289"/>
                  </a:lnTo>
                  <a:lnTo>
                    <a:pt x="9352" y="1435289"/>
                  </a:lnTo>
                  <a:lnTo>
                    <a:pt x="8684" y="1435289"/>
                  </a:lnTo>
                  <a:lnTo>
                    <a:pt x="8016" y="1435289"/>
                  </a:lnTo>
                  <a:lnTo>
                    <a:pt x="7348" y="1435289"/>
                  </a:lnTo>
                  <a:lnTo>
                    <a:pt x="6680" y="1435289"/>
                  </a:lnTo>
                  <a:lnTo>
                    <a:pt x="6012" y="1435289"/>
                  </a:lnTo>
                  <a:lnTo>
                    <a:pt x="5344" y="1435289"/>
                  </a:lnTo>
                  <a:lnTo>
                    <a:pt x="4676" y="1435289"/>
                  </a:lnTo>
                  <a:lnTo>
                    <a:pt x="4008" y="1435289"/>
                  </a:lnTo>
                  <a:lnTo>
                    <a:pt x="3340" y="1435289"/>
                  </a:lnTo>
                  <a:lnTo>
                    <a:pt x="2672" y="1435289"/>
                  </a:lnTo>
                  <a:lnTo>
                    <a:pt x="2004" y="1435289"/>
                  </a:lnTo>
                  <a:lnTo>
                    <a:pt x="1336" y="1435289"/>
                  </a:lnTo>
                  <a:lnTo>
                    <a:pt x="668" y="143528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229273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2318557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346724" y="166901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346724" y="118165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346724" y="69430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239" name="pl239"/>
            <p:cNvSpPr/>
            <p:nvPr/>
          </p:nvSpPr>
          <p:spPr>
            <a:xfrm>
              <a:off x="587875" y="1712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587875" y="12254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87875" y="7380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2210003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88007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55013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7220207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889027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8" name="tx248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250" name="rc250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622670" y="4023978"/>
              <a:ext cx="9462" cy="420"/>
            </a:xfrm>
            <a:custGeom>
              <a:avLst/>
              <a:pathLst>
                <a:path w="9462" h="420">
                  <a:moveTo>
                    <a:pt x="0" y="0"/>
                  </a:moveTo>
                  <a:lnTo>
                    <a:pt x="100" y="0"/>
                  </a:lnTo>
                  <a:lnTo>
                    <a:pt x="768" y="0"/>
                  </a:lnTo>
                  <a:lnTo>
                    <a:pt x="1436" y="0"/>
                  </a:lnTo>
                  <a:lnTo>
                    <a:pt x="2104" y="0"/>
                  </a:lnTo>
                  <a:lnTo>
                    <a:pt x="2772" y="0"/>
                  </a:lnTo>
                  <a:lnTo>
                    <a:pt x="3440" y="0"/>
                  </a:lnTo>
                  <a:lnTo>
                    <a:pt x="4108" y="0"/>
                  </a:lnTo>
                  <a:lnTo>
                    <a:pt x="4776" y="0"/>
                  </a:lnTo>
                  <a:lnTo>
                    <a:pt x="5444" y="0"/>
                  </a:lnTo>
                  <a:lnTo>
                    <a:pt x="6112" y="0"/>
                  </a:lnTo>
                  <a:lnTo>
                    <a:pt x="6780" y="0"/>
                  </a:lnTo>
                  <a:lnTo>
                    <a:pt x="7448" y="0"/>
                  </a:lnTo>
                  <a:lnTo>
                    <a:pt x="8116" y="0"/>
                  </a:lnTo>
                  <a:lnTo>
                    <a:pt x="8784" y="0"/>
                  </a:lnTo>
                  <a:lnTo>
                    <a:pt x="9452" y="0"/>
                  </a:lnTo>
                  <a:lnTo>
                    <a:pt x="9462" y="4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643709" y="3856511"/>
              <a:ext cx="47877" cy="167887"/>
            </a:xfrm>
            <a:custGeom>
              <a:avLst/>
              <a:pathLst>
                <a:path w="47877" h="167887">
                  <a:moveTo>
                    <a:pt x="0" y="167887"/>
                  </a:moveTo>
                  <a:lnTo>
                    <a:pt x="437" y="146533"/>
                  </a:lnTo>
                  <a:lnTo>
                    <a:pt x="1105" y="146533"/>
                  </a:lnTo>
                  <a:lnTo>
                    <a:pt x="1773" y="146533"/>
                  </a:lnTo>
                  <a:lnTo>
                    <a:pt x="2441" y="146533"/>
                  </a:lnTo>
                  <a:lnTo>
                    <a:pt x="3109" y="123506"/>
                  </a:lnTo>
                  <a:lnTo>
                    <a:pt x="3777" y="72220"/>
                  </a:lnTo>
                  <a:lnTo>
                    <a:pt x="4445" y="62800"/>
                  </a:lnTo>
                  <a:lnTo>
                    <a:pt x="5113" y="62800"/>
                  </a:lnTo>
                  <a:lnTo>
                    <a:pt x="5781" y="62800"/>
                  </a:lnTo>
                  <a:lnTo>
                    <a:pt x="6449" y="62800"/>
                  </a:lnTo>
                  <a:lnTo>
                    <a:pt x="7118" y="31400"/>
                  </a:lnTo>
                  <a:lnTo>
                    <a:pt x="7786" y="41866"/>
                  </a:lnTo>
                  <a:lnTo>
                    <a:pt x="8454" y="41866"/>
                  </a:lnTo>
                  <a:lnTo>
                    <a:pt x="9122" y="41866"/>
                  </a:lnTo>
                  <a:lnTo>
                    <a:pt x="9790" y="26166"/>
                  </a:lnTo>
                  <a:lnTo>
                    <a:pt x="10458" y="3140"/>
                  </a:lnTo>
                  <a:lnTo>
                    <a:pt x="11126" y="0"/>
                  </a:lnTo>
                  <a:lnTo>
                    <a:pt x="11794" y="0"/>
                  </a:lnTo>
                  <a:lnTo>
                    <a:pt x="12462" y="0"/>
                  </a:lnTo>
                  <a:lnTo>
                    <a:pt x="13130" y="9420"/>
                  </a:lnTo>
                  <a:lnTo>
                    <a:pt x="13798" y="53380"/>
                  </a:lnTo>
                  <a:lnTo>
                    <a:pt x="14466" y="62800"/>
                  </a:lnTo>
                  <a:lnTo>
                    <a:pt x="15134" y="62800"/>
                  </a:lnTo>
                  <a:lnTo>
                    <a:pt x="15802" y="62800"/>
                  </a:lnTo>
                  <a:lnTo>
                    <a:pt x="16470" y="46053"/>
                  </a:lnTo>
                  <a:lnTo>
                    <a:pt x="17138" y="78500"/>
                  </a:lnTo>
                  <a:lnTo>
                    <a:pt x="17806" y="83733"/>
                  </a:lnTo>
                  <a:lnTo>
                    <a:pt x="18474" y="83733"/>
                  </a:lnTo>
                  <a:lnTo>
                    <a:pt x="19142" y="62800"/>
                  </a:lnTo>
                  <a:lnTo>
                    <a:pt x="19810" y="78500"/>
                  </a:lnTo>
                  <a:lnTo>
                    <a:pt x="20478" y="101526"/>
                  </a:lnTo>
                  <a:lnTo>
                    <a:pt x="21146" y="104666"/>
                  </a:lnTo>
                  <a:lnTo>
                    <a:pt x="21814" y="104666"/>
                  </a:lnTo>
                  <a:lnTo>
                    <a:pt x="22482" y="104666"/>
                  </a:lnTo>
                  <a:lnTo>
                    <a:pt x="23150" y="118273"/>
                  </a:lnTo>
                  <a:lnTo>
                    <a:pt x="23818" y="125600"/>
                  </a:lnTo>
                  <a:lnTo>
                    <a:pt x="24486" y="114086"/>
                  </a:lnTo>
                  <a:lnTo>
                    <a:pt x="25154" y="104666"/>
                  </a:lnTo>
                  <a:lnTo>
                    <a:pt x="25822" y="104666"/>
                  </a:lnTo>
                  <a:lnTo>
                    <a:pt x="26490" y="121413"/>
                  </a:lnTo>
                  <a:lnTo>
                    <a:pt x="27158" y="125600"/>
                  </a:lnTo>
                  <a:lnTo>
                    <a:pt x="27826" y="105713"/>
                  </a:lnTo>
                  <a:lnTo>
                    <a:pt x="28494" y="83733"/>
                  </a:lnTo>
                  <a:lnTo>
                    <a:pt x="29162" y="91060"/>
                  </a:lnTo>
                  <a:lnTo>
                    <a:pt x="29830" y="83733"/>
                  </a:lnTo>
                  <a:lnTo>
                    <a:pt x="30498" y="83733"/>
                  </a:lnTo>
                  <a:lnTo>
                    <a:pt x="31166" y="83733"/>
                  </a:lnTo>
                  <a:lnTo>
                    <a:pt x="31835" y="83733"/>
                  </a:lnTo>
                  <a:lnTo>
                    <a:pt x="32503" y="83733"/>
                  </a:lnTo>
                  <a:lnTo>
                    <a:pt x="33171" y="68033"/>
                  </a:lnTo>
                  <a:lnTo>
                    <a:pt x="33839" y="47100"/>
                  </a:lnTo>
                  <a:lnTo>
                    <a:pt x="34507" y="53380"/>
                  </a:lnTo>
                  <a:lnTo>
                    <a:pt x="35175" y="62800"/>
                  </a:lnTo>
                  <a:lnTo>
                    <a:pt x="35843" y="62800"/>
                  </a:lnTo>
                  <a:lnTo>
                    <a:pt x="36511" y="62800"/>
                  </a:lnTo>
                  <a:lnTo>
                    <a:pt x="37179" y="62800"/>
                  </a:lnTo>
                  <a:lnTo>
                    <a:pt x="37847" y="82686"/>
                  </a:lnTo>
                  <a:lnTo>
                    <a:pt x="38515" y="104666"/>
                  </a:lnTo>
                  <a:lnTo>
                    <a:pt x="39183" y="118273"/>
                  </a:lnTo>
                  <a:lnTo>
                    <a:pt x="39851" y="125600"/>
                  </a:lnTo>
                  <a:lnTo>
                    <a:pt x="40519" y="125600"/>
                  </a:lnTo>
                  <a:lnTo>
                    <a:pt x="41187" y="125600"/>
                  </a:lnTo>
                  <a:lnTo>
                    <a:pt x="41855" y="125600"/>
                  </a:lnTo>
                  <a:lnTo>
                    <a:pt x="42523" y="125600"/>
                  </a:lnTo>
                  <a:lnTo>
                    <a:pt x="43191" y="141300"/>
                  </a:lnTo>
                  <a:lnTo>
                    <a:pt x="43859" y="162233"/>
                  </a:lnTo>
                  <a:lnTo>
                    <a:pt x="44527" y="167467"/>
                  </a:lnTo>
                  <a:lnTo>
                    <a:pt x="45195" y="167467"/>
                  </a:lnTo>
                  <a:lnTo>
                    <a:pt x="45863" y="167467"/>
                  </a:lnTo>
                  <a:lnTo>
                    <a:pt x="46531" y="167467"/>
                  </a:lnTo>
                  <a:lnTo>
                    <a:pt x="47199" y="167467"/>
                  </a:lnTo>
                  <a:lnTo>
                    <a:pt x="47867" y="167467"/>
                  </a:lnTo>
                  <a:lnTo>
                    <a:pt x="47877" y="1678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07189" y="3793711"/>
              <a:ext cx="26699" cy="230687"/>
            </a:xfrm>
            <a:custGeom>
              <a:avLst/>
              <a:pathLst>
                <a:path w="26699" h="230687">
                  <a:moveTo>
                    <a:pt x="0" y="230687"/>
                  </a:moveTo>
                  <a:lnTo>
                    <a:pt x="420" y="224192"/>
                  </a:lnTo>
                  <a:lnTo>
                    <a:pt x="1088" y="210236"/>
                  </a:lnTo>
                  <a:lnTo>
                    <a:pt x="1756" y="201741"/>
                  </a:lnTo>
                  <a:lnTo>
                    <a:pt x="2424" y="195673"/>
                  </a:lnTo>
                  <a:lnTo>
                    <a:pt x="3092" y="198100"/>
                  </a:lnTo>
                  <a:lnTo>
                    <a:pt x="3760" y="198100"/>
                  </a:lnTo>
                  <a:lnTo>
                    <a:pt x="4428" y="189639"/>
                  </a:lnTo>
                  <a:lnTo>
                    <a:pt x="5096" y="196240"/>
                  </a:lnTo>
                  <a:lnTo>
                    <a:pt x="5764" y="189495"/>
                  </a:lnTo>
                  <a:lnTo>
                    <a:pt x="6432" y="138905"/>
                  </a:lnTo>
                  <a:lnTo>
                    <a:pt x="7100" y="136698"/>
                  </a:lnTo>
                  <a:lnTo>
                    <a:pt x="7768" y="135913"/>
                  </a:lnTo>
                  <a:lnTo>
                    <a:pt x="8436" y="127976"/>
                  </a:lnTo>
                  <a:lnTo>
                    <a:pt x="9104" y="60706"/>
                  </a:lnTo>
                  <a:lnTo>
                    <a:pt x="9772" y="29306"/>
                  </a:lnTo>
                  <a:lnTo>
                    <a:pt x="10440" y="38726"/>
                  </a:lnTo>
                  <a:lnTo>
                    <a:pt x="11109" y="11513"/>
                  </a:lnTo>
                  <a:lnTo>
                    <a:pt x="11777" y="14653"/>
                  </a:lnTo>
                  <a:lnTo>
                    <a:pt x="12445" y="21980"/>
                  </a:lnTo>
                  <a:lnTo>
                    <a:pt x="13113" y="11513"/>
                  </a:lnTo>
                  <a:lnTo>
                    <a:pt x="13781" y="0"/>
                  </a:lnTo>
                  <a:lnTo>
                    <a:pt x="14449" y="17793"/>
                  </a:lnTo>
                  <a:lnTo>
                    <a:pt x="15117" y="20933"/>
                  </a:lnTo>
                  <a:lnTo>
                    <a:pt x="15785" y="28260"/>
                  </a:lnTo>
                  <a:lnTo>
                    <a:pt x="16453" y="38726"/>
                  </a:lnTo>
                  <a:lnTo>
                    <a:pt x="17121" y="27213"/>
                  </a:lnTo>
                  <a:lnTo>
                    <a:pt x="17789" y="41866"/>
                  </a:lnTo>
                  <a:lnTo>
                    <a:pt x="18457" y="41866"/>
                  </a:lnTo>
                  <a:lnTo>
                    <a:pt x="19125" y="43960"/>
                  </a:lnTo>
                  <a:lnTo>
                    <a:pt x="19793" y="75360"/>
                  </a:lnTo>
                  <a:lnTo>
                    <a:pt x="20461" y="83733"/>
                  </a:lnTo>
                  <a:lnTo>
                    <a:pt x="21129" y="135020"/>
                  </a:lnTo>
                  <a:lnTo>
                    <a:pt x="21797" y="141300"/>
                  </a:lnTo>
                  <a:lnTo>
                    <a:pt x="22465" y="145486"/>
                  </a:lnTo>
                  <a:lnTo>
                    <a:pt x="23133" y="155953"/>
                  </a:lnTo>
                  <a:lnTo>
                    <a:pt x="23801" y="167467"/>
                  </a:lnTo>
                  <a:lnTo>
                    <a:pt x="24469" y="214468"/>
                  </a:lnTo>
                  <a:lnTo>
                    <a:pt x="25137" y="218623"/>
                  </a:lnTo>
                  <a:lnTo>
                    <a:pt x="25805" y="218623"/>
                  </a:lnTo>
                  <a:lnTo>
                    <a:pt x="26473" y="223198"/>
                  </a:lnTo>
                  <a:lnTo>
                    <a:pt x="26699" y="2306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35778" y="4012335"/>
              <a:ext cx="3710" cy="12063"/>
            </a:xfrm>
            <a:custGeom>
              <a:avLst/>
              <a:pathLst>
                <a:path w="3710" h="12063">
                  <a:moveTo>
                    <a:pt x="0" y="12063"/>
                  </a:moveTo>
                  <a:lnTo>
                    <a:pt x="556" y="0"/>
                  </a:lnTo>
                  <a:lnTo>
                    <a:pt x="1224" y="0"/>
                  </a:lnTo>
                  <a:lnTo>
                    <a:pt x="1892" y="0"/>
                  </a:lnTo>
                  <a:lnTo>
                    <a:pt x="2560" y="0"/>
                  </a:lnTo>
                  <a:lnTo>
                    <a:pt x="3228" y="3812"/>
                  </a:lnTo>
                  <a:lnTo>
                    <a:pt x="3710" y="120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43822" y="4012335"/>
              <a:ext cx="2333" cy="12063"/>
            </a:xfrm>
            <a:custGeom>
              <a:avLst/>
              <a:pathLst>
                <a:path w="2333" h="12063">
                  <a:moveTo>
                    <a:pt x="0" y="12063"/>
                  </a:moveTo>
                  <a:lnTo>
                    <a:pt x="528" y="0"/>
                  </a:lnTo>
                  <a:lnTo>
                    <a:pt x="1196" y="11436"/>
                  </a:lnTo>
                  <a:lnTo>
                    <a:pt x="1864" y="4574"/>
                  </a:lnTo>
                  <a:lnTo>
                    <a:pt x="2333" y="120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49828" y="3530997"/>
              <a:ext cx="294767" cy="493401"/>
            </a:xfrm>
            <a:custGeom>
              <a:avLst/>
              <a:pathLst>
                <a:path w="294767" h="493401">
                  <a:moveTo>
                    <a:pt x="0" y="493401"/>
                  </a:moveTo>
                  <a:lnTo>
                    <a:pt x="535" y="480584"/>
                  </a:lnTo>
                  <a:lnTo>
                    <a:pt x="1203" y="477181"/>
                  </a:lnTo>
                  <a:lnTo>
                    <a:pt x="1871" y="467733"/>
                  </a:lnTo>
                  <a:lnTo>
                    <a:pt x="2539" y="409247"/>
                  </a:lnTo>
                  <a:lnTo>
                    <a:pt x="3207" y="409247"/>
                  </a:lnTo>
                  <a:lnTo>
                    <a:pt x="3875" y="398780"/>
                  </a:lnTo>
                  <a:lnTo>
                    <a:pt x="4543" y="409247"/>
                  </a:lnTo>
                  <a:lnTo>
                    <a:pt x="5211" y="409247"/>
                  </a:lnTo>
                  <a:lnTo>
                    <a:pt x="5879" y="417620"/>
                  </a:lnTo>
                  <a:lnTo>
                    <a:pt x="6547" y="382034"/>
                  </a:lnTo>
                  <a:lnTo>
                    <a:pt x="7215" y="367380"/>
                  </a:lnTo>
                  <a:lnTo>
                    <a:pt x="7883" y="365287"/>
                  </a:lnTo>
                  <a:lnTo>
                    <a:pt x="8551" y="346447"/>
                  </a:lnTo>
                  <a:lnTo>
                    <a:pt x="9219" y="341213"/>
                  </a:lnTo>
                  <a:lnTo>
                    <a:pt x="9887" y="325513"/>
                  </a:lnTo>
                  <a:lnTo>
                    <a:pt x="10555" y="346447"/>
                  </a:lnTo>
                  <a:lnTo>
                    <a:pt x="11223" y="333887"/>
                  </a:lnTo>
                  <a:lnTo>
                    <a:pt x="11891" y="310860"/>
                  </a:lnTo>
                  <a:lnTo>
                    <a:pt x="12559" y="325513"/>
                  </a:lnTo>
                  <a:lnTo>
                    <a:pt x="13227" y="312953"/>
                  </a:lnTo>
                  <a:lnTo>
                    <a:pt x="13895" y="315047"/>
                  </a:lnTo>
                  <a:lnTo>
                    <a:pt x="14563" y="325513"/>
                  </a:lnTo>
                  <a:lnTo>
                    <a:pt x="15231" y="325513"/>
                  </a:lnTo>
                  <a:lnTo>
                    <a:pt x="15899" y="332840"/>
                  </a:lnTo>
                  <a:lnTo>
                    <a:pt x="16567" y="373660"/>
                  </a:lnTo>
                  <a:lnTo>
                    <a:pt x="17235" y="388314"/>
                  </a:lnTo>
                  <a:lnTo>
                    <a:pt x="17903" y="390407"/>
                  </a:lnTo>
                  <a:lnTo>
                    <a:pt x="18571" y="409247"/>
                  </a:lnTo>
                  <a:lnTo>
                    <a:pt x="19239" y="414480"/>
                  </a:lnTo>
                  <a:lnTo>
                    <a:pt x="19907" y="430180"/>
                  </a:lnTo>
                  <a:lnTo>
                    <a:pt x="20575" y="430180"/>
                  </a:lnTo>
                  <a:lnTo>
                    <a:pt x="21243" y="442740"/>
                  </a:lnTo>
                  <a:lnTo>
                    <a:pt x="21911" y="472047"/>
                  </a:lnTo>
                  <a:lnTo>
                    <a:pt x="22579" y="472047"/>
                  </a:lnTo>
                  <a:lnTo>
                    <a:pt x="23247" y="483560"/>
                  </a:lnTo>
                  <a:lnTo>
                    <a:pt x="23915" y="467860"/>
                  </a:lnTo>
                  <a:lnTo>
                    <a:pt x="24584" y="444834"/>
                  </a:lnTo>
                  <a:lnTo>
                    <a:pt x="25252" y="430180"/>
                  </a:lnTo>
                  <a:lnTo>
                    <a:pt x="25920" y="430180"/>
                  </a:lnTo>
                  <a:lnTo>
                    <a:pt x="26588" y="421807"/>
                  </a:lnTo>
                  <a:lnTo>
                    <a:pt x="27256" y="409247"/>
                  </a:lnTo>
                  <a:lnTo>
                    <a:pt x="27924" y="409247"/>
                  </a:lnTo>
                  <a:lnTo>
                    <a:pt x="28592" y="405060"/>
                  </a:lnTo>
                  <a:lnTo>
                    <a:pt x="29260" y="388314"/>
                  </a:lnTo>
                  <a:lnTo>
                    <a:pt x="29928" y="379940"/>
                  </a:lnTo>
                  <a:lnTo>
                    <a:pt x="30596" y="342260"/>
                  </a:lnTo>
                  <a:lnTo>
                    <a:pt x="31264" y="325513"/>
                  </a:lnTo>
                  <a:lnTo>
                    <a:pt x="31932" y="323420"/>
                  </a:lnTo>
                  <a:lnTo>
                    <a:pt x="32600" y="304580"/>
                  </a:lnTo>
                  <a:lnTo>
                    <a:pt x="33268" y="305627"/>
                  </a:lnTo>
                  <a:lnTo>
                    <a:pt x="33936" y="329700"/>
                  </a:lnTo>
                  <a:lnTo>
                    <a:pt x="34604" y="352727"/>
                  </a:lnTo>
                  <a:lnTo>
                    <a:pt x="35272" y="339120"/>
                  </a:lnTo>
                  <a:lnTo>
                    <a:pt x="35940" y="311907"/>
                  </a:lnTo>
                  <a:lnTo>
                    <a:pt x="36608" y="243873"/>
                  </a:lnTo>
                  <a:lnTo>
                    <a:pt x="37276" y="217707"/>
                  </a:lnTo>
                  <a:lnTo>
                    <a:pt x="37944" y="199913"/>
                  </a:lnTo>
                  <a:lnTo>
                    <a:pt x="38612" y="204100"/>
                  </a:lnTo>
                  <a:lnTo>
                    <a:pt x="39280" y="220847"/>
                  </a:lnTo>
                  <a:lnTo>
                    <a:pt x="39948" y="213520"/>
                  </a:lnTo>
                  <a:lnTo>
                    <a:pt x="40616" y="245967"/>
                  </a:lnTo>
                  <a:lnTo>
                    <a:pt x="41284" y="256433"/>
                  </a:lnTo>
                  <a:lnTo>
                    <a:pt x="41952" y="199913"/>
                  </a:lnTo>
                  <a:lnTo>
                    <a:pt x="42620" y="178980"/>
                  </a:lnTo>
                  <a:lnTo>
                    <a:pt x="43288" y="154906"/>
                  </a:lnTo>
                  <a:lnTo>
                    <a:pt x="43956" y="116180"/>
                  </a:lnTo>
                  <a:lnTo>
                    <a:pt x="44624" y="116180"/>
                  </a:lnTo>
                  <a:lnTo>
                    <a:pt x="45292" y="144440"/>
                  </a:lnTo>
                  <a:lnTo>
                    <a:pt x="45960" y="171653"/>
                  </a:lnTo>
                  <a:lnTo>
                    <a:pt x="46628" y="217707"/>
                  </a:lnTo>
                  <a:lnTo>
                    <a:pt x="47296" y="241780"/>
                  </a:lnTo>
                  <a:lnTo>
                    <a:pt x="47964" y="229220"/>
                  </a:lnTo>
                  <a:lnTo>
                    <a:pt x="48633" y="192587"/>
                  </a:lnTo>
                  <a:lnTo>
                    <a:pt x="49301" y="130833"/>
                  </a:lnTo>
                  <a:lnTo>
                    <a:pt x="49969" y="43960"/>
                  </a:lnTo>
                  <a:lnTo>
                    <a:pt x="50637" y="21979"/>
                  </a:lnTo>
                  <a:lnTo>
                    <a:pt x="51305" y="0"/>
                  </a:lnTo>
                  <a:lnTo>
                    <a:pt x="51973" y="55473"/>
                  </a:lnTo>
                  <a:lnTo>
                    <a:pt x="52641" y="81640"/>
                  </a:lnTo>
                  <a:lnTo>
                    <a:pt x="53309" y="74313"/>
                  </a:lnTo>
                  <a:lnTo>
                    <a:pt x="53977" y="95246"/>
                  </a:lnTo>
                  <a:lnTo>
                    <a:pt x="54645" y="95246"/>
                  </a:lnTo>
                  <a:lnTo>
                    <a:pt x="55313" y="74313"/>
                  </a:lnTo>
                  <a:lnTo>
                    <a:pt x="55981" y="39773"/>
                  </a:lnTo>
                  <a:lnTo>
                    <a:pt x="56649" y="62800"/>
                  </a:lnTo>
                  <a:lnTo>
                    <a:pt x="57317" y="42913"/>
                  </a:lnTo>
                  <a:lnTo>
                    <a:pt x="57985" y="65940"/>
                  </a:lnTo>
                  <a:lnTo>
                    <a:pt x="58653" y="102573"/>
                  </a:lnTo>
                  <a:lnTo>
                    <a:pt x="59321" y="164327"/>
                  </a:lnTo>
                  <a:lnTo>
                    <a:pt x="59989" y="266900"/>
                  </a:lnTo>
                  <a:lnTo>
                    <a:pt x="60657" y="294113"/>
                  </a:lnTo>
                  <a:lnTo>
                    <a:pt x="61325" y="316093"/>
                  </a:lnTo>
                  <a:lnTo>
                    <a:pt x="61993" y="283647"/>
                  </a:lnTo>
                  <a:lnTo>
                    <a:pt x="62661" y="297253"/>
                  </a:lnTo>
                  <a:lnTo>
                    <a:pt x="63329" y="311907"/>
                  </a:lnTo>
                  <a:lnTo>
                    <a:pt x="63997" y="325513"/>
                  </a:lnTo>
                  <a:lnTo>
                    <a:pt x="64665" y="325513"/>
                  </a:lnTo>
                  <a:lnTo>
                    <a:pt x="65333" y="346447"/>
                  </a:lnTo>
                  <a:lnTo>
                    <a:pt x="66001" y="370520"/>
                  </a:lnTo>
                  <a:lnTo>
                    <a:pt x="66669" y="367380"/>
                  </a:lnTo>
                  <a:lnTo>
                    <a:pt x="67337" y="401920"/>
                  </a:lnTo>
                  <a:lnTo>
                    <a:pt x="68005" y="409247"/>
                  </a:lnTo>
                  <a:lnTo>
                    <a:pt x="68673" y="409247"/>
                  </a:lnTo>
                  <a:lnTo>
                    <a:pt x="69341" y="409247"/>
                  </a:lnTo>
                  <a:lnTo>
                    <a:pt x="70009" y="409247"/>
                  </a:lnTo>
                  <a:lnTo>
                    <a:pt x="70677" y="409247"/>
                  </a:lnTo>
                  <a:lnTo>
                    <a:pt x="71345" y="415527"/>
                  </a:lnTo>
                  <a:lnTo>
                    <a:pt x="72013" y="451114"/>
                  </a:lnTo>
                  <a:lnTo>
                    <a:pt x="72681" y="451114"/>
                  </a:lnTo>
                  <a:lnTo>
                    <a:pt x="73350" y="467860"/>
                  </a:lnTo>
                  <a:lnTo>
                    <a:pt x="74018" y="472047"/>
                  </a:lnTo>
                  <a:lnTo>
                    <a:pt x="74686" y="472047"/>
                  </a:lnTo>
                  <a:lnTo>
                    <a:pt x="75354" y="432274"/>
                  </a:lnTo>
                  <a:lnTo>
                    <a:pt x="76022" y="429134"/>
                  </a:lnTo>
                  <a:lnTo>
                    <a:pt x="76690" y="394594"/>
                  </a:lnTo>
                  <a:lnTo>
                    <a:pt x="77358" y="388314"/>
                  </a:lnTo>
                  <a:lnTo>
                    <a:pt x="78026" y="388314"/>
                  </a:lnTo>
                  <a:lnTo>
                    <a:pt x="78694" y="388314"/>
                  </a:lnTo>
                  <a:lnTo>
                    <a:pt x="79362" y="388314"/>
                  </a:lnTo>
                  <a:lnTo>
                    <a:pt x="80030" y="371567"/>
                  </a:lnTo>
                  <a:lnTo>
                    <a:pt x="80698" y="357960"/>
                  </a:lnTo>
                  <a:lnTo>
                    <a:pt x="81366" y="339120"/>
                  </a:lnTo>
                  <a:lnTo>
                    <a:pt x="82034" y="304580"/>
                  </a:lnTo>
                  <a:lnTo>
                    <a:pt x="82702" y="285740"/>
                  </a:lnTo>
                  <a:lnTo>
                    <a:pt x="83370" y="283647"/>
                  </a:lnTo>
                  <a:lnTo>
                    <a:pt x="84038" y="283647"/>
                  </a:lnTo>
                  <a:lnTo>
                    <a:pt x="84706" y="283647"/>
                  </a:lnTo>
                  <a:lnTo>
                    <a:pt x="85374" y="307720"/>
                  </a:lnTo>
                  <a:lnTo>
                    <a:pt x="86042" y="282600"/>
                  </a:lnTo>
                  <a:lnTo>
                    <a:pt x="86710" y="319233"/>
                  </a:lnTo>
                  <a:lnTo>
                    <a:pt x="87378" y="325513"/>
                  </a:lnTo>
                  <a:lnTo>
                    <a:pt x="88046" y="325513"/>
                  </a:lnTo>
                  <a:lnTo>
                    <a:pt x="88714" y="325513"/>
                  </a:lnTo>
                  <a:lnTo>
                    <a:pt x="89382" y="325513"/>
                  </a:lnTo>
                  <a:lnTo>
                    <a:pt x="90050" y="333887"/>
                  </a:lnTo>
                  <a:lnTo>
                    <a:pt x="90718" y="334933"/>
                  </a:lnTo>
                  <a:lnTo>
                    <a:pt x="91386" y="353773"/>
                  </a:lnTo>
                  <a:lnTo>
                    <a:pt x="92054" y="388314"/>
                  </a:lnTo>
                  <a:lnTo>
                    <a:pt x="92722" y="407154"/>
                  </a:lnTo>
                  <a:lnTo>
                    <a:pt x="93390" y="402967"/>
                  </a:lnTo>
                  <a:lnTo>
                    <a:pt x="94058" y="367380"/>
                  </a:lnTo>
                  <a:lnTo>
                    <a:pt x="94726" y="352727"/>
                  </a:lnTo>
                  <a:lnTo>
                    <a:pt x="95394" y="362147"/>
                  </a:lnTo>
                  <a:lnTo>
                    <a:pt x="96062" y="380987"/>
                  </a:lnTo>
                  <a:lnTo>
                    <a:pt x="96730" y="388314"/>
                  </a:lnTo>
                  <a:lnTo>
                    <a:pt x="97398" y="368427"/>
                  </a:lnTo>
                  <a:lnTo>
                    <a:pt x="98067" y="346447"/>
                  </a:lnTo>
                  <a:lnTo>
                    <a:pt x="98735" y="346447"/>
                  </a:lnTo>
                  <a:lnTo>
                    <a:pt x="99403" y="345400"/>
                  </a:lnTo>
                  <a:lnTo>
                    <a:pt x="100071" y="333887"/>
                  </a:lnTo>
                  <a:lnTo>
                    <a:pt x="100739" y="331793"/>
                  </a:lnTo>
                  <a:lnTo>
                    <a:pt x="101407" y="325513"/>
                  </a:lnTo>
                  <a:lnTo>
                    <a:pt x="102075" y="325513"/>
                  </a:lnTo>
                  <a:lnTo>
                    <a:pt x="102743" y="316093"/>
                  </a:lnTo>
                  <a:lnTo>
                    <a:pt x="103411" y="301440"/>
                  </a:lnTo>
                  <a:lnTo>
                    <a:pt x="104079" y="325513"/>
                  </a:lnTo>
                  <a:lnTo>
                    <a:pt x="104747" y="340167"/>
                  </a:lnTo>
                  <a:lnTo>
                    <a:pt x="105415" y="346447"/>
                  </a:lnTo>
                  <a:lnTo>
                    <a:pt x="106083" y="364240"/>
                  </a:lnTo>
                  <a:lnTo>
                    <a:pt x="106751" y="325513"/>
                  </a:lnTo>
                  <a:lnTo>
                    <a:pt x="107419" y="345400"/>
                  </a:lnTo>
                  <a:lnTo>
                    <a:pt x="108087" y="367380"/>
                  </a:lnTo>
                  <a:lnTo>
                    <a:pt x="108755" y="334933"/>
                  </a:lnTo>
                  <a:lnTo>
                    <a:pt x="109423" y="324467"/>
                  </a:lnTo>
                  <a:lnTo>
                    <a:pt x="110091" y="325513"/>
                  </a:lnTo>
                  <a:lnTo>
                    <a:pt x="110759" y="326560"/>
                  </a:lnTo>
                  <a:lnTo>
                    <a:pt x="111427" y="315047"/>
                  </a:lnTo>
                  <a:lnTo>
                    <a:pt x="112095" y="304580"/>
                  </a:lnTo>
                  <a:lnTo>
                    <a:pt x="112763" y="314000"/>
                  </a:lnTo>
                  <a:lnTo>
                    <a:pt x="113431" y="319233"/>
                  </a:lnTo>
                  <a:lnTo>
                    <a:pt x="114099" y="306673"/>
                  </a:lnTo>
                  <a:lnTo>
                    <a:pt x="114767" y="292020"/>
                  </a:lnTo>
                  <a:lnTo>
                    <a:pt x="115435" y="267947"/>
                  </a:lnTo>
                  <a:lnTo>
                    <a:pt x="116103" y="244920"/>
                  </a:lnTo>
                  <a:lnTo>
                    <a:pt x="116771" y="265853"/>
                  </a:lnTo>
                  <a:lnTo>
                    <a:pt x="117439" y="257480"/>
                  </a:lnTo>
                  <a:lnTo>
                    <a:pt x="118107" y="241780"/>
                  </a:lnTo>
                  <a:lnTo>
                    <a:pt x="118775" y="247013"/>
                  </a:lnTo>
                  <a:lnTo>
                    <a:pt x="119443" y="243873"/>
                  </a:lnTo>
                  <a:lnTo>
                    <a:pt x="120111" y="262713"/>
                  </a:lnTo>
                  <a:lnTo>
                    <a:pt x="120779" y="276320"/>
                  </a:lnTo>
                  <a:lnTo>
                    <a:pt x="121447" y="294113"/>
                  </a:lnTo>
                  <a:lnTo>
                    <a:pt x="122115" y="294113"/>
                  </a:lnTo>
                  <a:lnTo>
                    <a:pt x="122784" y="267947"/>
                  </a:lnTo>
                  <a:lnTo>
                    <a:pt x="123452" y="263760"/>
                  </a:lnTo>
                  <a:lnTo>
                    <a:pt x="124120" y="218753"/>
                  </a:lnTo>
                  <a:lnTo>
                    <a:pt x="124788" y="208286"/>
                  </a:lnTo>
                  <a:lnTo>
                    <a:pt x="125456" y="210380"/>
                  </a:lnTo>
                  <a:lnTo>
                    <a:pt x="126124" y="219800"/>
                  </a:lnTo>
                  <a:lnTo>
                    <a:pt x="126792" y="238640"/>
                  </a:lnTo>
                  <a:lnTo>
                    <a:pt x="127460" y="232360"/>
                  </a:lnTo>
                  <a:lnTo>
                    <a:pt x="128128" y="223987"/>
                  </a:lnTo>
                  <a:lnTo>
                    <a:pt x="128796" y="338924"/>
                  </a:lnTo>
                  <a:lnTo>
                    <a:pt x="129464" y="323213"/>
                  </a:lnTo>
                  <a:lnTo>
                    <a:pt x="130132" y="296505"/>
                  </a:lnTo>
                  <a:lnTo>
                    <a:pt x="130800" y="278521"/>
                  </a:lnTo>
                  <a:lnTo>
                    <a:pt x="131468" y="238110"/>
                  </a:lnTo>
                  <a:lnTo>
                    <a:pt x="132136" y="212187"/>
                  </a:lnTo>
                  <a:lnTo>
                    <a:pt x="132804" y="208374"/>
                  </a:lnTo>
                  <a:lnTo>
                    <a:pt x="133472" y="202275"/>
                  </a:lnTo>
                  <a:lnTo>
                    <a:pt x="134140" y="252597"/>
                  </a:lnTo>
                  <a:lnTo>
                    <a:pt x="134808" y="270897"/>
                  </a:lnTo>
                  <a:lnTo>
                    <a:pt x="135476" y="285383"/>
                  </a:lnTo>
                  <a:lnTo>
                    <a:pt x="136144" y="270896"/>
                  </a:lnTo>
                  <a:lnTo>
                    <a:pt x="136812" y="267847"/>
                  </a:lnTo>
                  <a:lnTo>
                    <a:pt x="137480" y="261747"/>
                  </a:lnTo>
                  <a:lnTo>
                    <a:pt x="138148" y="235823"/>
                  </a:lnTo>
                  <a:lnTo>
                    <a:pt x="138816" y="195169"/>
                  </a:lnTo>
                  <a:lnTo>
                    <a:pt x="139484" y="206952"/>
                  </a:lnTo>
                  <a:lnTo>
                    <a:pt x="140152" y="217164"/>
                  </a:lnTo>
                  <a:lnTo>
                    <a:pt x="140820" y="101526"/>
                  </a:lnTo>
                  <a:lnTo>
                    <a:pt x="141488" y="157000"/>
                  </a:lnTo>
                  <a:lnTo>
                    <a:pt x="142156" y="203053"/>
                  </a:lnTo>
                  <a:lnTo>
                    <a:pt x="142824" y="213520"/>
                  </a:lnTo>
                  <a:lnTo>
                    <a:pt x="143492" y="219800"/>
                  </a:lnTo>
                  <a:lnTo>
                    <a:pt x="144160" y="199913"/>
                  </a:lnTo>
                  <a:lnTo>
                    <a:pt x="144828" y="199913"/>
                  </a:lnTo>
                  <a:lnTo>
                    <a:pt x="145496" y="202007"/>
                  </a:lnTo>
                  <a:lnTo>
                    <a:pt x="146164" y="237593"/>
                  </a:lnTo>
                  <a:lnTo>
                    <a:pt x="146833" y="241780"/>
                  </a:lnTo>
                  <a:lnTo>
                    <a:pt x="147501" y="244920"/>
                  </a:lnTo>
                  <a:lnTo>
                    <a:pt x="148169" y="303533"/>
                  </a:lnTo>
                  <a:lnTo>
                    <a:pt x="148837" y="340167"/>
                  </a:lnTo>
                  <a:lnTo>
                    <a:pt x="149505" y="318187"/>
                  </a:lnTo>
                  <a:lnTo>
                    <a:pt x="150173" y="326560"/>
                  </a:lnTo>
                  <a:lnTo>
                    <a:pt x="150841" y="346447"/>
                  </a:lnTo>
                  <a:lnTo>
                    <a:pt x="151509" y="344353"/>
                  </a:lnTo>
                  <a:lnTo>
                    <a:pt x="152177" y="325513"/>
                  </a:lnTo>
                  <a:lnTo>
                    <a:pt x="152845" y="346447"/>
                  </a:lnTo>
                  <a:lnTo>
                    <a:pt x="153513" y="355867"/>
                  </a:lnTo>
                  <a:lnTo>
                    <a:pt x="154181" y="423938"/>
                  </a:lnTo>
                  <a:lnTo>
                    <a:pt x="154849" y="430048"/>
                  </a:lnTo>
                  <a:lnTo>
                    <a:pt x="155517" y="416185"/>
                  </a:lnTo>
                  <a:lnTo>
                    <a:pt x="156185" y="405090"/>
                  </a:lnTo>
                  <a:lnTo>
                    <a:pt x="156853" y="405090"/>
                  </a:lnTo>
                  <a:lnTo>
                    <a:pt x="157521" y="419577"/>
                  </a:lnTo>
                  <a:lnTo>
                    <a:pt x="158189" y="420340"/>
                  </a:lnTo>
                  <a:lnTo>
                    <a:pt x="158857" y="425677"/>
                  </a:lnTo>
                  <a:lnTo>
                    <a:pt x="159525" y="456176"/>
                  </a:lnTo>
                  <a:lnTo>
                    <a:pt x="160193" y="466088"/>
                  </a:lnTo>
                  <a:lnTo>
                    <a:pt x="160861" y="466088"/>
                  </a:lnTo>
                  <a:lnTo>
                    <a:pt x="161529" y="467613"/>
                  </a:lnTo>
                  <a:lnTo>
                    <a:pt x="162197" y="481337"/>
                  </a:lnTo>
                  <a:lnTo>
                    <a:pt x="162865" y="466850"/>
                  </a:lnTo>
                  <a:lnTo>
                    <a:pt x="163533" y="475237"/>
                  </a:lnTo>
                  <a:lnTo>
                    <a:pt x="164201" y="480584"/>
                  </a:lnTo>
                  <a:lnTo>
                    <a:pt x="164869" y="477181"/>
                  </a:lnTo>
                  <a:lnTo>
                    <a:pt x="165537" y="476963"/>
                  </a:lnTo>
                  <a:lnTo>
                    <a:pt x="166205" y="440647"/>
                  </a:lnTo>
                  <a:lnTo>
                    <a:pt x="166873" y="412387"/>
                  </a:lnTo>
                  <a:lnTo>
                    <a:pt x="167541" y="409247"/>
                  </a:lnTo>
                  <a:lnTo>
                    <a:pt x="168209" y="402967"/>
                  </a:lnTo>
                  <a:lnTo>
                    <a:pt x="168877" y="360054"/>
                  </a:lnTo>
                  <a:lnTo>
                    <a:pt x="169545" y="331793"/>
                  </a:lnTo>
                  <a:lnTo>
                    <a:pt x="170213" y="294113"/>
                  </a:lnTo>
                  <a:lnTo>
                    <a:pt x="170881" y="274227"/>
                  </a:lnTo>
                  <a:lnTo>
                    <a:pt x="171550" y="231313"/>
                  </a:lnTo>
                  <a:lnTo>
                    <a:pt x="172218" y="220847"/>
                  </a:lnTo>
                  <a:lnTo>
                    <a:pt x="172886" y="217707"/>
                  </a:lnTo>
                  <a:lnTo>
                    <a:pt x="173554" y="187353"/>
                  </a:lnTo>
                  <a:lnTo>
                    <a:pt x="174222" y="147580"/>
                  </a:lnTo>
                  <a:lnTo>
                    <a:pt x="174890" y="91060"/>
                  </a:lnTo>
                  <a:lnTo>
                    <a:pt x="175558" y="93153"/>
                  </a:lnTo>
                  <a:lnTo>
                    <a:pt x="176226" y="86873"/>
                  </a:lnTo>
                  <a:lnTo>
                    <a:pt x="176894" y="74313"/>
                  </a:lnTo>
                  <a:lnTo>
                    <a:pt x="177562" y="74313"/>
                  </a:lnTo>
                  <a:lnTo>
                    <a:pt x="178230" y="80593"/>
                  </a:lnTo>
                  <a:lnTo>
                    <a:pt x="178898" y="221399"/>
                  </a:lnTo>
                  <a:lnTo>
                    <a:pt x="179566" y="236803"/>
                  </a:lnTo>
                  <a:lnTo>
                    <a:pt x="180234" y="273588"/>
                  </a:lnTo>
                  <a:lnTo>
                    <a:pt x="180902" y="284621"/>
                  </a:lnTo>
                  <a:lnTo>
                    <a:pt x="181570" y="363103"/>
                  </a:lnTo>
                  <a:lnTo>
                    <a:pt x="182238" y="378540"/>
                  </a:lnTo>
                  <a:lnTo>
                    <a:pt x="182906" y="391742"/>
                  </a:lnTo>
                  <a:lnTo>
                    <a:pt x="183574" y="407416"/>
                  </a:lnTo>
                  <a:lnTo>
                    <a:pt x="184242" y="430474"/>
                  </a:lnTo>
                  <a:lnTo>
                    <a:pt x="184910" y="454139"/>
                  </a:lnTo>
                  <a:lnTo>
                    <a:pt x="185578" y="460814"/>
                  </a:lnTo>
                  <a:lnTo>
                    <a:pt x="186246" y="459600"/>
                  </a:lnTo>
                  <a:lnTo>
                    <a:pt x="186914" y="483265"/>
                  </a:lnTo>
                  <a:lnTo>
                    <a:pt x="187582" y="485086"/>
                  </a:lnTo>
                  <a:lnTo>
                    <a:pt x="188250" y="485086"/>
                  </a:lnTo>
                  <a:lnTo>
                    <a:pt x="188918" y="491959"/>
                  </a:lnTo>
                  <a:lnTo>
                    <a:pt x="189586" y="487759"/>
                  </a:lnTo>
                  <a:lnTo>
                    <a:pt x="190254" y="412715"/>
                  </a:lnTo>
                  <a:lnTo>
                    <a:pt x="190922" y="410428"/>
                  </a:lnTo>
                  <a:lnTo>
                    <a:pt x="191590" y="391556"/>
                  </a:lnTo>
                  <a:lnTo>
                    <a:pt x="192258" y="379773"/>
                  </a:lnTo>
                  <a:lnTo>
                    <a:pt x="192926" y="359057"/>
                  </a:lnTo>
                  <a:lnTo>
                    <a:pt x="193594" y="283647"/>
                  </a:lnTo>
                  <a:lnTo>
                    <a:pt x="194262" y="283647"/>
                  </a:lnTo>
                  <a:lnTo>
                    <a:pt x="194930" y="299347"/>
                  </a:lnTo>
                  <a:lnTo>
                    <a:pt x="195598" y="287833"/>
                  </a:lnTo>
                  <a:lnTo>
                    <a:pt x="196267" y="304580"/>
                  </a:lnTo>
                  <a:lnTo>
                    <a:pt x="196935" y="272133"/>
                  </a:lnTo>
                  <a:lnTo>
                    <a:pt x="197603" y="215613"/>
                  </a:lnTo>
                  <a:lnTo>
                    <a:pt x="198271" y="199913"/>
                  </a:lnTo>
                  <a:lnTo>
                    <a:pt x="198939" y="200960"/>
                  </a:lnTo>
                  <a:lnTo>
                    <a:pt x="199607" y="218753"/>
                  </a:lnTo>
                  <a:lnTo>
                    <a:pt x="200275" y="273180"/>
                  </a:lnTo>
                  <a:lnTo>
                    <a:pt x="200943" y="272133"/>
                  </a:lnTo>
                  <a:lnTo>
                    <a:pt x="201611" y="293067"/>
                  </a:lnTo>
                  <a:lnTo>
                    <a:pt x="202279" y="308767"/>
                  </a:lnTo>
                  <a:lnTo>
                    <a:pt x="202947" y="288880"/>
                  </a:lnTo>
                  <a:lnTo>
                    <a:pt x="203615" y="266900"/>
                  </a:lnTo>
                  <a:lnTo>
                    <a:pt x="204283" y="245967"/>
                  </a:lnTo>
                  <a:lnTo>
                    <a:pt x="204951" y="241780"/>
                  </a:lnTo>
                  <a:lnTo>
                    <a:pt x="205619" y="324995"/>
                  </a:lnTo>
                  <a:lnTo>
                    <a:pt x="206287" y="335782"/>
                  </a:lnTo>
                  <a:lnTo>
                    <a:pt x="206955" y="367730"/>
                  </a:lnTo>
                  <a:lnTo>
                    <a:pt x="207623" y="408903"/>
                  </a:lnTo>
                  <a:lnTo>
                    <a:pt x="208291" y="409665"/>
                  </a:lnTo>
                  <a:lnTo>
                    <a:pt x="208959" y="378404"/>
                  </a:lnTo>
                  <a:lnTo>
                    <a:pt x="209627" y="417937"/>
                  </a:lnTo>
                  <a:lnTo>
                    <a:pt x="210295" y="366760"/>
                  </a:lnTo>
                  <a:lnTo>
                    <a:pt x="210963" y="375815"/>
                  </a:lnTo>
                  <a:lnTo>
                    <a:pt x="211631" y="360042"/>
                  </a:lnTo>
                  <a:lnTo>
                    <a:pt x="212299" y="338670"/>
                  </a:lnTo>
                  <a:lnTo>
                    <a:pt x="212967" y="328767"/>
                  </a:lnTo>
                  <a:lnTo>
                    <a:pt x="213635" y="335022"/>
                  </a:lnTo>
                  <a:lnTo>
                    <a:pt x="214303" y="336064"/>
                  </a:lnTo>
                  <a:lnTo>
                    <a:pt x="214971" y="326682"/>
                  </a:lnTo>
                  <a:lnTo>
                    <a:pt x="215639" y="325623"/>
                  </a:lnTo>
                  <a:lnTo>
                    <a:pt x="216307" y="311282"/>
                  </a:lnTo>
                  <a:lnTo>
                    <a:pt x="216975" y="246615"/>
                  </a:lnTo>
                  <a:lnTo>
                    <a:pt x="217643" y="239940"/>
                  </a:lnTo>
                  <a:lnTo>
                    <a:pt x="218311" y="227197"/>
                  </a:lnTo>
                  <a:lnTo>
                    <a:pt x="218979" y="254503"/>
                  </a:lnTo>
                  <a:lnTo>
                    <a:pt x="219647" y="271722"/>
                  </a:lnTo>
                  <a:lnTo>
                    <a:pt x="220315" y="247260"/>
                  </a:lnTo>
                  <a:lnTo>
                    <a:pt x="220984" y="265791"/>
                  </a:lnTo>
                  <a:lnTo>
                    <a:pt x="221652" y="184213"/>
                  </a:lnTo>
                  <a:lnTo>
                    <a:pt x="222320" y="217707"/>
                  </a:lnTo>
                  <a:lnTo>
                    <a:pt x="222988" y="274227"/>
                  </a:lnTo>
                  <a:lnTo>
                    <a:pt x="223656" y="283647"/>
                  </a:lnTo>
                  <a:lnTo>
                    <a:pt x="224324" y="302487"/>
                  </a:lnTo>
                  <a:lnTo>
                    <a:pt x="224992" y="325513"/>
                  </a:lnTo>
                  <a:lnTo>
                    <a:pt x="225660" y="356914"/>
                  </a:lnTo>
                  <a:lnTo>
                    <a:pt x="226328" y="388314"/>
                  </a:lnTo>
                  <a:lnTo>
                    <a:pt x="226996" y="401920"/>
                  </a:lnTo>
                  <a:lnTo>
                    <a:pt x="227664" y="380987"/>
                  </a:lnTo>
                  <a:lnTo>
                    <a:pt x="228332" y="364240"/>
                  </a:lnTo>
                  <a:lnTo>
                    <a:pt x="229000" y="306673"/>
                  </a:lnTo>
                  <a:lnTo>
                    <a:pt x="229668" y="263760"/>
                  </a:lnTo>
                  <a:lnTo>
                    <a:pt x="230336" y="344459"/>
                  </a:lnTo>
                  <a:lnTo>
                    <a:pt x="231004" y="367204"/>
                  </a:lnTo>
                  <a:lnTo>
                    <a:pt x="231672" y="367204"/>
                  </a:lnTo>
                  <a:lnTo>
                    <a:pt x="232340" y="357153"/>
                  </a:lnTo>
                  <a:lnTo>
                    <a:pt x="233008" y="334181"/>
                  </a:lnTo>
                  <a:lnTo>
                    <a:pt x="233676" y="306732"/>
                  </a:lnTo>
                  <a:lnTo>
                    <a:pt x="234344" y="275471"/>
                  </a:lnTo>
                  <a:lnTo>
                    <a:pt x="235012" y="252597"/>
                  </a:lnTo>
                  <a:lnTo>
                    <a:pt x="235680" y="233536"/>
                  </a:lnTo>
                  <a:lnTo>
                    <a:pt x="236348" y="222099"/>
                  </a:lnTo>
                  <a:lnTo>
                    <a:pt x="237016" y="222099"/>
                  </a:lnTo>
                  <a:lnTo>
                    <a:pt x="237684" y="237348"/>
                  </a:lnTo>
                  <a:lnTo>
                    <a:pt x="238352" y="269372"/>
                  </a:lnTo>
                  <a:lnTo>
                    <a:pt x="239020" y="312070"/>
                  </a:lnTo>
                  <a:lnTo>
                    <a:pt x="239688" y="332656"/>
                  </a:lnTo>
                  <a:lnTo>
                    <a:pt x="240356" y="307502"/>
                  </a:lnTo>
                  <a:lnTo>
                    <a:pt x="241024" y="304360"/>
                  </a:lnTo>
                  <a:lnTo>
                    <a:pt x="241692" y="313001"/>
                  </a:lnTo>
                  <a:lnTo>
                    <a:pt x="242360" y="326392"/>
                  </a:lnTo>
                  <a:lnTo>
                    <a:pt x="243028" y="276320"/>
                  </a:lnTo>
                  <a:lnTo>
                    <a:pt x="243696" y="314000"/>
                  </a:lnTo>
                  <a:lnTo>
                    <a:pt x="244364" y="356914"/>
                  </a:lnTo>
                  <a:lnTo>
                    <a:pt x="245033" y="368427"/>
                  </a:lnTo>
                  <a:lnTo>
                    <a:pt x="245701" y="393547"/>
                  </a:lnTo>
                  <a:lnTo>
                    <a:pt x="246369" y="404014"/>
                  </a:lnTo>
                  <a:lnTo>
                    <a:pt x="247037" y="388314"/>
                  </a:lnTo>
                  <a:lnTo>
                    <a:pt x="247705" y="399827"/>
                  </a:lnTo>
                  <a:lnTo>
                    <a:pt x="248373" y="409247"/>
                  </a:lnTo>
                  <a:lnTo>
                    <a:pt x="249041" y="409247"/>
                  </a:lnTo>
                  <a:lnTo>
                    <a:pt x="249709" y="423900"/>
                  </a:lnTo>
                  <a:lnTo>
                    <a:pt x="250377" y="440647"/>
                  </a:lnTo>
                  <a:lnTo>
                    <a:pt x="251045" y="430180"/>
                  </a:lnTo>
                  <a:lnTo>
                    <a:pt x="251713" y="430180"/>
                  </a:lnTo>
                  <a:lnTo>
                    <a:pt x="252381" y="430180"/>
                  </a:lnTo>
                  <a:lnTo>
                    <a:pt x="253049" y="430180"/>
                  </a:lnTo>
                  <a:lnTo>
                    <a:pt x="253717" y="430180"/>
                  </a:lnTo>
                  <a:lnTo>
                    <a:pt x="254385" y="430180"/>
                  </a:lnTo>
                  <a:lnTo>
                    <a:pt x="255053" y="450067"/>
                  </a:lnTo>
                  <a:lnTo>
                    <a:pt x="255721" y="451114"/>
                  </a:lnTo>
                  <a:lnTo>
                    <a:pt x="256389" y="456347"/>
                  </a:lnTo>
                  <a:lnTo>
                    <a:pt x="257057" y="472047"/>
                  </a:lnTo>
                  <a:lnTo>
                    <a:pt x="257725" y="472047"/>
                  </a:lnTo>
                  <a:lnTo>
                    <a:pt x="258393" y="472047"/>
                  </a:lnTo>
                  <a:lnTo>
                    <a:pt x="259061" y="472047"/>
                  </a:lnTo>
                  <a:lnTo>
                    <a:pt x="259729" y="464720"/>
                  </a:lnTo>
                  <a:lnTo>
                    <a:pt x="260397" y="457394"/>
                  </a:lnTo>
                  <a:lnTo>
                    <a:pt x="261065" y="471000"/>
                  </a:lnTo>
                  <a:lnTo>
                    <a:pt x="261733" y="451114"/>
                  </a:lnTo>
                  <a:lnTo>
                    <a:pt x="262401" y="451114"/>
                  </a:lnTo>
                  <a:lnTo>
                    <a:pt x="263069" y="451114"/>
                  </a:lnTo>
                  <a:lnTo>
                    <a:pt x="263737" y="447974"/>
                  </a:lnTo>
                  <a:lnTo>
                    <a:pt x="264405" y="430180"/>
                  </a:lnTo>
                  <a:lnTo>
                    <a:pt x="265073" y="421807"/>
                  </a:lnTo>
                  <a:lnTo>
                    <a:pt x="265741" y="409247"/>
                  </a:lnTo>
                  <a:lnTo>
                    <a:pt x="266409" y="409247"/>
                  </a:lnTo>
                  <a:lnTo>
                    <a:pt x="267077" y="409247"/>
                  </a:lnTo>
                  <a:lnTo>
                    <a:pt x="267745" y="396687"/>
                  </a:lnTo>
                  <a:lnTo>
                    <a:pt x="268413" y="388314"/>
                  </a:lnTo>
                  <a:lnTo>
                    <a:pt x="269081" y="388314"/>
                  </a:lnTo>
                  <a:lnTo>
                    <a:pt x="269750" y="395640"/>
                  </a:lnTo>
                  <a:lnTo>
                    <a:pt x="270418" y="409247"/>
                  </a:lnTo>
                  <a:lnTo>
                    <a:pt x="271086" y="410294"/>
                  </a:lnTo>
                  <a:lnTo>
                    <a:pt x="271754" y="430180"/>
                  </a:lnTo>
                  <a:lnTo>
                    <a:pt x="272422" y="430180"/>
                  </a:lnTo>
                  <a:lnTo>
                    <a:pt x="273090" y="414480"/>
                  </a:lnTo>
                  <a:lnTo>
                    <a:pt x="273758" y="412387"/>
                  </a:lnTo>
                  <a:lnTo>
                    <a:pt x="274426" y="424947"/>
                  </a:lnTo>
                  <a:lnTo>
                    <a:pt x="275094" y="417620"/>
                  </a:lnTo>
                  <a:lnTo>
                    <a:pt x="275762" y="430180"/>
                  </a:lnTo>
                  <a:lnTo>
                    <a:pt x="276430" y="430180"/>
                  </a:lnTo>
                  <a:lnTo>
                    <a:pt x="277098" y="430180"/>
                  </a:lnTo>
                  <a:lnTo>
                    <a:pt x="277766" y="442740"/>
                  </a:lnTo>
                  <a:lnTo>
                    <a:pt x="278434" y="451114"/>
                  </a:lnTo>
                  <a:lnTo>
                    <a:pt x="279102" y="451114"/>
                  </a:lnTo>
                  <a:lnTo>
                    <a:pt x="279770" y="434367"/>
                  </a:lnTo>
                  <a:lnTo>
                    <a:pt x="280438" y="422854"/>
                  </a:lnTo>
                  <a:lnTo>
                    <a:pt x="281106" y="399827"/>
                  </a:lnTo>
                  <a:lnTo>
                    <a:pt x="281774" y="425929"/>
                  </a:lnTo>
                  <a:lnTo>
                    <a:pt x="282442" y="423851"/>
                  </a:lnTo>
                  <a:lnTo>
                    <a:pt x="283110" y="434950"/>
                  </a:lnTo>
                  <a:lnTo>
                    <a:pt x="283778" y="444445"/>
                  </a:lnTo>
                  <a:lnTo>
                    <a:pt x="284446" y="415815"/>
                  </a:lnTo>
                  <a:lnTo>
                    <a:pt x="285114" y="415033"/>
                  </a:lnTo>
                  <a:lnTo>
                    <a:pt x="285782" y="410299"/>
                  </a:lnTo>
                  <a:lnTo>
                    <a:pt x="286450" y="410299"/>
                  </a:lnTo>
                  <a:lnTo>
                    <a:pt x="287118" y="410299"/>
                  </a:lnTo>
                  <a:lnTo>
                    <a:pt x="287786" y="410299"/>
                  </a:lnTo>
                  <a:lnTo>
                    <a:pt x="288454" y="410299"/>
                  </a:lnTo>
                  <a:lnTo>
                    <a:pt x="289122" y="410299"/>
                  </a:lnTo>
                  <a:lnTo>
                    <a:pt x="289790" y="417873"/>
                  </a:lnTo>
                  <a:lnTo>
                    <a:pt x="290458" y="423080"/>
                  </a:lnTo>
                  <a:lnTo>
                    <a:pt x="291126" y="433494"/>
                  </a:lnTo>
                  <a:lnTo>
                    <a:pt x="291794" y="447695"/>
                  </a:lnTo>
                  <a:lnTo>
                    <a:pt x="292462" y="438229"/>
                  </a:lnTo>
                  <a:lnTo>
                    <a:pt x="293130" y="449285"/>
                  </a:lnTo>
                  <a:lnTo>
                    <a:pt x="293798" y="474556"/>
                  </a:lnTo>
                  <a:lnTo>
                    <a:pt x="294467" y="476762"/>
                  </a:lnTo>
                  <a:lnTo>
                    <a:pt x="294767" y="49340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45618" y="3862791"/>
              <a:ext cx="94024" cy="161607"/>
            </a:xfrm>
            <a:custGeom>
              <a:avLst/>
              <a:pathLst>
                <a:path w="94024" h="161607">
                  <a:moveTo>
                    <a:pt x="0" y="161607"/>
                  </a:moveTo>
                  <a:lnTo>
                    <a:pt x="13" y="161187"/>
                  </a:lnTo>
                  <a:lnTo>
                    <a:pt x="681" y="161187"/>
                  </a:lnTo>
                  <a:lnTo>
                    <a:pt x="1349" y="161187"/>
                  </a:lnTo>
                  <a:lnTo>
                    <a:pt x="2017" y="161187"/>
                  </a:lnTo>
                  <a:lnTo>
                    <a:pt x="2685" y="161187"/>
                  </a:lnTo>
                  <a:lnTo>
                    <a:pt x="3353" y="161187"/>
                  </a:lnTo>
                  <a:lnTo>
                    <a:pt x="4021" y="161187"/>
                  </a:lnTo>
                  <a:lnTo>
                    <a:pt x="4689" y="161187"/>
                  </a:lnTo>
                  <a:lnTo>
                    <a:pt x="5357" y="161187"/>
                  </a:lnTo>
                  <a:lnTo>
                    <a:pt x="6025" y="161187"/>
                  </a:lnTo>
                  <a:lnTo>
                    <a:pt x="6693" y="161187"/>
                  </a:lnTo>
                  <a:lnTo>
                    <a:pt x="7361" y="161187"/>
                  </a:lnTo>
                  <a:lnTo>
                    <a:pt x="8029" y="161187"/>
                  </a:lnTo>
                  <a:lnTo>
                    <a:pt x="8697" y="161187"/>
                  </a:lnTo>
                  <a:lnTo>
                    <a:pt x="9365" y="161187"/>
                  </a:lnTo>
                  <a:lnTo>
                    <a:pt x="10033" y="161187"/>
                  </a:lnTo>
                  <a:lnTo>
                    <a:pt x="10701" y="161187"/>
                  </a:lnTo>
                  <a:lnTo>
                    <a:pt x="11369" y="149673"/>
                  </a:lnTo>
                  <a:lnTo>
                    <a:pt x="12037" y="140253"/>
                  </a:lnTo>
                  <a:lnTo>
                    <a:pt x="12706" y="140253"/>
                  </a:lnTo>
                  <a:lnTo>
                    <a:pt x="13374" y="140253"/>
                  </a:lnTo>
                  <a:lnTo>
                    <a:pt x="14042" y="140253"/>
                  </a:lnTo>
                  <a:lnTo>
                    <a:pt x="14710" y="140253"/>
                  </a:lnTo>
                  <a:lnTo>
                    <a:pt x="15378" y="126646"/>
                  </a:lnTo>
                  <a:lnTo>
                    <a:pt x="16046" y="119320"/>
                  </a:lnTo>
                  <a:lnTo>
                    <a:pt x="16714" y="119320"/>
                  </a:lnTo>
                  <a:lnTo>
                    <a:pt x="17382" y="119320"/>
                  </a:lnTo>
                  <a:lnTo>
                    <a:pt x="18050" y="119320"/>
                  </a:lnTo>
                  <a:lnTo>
                    <a:pt x="18718" y="119320"/>
                  </a:lnTo>
                  <a:lnTo>
                    <a:pt x="19386" y="119320"/>
                  </a:lnTo>
                  <a:lnTo>
                    <a:pt x="20054" y="119320"/>
                  </a:lnTo>
                  <a:lnTo>
                    <a:pt x="20722" y="119320"/>
                  </a:lnTo>
                  <a:lnTo>
                    <a:pt x="21390" y="130833"/>
                  </a:lnTo>
                  <a:lnTo>
                    <a:pt x="22058" y="140253"/>
                  </a:lnTo>
                  <a:lnTo>
                    <a:pt x="22726" y="140253"/>
                  </a:lnTo>
                  <a:lnTo>
                    <a:pt x="23394" y="140253"/>
                  </a:lnTo>
                  <a:lnTo>
                    <a:pt x="24062" y="140253"/>
                  </a:lnTo>
                  <a:lnTo>
                    <a:pt x="24730" y="140253"/>
                  </a:lnTo>
                  <a:lnTo>
                    <a:pt x="25398" y="153860"/>
                  </a:lnTo>
                  <a:lnTo>
                    <a:pt x="26066" y="158046"/>
                  </a:lnTo>
                  <a:lnTo>
                    <a:pt x="26734" y="140253"/>
                  </a:lnTo>
                  <a:lnTo>
                    <a:pt x="27402" y="140253"/>
                  </a:lnTo>
                  <a:lnTo>
                    <a:pt x="28070" y="140253"/>
                  </a:lnTo>
                  <a:lnTo>
                    <a:pt x="28738" y="140253"/>
                  </a:lnTo>
                  <a:lnTo>
                    <a:pt x="29406" y="140253"/>
                  </a:lnTo>
                  <a:lnTo>
                    <a:pt x="30074" y="127693"/>
                  </a:lnTo>
                  <a:lnTo>
                    <a:pt x="30742" y="111993"/>
                  </a:lnTo>
                  <a:lnTo>
                    <a:pt x="31410" y="85826"/>
                  </a:lnTo>
                  <a:lnTo>
                    <a:pt x="32078" y="77453"/>
                  </a:lnTo>
                  <a:lnTo>
                    <a:pt x="32746" y="58613"/>
                  </a:lnTo>
                  <a:lnTo>
                    <a:pt x="33414" y="35586"/>
                  </a:lnTo>
                  <a:lnTo>
                    <a:pt x="34082" y="28260"/>
                  </a:lnTo>
                  <a:lnTo>
                    <a:pt x="34750" y="14653"/>
                  </a:lnTo>
                  <a:lnTo>
                    <a:pt x="35418" y="14653"/>
                  </a:lnTo>
                  <a:lnTo>
                    <a:pt x="36086" y="0"/>
                  </a:lnTo>
                  <a:lnTo>
                    <a:pt x="36754" y="14653"/>
                  </a:lnTo>
                  <a:lnTo>
                    <a:pt x="37423" y="14653"/>
                  </a:lnTo>
                  <a:lnTo>
                    <a:pt x="38091" y="14653"/>
                  </a:lnTo>
                  <a:lnTo>
                    <a:pt x="38759" y="14653"/>
                  </a:lnTo>
                  <a:lnTo>
                    <a:pt x="39427" y="14653"/>
                  </a:lnTo>
                  <a:lnTo>
                    <a:pt x="40095" y="27213"/>
                  </a:lnTo>
                  <a:lnTo>
                    <a:pt x="40763" y="42913"/>
                  </a:lnTo>
                  <a:lnTo>
                    <a:pt x="41431" y="69080"/>
                  </a:lnTo>
                  <a:lnTo>
                    <a:pt x="42099" y="77453"/>
                  </a:lnTo>
                  <a:lnTo>
                    <a:pt x="42767" y="96293"/>
                  </a:lnTo>
                  <a:lnTo>
                    <a:pt x="43435" y="119320"/>
                  </a:lnTo>
                  <a:lnTo>
                    <a:pt x="44103" y="110946"/>
                  </a:lnTo>
                  <a:lnTo>
                    <a:pt x="44771" y="105713"/>
                  </a:lnTo>
                  <a:lnTo>
                    <a:pt x="45439" y="77453"/>
                  </a:lnTo>
                  <a:lnTo>
                    <a:pt x="46107" y="85826"/>
                  </a:lnTo>
                  <a:lnTo>
                    <a:pt x="46775" y="77453"/>
                  </a:lnTo>
                  <a:lnTo>
                    <a:pt x="47443" y="77453"/>
                  </a:lnTo>
                  <a:lnTo>
                    <a:pt x="48111" y="77453"/>
                  </a:lnTo>
                  <a:lnTo>
                    <a:pt x="48779" y="77453"/>
                  </a:lnTo>
                  <a:lnTo>
                    <a:pt x="49447" y="77453"/>
                  </a:lnTo>
                  <a:lnTo>
                    <a:pt x="50115" y="77453"/>
                  </a:lnTo>
                  <a:lnTo>
                    <a:pt x="50783" y="77453"/>
                  </a:lnTo>
                  <a:lnTo>
                    <a:pt x="51451" y="77453"/>
                  </a:lnTo>
                  <a:lnTo>
                    <a:pt x="52119" y="77453"/>
                  </a:lnTo>
                  <a:lnTo>
                    <a:pt x="52787" y="77453"/>
                  </a:lnTo>
                  <a:lnTo>
                    <a:pt x="53455" y="77453"/>
                  </a:lnTo>
                  <a:lnTo>
                    <a:pt x="54123" y="93153"/>
                  </a:lnTo>
                  <a:lnTo>
                    <a:pt x="54791" y="111993"/>
                  </a:lnTo>
                  <a:lnTo>
                    <a:pt x="55459" y="140253"/>
                  </a:lnTo>
                  <a:lnTo>
                    <a:pt x="56127" y="149673"/>
                  </a:lnTo>
                  <a:lnTo>
                    <a:pt x="56795" y="161187"/>
                  </a:lnTo>
                  <a:lnTo>
                    <a:pt x="57463" y="161187"/>
                  </a:lnTo>
                  <a:lnTo>
                    <a:pt x="58131" y="161187"/>
                  </a:lnTo>
                  <a:lnTo>
                    <a:pt x="58799" y="161187"/>
                  </a:lnTo>
                  <a:lnTo>
                    <a:pt x="59467" y="161187"/>
                  </a:lnTo>
                  <a:lnTo>
                    <a:pt x="60135" y="161187"/>
                  </a:lnTo>
                  <a:lnTo>
                    <a:pt x="60803" y="161187"/>
                  </a:lnTo>
                  <a:lnTo>
                    <a:pt x="61471" y="161187"/>
                  </a:lnTo>
                  <a:lnTo>
                    <a:pt x="62140" y="161187"/>
                  </a:lnTo>
                  <a:lnTo>
                    <a:pt x="62808" y="161187"/>
                  </a:lnTo>
                  <a:lnTo>
                    <a:pt x="63476" y="161187"/>
                  </a:lnTo>
                  <a:lnTo>
                    <a:pt x="64144" y="161187"/>
                  </a:lnTo>
                  <a:lnTo>
                    <a:pt x="64812" y="161187"/>
                  </a:lnTo>
                  <a:lnTo>
                    <a:pt x="65480" y="161187"/>
                  </a:lnTo>
                  <a:lnTo>
                    <a:pt x="66148" y="161187"/>
                  </a:lnTo>
                  <a:lnTo>
                    <a:pt x="66816" y="161187"/>
                  </a:lnTo>
                  <a:lnTo>
                    <a:pt x="67484" y="161187"/>
                  </a:lnTo>
                  <a:lnTo>
                    <a:pt x="68152" y="161187"/>
                  </a:lnTo>
                  <a:lnTo>
                    <a:pt x="68820" y="161187"/>
                  </a:lnTo>
                  <a:lnTo>
                    <a:pt x="69488" y="161187"/>
                  </a:lnTo>
                  <a:lnTo>
                    <a:pt x="70156" y="161187"/>
                  </a:lnTo>
                  <a:lnTo>
                    <a:pt x="70824" y="146533"/>
                  </a:lnTo>
                  <a:lnTo>
                    <a:pt x="71492" y="130833"/>
                  </a:lnTo>
                  <a:lnTo>
                    <a:pt x="72160" y="119320"/>
                  </a:lnTo>
                  <a:lnTo>
                    <a:pt x="72828" y="119320"/>
                  </a:lnTo>
                  <a:lnTo>
                    <a:pt x="73496" y="119320"/>
                  </a:lnTo>
                  <a:lnTo>
                    <a:pt x="74164" y="119320"/>
                  </a:lnTo>
                  <a:lnTo>
                    <a:pt x="74832" y="119320"/>
                  </a:lnTo>
                  <a:lnTo>
                    <a:pt x="75500" y="119320"/>
                  </a:lnTo>
                  <a:lnTo>
                    <a:pt x="76168" y="111993"/>
                  </a:lnTo>
                  <a:lnTo>
                    <a:pt x="76836" y="98386"/>
                  </a:lnTo>
                  <a:lnTo>
                    <a:pt x="77504" y="77453"/>
                  </a:lnTo>
                  <a:lnTo>
                    <a:pt x="78172" y="56520"/>
                  </a:lnTo>
                  <a:lnTo>
                    <a:pt x="78840" y="49193"/>
                  </a:lnTo>
                  <a:lnTo>
                    <a:pt x="79508" y="35586"/>
                  </a:lnTo>
                  <a:lnTo>
                    <a:pt x="80176" y="35586"/>
                  </a:lnTo>
                  <a:lnTo>
                    <a:pt x="80844" y="30353"/>
                  </a:lnTo>
                  <a:lnTo>
                    <a:pt x="81512" y="45006"/>
                  </a:lnTo>
                  <a:lnTo>
                    <a:pt x="82180" y="38726"/>
                  </a:lnTo>
                  <a:lnTo>
                    <a:pt x="82848" y="33493"/>
                  </a:lnTo>
                  <a:lnTo>
                    <a:pt x="83516" y="7326"/>
                  </a:lnTo>
                  <a:lnTo>
                    <a:pt x="84184" y="42480"/>
                  </a:lnTo>
                  <a:lnTo>
                    <a:pt x="84852" y="35410"/>
                  </a:lnTo>
                  <a:lnTo>
                    <a:pt x="85520" y="41273"/>
                  </a:lnTo>
                  <a:lnTo>
                    <a:pt x="86188" y="32886"/>
                  </a:lnTo>
                  <a:lnTo>
                    <a:pt x="86857" y="42798"/>
                  </a:lnTo>
                  <a:lnTo>
                    <a:pt x="87525" y="58047"/>
                  </a:lnTo>
                  <a:lnTo>
                    <a:pt x="88193" y="73296"/>
                  </a:lnTo>
                  <a:lnTo>
                    <a:pt x="88861" y="78634"/>
                  </a:lnTo>
                  <a:lnTo>
                    <a:pt x="89529" y="88546"/>
                  </a:lnTo>
                  <a:lnTo>
                    <a:pt x="90197" y="88546"/>
                  </a:lnTo>
                  <a:lnTo>
                    <a:pt x="90865" y="103033"/>
                  </a:lnTo>
                  <a:lnTo>
                    <a:pt x="91533" y="103795"/>
                  </a:lnTo>
                  <a:lnTo>
                    <a:pt x="92201" y="116757"/>
                  </a:lnTo>
                  <a:lnTo>
                    <a:pt x="92869" y="120569"/>
                  </a:lnTo>
                  <a:lnTo>
                    <a:pt x="93537" y="139631"/>
                  </a:lnTo>
                  <a:lnTo>
                    <a:pt x="94024" y="16160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140752" y="4005138"/>
              <a:ext cx="1085" cy="19260"/>
            </a:xfrm>
            <a:custGeom>
              <a:avLst/>
              <a:pathLst>
                <a:path w="1085" h="19260">
                  <a:moveTo>
                    <a:pt x="0" y="19260"/>
                  </a:moveTo>
                  <a:lnTo>
                    <a:pt x="407" y="0"/>
                  </a:lnTo>
                  <a:lnTo>
                    <a:pt x="1075" y="18840"/>
                  </a:lnTo>
                  <a:lnTo>
                    <a:pt x="1085" y="192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147909" y="3732580"/>
              <a:ext cx="46459" cy="291818"/>
            </a:xfrm>
            <a:custGeom>
              <a:avLst/>
              <a:pathLst>
                <a:path w="46459" h="291818">
                  <a:moveTo>
                    <a:pt x="0" y="291818"/>
                  </a:moveTo>
                  <a:lnTo>
                    <a:pt x="598" y="279910"/>
                  </a:lnTo>
                  <a:lnTo>
                    <a:pt x="1266" y="267888"/>
                  </a:lnTo>
                  <a:lnTo>
                    <a:pt x="1934" y="240350"/>
                  </a:lnTo>
                  <a:lnTo>
                    <a:pt x="2602" y="224417"/>
                  </a:lnTo>
                  <a:lnTo>
                    <a:pt x="3270" y="212991"/>
                  </a:lnTo>
                  <a:lnTo>
                    <a:pt x="3938" y="213455"/>
                  </a:lnTo>
                  <a:lnTo>
                    <a:pt x="4606" y="195641"/>
                  </a:lnTo>
                  <a:lnTo>
                    <a:pt x="5274" y="191154"/>
                  </a:lnTo>
                  <a:lnTo>
                    <a:pt x="5942" y="193547"/>
                  </a:lnTo>
                  <a:lnTo>
                    <a:pt x="6610" y="195641"/>
                  </a:lnTo>
                  <a:lnTo>
                    <a:pt x="7278" y="192650"/>
                  </a:lnTo>
                  <a:lnTo>
                    <a:pt x="7946" y="188462"/>
                  </a:lnTo>
                  <a:lnTo>
                    <a:pt x="8614" y="182480"/>
                  </a:lnTo>
                  <a:lnTo>
                    <a:pt x="9282" y="185471"/>
                  </a:lnTo>
                  <a:lnTo>
                    <a:pt x="9950" y="190855"/>
                  </a:lnTo>
                  <a:lnTo>
                    <a:pt x="10618" y="185830"/>
                  </a:lnTo>
                  <a:lnTo>
                    <a:pt x="11286" y="182444"/>
                  </a:lnTo>
                  <a:lnTo>
                    <a:pt x="11954" y="214742"/>
                  </a:lnTo>
                  <a:lnTo>
                    <a:pt x="12622" y="211557"/>
                  </a:lnTo>
                  <a:lnTo>
                    <a:pt x="13290" y="231309"/>
                  </a:lnTo>
                  <a:lnTo>
                    <a:pt x="13958" y="164751"/>
                  </a:lnTo>
                  <a:lnTo>
                    <a:pt x="14626" y="165798"/>
                  </a:lnTo>
                  <a:lnTo>
                    <a:pt x="15294" y="181498"/>
                  </a:lnTo>
                  <a:lnTo>
                    <a:pt x="15962" y="186731"/>
                  </a:lnTo>
                  <a:lnTo>
                    <a:pt x="16630" y="186731"/>
                  </a:lnTo>
                  <a:lnTo>
                    <a:pt x="17298" y="197198"/>
                  </a:lnTo>
                  <a:lnTo>
                    <a:pt x="17966" y="211851"/>
                  </a:lnTo>
                  <a:lnTo>
                    <a:pt x="18634" y="248484"/>
                  </a:lnTo>
                  <a:lnTo>
                    <a:pt x="19302" y="258951"/>
                  </a:lnTo>
                  <a:lnTo>
                    <a:pt x="19970" y="270464"/>
                  </a:lnTo>
                  <a:lnTo>
                    <a:pt x="20638" y="279884"/>
                  </a:lnTo>
                  <a:lnTo>
                    <a:pt x="21306" y="249531"/>
                  </a:lnTo>
                  <a:lnTo>
                    <a:pt x="21974" y="249531"/>
                  </a:lnTo>
                  <a:lnTo>
                    <a:pt x="22642" y="249531"/>
                  </a:lnTo>
                  <a:lnTo>
                    <a:pt x="23310" y="249531"/>
                  </a:lnTo>
                  <a:lnTo>
                    <a:pt x="23978" y="249531"/>
                  </a:lnTo>
                  <a:lnTo>
                    <a:pt x="24647" y="249531"/>
                  </a:lnTo>
                  <a:lnTo>
                    <a:pt x="25315" y="232784"/>
                  </a:lnTo>
                  <a:lnTo>
                    <a:pt x="25983" y="188824"/>
                  </a:lnTo>
                  <a:lnTo>
                    <a:pt x="26651" y="179404"/>
                  </a:lnTo>
                  <a:lnTo>
                    <a:pt x="27319" y="165798"/>
                  </a:lnTo>
                  <a:lnTo>
                    <a:pt x="27987" y="210746"/>
                  </a:lnTo>
                  <a:lnTo>
                    <a:pt x="28655" y="143952"/>
                  </a:lnTo>
                  <a:lnTo>
                    <a:pt x="29323" y="77941"/>
                  </a:lnTo>
                  <a:lnTo>
                    <a:pt x="29991" y="20931"/>
                  </a:lnTo>
                  <a:lnTo>
                    <a:pt x="30659" y="41070"/>
                  </a:lnTo>
                  <a:lnTo>
                    <a:pt x="31327" y="16158"/>
                  </a:lnTo>
                  <a:lnTo>
                    <a:pt x="31995" y="0"/>
                  </a:lnTo>
                  <a:lnTo>
                    <a:pt x="32663" y="0"/>
                  </a:lnTo>
                  <a:lnTo>
                    <a:pt x="33331" y="0"/>
                  </a:lnTo>
                  <a:lnTo>
                    <a:pt x="33999" y="0"/>
                  </a:lnTo>
                  <a:lnTo>
                    <a:pt x="34667" y="0"/>
                  </a:lnTo>
                  <a:lnTo>
                    <a:pt x="35335" y="4170"/>
                  </a:lnTo>
                  <a:lnTo>
                    <a:pt x="36003" y="15637"/>
                  </a:lnTo>
                  <a:lnTo>
                    <a:pt x="36671" y="14073"/>
                  </a:lnTo>
                  <a:lnTo>
                    <a:pt x="37339" y="20849"/>
                  </a:lnTo>
                  <a:lnTo>
                    <a:pt x="38007" y="15530"/>
                  </a:lnTo>
                  <a:lnTo>
                    <a:pt x="38675" y="89943"/>
                  </a:lnTo>
                  <a:lnTo>
                    <a:pt x="39343" y="155954"/>
                  </a:lnTo>
                  <a:lnTo>
                    <a:pt x="40011" y="198284"/>
                  </a:lnTo>
                  <a:lnTo>
                    <a:pt x="40679" y="188072"/>
                  </a:lnTo>
                  <a:lnTo>
                    <a:pt x="41347" y="175218"/>
                  </a:lnTo>
                  <a:lnTo>
                    <a:pt x="42015" y="254796"/>
                  </a:lnTo>
                  <a:lnTo>
                    <a:pt x="42683" y="263668"/>
                  </a:lnTo>
                  <a:lnTo>
                    <a:pt x="43351" y="264505"/>
                  </a:lnTo>
                  <a:lnTo>
                    <a:pt x="44019" y="264505"/>
                  </a:lnTo>
                  <a:lnTo>
                    <a:pt x="44687" y="264505"/>
                  </a:lnTo>
                  <a:lnTo>
                    <a:pt x="45355" y="270605"/>
                  </a:lnTo>
                  <a:lnTo>
                    <a:pt x="46023" y="285854"/>
                  </a:lnTo>
                  <a:lnTo>
                    <a:pt x="46459" y="29181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200849" y="3772778"/>
              <a:ext cx="172553" cy="251620"/>
            </a:xfrm>
            <a:custGeom>
              <a:avLst/>
              <a:pathLst>
                <a:path w="172553" h="251620">
                  <a:moveTo>
                    <a:pt x="0" y="251620"/>
                  </a:moveTo>
                  <a:lnTo>
                    <a:pt x="432" y="230267"/>
                  </a:lnTo>
                  <a:lnTo>
                    <a:pt x="1100" y="230267"/>
                  </a:lnTo>
                  <a:lnTo>
                    <a:pt x="1768" y="230267"/>
                  </a:lnTo>
                  <a:lnTo>
                    <a:pt x="2436" y="230267"/>
                  </a:lnTo>
                  <a:lnTo>
                    <a:pt x="3104" y="213520"/>
                  </a:lnTo>
                  <a:lnTo>
                    <a:pt x="3772" y="209333"/>
                  </a:lnTo>
                  <a:lnTo>
                    <a:pt x="4440" y="209333"/>
                  </a:lnTo>
                  <a:lnTo>
                    <a:pt x="5108" y="209333"/>
                  </a:lnTo>
                  <a:lnTo>
                    <a:pt x="5776" y="209333"/>
                  </a:lnTo>
                  <a:lnTo>
                    <a:pt x="6444" y="209333"/>
                  </a:lnTo>
                  <a:lnTo>
                    <a:pt x="7112" y="209333"/>
                  </a:lnTo>
                  <a:lnTo>
                    <a:pt x="7780" y="215613"/>
                  </a:lnTo>
                  <a:lnTo>
                    <a:pt x="8448" y="230267"/>
                  </a:lnTo>
                  <a:lnTo>
                    <a:pt x="9116" y="230267"/>
                  </a:lnTo>
                  <a:lnTo>
                    <a:pt x="9784" y="230267"/>
                  </a:lnTo>
                  <a:lnTo>
                    <a:pt x="10452" y="230267"/>
                  </a:lnTo>
                  <a:lnTo>
                    <a:pt x="11120" y="230267"/>
                  </a:lnTo>
                  <a:lnTo>
                    <a:pt x="11788" y="230267"/>
                  </a:lnTo>
                  <a:lnTo>
                    <a:pt x="12456" y="230267"/>
                  </a:lnTo>
                  <a:lnTo>
                    <a:pt x="13124" y="220847"/>
                  </a:lnTo>
                  <a:lnTo>
                    <a:pt x="13792" y="203053"/>
                  </a:lnTo>
                  <a:lnTo>
                    <a:pt x="14460" y="171653"/>
                  </a:lnTo>
                  <a:lnTo>
                    <a:pt x="15128" y="167466"/>
                  </a:lnTo>
                  <a:lnTo>
                    <a:pt x="15796" y="167466"/>
                  </a:lnTo>
                  <a:lnTo>
                    <a:pt x="16465" y="167466"/>
                  </a:lnTo>
                  <a:lnTo>
                    <a:pt x="17133" y="167466"/>
                  </a:lnTo>
                  <a:lnTo>
                    <a:pt x="17801" y="167466"/>
                  </a:lnTo>
                  <a:lnTo>
                    <a:pt x="18469" y="167466"/>
                  </a:lnTo>
                  <a:lnTo>
                    <a:pt x="19137" y="167466"/>
                  </a:lnTo>
                  <a:lnTo>
                    <a:pt x="19805" y="167466"/>
                  </a:lnTo>
                  <a:lnTo>
                    <a:pt x="20473" y="167466"/>
                  </a:lnTo>
                  <a:lnTo>
                    <a:pt x="21141" y="167466"/>
                  </a:lnTo>
                  <a:lnTo>
                    <a:pt x="21809" y="151766"/>
                  </a:lnTo>
                  <a:lnTo>
                    <a:pt x="22477" y="146533"/>
                  </a:lnTo>
                  <a:lnTo>
                    <a:pt x="23145" y="172700"/>
                  </a:lnTo>
                  <a:lnTo>
                    <a:pt x="23813" y="194680"/>
                  </a:lnTo>
                  <a:lnTo>
                    <a:pt x="24481" y="226080"/>
                  </a:lnTo>
                  <a:lnTo>
                    <a:pt x="25149" y="230267"/>
                  </a:lnTo>
                  <a:lnTo>
                    <a:pt x="25817" y="230267"/>
                  </a:lnTo>
                  <a:lnTo>
                    <a:pt x="26485" y="230267"/>
                  </a:lnTo>
                  <a:lnTo>
                    <a:pt x="27153" y="200960"/>
                  </a:lnTo>
                  <a:lnTo>
                    <a:pt x="27821" y="188400"/>
                  </a:lnTo>
                  <a:lnTo>
                    <a:pt x="28489" y="188400"/>
                  </a:lnTo>
                  <a:lnTo>
                    <a:pt x="29157" y="188400"/>
                  </a:lnTo>
                  <a:lnTo>
                    <a:pt x="29825" y="188400"/>
                  </a:lnTo>
                  <a:lnTo>
                    <a:pt x="30493" y="188400"/>
                  </a:lnTo>
                  <a:lnTo>
                    <a:pt x="31161" y="181073"/>
                  </a:lnTo>
                  <a:lnTo>
                    <a:pt x="31829" y="183167"/>
                  </a:lnTo>
                  <a:lnTo>
                    <a:pt x="32497" y="183167"/>
                  </a:lnTo>
                  <a:lnTo>
                    <a:pt x="33165" y="167466"/>
                  </a:lnTo>
                  <a:lnTo>
                    <a:pt x="33833" y="167466"/>
                  </a:lnTo>
                  <a:lnTo>
                    <a:pt x="34501" y="167466"/>
                  </a:lnTo>
                  <a:lnTo>
                    <a:pt x="35169" y="150720"/>
                  </a:lnTo>
                  <a:lnTo>
                    <a:pt x="35837" y="125600"/>
                  </a:lnTo>
                  <a:lnTo>
                    <a:pt x="36505" y="125600"/>
                  </a:lnTo>
                  <a:lnTo>
                    <a:pt x="37173" y="139206"/>
                  </a:lnTo>
                  <a:lnTo>
                    <a:pt x="37841" y="126646"/>
                  </a:lnTo>
                  <a:lnTo>
                    <a:pt x="38509" y="125600"/>
                  </a:lnTo>
                  <a:lnTo>
                    <a:pt x="39177" y="125600"/>
                  </a:lnTo>
                  <a:lnTo>
                    <a:pt x="39845" y="77453"/>
                  </a:lnTo>
                  <a:lnTo>
                    <a:pt x="40514" y="62800"/>
                  </a:lnTo>
                  <a:lnTo>
                    <a:pt x="41182" y="70126"/>
                  </a:lnTo>
                  <a:lnTo>
                    <a:pt x="41850" y="83733"/>
                  </a:lnTo>
                  <a:lnTo>
                    <a:pt x="42518" y="88966"/>
                  </a:lnTo>
                  <a:lnTo>
                    <a:pt x="43186" y="104666"/>
                  </a:lnTo>
                  <a:lnTo>
                    <a:pt x="43854" y="104666"/>
                  </a:lnTo>
                  <a:lnTo>
                    <a:pt x="44522" y="83733"/>
                  </a:lnTo>
                  <a:lnTo>
                    <a:pt x="45190" y="100480"/>
                  </a:lnTo>
                  <a:lnTo>
                    <a:pt x="45858" y="125600"/>
                  </a:lnTo>
                  <a:lnTo>
                    <a:pt x="46526" y="110946"/>
                  </a:lnTo>
                  <a:lnTo>
                    <a:pt x="47194" y="99433"/>
                  </a:lnTo>
                  <a:lnTo>
                    <a:pt x="47862" y="105713"/>
                  </a:lnTo>
                  <a:lnTo>
                    <a:pt x="48530" y="80593"/>
                  </a:lnTo>
                  <a:lnTo>
                    <a:pt x="49198" y="47100"/>
                  </a:lnTo>
                  <a:lnTo>
                    <a:pt x="49866" y="90013"/>
                  </a:lnTo>
                  <a:lnTo>
                    <a:pt x="50534" y="104666"/>
                  </a:lnTo>
                  <a:lnTo>
                    <a:pt x="51202" y="101526"/>
                  </a:lnTo>
                  <a:lnTo>
                    <a:pt x="51870" y="64893"/>
                  </a:lnTo>
                  <a:lnTo>
                    <a:pt x="52538" y="46053"/>
                  </a:lnTo>
                  <a:lnTo>
                    <a:pt x="53206" y="41866"/>
                  </a:lnTo>
                  <a:lnTo>
                    <a:pt x="53874" y="41866"/>
                  </a:lnTo>
                  <a:lnTo>
                    <a:pt x="54542" y="62800"/>
                  </a:lnTo>
                  <a:lnTo>
                    <a:pt x="55210" y="62800"/>
                  </a:lnTo>
                  <a:lnTo>
                    <a:pt x="55878" y="62800"/>
                  </a:lnTo>
                  <a:lnTo>
                    <a:pt x="56546" y="77453"/>
                  </a:lnTo>
                  <a:lnTo>
                    <a:pt x="57214" y="104666"/>
                  </a:lnTo>
                  <a:lnTo>
                    <a:pt x="57882" y="107806"/>
                  </a:lnTo>
                  <a:lnTo>
                    <a:pt x="58550" y="114086"/>
                  </a:lnTo>
                  <a:lnTo>
                    <a:pt x="59218" y="120366"/>
                  </a:lnTo>
                  <a:lnTo>
                    <a:pt x="59886" y="105713"/>
                  </a:lnTo>
                  <a:lnTo>
                    <a:pt x="60554" y="91060"/>
                  </a:lnTo>
                  <a:lnTo>
                    <a:pt x="61222" y="86873"/>
                  </a:lnTo>
                  <a:lnTo>
                    <a:pt x="61890" y="123506"/>
                  </a:lnTo>
                  <a:lnTo>
                    <a:pt x="62558" y="128740"/>
                  </a:lnTo>
                  <a:lnTo>
                    <a:pt x="63226" y="125600"/>
                  </a:lnTo>
                  <a:lnTo>
                    <a:pt x="63894" y="117226"/>
                  </a:lnTo>
                  <a:lnTo>
                    <a:pt x="64562" y="140796"/>
                  </a:lnTo>
                  <a:lnTo>
                    <a:pt x="65231" y="110773"/>
                  </a:lnTo>
                  <a:lnTo>
                    <a:pt x="65899" y="100025"/>
                  </a:lnTo>
                  <a:lnTo>
                    <a:pt x="66567" y="73339"/>
                  </a:lnTo>
                  <a:lnTo>
                    <a:pt x="67235" y="68764"/>
                  </a:lnTo>
                  <a:lnTo>
                    <a:pt x="67903" y="68002"/>
                  </a:lnTo>
                  <a:lnTo>
                    <a:pt x="68571" y="82489"/>
                  </a:lnTo>
                  <a:lnTo>
                    <a:pt x="69239" y="89351"/>
                  </a:lnTo>
                  <a:lnTo>
                    <a:pt x="69907" y="87826"/>
                  </a:lnTo>
                  <a:lnTo>
                    <a:pt x="70575" y="96975"/>
                  </a:lnTo>
                  <a:lnTo>
                    <a:pt x="71243" y="102313"/>
                  </a:lnTo>
                  <a:lnTo>
                    <a:pt x="71911" y="102313"/>
                  </a:lnTo>
                  <a:lnTo>
                    <a:pt x="72579" y="112225"/>
                  </a:lnTo>
                  <a:lnTo>
                    <a:pt x="73247" y="117562"/>
                  </a:lnTo>
                  <a:lnTo>
                    <a:pt x="73915" y="121374"/>
                  </a:lnTo>
                  <a:lnTo>
                    <a:pt x="74583" y="139905"/>
                  </a:lnTo>
                  <a:lnTo>
                    <a:pt x="75251" y="171614"/>
                  </a:lnTo>
                  <a:lnTo>
                    <a:pt x="75919" y="128740"/>
                  </a:lnTo>
                  <a:lnTo>
                    <a:pt x="76587" y="165373"/>
                  </a:lnTo>
                  <a:lnTo>
                    <a:pt x="77255" y="171653"/>
                  </a:lnTo>
                  <a:lnTo>
                    <a:pt x="77923" y="188400"/>
                  </a:lnTo>
                  <a:lnTo>
                    <a:pt x="78591" y="183167"/>
                  </a:lnTo>
                  <a:lnTo>
                    <a:pt x="79259" y="185260"/>
                  </a:lnTo>
                  <a:lnTo>
                    <a:pt x="79927" y="204100"/>
                  </a:lnTo>
                  <a:lnTo>
                    <a:pt x="80595" y="188400"/>
                  </a:lnTo>
                  <a:lnTo>
                    <a:pt x="81263" y="188400"/>
                  </a:lnTo>
                  <a:lnTo>
                    <a:pt x="81931" y="188400"/>
                  </a:lnTo>
                  <a:lnTo>
                    <a:pt x="82599" y="188400"/>
                  </a:lnTo>
                  <a:lnTo>
                    <a:pt x="83267" y="188400"/>
                  </a:lnTo>
                  <a:lnTo>
                    <a:pt x="83935" y="172700"/>
                  </a:lnTo>
                  <a:lnTo>
                    <a:pt x="84603" y="167466"/>
                  </a:lnTo>
                  <a:lnTo>
                    <a:pt x="85271" y="167466"/>
                  </a:lnTo>
                  <a:lnTo>
                    <a:pt x="85939" y="160140"/>
                  </a:lnTo>
                  <a:lnTo>
                    <a:pt x="86607" y="146533"/>
                  </a:lnTo>
                  <a:lnTo>
                    <a:pt x="87275" y="146533"/>
                  </a:lnTo>
                  <a:lnTo>
                    <a:pt x="87943" y="146533"/>
                  </a:lnTo>
                  <a:lnTo>
                    <a:pt x="88611" y="148626"/>
                  </a:lnTo>
                  <a:lnTo>
                    <a:pt x="89279" y="146533"/>
                  </a:lnTo>
                  <a:lnTo>
                    <a:pt x="89948" y="149673"/>
                  </a:lnTo>
                  <a:lnTo>
                    <a:pt x="90616" y="160140"/>
                  </a:lnTo>
                  <a:lnTo>
                    <a:pt x="91284" y="146533"/>
                  </a:lnTo>
                  <a:lnTo>
                    <a:pt x="91952" y="146533"/>
                  </a:lnTo>
                  <a:lnTo>
                    <a:pt x="92620" y="146533"/>
                  </a:lnTo>
                  <a:lnTo>
                    <a:pt x="93288" y="146533"/>
                  </a:lnTo>
                  <a:lnTo>
                    <a:pt x="93956" y="165373"/>
                  </a:lnTo>
                  <a:lnTo>
                    <a:pt x="94624" y="188400"/>
                  </a:lnTo>
                  <a:lnTo>
                    <a:pt x="95292" y="188400"/>
                  </a:lnTo>
                  <a:lnTo>
                    <a:pt x="95960" y="195727"/>
                  </a:lnTo>
                  <a:lnTo>
                    <a:pt x="96628" y="205146"/>
                  </a:lnTo>
                  <a:lnTo>
                    <a:pt x="97296" y="188400"/>
                  </a:lnTo>
                  <a:lnTo>
                    <a:pt x="97964" y="188400"/>
                  </a:lnTo>
                  <a:lnTo>
                    <a:pt x="98632" y="191540"/>
                  </a:lnTo>
                  <a:lnTo>
                    <a:pt x="99300" y="209333"/>
                  </a:lnTo>
                  <a:lnTo>
                    <a:pt x="99968" y="209333"/>
                  </a:lnTo>
                  <a:lnTo>
                    <a:pt x="100636" y="216660"/>
                  </a:lnTo>
                  <a:lnTo>
                    <a:pt x="101304" y="230267"/>
                  </a:lnTo>
                  <a:lnTo>
                    <a:pt x="101972" y="230267"/>
                  </a:lnTo>
                  <a:lnTo>
                    <a:pt x="102640" y="230267"/>
                  </a:lnTo>
                  <a:lnTo>
                    <a:pt x="103308" y="230267"/>
                  </a:lnTo>
                  <a:lnTo>
                    <a:pt x="103976" y="230267"/>
                  </a:lnTo>
                  <a:lnTo>
                    <a:pt x="104644" y="230267"/>
                  </a:lnTo>
                  <a:lnTo>
                    <a:pt x="105312" y="230267"/>
                  </a:lnTo>
                  <a:lnTo>
                    <a:pt x="105980" y="230267"/>
                  </a:lnTo>
                  <a:lnTo>
                    <a:pt x="106648" y="232360"/>
                  </a:lnTo>
                  <a:lnTo>
                    <a:pt x="107316" y="230267"/>
                  </a:lnTo>
                  <a:lnTo>
                    <a:pt x="107984" y="230267"/>
                  </a:lnTo>
                  <a:lnTo>
                    <a:pt x="108652" y="230267"/>
                  </a:lnTo>
                  <a:lnTo>
                    <a:pt x="109320" y="230267"/>
                  </a:lnTo>
                  <a:lnTo>
                    <a:pt x="109988" y="230267"/>
                  </a:lnTo>
                  <a:lnTo>
                    <a:pt x="110656" y="230267"/>
                  </a:lnTo>
                  <a:lnTo>
                    <a:pt x="111324" y="221893"/>
                  </a:lnTo>
                  <a:lnTo>
                    <a:pt x="111992" y="209333"/>
                  </a:lnTo>
                  <a:lnTo>
                    <a:pt x="112660" y="209333"/>
                  </a:lnTo>
                  <a:lnTo>
                    <a:pt x="113328" y="209333"/>
                  </a:lnTo>
                  <a:lnTo>
                    <a:pt x="113996" y="209333"/>
                  </a:lnTo>
                  <a:lnTo>
                    <a:pt x="114665" y="204100"/>
                  </a:lnTo>
                  <a:lnTo>
                    <a:pt x="115333" y="225141"/>
                  </a:lnTo>
                  <a:lnTo>
                    <a:pt x="116001" y="219690"/>
                  </a:lnTo>
                  <a:lnTo>
                    <a:pt x="116669" y="221261"/>
                  </a:lnTo>
                  <a:lnTo>
                    <a:pt x="117337" y="239556"/>
                  </a:lnTo>
                  <a:lnTo>
                    <a:pt x="118005" y="239556"/>
                  </a:lnTo>
                  <a:lnTo>
                    <a:pt x="118673" y="239556"/>
                  </a:lnTo>
                  <a:lnTo>
                    <a:pt x="119341" y="239556"/>
                  </a:lnTo>
                  <a:lnTo>
                    <a:pt x="120009" y="239556"/>
                  </a:lnTo>
                  <a:lnTo>
                    <a:pt x="120677" y="239556"/>
                  </a:lnTo>
                  <a:lnTo>
                    <a:pt x="121345" y="231932"/>
                  </a:lnTo>
                  <a:lnTo>
                    <a:pt x="122013" y="227357"/>
                  </a:lnTo>
                  <a:lnTo>
                    <a:pt x="122681" y="224307"/>
                  </a:lnTo>
                  <a:lnTo>
                    <a:pt x="123349" y="224307"/>
                  </a:lnTo>
                  <a:lnTo>
                    <a:pt x="124017" y="224307"/>
                  </a:lnTo>
                  <a:lnTo>
                    <a:pt x="124685" y="228119"/>
                  </a:lnTo>
                  <a:lnTo>
                    <a:pt x="125353" y="244170"/>
                  </a:lnTo>
                  <a:lnTo>
                    <a:pt x="126021" y="251112"/>
                  </a:lnTo>
                  <a:lnTo>
                    <a:pt x="126689" y="239329"/>
                  </a:lnTo>
                  <a:lnTo>
                    <a:pt x="127357" y="188400"/>
                  </a:lnTo>
                  <a:lnTo>
                    <a:pt x="128025" y="163280"/>
                  </a:lnTo>
                  <a:lnTo>
                    <a:pt x="128693" y="146533"/>
                  </a:lnTo>
                  <a:lnTo>
                    <a:pt x="129361" y="146533"/>
                  </a:lnTo>
                  <a:lnTo>
                    <a:pt x="130029" y="146533"/>
                  </a:lnTo>
                  <a:lnTo>
                    <a:pt x="130697" y="146533"/>
                  </a:lnTo>
                  <a:lnTo>
                    <a:pt x="131365" y="165373"/>
                  </a:lnTo>
                  <a:lnTo>
                    <a:pt x="132033" y="184213"/>
                  </a:lnTo>
                  <a:lnTo>
                    <a:pt x="132701" y="188400"/>
                  </a:lnTo>
                  <a:lnTo>
                    <a:pt x="133369" y="172700"/>
                  </a:lnTo>
                  <a:lnTo>
                    <a:pt x="134037" y="117226"/>
                  </a:lnTo>
                  <a:lnTo>
                    <a:pt x="134705" y="104666"/>
                  </a:lnTo>
                  <a:lnTo>
                    <a:pt x="135373" y="84780"/>
                  </a:lnTo>
                  <a:lnTo>
                    <a:pt x="136041" y="83733"/>
                  </a:lnTo>
                  <a:lnTo>
                    <a:pt x="136709" y="99433"/>
                  </a:lnTo>
                  <a:lnTo>
                    <a:pt x="137377" y="104666"/>
                  </a:lnTo>
                  <a:lnTo>
                    <a:pt x="138045" y="106760"/>
                  </a:lnTo>
                  <a:lnTo>
                    <a:pt x="138714" y="59660"/>
                  </a:lnTo>
                  <a:lnTo>
                    <a:pt x="139382" y="41866"/>
                  </a:lnTo>
                  <a:lnTo>
                    <a:pt x="140050" y="41866"/>
                  </a:lnTo>
                  <a:lnTo>
                    <a:pt x="140718" y="41866"/>
                  </a:lnTo>
                  <a:lnTo>
                    <a:pt x="141386" y="41866"/>
                  </a:lnTo>
                  <a:lnTo>
                    <a:pt x="142054" y="28259"/>
                  </a:lnTo>
                  <a:lnTo>
                    <a:pt x="142722" y="0"/>
                  </a:lnTo>
                  <a:lnTo>
                    <a:pt x="143390" y="5233"/>
                  </a:lnTo>
                  <a:lnTo>
                    <a:pt x="144058" y="50239"/>
                  </a:lnTo>
                  <a:lnTo>
                    <a:pt x="144726" y="62800"/>
                  </a:lnTo>
                  <a:lnTo>
                    <a:pt x="145394" y="66986"/>
                  </a:lnTo>
                  <a:lnTo>
                    <a:pt x="146062" y="41866"/>
                  </a:lnTo>
                  <a:lnTo>
                    <a:pt x="146730" y="34540"/>
                  </a:lnTo>
                  <a:lnTo>
                    <a:pt x="147398" y="4186"/>
                  </a:lnTo>
                  <a:lnTo>
                    <a:pt x="148066" y="15699"/>
                  </a:lnTo>
                  <a:lnTo>
                    <a:pt x="148734" y="65940"/>
                  </a:lnTo>
                  <a:lnTo>
                    <a:pt x="149402" y="83733"/>
                  </a:lnTo>
                  <a:lnTo>
                    <a:pt x="150070" y="83733"/>
                  </a:lnTo>
                  <a:lnTo>
                    <a:pt x="150738" y="83733"/>
                  </a:lnTo>
                  <a:lnTo>
                    <a:pt x="151406" y="83733"/>
                  </a:lnTo>
                  <a:lnTo>
                    <a:pt x="152074" y="97340"/>
                  </a:lnTo>
                  <a:lnTo>
                    <a:pt x="152742" y="125600"/>
                  </a:lnTo>
                  <a:lnTo>
                    <a:pt x="153410" y="136066"/>
                  </a:lnTo>
                  <a:lnTo>
                    <a:pt x="154078" y="146533"/>
                  </a:lnTo>
                  <a:lnTo>
                    <a:pt x="154746" y="146533"/>
                  </a:lnTo>
                  <a:lnTo>
                    <a:pt x="155414" y="162233"/>
                  </a:lnTo>
                  <a:lnTo>
                    <a:pt x="156082" y="188400"/>
                  </a:lnTo>
                  <a:lnTo>
                    <a:pt x="156750" y="195727"/>
                  </a:lnTo>
                  <a:lnTo>
                    <a:pt x="157418" y="226080"/>
                  </a:lnTo>
                  <a:lnTo>
                    <a:pt x="158086" y="235500"/>
                  </a:lnTo>
                  <a:lnTo>
                    <a:pt x="158754" y="230267"/>
                  </a:lnTo>
                  <a:lnTo>
                    <a:pt x="159422" y="230267"/>
                  </a:lnTo>
                  <a:lnTo>
                    <a:pt x="160090" y="213520"/>
                  </a:lnTo>
                  <a:lnTo>
                    <a:pt x="160758" y="182120"/>
                  </a:lnTo>
                  <a:lnTo>
                    <a:pt x="161426" y="167466"/>
                  </a:lnTo>
                  <a:lnTo>
                    <a:pt x="162094" y="167466"/>
                  </a:lnTo>
                  <a:lnTo>
                    <a:pt x="162762" y="167466"/>
                  </a:lnTo>
                  <a:lnTo>
                    <a:pt x="163431" y="167466"/>
                  </a:lnTo>
                  <a:lnTo>
                    <a:pt x="164099" y="167466"/>
                  </a:lnTo>
                  <a:lnTo>
                    <a:pt x="164767" y="167466"/>
                  </a:lnTo>
                  <a:lnTo>
                    <a:pt x="165435" y="167466"/>
                  </a:lnTo>
                  <a:lnTo>
                    <a:pt x="166103" y="167466"/>
                  </a:lnTo>
                  <a:lnTo>
                    <a:pt x="166771" y="167466"/>
                  </a:lnTo>
                  <a:lnTo>
                    <a:pt x="167439" y="167466"/>
                  </a:lnTo>
                  <a:lnTo>
                    <a:pt x="168107" y="162233"/>
                  </a:lnTo>
                  <a:lnTo>
                    <a:pt x="168775" y="167466"/>
                  </a:lnTo>
                  <a:lnTo>
                    <a:pt x="169443" y="167466"/>
                  </a:lnTo>
                  <a:lnTo>
                    <a:pt x="170111" y="184213"/>
                  </a:lnTo>
                  <a:lnTo>
                    <a:pt x="170779" y="215613"/>
                  </a:lnTo>
                  <a:lnTo>
                    <a:pt x="171447" y="230267"/>
                  </a:lnTo>
                  <a:lnTo>
                    <a:pt x="172115" y="230267"/>
                  </a:lnTo>
                  <a:lnTo>
                    <a:pt x="172553" y="2516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376980" y="4012335"/>
              <a:ext cx="981" cy="12063"/>
            </a:xfrm>
            <a:custGeom>
              <a:avLst/>
              <a:pathLst>
                <a:path w="981" h="12063">
                  <a:moveTo>
                    <a:pt x="0" y="12063"/>
                  </a:moveTo>
                  <a:lnTo>
                    <a:pt x="660" y="0"/>
                  </a:lnTo>
                  <a:lnTo>
                    <a:pt x="981" y="120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387981" y="3775918"/>
              <a:ext cx="72133" cy="248480"/>
            </a:xfrm>
            <a:custGeom>
              <a:avLst/>
              <a:pathLst>
                <a:path w="72133" h="248480">
                  <a:moveTo>
                    <a:pt x="0" y="248480"/>
                  </a:moveTo>
                  <a:lnTo>
                    <a:pt x="348" y="241688"/>
                  </a:lnTo>
                  <a:lnTo>
                    <a:pt x="1016" y="228567"/>
                  </a:lnTo>
                  <a:lnTo>
                    <a:pt x="1684" y="185260"/>
                  </a:lnTo>
                  <a:lnTo>
                    <a:pt x="2352" y="185260"/>
                  </a:lnTo>
                  <a:lnTo>
                    <a:pt x="3020" y="171653"/>
                  </a:lnTo>
                  <a:lnTo>
                    <a:pt x="3688" y="164327"/>
                  </a:lnTo>
                  <a:lnTo>
                    <a:pt x="4356" y="157000"/>
                  </a:lnTo>
                  <a:lnTo>
                    <a:pt x="5024" y="143393"/>
                  </a:lnTo>
                  <a:lnTo>
                    <a:pt x="5692" y="153860"/>
                  </a:lnTo>
                  <a:lnTo>
                    <a:pt x="6360" y="164327"/>
                  </a:lnTo>
                  <a:lnTo>
                    <a:pt x="7028" y="164327"/>
                  </a:lnTo>
                  <a:lnTo>
                    <a:pt x="7696" y="164327"/>
                  </a:lnTo>
                  <a:lnTo>
                    <a:pt x="8364" y="164327"/>
                  </a:lnTo>
                  <a:lnTo>
                    <a:pt x="9032" y="164327"/>
                  </a:lnTo>
                  <a:lnTo>
                    <a:pt x="9700" y="175840"/>
                  </a:lnTo>
                  <a:lnTo>
                    <a:pt x="10368" y="172700"/>
                  </a:lnTo>
                  <a:lnTo>
                    <a:pt x="11036" y="172700"/>
                  </a:lnTo>
                  <a:lnTo>
                    <a:pt x="11704" y="158046"/>
                  </a:lnTo>
                  <a:lnTo>
                    <a:pt x="12372" y="143393"/>
                  </a:lnTo>
                  <a:lnTo>
                    <a:pt x="13040" y="157000"/>
                  </a:lnTo>
                  <a:lnTo>
                    <a:pt x="13708" y="164327"/>
                  </a:lnTo>
                  <a:lnTo>
                    <a:pt x="14376" y="171653"/>
                  </a:lnTo>
                  <a:lnTo>
                    <a:pt x="15044" y="228567"/>
                  </a:lnTo>
                  <a:lnTo>
                    <a:pt x="15712" y="232261"/>
                  </a:lnTo>
                  <a:lnTo>
                    <a:pt x="16380" y="236417"/>
                  </a:lnTo>
                  <a:lnTo>
                    <a:pt x="17048" y="236417"/>
                  </a:lnTo>
                  <a:lnTo>
                    <a:pt x="17717" y="227267"/>
                  </a:lnTo>
                  <a:lnTo>
                    <a:pt x="18385" y="216592"/>
                  </a:lnTo>
                  <a:lnTo>
                    <a:pt x="19053" y="205918"/>
                  </a:lnTo>
                  <a:lnTo>
                    <a:pt x="19721" y="201343"/>
                  </a:lnTo>
                  <a:lnTo>
                    <a:pt x="20389" y="205918"/>
                  </a:lnTo>
                  <a:lnTo>
                    <a:pt x="21057" y="215067"/>
                  </a:lnTo>
                  <a:lnTo>
                    <a:pt x="21725" y="213543"/>
                  </a:lnTo>
                  <a:lnTo>
                    <a:pt x="22393" y="221167"/>
                  </a:lnTo>
                  <a:lnTo>
                    <a:pt x="23061" y="221167"/>
                  </a:lnTo>
                  <a:lnTo>
                    <a:pt x="23729" y="221167"/>
                  </a:lnTo>
                  <a:lnTo>
                    <a:pt x="24397" y="211255"/>
                  </a:lnTo>
                  <a:lnTo>
                    <a:pt x="25065" y="188270"/>
                  </a:lnTo>
                  <a:lnTo>
                    <a:pt x="25733" y="179017"/>
                  </a:lnTo>
                  <a:lnTo>
                    <a:pt x="26401" y="115133"/>
                  </a:lnTo>
                  <a:lnTo>
                    <a:pt x="27069" y="101526"/>
                  </a:lnTo>
                  <a:lnTo>
                    <a:pt x="27737" y="114086"/>
                  </a:lnTo>
                  <a:lnTo>
                    <a:pt x="28405" y="128740"/>
                  </a:lnTo>
                  <a:lnTo>
                    <a:pt x="29073" y="143393"/>
                  </a:lnTo>
                  <a:lnTo>
                    <a:pt x="29741" y="144440"/>
                  </a:lnTo>
                  <a:lnTo>
                    <a:pt x="30409" y="143393"/>
                  </a:lnTo>
                  <a:lnTo>
                    <a:pt x="31077" y="128740"/>
                  </a:lnTo>
                  <a:lnTo>
                    <a:pt x="31745" y="139206"/>
                  </a:lnTo>
                  <a:lnTo>
                    <a:pt x="32413" y="143393"/>
                  </a:lnTo>
                  <a:lnTo>
                    <a:pt x="33081" y="143393"/>
                  </a:lnTo>
                  <a:lnTo>
                    <a:pt x="33749" y="143393"/>
                  </a:lnTo>
                  <a:lnTo>
                    <a:pt x="34417" y="148626"/>
                  </a:lnTo>
                  <a:lnTo>
                    <a:pt x="35085" y="154907"/>
                  </a:lnTo>
                  <a:lnTo>
                    <a:pt x="35753" y="131880"/>
                  </a:lnTo>
                  <a:lnTo>
                    <a:pt x="36421" y="129786"/>
                  </a:lnTo>
                  <a:lnTo>
                    <a:pt x="37089" y="143393"/>
                  </a:lnTo>
                  <a:lnTo>
                    <a:pt x="37757" y="143393"/>
                  </a:lnTo>
                  <a:lnTo>
                    <a:pt x="38425" y="143393"/>
                  </a:lnTo>
                  <a:lnTo>
                    <a:pt x="39093" y="143393"/>
                  </a:lnTo>
                  <a:lnTo>
                    <a:pt x="39761" y="153860"/>
                  </a:lnTo>
                  <a:lnTo>
                    <a:pt x="40429" y="164327"/>
                  </a:lnTo>
                  <a:lnTo>
                    <a:pt x="41097" y="178980"/>
                  </a:lnTo>
                  <a:lnTo>
                    <a:pt x="41765" y="185260"/>
                  </a:lnTo>
                  <a:lnTo>
                    <a:pt x="42434" y="185260"/>
                  </a:lnTo>
                  <a:lnTo>
                    <a:pt x="43102" y="175840"/>
                  </a:lnTo>
                  <a:lnTo>
                    <a:pt x="43770" y="157000"/>
                  </a:lnTo>
                  <a:lnTo>
                    <a:pt x="44438" y="128740"/>
                  </a:lnTo>
                  <a:lnTo>
                    <a:pt x="45106" y="127693"/>
                  </a:lnTo>
                  <a:lnTo>
                    <a:pt x="45774" y="154907"/>
                  </a:lnTo>
                  <a:lnTo>
                    <a:pt x="46442" y="146533"/>
                  </a:lnTo>
                  <a:lnTo>
                    <a:pt x="47110" y="140253"/>
                  </a:lnTo>
                  <a:lnTo>
                    <a:pt x="47778" y="120366"/>
                  </a:lnTo>
                  <a:lnTo>
                    <a:pt x="48446" y="90013"/>
                  </a:lnTo>
                  <a:lnTo>
                    <a:pt x="49114" y="80593"/>
                  </a:lnTo>
                  <a:lnTo>
                    <a:pt x="49782" y="45006"/>
                  </a:lnTo>
                  <a:lnTo>
                    <a:pt x="50450" y="17793"/>
                  </a:lnTo>
                  <a:lnTo>
                    <a:pt x="51118" y="17793"/>
                  </a:lnTo>
                  <a:lnTo>
                    <a:pt x="51786" y="17793"/>
                  </a:lnTo>
                  <a:lnTo>
                    <a:pt x="52454" y="9419"/>
                  </a:lnTo>
                  <a:lnTo>
                    <a:pt x="53122" y="0"/>
                  </a:lnTo>
                  <a:lnTo>
                    <a:pt x="53790" y="4186"/>
                  </a:lnTo>
                  <a:lnTo>
                    <a:pt x="54458" y="40820"/>
                  </a:lnTo>
                  <a:lnTo>
                    <a:pt x="55126" y="59660"/>
                  </a:lnTo>
                  <a:lnTo>
                    <a:pt x="55794" y="59660"/>
                  </a:lnTo>
                  <a:lnTo>
                    <a:pt x="56462" y="71173"/>
                  </a:lnTo>
                  <a:lnTo>
                    <a:pt x="57130" y="62800"/>
                  </a:lnTo>
                  <a:lnTo>
                    <a:pt x="57798" y="82686"/>
                  </a:lnTo>
                  <a:lnTo>
                    <a:pt x="58466" y="113040"/>
                  </a:lnTo>
                  <a:lnTo>
                    <a:pt x="59134" y="122460"/>
                  </a:lnTo>
                  <a:lnTo>
                    <a:pt x="59802" y="158046"/>
                  </a:lnTo>
                  <a:lnTo>
                    <a:pt x="60470" y="185260"/>
                  </a:lnTo>
                  <a:lnTo>
                    <a:pt x="61138" y="165373"/>
                  </a:lnTo>
                  <a:lnTo>
                    <a:pt x="61806" y="124553"/>
                  </a:lnTo>
                  <a:lnTo>
                    <a:pt x="62474" y="110946"/>
                  </a:lnTo>
                  <a:lnTo>
                    <a:pt x="63142" y="128740"/>
                  </a:lnTo>
                  <a:lnTo>
                    <a:pt x="63810" y="143393"/>
                  </a:lnTo>
                  <a:lnTo>
                    <a:pt x="64478" y="143393"/>
                  </a:lnTo>
                  <a:lnTo>
                    <a:pt x="65146" y="143393"/>
                  </a:lnTo>
                  <a:lnTo>
                    <a:pt x="65814" y="142346"/>
                  </a:lnTo>
                  <a:lnTo>
                    <a:pt x="66482" y="125600"/>
                  </a:lnTo>
                  <a:lnTo>
                    <a:pt x="67151" y="180415"/>
                  </a:lnTo>
                  <a:lnTo>
                    <a:pt x="67819" y="172369"/>
                  </a:lnTo>
                  <a:lnTo>
                    <a:pt x="68487" y="205632"/>
                  </a:lnTo>
                  <a:lnTo>
                    <a:pt x="69155" y="203757"/>
                  </a:lnTo>
                  <a:lnTo>
                    <a:pt x="69823" y="203757"/>
                  </a:lnTo>
                  <a:lnTo>
                    <a:pt x="70491" y="203757"/>
                  </a:lnTo>
                  <a:lnTo>
                    <a:pt x="71159" y="215287"/>
                  </a:lnTo>
                  <a:lnTo>
                    <a:pt x="71827" y="238345"/>
                  </a:lnTo>
                  <a:lnTo>
                    <a:pt x="72133" y="24848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461015" y="3785120"/>
              <a:ext cx="18797" cy="239278"/>
            </a:xfrm>
            <a:custGeom>
              <a:avLst/>
              <a:pathLst>
                <a:path w="18797" h="239278">
                  <a:moveTo>
                    <a:pt x="0" y="239278"/>
                  </a:moveTo>
                  <a:lnTo>
                    <a:pt x="128" y="236417"/>
                  </a:lnTo>
                  <a:lnTo>
                    <a:pt x="796" y="203913"/>
                  </a:lnTo>
                  <a:lnTo>
                    <a:pt x="1464" y="187755"/>
                  </a:lnTo>
                  <a:lnTo>
                    <a:pt x="2132" y="177851"/>
                  </a:lnTo>
                  <a:lnTo>
                    <a:pt x="2800" y="177330"/>
                  </a:lnTo>
                  <a:lnTo>
                    <a:pt x="3468" y="188797"/>
                  </a:lnTo>
                  <a:lnTo>
                    <a:pt x="4136" y="203638"/>
                  </a:lnTo>
                  <a:lnTo>
                    <a:pt x="4804" y="184846"/>
                  </a:lnTo>
                  <a:lnTo>
                    <a:pt x="5472" y="189985"/>
                  </a:lnTo>
                  <a:lnTo>
                    <a:pt x="6140" y="135718"/>
                  </a:lnTo>
                  <a:lnTo>
                    <a:pt x="6808" y="123519"/>
                  </a:lnTo>
                  <a:lnTo>
                    <a:pt x="7476" y="80821"/>
                  </a:lnTo>
                  <a:lnTo>
                    <a:pt x="8144" y="48035"/>
                  </a:lnTo>
                  <a:lnTo>
                    <a:pt x="8813" y="0"/>
                  </a:lnTo>
                  <a:lnTo>
                    <a:pt x="9481" y="60806"/>
                  </a:lnTo>
                  <a:lnTo>
                    <a:pt x="10149" y="59240"/>
                  </a:lnTo>
                  <a:lnTo>
                    <a:pt x="10817" y="128854"/>
                  </a:lnTo>
                  <a:lnTo>
                    <a:pt x="11485" y="165170"/>
                  </a:lnTo>
                  <a:lnTo>
                    <a:pt x="12153" y="174164"/>
                  </a:lnTo>
                  <a:lnTo>
                    <a:pt x="12821" y="175111"/>
                  </a:lnTo>
                  <a:lnTo>
                    <a:pt x="13489" y="173691"/>
                  </a:lnTo>
                  <a:lnTo>
                    <a:pt x="14157" y="163750"/>
                  </a:lnTo>
                  <a:lnTo>
                    <a:pt x="14825" y="146709"/>
                  </a:lnTo>
                  <a:lnTo>
                    <a:pt x="15493" y="146709"/>
                  </a:lnTo>
                  <a:lnTo>
                    <a:pt x="16161" y="156176"/>
                  </a:lnTo>
                  <a:lnTo>
                    <a:pt x="16829" y="163750"/>
                  </a:lnTo>
                  <a:lnTo>
                    <a:pt x="17497" y="190259"/>
                  </a:lnTo>
                  <a:lnTo>
                    <a:pt x="18165" y="210614"/>
                  </a:lnTo>
                  <a:lnTo>
                    <a:pt x="18797" y="23927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481514" y="3961178"/>
              <a:ext cx="5693" cy="63220"/>
            </a:xfrm>
            <a:custGeom>
              <a:avLst/>
              <a:pathLst>
                <a:path w="5693" h="63220">
                  <a:moveTo>
                    <a:pt x="0" y="63220"/>
                  </a:moveTo>
                  <a:lnTo>
                    <a:pt x="338" y="51156"/>
                  </a:lnTo>
                  <a:lnTo>
                    <a:pt x="1007" y="0"/>
                  </a:lnTo>
                  <a:lnTo>
                    <a:pt x="1675" y="0"/>
                  </a:lnTo>
                  <a:lnTo>
                    <a:pt x="2343" y="0"/>
                  </a:lnTo>
                  <a:lnTo>
                    <a:pt x="3011" y="3139"/>
                  </a:lnTo>
                  <a:lnTo>
                    <a:pt x="3679" y="25119"/>
                  </a:lnTo>
                  <a:lnTo>
                    <a:pt x="4347" y="62800"/>
                  </a:lnTo>
                  <a:lnTo>
                    <a:pt x="5015" y="62800"/>
                  </a:lnTo>
                  <a:lnTo>
                    <a:pt x="5683" y="62800"/>
                  </a:lnTo>
                  <a:lnTo>
                    <a:pt x="5693" y="632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498441" y="3751844"/>
              <a:ext cx="212550" cy="272554"/>
            </a:xfrm>
            <a:custGeom>
              <a:avLst/>
              <a:pathLst>
                <a:path w="212550" h="272554">
                  <a:moveTo>
                    <a:pt x="0" y="272554"/>
                  </a:moveTo>
                  <a:lnTo>
                    <a:pt x="112" y="272045"/>
                  </a:lnTo>
                  <a:lnTo>
                    <a:pt x="780" y="254488"/>
                  </a:lnTo>
                  <a:lnTo>
                    <a:pt x="1448" y="206193"/>
                  </a:lnTo>
                  <a:lnTo>
                    <a:pt x="2116" y="188400"/>
                  </a:lnTo>
                  <a:lnTo>
                    <a:pt x="2784" y="188400"/>
                  </a:lnTo>
                  <a:lnTo>
                    <a:pt x="3452" y="188400"/>
                  </a:lnTo>
                  <a:lnTo>
                    <a:pt x="4120" y="188400"/>
                  </a:lnTo>
                  <a:lnTo>
                    <a:pt x="4788" y="191540"/>
                  </a:lnTo>
                  <a:lnTo>
                    <a:pt x="5456" y="213520"/>
                  </a:lnTo>
                  <a:lnTo>
                    <a:pt x="6124" y="230267"/>
                  </a:lnTo>
                  <a:lnTo>
                    <a:pt x="6792" y="230267"/>
                  </a:lnTo>
                  <a:lnTo>
                    <a:pt x="7460" y="230267"/>
                  </a:lnTo>
                  <a:lnTo>
                    <a:pt x="8128" y="230267"/>
                  </a:lnTo>
                  <a:lnTo>
                    <a:pt x="8796" y="230267"/>
                  </a:lnTo>
                  <a:lnTo>
                    <a:pt x="9464" y="230267"/>
                  </a:lnTo>
                  <a:lnTo>
                    <a:pt x="10132" y="210380"/>
                  </a:lnTo>
                  <a:lnTo>
                    <a:pt x="10800" y="226080"/>
                  </a:lnTo>
                  <a:lnTo>
                    <a:pt x="11468" y="233407"/>
                  </a:lnTo>
                  <a:lnTo>
                    <a:pt x="12136" y="251200"/>
                  </a:lnTo>
                  <a:lnTo>
                    <a:pt x="12804" y="251200"/>
                  </a:lnTo>
                  <a:lnTo>
                    <a:pt x="13472" y="232360"/>
                  </a:lnTo>
                  <a:lnTo>
                    <a:pt x="14140" y="230267"/>
                  </a:lnTo>
                  <a:lnTo>
                    <a:pt x="14808" y="211427"/>
                  </a:lnTo>
                  <a:lnTo>
                    <a:pt x="15476" y="197820"/>
                  </a:lnTo>
                  <a:lnTo>
                    <a:pt x="16144" y="188400"/>
                  </a:lnTo>
                  <a:lnTo>
                    <a:pt x="16812" y="236518"/>
                  </a:lnTo>
                  <a:lnTo>
                    <a:pt x="17480" y="240623"/>
                  </a:lnTo>
                  <a:lnTo>
                    <a:pt x="18148" y="245241"/>
                  </a:lnTo>
                  <a:lnTo>
                    <a:pt x="18817" y="245241"/>
                  </a:lnTo>
                  <a:lnTo>
                    <a:pt x="19485" y="245241"/>
                  </a:lnTo>
                  <a:lnTo>
                    <a:pt x="20153" y="259727"/>
                  </a:lnTo>
                  <a:lnTo>
                    <a:pt x="20821" y="260490"/>
                  </a:lnTo>
                  <a:lnTo>
                    <a:pt x="21489" y="260490"/>
                  </a:lnTo>
                  <a:lnTo>
                    <a:pt x="22157" y="256678"/>
                  </a:lnTo>
                  <a:lnTo>
                    <a:pt x="22825" y="242191"/>
                  </a:lnTo>
                  <a:lnTo>
                    <a:pt x="23493" y="241428"/>
                  </a:lnTo>
                  <a:lnTo>
                    <a:pt x="24161" y="229991"/>
                  </a:lnTo>
                  <a:lnTo>
                    <a:pt x="24829" y="243716"/>
                  </a:lnTo>
                  <a:lnTo>
                    <a:pt x="25497" y="253628"/>
                  </a:lnTo>
                  <a:lnTo>
                    <a:pt x="26165" y="260490"/>
                  </a:lnTo>
                  <a:lnTo>
                    <a:pt x="26833" y="256334"/>
                  </a:lnTo>
                  <a:lnTo>
                    <a:pt x="27501" y="252640"/>
                  </a:lnTo>
                  <a:lnTo>
                    <a:pt x="28169" y="209333"/>
                  </a:lnTo>
                  <a:lnTo>
                    <a:pt x="28837" y="195727"/>
                  </a:lnTo>
                  <a:lnTo>
                    <a:pt x="29505" y="188400"/>
                  </a:lnTo>
                  <a:lnTo>
                    <a:pt x="30173" y="188400"/>
                  </a:lnTo>
                  <a:lnTo>
                    <a:pt x="30841" y="174793"/>
                  </a:lnTo>
                  <a:lnTo>
                    <a:pt x="31509" y="167467"/>
                  </a:lnTo>
                  <a:lnTo>
                    <a:pt x="32177" y="172700"/>
                  </a:lnTo>
                  <a:lnTo>
                    <a:pt x="32845" y="192587"/>
                  </a:lnTo>
                  <a:lnTo>
                    <a:pt x="33513" y="212473"/>
                  </a:lnTo>
                  <a:lnTo>
                    <a:pt x="34181" y="230267"/>
                  </a:lnTo>
                  <a:lnTo>
                    <a:pt x="34849" y="230267"/>
                  </a:lnTo>
                  <a:lnTo>
                    <a:pt x="35517" y="215613"/>
                  </a:lnTo>
                  <a:lnTo>
                    <a:pt x="36185" y="209333"/>
                  </a:lnTo>
                  <a:lnTo>
                    <a:pt x="36853" y="209333"/>
                  </a:lnTo>
                  <a:lnTo>
                    <a:pt x="37521" y="209333"/>
                  </a:lnTo>
                  <a:lnTo>
                    <a:pt x="38189" y="209333"/>
                  </a:lnTo>
                  <a:lnTo>
                    <a:pt x="38857" y="222940"/>
                  </a:lnTo>
                  <a:lnTo>
                    <a:pt x="39525" y="230267"/>
                  </a:lnTo>
                  <a:lnTo>
                    <a:pt x="40193" y="230267"/>
                  </a:lnTo>
                  <a:lnTo>
                    <a:pt x="40861" y="243873"/>
                  </a:lnTo>
                  <a:lnTo>
                    <a:pt x="41529" y="251200"/>
                  </a:lnTo>
                  <a:lnTo>
                    <a:pt x="42197" y="251200"/>
                  </a:lnTo>
                  <a:lnTo>
                    <a:pt x="42865" y="251200"/>
                  </a:lnTo>
                  <a:lnTo>
                    <a:pt x="43534" y="251200"/>
                  </a:lnTo>
                  <a:lnTo>
                    <a:pt x="44202" y="251200"/>
                  </a:lnTo>
                  <a:lnTo>
                    <a:pt x="44870" y="251200"/>
                  </a:lnTo>
                  <a:lnTo>
                    <a:pt x="45538" y="265853"/>
                  </a:lnTo>
                  <a:lnTo>
                    <a:pt x="46206" y="272133"/>
                  </a:lnTo>
                  <a:lnTo>
                    <a:pt x="46874" y="272133"/>
                  </a:lnTo>
                  <a:lnTo>
                    <a:pt x="47542" y="238640"/>
                  </a:lnTo>
                  <a:lnTo>
                    <a:pt x="48210" y="230267"/>
                  </a:lnTo>
                  <a:lnTo>
                    <a:pt x="48878" y="221893"/>
                  </a:lnTo>
                  <a:lnTo>
                    <a:pt x="49546" y="209333"/>
                  </a:lnTo>
                  <a:lnTo>
                    <a:pt x="50214" y="209333"/>
                  </a:lnTo>
                  <a:lnTo>
                    <a:pt x="50882" y="209333"/>
                  </a:lnTo>
                  <a:lnTo>
                    <a:pt x="51550" y="209333"/>
                  </a:lnTo>
                  <a:lnTo>
                    <a:pt x="52218" y="209333"/>
                  </a:lnTo>
                  <a:lnTo>
                    <a:pt x="52886" y="197820"/>
                  </a:lnTo>
                  <a:lnTo>
                    <a:pt x="53554" y="188400"/>
                  </a:lnTo>
                  <a:lnTo>
                    <a:pt x="54222" y="188400"/>
                  </a:lnTo>
                  <a:lnTo>
                    <a:pt x="54890" y="188400"/>
                  </a:lnTo>
                  <a:lnTo>
                    <a:pt x="55558" y="188400"/>
                  </a:lnTo>
                  <a:lnTo>
                    <a:pt x="56226" y="188400"/>
                  </a:lnTo>
                  <a:lnTo>
                    <a:pt x="56894" y="188400"/>
                  </a:lnTo>
                  <a:lnTo>
                    <a:pt x="57562" y="221893"/>
                  </a:lnTo>
                  <a:lnTo>
                    <a:pt x="58230" y="230267"/>
                  </a:lnTo>
                  <a:lnTo>
                    <a:pt x="58898" y="238640"/>
                  </a:lnTo>
                  <a:lnTo>
                    <a:pt x="59566" y="251200"/>
                  </a:lnTo>
                  <a:lnTo>
                    <a:pt x="60234" y="251200"/>
                  </a:lnTo>
                  <a:lnTo>
                    <a:pt x="60902" y="248060"/>
                  </a:lnTo>
                  <a:lnTo>
                    <a:pt x="61570" y="230267"/>
                  </a:lnTo>
                  <a:lnTo>
                    <a:pt x="62238" y="209333"/>
                  </a:lnTo>
                  <a:lnTo>
                    <a:pt x="62906" y="220847"/>
                  </a:lnTo>
                  <a:lnTo>
                    <a:pt x="63574" y="230267"/>
                  </a:lnTo>
                  <a:lnTo>
                    <a:pt x="64242" y="230267"/>
                  </a:lnTo>
                  <a:lnTo>
                    <a:pt x="64910" y="230267"/>
                  </a:lnTo>
                  <a:lnTo>
                    <a:pt x="65578" y="230267"/>
                  </a:lnTo>
                  <a:lnTo>
                    <a:pt x="66246" y="230267"/>
                  </a:lnTo>
                  <a:lnTo>
                    <a:pt x="66914" y="230267"/>
                  </a:lnTo>
                  <a:lnTo>
                    <a:pt x="67582" y="230267"/>
                  </a:lnTo>
                  <a:lnTo>
                    <a:pt x="68251" y="230267"/>
                  </a:lnTo>
                  <a:lnTo>
                    <a:pt x="68919" y="230267"/>
                  </a:lnTo>
                  <a:lnTo>
                    <a:pt x="69587" y="230267"/>
                  </a:lnTo>
                  <a:lnTo>
                    <a:pt x="70255" y="230267"/>
                  </a:lnTo>
                  <a:lnTo>
                    <a:pt x="70923" y="233407"/>
                  </a:lnTo>
                  <a:lnTo>
                    <a:pt x="71591" y="251200"/>
                  </a:lnTo>
                  <a:lnTo>
                    <a:pt x="72259" y="272133"/>
                  </a:lnTo>
                  <a:lnTo>
                    <a:pt x="72927" y="272133"/>
                  </a:lnTo>
                  <a:lnTo>
                    <a:pt x="73595" y="272133"/>
                  </a:lnTo>
                  <a:lnTo>
                    <a:pt x="74263" y="272133"/>
                  </a:lnTo>
                  <a:lnTo>
                    <a:pt x="74931" y="272133"/>
                  </a:lnTo>
                  <a:lnTo>
                    <a:pt x="75599" y="272133"/>
                  </a:lnTo>
                  <a:lnTo>
                    <a:pt x="76267" y="272133"/>
                  </a:lnTo>
                  <a:lnTo>
                    <a:pt x="76935" y="272133"/>
                  </a:lnTo>
                  <a:lnTo>
                    <a:pt x="77603" y="272133"/>
                  </a:lnTo>
                  <a:lnTo>
                    <a:pt x="78271" y="272133"/>
                  </a:lnTo>
                  <a:lnTo>
                    <a:pt x="78939" y="272133"/>
                  </a:lnTo>
                  <a:lnTo>
                    <a:pt x="79607" y="272133"/>
                  </a:lnTo>
                  <a:lnTo>
                    <a:pt x="80275" y="266900"/>
                  </a:lnTo>
                  <a:lnTo>
                    <a:pt x="80943" y="251200"/>
                  </a:lnTo>
                  <a:lnTo>
                    <a:pt x="81611" y="238640"/>
                  </a:lnTo>
                  <a:lnTo>
                    <a:pt x="82279" y="230267"/>
                  </a:lnTo>
                  <a:lnTo>
                    <a:pt x="82947" y="230267"/>
                  </a:lnTo>
                  <a:lnTo>
                    <a:pt x="83615" y="230267"/>
                  </a:lnTo>
                  <a:lnTo>
                    <a:pt x="84283" y="230267"/>
                  </a:lnTo>
                  <a:lnTo>
                    <a:pt x="84951" y="230267"/>
                  </a:lnTo>
                  <a:lnTo>
                    <a:pt x="85619" y="230267"/>
                  </a:lnTo>
                  <a:lnTo>
                    <a:pt x="86287" y="230267"/>
                  </a:lnTo>
                  <a:lnTo>
                    <a:pt x="86955" y="230267"/>
                  </a:lnTo>
                  <a:lnTo>
                    <a:pt x="87623" y="230267"/>
                  </a:lnTo>
                  <a:lnTo>
                    <a:pt x="88291" y="230267"/>
                  </a:lnTo>
                  <a:lnTo>
                    <a:pt x="88959" y="230267"/>
                  </a:lnTo>
                  <a:lnTo>
                    <a:pt x="89627" y="230267"/>
                  </a:lnTo>
                  <a:lnTo>
                    <a:pt x="90295" y="235500"/>
                  </a:lnTo>
                  <a:lnTo>
                    <a:pt x="90963" y="251200"/>
                  </a:lnTo>
                  <a:lnTo>
                    <a:pt x="91631" y="263760"/>
                  </a:lnTo>
                  <a:lnTo>
                    <a:pt x="92300" y="272133"/>
                  </a:lnTo>
                  <a:lnTo>
                    <a:pt x="92968" y="272133"/>
                  </a:lnTo>
                  <a:lnTo>
                    <a:pt x="93636" y="272133"/>
                  </a:lnTo>
                  <a:lnTo>
                    <a:pt x="94304" y="240733"/>
                  </a:lnTo>
                  <a:lnTo>
                    <a:pt x="94972" y="226080"/>
                  </a:lnTo>
                  <a:lnTo>
                    <a:pt x="95640" y="209333"/>
                  </a:lnTo>
                  <a:lnTo>
                    <a:pt x="96308" y="209333"/>
                  </a:lnTo>
                  <a:lnTo>
                    <a:pt x="96976" y="188400"/>
                  </a:lnTo>
                  <a:lnTo>
                    <a:pt x="97644" y="188400"/>
                  </a:lnTo>
                  <a:lnTo>
                    <a:pt x="98312" y="174793"/>
                  </a:lnTo>
                  <a:lnTo>
                    <a:pt x="98980" y="159093"/>
                  </a:lnTo>
                  <a:lnTo>
                    <a:pt x="99648" y="146533"/>
                  </a:lnTo>
                  <a:lnTo>
                    <a:pt x="100316" y="131880"/>
                  </a:lnTo>
                  <a:lnTo>
                    <a:pt x="100984" y="125600"/>
                  </a:lnTo>
                  <a:lnTo>
                    <a:pt x="101652" y="125600"/>
                  </a:lnTo>
                  <a:lnTo>
                    <a:pt x="102320" y="111993"/>
                  </a:lnTo>
                  <a:lnTo>
                    <a:pt x="102988" y="93153"/>
                  </a:lnTo>
                  <a:lnTo>
                    <a:pt x="103656" y="41866"/>
                  </a:lnTo>
                  <a:lnTo>
                    <a:pt x="104324" y="58613"/>
                  </a:lnTo>
                  <a:lnTo>
                    <a:pt x="104992" y="66986"/>
                  </a:lnTo>
                  <a:lnTo>
                    <a:pt x="105660" y="83733"/>
                  </a:lnTo>
                  <a:lnTo>
                    <a:pt x="106328" y="83733"/>
                  </a:lnTo>
                  <a:lnTo>
                    <a:pt x="106996" y="97340"/>
                  </a:lnTo>
                  <a:lnTo>
                    <a:pt x="107664" y="83733"/>
                  </a:lnTo>
                  <a:lnTo>
                    <a:pt x="108332" y="91060"/>
                  </a:lnTo>
                  <a:lnTo>
                    <a:pt x="109000" y="78500"/>
                  </a:lnTo>
                  <a:lnTo>
                    <a:pt x="109668" y="83733"/>
                  </a:lnTo>
                  <a:lnTo>
                    <a:pt x="110336" y="98386"/>
                  </a:lnTo>
                  <a:lnTo>
                    <a:pt x="111004" y="104666"/>
                  </a:lnTo>
                  <a:lnTo>
                    <a:pt x="111672" y="104666"/>
                  </a:lnTo>
                  <a:lnTo>
                    <a:pt x="112340" y="118273"/>
                  </a:lnTo>
                  <a:lnTo>
                    <a:pt x="113008" y="137113"/>
                  </a:lnTo>
                  <a:lnTo>
                    <a:pt x="113676" y="188400"/>
                  </a:lnTo>
                  <a:lnTo>
                    <a:pt x="114344" y="203053"/>
                  </a:lnTo>
                  <a:lnTo>
                    <a:pt x="115012" y="209333"/>
                  </a:lnTo>
                  <a:lnTo>
                    <a:pt x="115680" y="209333"/>
                  </a:lnTo>
                  <a:lnTo>
                    <a:pt x="116348" y="209333"/>
                  </a:lnTo>
                  <a:lnTo>
                    <a:pt x="117017" y="216660"/>
                  </a:lnTo>
                  <a:lnTo>
                    <a:pt x="117685" y="230267"/>
                  </a:lnTo>
                  <a:lnTo>
                    <a:pt x="118353" y="236547"/>
                  </a:lnTo>
                  <a:lnTo>
                    <a:pt x="119021" y="264807"/>
                  </a:lnTo>
                  <a:lnTo>
                    <a:pt x="119689" y="272133"/>
                  </a:lnTo>
                  <a:lnTo>
                    <a:pt x="120357" y="272133"/>
                  </a:lnTo>
                  <a:lnTo>
                    <a:pt x="121025" y="272133"/>
                  </a:lnTo>
                  <a:lnTo>
                    <a:pt x="121693" y="264807"/>
                  </a:lnTo>
                  <a:lnTo>
                    <a:pt x="122361" y="251200"/>
                  </a:lnTo>
                  <a:lnTo>
                    <a:pt x="123029" y="234453"/>
                  </a:lnTo>
                  <a:lnTo>
                    <a:pt x="123697" y="230267"/>
                  </a:lnTo>
                  <a:lnTo>
                    <a:pt x="124365" y="228173"/>
                  </a:lnTo>
                  <a:lnTo>
                    <a:pt x="125033" y="209333"/>
                  </a:lnTo>
                  <a:lnTo>
                    <a:pt x="125701" y="209333"/>
                  </a:lnTo>
                  <a:lnTo>
                    <a:pt x="126369" y="190493"/>
                  </a:lnTo>
                  <a:lnTo>
                    <a:pt x="127037" y="188400"/>
                  </a:lnTo>
                  <a:lnTo>
                    <a:pt x="127705" y="188400"/>
                  </a:lnTo>
                  <a:lnTo>
                    <a:pt x="128373" y="188400"/>
                  </a:lnTo>
                  <a:lnTo>
                    <a:pt x="129041" y="188400"/>
                  </a:lnTo>
                  <a:lnTo>
                    <a:pt x="129709" y="188400"/>
                  </a:lnTo>
                  <a:lnTo>
                    <a:pt x="130377" y="174793"/>
                  </a:lnTo>
                  <a:lnTo>
                    <a:pt x="131045" y="143393"/>
                  </a:lnTo>
                  <a:lnTo>
                    <a:pt x="131713" y="121413"/>
                  </a:lnTo>
                  <a:lnTo>
                    <a:pt x="132381" y="125600"/>
                  </a:lnTo>
                  <a:lnTo>
                    <a:pt x="133049" y="142347"/>
                  </a:lnTo>
                  <a:lnTo>
                    <a:pt x="133717" y="126647"/>
                  </a:lnTo>
                  <a:lnTo>
                    <a:pt x="134385" y="65940"/>
                  </a:lnTo>
                  <a:lnTo>
                    <a:pt x="135053" y="62800"/>
                  </a:lnTo>
                  <a:lnTo>
                    <a:pt x="135721" y="62800"/>
                  </a:lnTo>
                  <a:lnTo>
                    <a:pt x="136389" y="81640"/>
                  </a:lnTo>
                  <a:lnTo>
                    <a:pt x="137057" y="83733"/>
                  </a:lnTo>
                  <a:lnTo>
                    <a:pt x="137725" y="83733"/>
                  </a:lnTo>
                  <a:lnTo>
                    <a:pt x="138393" y="83733"/>
                  </a:lnTo>
                  <a:lnTo>
                    <a:pt x="139061" y="76406"/>
                  </a:lnTo>
                  <a:lnTo>
                    <a:pt x="139729" y="62800"/>
                  </a:lnTo>
                  <a:lnTo>
                    <a:pt x="140397" y="74313"/>
                  </a:lnTo>
                  <a:lnTo>
                    <a:pt x="141065" y="86873"/>
                  </a:lnTo>
                  <a:lnTo>
                    <a:pt x="141734" y="116180"/>
                  </a:lnTo>
                  <a:lnTo>
                    <a:pt x="142402" y="125600"/>
                  </a:lnTo>
                  <a:lnTo>
                    <a:pt x="143070" y="125600"/>
                  </a:lnTo>
                  <a:lnTo>
                    <a:pt x="143738" y="145486"/>
                  </a:lnTo>
                  <a:lnTo>
                    <a:pt x="144406" y="208287"/>
                  </a:lnTo>
                  <a:lnTo>
                    <a:pt x="145074" y="230267"/>
                  </a:lnTo>
                  <a:lnTo>
                    <a:pt x="145742" y="230267"/>
                  </a:lnTo>
                  <a:lnTo>
                    <a:pt x="146410" y="230267"/>
                  </a:lnTo>
                  <a:lnTo>
                    <a:pt x="147078" y="214567"/>
                  </a:lnTo>
                  <a:lnTo>
                    <a:pt x="147746" y="173747"/>
                  </a:lnTo>
                  <a:lnTo>
                    <a:pt x="148414" y="167467"/>
                  </a:lnTo>
                  <a:lnTo>
                    <a:pt x="149082" y="174793"/>
                  </a:lnTo>
                  <a:lnTo>
                    <a:pt x="149750" y="188400"/>
                  </a:lnTo>
                  <a:lnTo>
                    <a:pt x="150418" y="190493"/>
                  </a:lnTo>
                  <a:lnTo>
                    <a:pt x="151086" y="209333"/>
                  </a:lnTo>
                  <a:lnTo>
                    <a:pt x="151754" y="206193"/>
                  </a:lnTo>
                  <a:lnTo>
                    <a:pt x="152422" y="188400"/>
                  </a:lnTo>
                  <a:lnTo>
                    <a:pt x="153090" y="167467"/>
                  </a:lnTo>
                  <a:lnTo>
                    <a:pt x="153758" y="139206"/>
                  </a:lnTo>
                  <a:lnTo>
                    <a:pt x="154426" y="83733"/>
                  </a:lnTo>
                  <a:lnTo>
                    <a:pt x="155094" y="83733"/>
                  </a:lnTo>
                  <a:lnTo>
                    <a:pt x="155762" y="83733"/>
                  </a:lnTo>
                  <a:lnTo>
                    <a:pt x="156430" y="68033"/>
                  </a:lnTo>
                  <a:lnTo>
                    <a:pt x="157098" y="78500"/>
                  </a:lnTo>
                  <a:lnTo>
                    <a:pt x="157766" y="119320"/>
                  </a:lnTo>
                  <a:lnTo>
                    <a:pt x="158434" y="111993"/>
                  </a:lnTo>
                  <a:lnTo>
                    <a:pt x="159102" y="95246"/>
                  </a:lnTo>
                  <a:lnTo>
                    <a:pt x="159770" y="36633"/>
                  </a:lnTo>
                  <a:lnTo>
                    <a:pt x="160438" y="3140"/>
                  </a:lnTo>
                  <a:lnTo>
                    <a:pt x="161106" y="0"/>
                  </a:lnTo>
                  <a:lnTo>
                    <a:pt x="161774" y="3140"/>
                  </a:lnTo>
                  <a:lnTo>
                    <a:pt x="162442" y="20933"/>
                  </a:lnTo>
                  <a:lnTo>
                    <a:pt x="163110" y="41866"/>
                  </a:lnTo>
                  <a:lnTo>
                    <a:pt x="163778" y="70126"/>
                  </a:lnTo>
                  <a:lnTo>
                    <a:pt x="164446" y="118273"/>
                  </a:lnTo>
                  <a:lnTo>
                    <a:pt x="165114" y="104666"/>
                  </a:lnTo>
                  <a:lnTo>
                    <a:pt x="165782" y="103620"/>
                  </a:lnTo>
                  <a:lnTo>
                    <a:pt x="166451" y="66986"/>
                  </a:lnTo>
                  <a:lnTo>
                    <a:pt x="167119" y="41866"/>
                  </a:lnTo>
                  <a:lnTo>
                    <a:pt x="167787" y="25120"/>
                  </a:lnTo>
                  <a:lnTo>
                    <a:pt x="168455" y="34540"/>
                  </a:lnTo>
                  <a:lnTo>
                    <a:pt x="169123" y="51286"/>
                  </a:lnTo>
                  <a:lnTo>
                    <a:pt x="169791" y="109900"/>
                  </a:lnTo>
                  <a:lnTo>
                    <a:pt x="170459" y="143393"/>
                  </a:lnTo>
                  <a:lnTo>
                    <a:pt x="171127" y="146533"/>
                  </a:lnTo>
                  <a:lnTo>
                    <a:pt x="171795" y="146533"/>
                  </a:lnTo>
                  <a:lnTo>
                    <a:pt x="172463" y="128740"/>
                  </a:lnTo>
                  <a:lnTo>
                    <a:pt x="173131" y="114086"/>
                  </a:lnTo>
                  <a:lnTo>
                    <a:pt x="173799" y="104666"/>
                  </a:lnTo>
                  <a:lnTo>
                    <a:pt x="174467" y="111993"/>
                  </a:lnTo>
                  <a:lnTo>
                    <a:pt x="175135" y="125600"/>
                  </a:lnTo>
                  <a:lnTo>
                    <a:pt x="175803" y="126647"/>
                  </a:lnTo>
                  <a:lnTo>
                    <a:pt x="176471" y="178980"/>
                  </a:lnTo>
                  <a:lnTo>
                    <a:pt x="177139" y="209333"/>
                  </a:lnTo>
                  <a:lnTo>
                    <a:pt x="177807" y="226080"/>
                  </a:lnTo>
                  <a:lnTo>
                    <a:pt x="178475" y="230267"/>
                  </a:lnTo>
                  <a:lnTo>
                    <a:pt x="179143" y="230267"/>
                  </a:lnTo>
                  <a:lnTo>
                    <a:pt x="179811" y="230267"/>
                  </a:lnTo>
                  <a:lnTo>
                    <a:pt x="180479" y="230267"/>
                  </a:lnTo>
                  <a:lnTo>
                    <a:pt x="181147" y="230267"/>
                  </a:lnTo>
                  <a:lnTo>
                    <a:pt x="181815" y="230267"/>
                  </a:lnTo>
                  <a:lnTo>
                    <a:pt x="182483" y="248060"/>
                  </a:lnTo>
                  <a:lnTo>
                    <a:pt x="183151" y="262713"/>
                  </a:lnTo>
                  <a:lnTo>
                    <a:pt x="183819" y="272133"/>
                  </a:lnTo>
                  <a:lnTo>
                    <a:pt x="184487" y="272133"/>
                  </a:lnTo>
                  <a:lnTo>
                    <a:pt x="185155" y="272133"/>
                  </a:lnTo>
                  <a:lnTo>
                    <a:pt x="185823" y="272133"/>
                  </a:lnTo>
                  <a:lnTo>
                    <a:pt x="186491" y="272133"/>
                  </a:lnTo>
                  <a:lnTo>
                    <a:pt x="187159" y="272133"/>
                  </a:lnTo>
                  <a:lnTo>
                    <a:pt x="187827" y="272133"/>
                  </a:lnTo>
                  <a:lnTo>
                    <a:pt x="188495" y="272133"/>
                  </a:lnTo>
                  <a:lnTo>
                    <a:pt x="189163" y="272133"/>
                  </a:lnTo>
                  <a:lnTo>
                    <a:pt x="189831" y="272133"/>
                  </a:lnTo>
                  <a:lnTo>
                    <a:pt x="190500" y="272133"/>
                  </a:lnTo>
                  <a:lnTo>
                    <a:pt x="191168" y="272133"/>
                  </a:lnTo>
                  <a:lnTo>
                    <a:pt x="191836" y="272133"/>
                  </a:lnTo>
                  <a:lnTo>
                    <a:pt x="192504" y="272133"/>
                  </a:lnTo>
                  <a:lnTo>
                    <a:pt x="193172" y="272133"/>
                  </a:lnTo>
                  <a:lnTo>
                    <a:pt x="193840" y="272133"/>
                  </a:lnTo>
                  <a:lnTo>
                    <a:pt x="194508" y="272133"/>
                  </a:lnTo>
                  <a:lnTo>
                    <a:pt x="195176" y="272133"/>
                  </a:lnTo>
                  <a:lnTo>
                    <a:pt x="195844" y="272133"/>
                  </a:lnTo>
                  <a:lnTo>
                    <a:pt x="196512" y="272133"/>
                  </a:lnTo>
                  <a:lnTo>
                    <a:pt x="197180" y="272133"/>
                  </a:lnTo>
                  <a:lnTo>
                    <a:pt x="197848" y="272133"/>
                  </a:lnTo>
                  <a:lnTo>
                    <a:pt x="198516" y="272133"/>
                  </a:lnTo>
                  <a:lnTo>
                    <a:pt x="199184" y="272133"/>
                  </a:lnTo>
                  <a:lnTo>
                    <a:pt x="199852" y="272133"/>
                  </a:lnTo>
                  <a:lnTo>
                    <a:pt x="200520" y="272133"/>
                  </a:lnTo>
                  <a:lnTo>
                    <a:pt x="201188" y="272133"/>
                  </a:lnTo>
                  <a:lnTo>
                    <a:pt x="201856" y="264807"/>
                  </a:lnTo>
                  <a:lnTo>
                    <a:pt x="202524" y="244920"/>
                  </a:lnTo>
                  <a:lnTo>
                    <a:pt x="203192" y="247697"/>
                  </a:lnTo>
                  <a:lnTo>
                    <a:pt x="203860" y="236854"/>
                  </a:lnTo>
                  <a:lnTo>
                    <a:pt x="204528" y="250109"/>
                  </a:lnTo>
                  <a:lnTo>
                    <a:pt x="205196" y="236306"/>
                  </a:lnTo>
                  <a:lnTo>
                    <a:pt x="205864" y="247158"/>
                  </a:lnTo>
                  <a:lnTo>
                    <a:pt x="206532" y="240576"/>
                  </a:lnTo>
                  <a:lnTo>
                    <a:pt x="207200" y="242433"/>
                  </a:lnTo>
                  <a:lnTo>
                    <a:pt x="207868" y="252874"/>
                  </a:lnTo>
                  <a:lnTo>
                    <a:pt x="208536" y="252874"/>
                  </a:lnTo>
                  <a:lnTo>
                    <a:pt x="209204" y="252874"/>
                  </a:lnTo>
                  <a:lnTo>
                    <a:pt x="209872" y="263146"/>
                  </a:lnTo>
                  <a:lnTo>
                    <a:pt x="210540" y="263146"/>
                  </a:lnTo>
                  <a:lnTo>
                    <a:pt x="211208" y="263146"/>
                  </a:lnTo>
                  <a:lnTo>
                    <a:pt x="211876" y="265763"/>
                  </a:lnTo>
                  <a:lnTo>
                    <a:pt x="212544" y="272492"/>
                  </a:lnTo>
                  <a:lnTo>
                    <a:pt x="212550" y="2725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721653" y="4023978"/>
              <a:ext cx="2034" cy="420"/>
            </a:xfrm>
            <a:custGeom>
              <a:avLst/>
              <a:pathLst>
                <a:path w="2034" h="420">
                  <a:moveTo>
                    <a:pt x="0" y="420"/>
                  </a:moveTo>
                  <a:lnTo>
                    <a:pt x="21" y="0"/>
                  </a:lnTo>
                  <a:lnTo>
                    <a:pt x="689" y="0"/>
                  </a:lnTo>
                  <a:lnTo>
                    <a:pt x="1357" y="0"/>
                  </a:lnTo>
                  <a:lnTo>
                    <a:pt x="2025" y="0"/>
                  </a:lnTo>
                  <a:lnTo>
                    <a:pt x="2034" y="4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726521" y="3885818"/>
              <a:ext cx="50952" cy="138580"/>
            </a:xfrm>
            <a:custGeom>
              <a:avLst/>
              <a:pathLst>
                <a:path w="50952" h="138580">
                  <a:moveTo>
                    <a:pt x="0" y="138580"/>
                  </a:moveTo>
                  <a:lnTo>
                    <a:pt x="497" y="121459"/>
                  </a:lnTo>
                  <a:lnTo>
                    <a:pt x="1166" y="108949"/>
                  </a:lnTo>
                  <a:lnTo>
                    <a:pt x="1834" y="107386"/>
                  </a:lnTo>
                  <a:lnTo>
                    <a:pt x="2502" y="107386"/>
                  </a:lnTo>
                  <a:lnTo>
                    <a:pt x="3170" y="107386"/>
                  </a:lnTo>
                  <a:lnTo>
                    <a:pt x="3838" y="107386"/>
                  </a:lnTo>
                  <a:lnTo>
                    <a:pt x="4506" y="107386"/>
                  </a:lnTo>
                  <a:lnTo>
                    <a:pt x="5174" y="107386"/>
                  </a:lnTo>
                  <a:lnTo>
                    <a:pt x="5842" y="107386"/>
                  </a:lnTo>
                  <a:lnTo>
                    <a:pt x="6510" y="107386"/>
                  </a:lnTo>
                  <a:lnTo>
                    <a:pt x="7178" y="107386"/>
                  </a:lnTo>
                  <a:lnTo>
                    <a:pt x="7846" y="83730"/>
                  </a:lnTo>
                  <a:lnTo>
                    <a:pt x="8514" y="97532"/>
                  </a:lnTo>
                  <a:lnTo>
                    <a:pt x="9182" y="132938"/>
                  </a:lnTo>
                  <a:lnTo>
                    <a:pt x="9850" y="116862"/>
                  </a:lnTo>
                  <a:lnTo>
                    <a:pt x="10518" y="109900"/>
                  </a:lnTo>
                  <a:lnTo>
                    <a:pt x="11186" y="120366"/>
                  </a:lnTo>
                  <a:lnTo>
                    <a:pt x="11854" y="105713"/>
                  </a:lnTo>
                  <a:lnTo>
                    <a:pt x="12522" y="79546"/>
                  </a:lnTo>
                  <a:lnTo>
                    <a:pt x="13190" y="75360"/>
                  </a:lnTo>
                  <a:lnTo>
                    <a:pt x="13858" y="75360"/>
                  </a:lnTo>
                  <a:lnTo>
                    <a:pt x="14526" y="75360"/>
                  </a:lnTo>
                  <a:lnTo>
                    <a:pt x="15194" y="75360"/>
                  </a:lnTo>
                  <a:lnTo>
                    <a:pt x="15862" y="75360"/>
                  </a:lnTo>
                  <a:lnTo>
                    <a:pt x="16530" y="75360"/>
                  </a:lnTo>
                  <a:lnTo>
                    <a:pt x="17198" y="75360"/>
                  </a:lnTo>
                  <a:lnTo>
                    <a:pt x="17866" y="75360"/>
                  </a:lnTo>
                  <a:lnTo>
                    <a:pt x="18534" y="75360"/>
                  </a:lnTo>
                  <a:lnTo>
                    <a:pt x="19202" y="75360"/>
                  </a:lnTo>
                  <a:lnTo>
                    <a:pt x="19870" y="61753"/>
                  </a:lnTo>
                  <a:lnTo>
                    <a:pt x="20538" y="54426"/>
                  </a:lnTo>
                  <a:lnTo>
                    <a:pt x="21206" y="69080"/>
                  </a:lnTo>
                  <a:lnTo>
                    <a:pt x="21874" y="86873"/>
                  </a:lnTo>
                  <a:lnTo>
                    <a:pt x="22542" y="113040"/>
                  </a:lnTo>
                  <a:lnTo>
                    <a:pt x="23210" y="117226"/>
                  </a:lnTo>
                  <a:lnTo>
                    <a:pt x="23878" y="117226"/>
                  </a:lnTo>
                  <a:lnTo>
                    <a:pt x="24546" y="117226"/>
                  </a:lnTo>
                  <a:lnTo>
                    <a:pt x="25214" y="117226"/>
                  </a:lnTo>
                  <a:lnTo>
                    <a:pt x="25883" y="117226"/>
                  </a:lnTo>
                  <a:lnTo>
                    <a:pt x="26551" y="117226"/>
                  </a:lnTo>
                  <a:lnTo>
                    <a:pt x="27219" y="117226"/>
                  </a:lnTo>
                  <a:lnTo>
                    <a:pt x="27887" y="117226"/>
                  </a:lnTo>
                  <a:lnTo>
                    <a:pt x="28555" y="117226"/>
                  </a:lnTo>
                  <a:lnTo>
                    <a:pt x="29223" y="117226"/>
                  </a:lnTo>
                  <a:lnTo>
                    <a:pt x="29891" y="130833"/>
                  </a:lnTo>
                  <a:lnTo>
                    <a:pt x="30559" y="138160"/>
                  </a:lnTo>
                  <a:lnTo>
                    <a:pt x="31227" y="138160"/>
                  </a:lnTo>
                  <a:lnTo>
                    <a:pt x="31895" y="131880"/>
                  </a:lnTo>
                  <a:lnTo>
                    <a:pt x="32563" y="117226"/>
                  </a:lnTo>
                  <a:lnTo>
                    <a:pt x="33231" y="117226"/>
                  </a:lnTo>
                  <a:lnTo>
                    <a:pt x="33899" y="117226"/>
                  </a:lnTo>
                  <a:lnTo>
                    <a:pt x="34567" y="117226"/>
                  </a:lnTo>
                  <a:lnTo>
                    <a:pt x="35235" y="117226"/>
                  </a:lnTo>
                  <a:lnTo>
                    <a:pt x="35903" y="117226"/>
                  </a:lnTo>
                  <a:lnTo>
                    <a:pt x="36571" y="117226"/>
                  </a:lnTo>
                  <a:lnTo>
                    <a:pt x="37239" y="107806"/>
                  </a:lnTo>
                  <a:lnTo>
                    <a:pt x="37907" y="57566"/>
                  </a:lnTo>
                  <a:lnTo>
                    <a:pt x="38575" y="54426"/>
                  </a:lnTo>
                  <a:lnTo>
                    <a:pt x="39243" y="31400"/>
                  </a:lnTo>
                  <a:lnTo>
                    <a:pt x="39911" y="12560"/>
                  </a:lnTo>
                  <a:lnTo>
                    <a:pt x="40579" y="12560"/>
                  </a:lnTo>
                  <a:lnTo>
                    <a:pt x="41247" y="12560"/>
                  </a:lnTo>
                  <a:lnTo>
                    <a:pt x="41915" y="0"/>
                  </a:lnTo>
                  <a:lnTo>
                    <a:pt x="42583" y="12560"/>
                  </a:lnTo>
                  <a:lnTo>
                    <a:pt x="43251" y="12560"/>
                  </a:lnTo>
                  <a:lnTo>
                    <a:pt x="43919" y="12560"/>
                  </a:lnTo>
                  <a:lnTo>
                    <a:pt x="44587" y="12560"/>
                  </a:lnTo>
                  <a:lnTo>
                    <a:pt x="45255" y="64659"/>
                  </a:lnTo>
                  <a:lnTo>
                    <a:pt x="45923" y="59517"/>
                  </a:lnTo>
                  <a:lnTo>
                    <a:pt x="46591" y="64431"/>
                  </a:lnTo>
                  <a:lnTo>
                    <a:pt x="47259" y="70094"/>
                  </a:lnTo>
                  <a:lnTo>
                    <a:pt x="47927" y="93730"/>
                  </a:lnTo>
                  <a:lnTo>
                    <a:pt x="48595" y="96018"/>
                  </a:lnTo>
                  <a:lnTo>
                    <a:pt x="49263" y="112792"/>
                  </a:lnTo>
                  <a:lnTo>
                    <a:pt x="49932" y="126516"/>
                  </a:lnTo>
                  <a:lnTo>
                    <a:pt x="50600" y="121179"/>
                  </a:lnTo>
                  <a:lnTo>
                    <a:pt x="50952" y="13858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782696" y="4010922"/>
              <a:ext cx="7429" cy="13476"/>
            </a:xfrm>
            <a:custGeom>
              <a:avLst/>
              <a:pathLst>
                <a:path w="7429" h="13476">
                  <a:moveTo>
                    <a:pt x="0" y="13476"/>
                  </a:moveTo>
                  <a:lnTo>
                    <a:pt x="437" y="6419"/>
                  </a:lnTo>
                  <a:lnTo>
                    <a:pt x="1105" y="5905"/>
                  </a:lnTo>
                  <a:lnTo>
                    <a:pt x="1773" y="9757"/>
                  </a:lnTo>
                  <a:lnTo>
                    <a:pt x="2441" y="5135"/>
                  </a:lnTo>
                  <a:lnTo>
                    <a:pt x="3109" y="4878"/>
                  </a:lnTo>
                  <a:lnTo>
                    <a:pt x="3777" y="0"/>
                  </a:lnTo>
                  <a:lnTo>
                    <a:pt x="4445" y="1797"/>
                  </a:lnTo>
                  <a:lnTo>
                    <a:pt x="5113" y="8730"/>
                  </a:lnTo>
                  <a:lnTo>
                    <a:pt x="5781" y="12233"/>
                  </a:lnTo>
                  <a:lnTo>
                    <a:pt x="6449" y="9730"/>
                  </a:lnTo>
                  <a:lnTo>
                    <a:pt x="7117" y="13090"/>
                  </a:lnTo>
                  <a:lnTo>
                    <a:pt x="7429" y="134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790492" y="2658076"/>
              <a:ext cx="628815" cy="1366322"/>
            </a:xfrm>
            <a:custGeom>
              <a:avLst/>
              <a:pathLst>
                <a:path w="628815" h="1366322">
                  <a:moveTo>
                    <a:pt x="0" y="1366322"/>
                  </a:moveTo>
                  <a:lnTo>
                    <a:pt x="657" y="1338590"/>
                  </a:lnTo>
                  <a:lnTo>
                    <a:pt x="1325" y="1323760"/>
                  </a:lnTo>
                  <a:lnTo>
                    <a:pt x="1993" y="1260189"/>
                  </a:lnTo>
                  <a:lnTo>
                    <a:pt x="2661" y="1297869"/>
                  </a:lnTo>
                  <a:lnTo>
                    <a:pt x="3329" y="1303102"/>
                  </a:lnTo>
                  <a:lnTo>
                    <a:pt x="3997" y="1305195"/>
                  </a:lnTo>
                  <a:lnTo>
                    <a:pt x="4665" y="1324035"/>
                  </a:lnTo>
                  <a:lnTo>
                    <a:pt x="5333" y="1325082"/>
                  </a:lnTo>
                  <a:lnTo>
                    <a:pt x="6001" y="1344969"/>
                  </a:lnTo>
                  <a:lnTo>
                    <a:pt x="6669" y="1344969"/>
                  </a:lnTo>
                  <a:lnTo>
                    <a:pt x="7337" y="1344969"/>
                  </a:lnTo>
                  <a:lnTo>
                    <a:pt x="8005" y="1344969"/>
                  </a:lnTo>
                  <a:lnTo>
                    <a:pt x="8673" y="1344969"/>
                  </a:lnTo>
                  <a:lnTo>
                    <a:pt x="9341" y="1356388"/>
                  </a:lnTo>
                  <a:lnTo>
                    <a:pt x="10009" y="1364998"/>
                  </a:lnTo>
                  <a:lnTo>
                    <a:pt x="10678" y="1363945"/>
                  </a:lnTo>
                  <a:lnTo>
                    <a:pt x="11346" y="1363115"/>
                  </a:lnTo>
                  <a:lnTo>
                    <a:pt x="12014" y="1363427"/>
                  </a:lnTo>
                  <a:lnTo>
                    <a:pt x="12682" y="1353617"/>
                  </a:lnTo>
                  <a:lnTo>
                    <a:pt x="13350" y="1344471"/>
                  </a:lnTo>
                  <a:lnTo>
                    <a:pt x="14018" y="1316532"/>
                  </a:lnTo>
                  <a:lnTo>
                    <a:pt x="14686" y="1309758"/>
                  </a:lnTo>
                  <a:lnTo>
                    <a:pt x="15354" y="1311475"/>
                  </a:lnTo>
                  <a:lnTo>
                    <a:pt x="16022" y="1297207"/>
                  </a:lnTo>
                  <a:lnTo>
                    <a:pt x="16690" y="1294269"/>
                  </a:lnTo>
                  <a:lnTo>
                    <a:pt x="17358" y="1294269"/>
                  </a:lnTo>
                  <a:lnTo>
                    <a:pt x="18026" y="1293850"/>
                  </a:lnTo>
                  <a:lnTo>
                    <a:pt x="18694" y="1288814"/>
                  </a:lnTo>
                  <a:lnTo>
                    <a:pt x="19362" y="1292591"/>
                  </a:lnTo>
                  <a:lnTo>
                    <a:pt x="20030" y="1291231"/>
                  </a:lnTo>
                  <a:lnTo>
                    <a:pt x="20698" y="1291908"/>
                  </a:lnTo>
                  <a:lnTo>
                    <a:pt x="21366" y="1291198"/>
                  </a:lnTo>
                  <a:lnTo>
                    <a:pt x="22034" y="1282491"/>
                  </a:lnTo>
                  <a:lnTo>
                    <a:pt x="22702" y="1252198"/>
                  </a:lnTo>
                  <a:lnTo>
                    <a:pt x="23370" y="1235785"/>
                  </a:lnTo>
                  <a:lnTo>
                    <a:pt x="24038" y="1269293"/>
                  </a:lnTo>
                  <a:lnTo>
                    <a:pt x="24706" y="1267774"/>
                  </a:lnTo>
                  <a:lnTo>
                    <a:pt x="25374" y="1219411"/>
                  </a:lnTo>
                  <a:lnTo>
                    <a:pt x="26042" y="1245995"/>
                  </a:lnTo>
                  <a:lnTo>
                    <a:pt x="26710" y="1251728"/>
                  </a:lnTo>
                  <a:lnTo>
                    <a:pt x="27378" y="1251728"/>
                  </a:lnTo>
                  <a:lnTo>
                    <a:pt x="28046" y="1252771"/>
                  </a:lnTo>
                  <a:lnTo>
                    <a:pt x="28714" y="1265281"/>
                  </a:lnTo>
                  <a:lnTo>
                    <a:pt x="29382" y="1276394"/>
                  </a:lnTo>
                  <a:lnTo>
                    <a:pt x="30050" y="1257886"/>
                  </a:lnTo>
                  <a:lnTo>
                    <a:pt x="30718" y="1260920"/>
                  </a:lnTo>
                  <a:lnTo>
                    <a:pt x="31386" y="1239889"/>
                  </a:lnTo>
                  <a:lnTo>
                    <a:pt x="32054" y="1297471"/>
                  </a:lnTo>
                  <a:lnTo>
                    <a:pt x="32722" y="1347747"/>
                  </a:lnTo>
                  <a:lnTo>
                    <a:pt x="33390" y="1354817"/>
                  </a:lnTo>
                  <a:lnTo>
                    <a:pt x="34058" y="1333455"/>
                  </a:lnTo>
                  <a:lnTo>
                    <a:pt x="34726" y="1344969"/>
                  </a:lnTo>
                  <a:lnTo>
                    <a:pt x="35395" y="1344969"/>
                  </a:lnTo>
                  <a:lnTo>
                    <a:pt x="36063" y="1362762"/>
                  </a:lnTo>
                  <a:lnTo>
                    <a:pt x="36731" y="1365902"/>
                  </a:lnTo>
                  <a:lnTo>
                    <a:pt x="37399" y="1365902"/>
                  </a:lnTo>
                  <a:lnTo>
                    <a:pt x="38067" y="1365902"/>
                  </a:lnTo>
                  <a:lnTo>
                    <a:pt x="38735" y="1365902"/>
                  </a:lnTo>
                  <a:lnTo>
                    <a:pt x="39403" y="1365902"/>
                  </a:lnTo>
                  <a:lnTo>
                    <a:pt x="40071" y="1365902"/>
                  </a:lnTo>
                  <a:lnTo>
                    <a:pt x="40739" y="1365902"/>
                  </a:lnTo>
                  <a:lnTo>
                    <a:pt x="41407" y="1365902"/>
                  </a:lnTo>
                  <a:lnTo>
                    <a:pt x="42075" y="1365902"/>
                  </a:lnTo>
                  <a:lnTo>
                    <a:pt x="42743" y="1365902"/>
                  </a:lnTo>
                  <a:lnTo>
                    <a:pt x="43411" y="1365902"/>
                  </a:lnTo>
                  <a:lnTo>
                    <a:pt x="44079" y="1365902"/>
                  </a:lnTo>
                  <a:lnTo>
                    <a:pt x="44747" y="1365902"/>
                  </a:lnTo>
                  <a:lnTo>
                    <a:pt x="45415" y="1365902"/>
                  </a:lnTo>
                  <a:lnTo>
                    <a:pt x="46083" y="1350202"/>
                  </a:lnTo>
                  <a:lnTo>
                    <a:pt x="46751" y="1340782"/>
                  </a:lnTo>
                  <a:lnTo>
                    <a:pt x="47419" y="1324035"/>
                  </a:lnTo>
                  <a:lnTo>
                    <a:pt x="48087" y="1324035"/>
                  </a:lnTo>
                  <a:lnTo>
                    <a:pt x="48755" y="1324035"/>
                  </a:lnTo>
                  <a:lnTo>
                    <a:pt x="49423" y="1324035"/>
                  </a:lnTo>
                  <a:lnTo>
                    <a:pt x="50091" y="1324035"/>
                  </a:lnTo>
                  <a:lnTo>
                    <a:pt x="50759" y="1324035"/>
                  </a:lnTo>
                  <a:lnTo>
                    <a:pt x="51427" y="1324035"/>
                  </a:lnTo>
                  <a:lnTo>
                    <a:pt x="52095" y="1324035"/>
                  </a:lnTo>
                  <a:lnTo>
                    <a:pt x="52763" y="1324035"/>
                  </a:lnTo>
                  <a:lnTo>
                    <a:pt x="53431" y="1305195"/>
                  </a:lnTo>
                  <a:lnTo>
                    <a:pt x="54099" y="1299962"/>
                  </a:lnTo>
                  <a:lnTo>
                    <a:pt x="54767" y="1282169"/>
                  </a:lnTo>
                  <a:lnTo>
                    <a:pt x="55435" y="1282169"/>
                  </a:lnTo>
                  <a:lnTo>
                    <a:pt x="56103" y="1297869"/>
                  </a:lnTo>
                  <a:lnTo>
                    <a:pt x="56771" y="1288449"/>
                  </a:lnTo>
                  <a:lnTo>
                    <a:pt x="57439" y="1303102"/>
                  </a:lnTo>
                  <a:lnTo>
                    <a:pt x="58107" y="1303102"/>
                  </a:lnTo>
                  <a:lnTo>
                    <a:pt x="58775" y="1284262"/>
                  </a:lnTo>
                  <a:lnTo>
                    <a:pt x="59443" y="1282169"/>
                  </a:lnTo>
                  <a:lnTo>
                    <a:pt x="60112" y="1275889"/>
                  </a:lnTo>
                  <a:lnTo>
                    <a:pt x="60780" y="1260189"/>
                  </a:lnTo>
                  <a:lnTo>
                    <a:pt x="61448" y="1240302"/>
                  </a:lnTo>
                  <a:lnTo>
                    <a:pt x="62116" y="1240302"/>
                  </a:lnTo>
                  <a:lnTo>
                    <a:pt x="62784" y="1240302"/>
                  </a:lnTo>
                  <a:lnTo>
                    <a:pt x="63452" y="1259142"/>
                  </a:lnTo>
                  <a:lnTo>
                    <a:pt x="64120" y="1264375"/>
                  </a:lnTo>
                  <a:lnTo>
                    <a:pt x="64788" y="1282169"/>
                  </a:lnTo>
                  <a:lnTo>
                    <a:pt x="65456" y="1282169"/>
                  </a:lnTo>
                  <a:lnTo>
                    <a:pt x="66124" y="1282169"/>
                  </a:lnTo>
                  <a:lnTo>
                    <a:pt x="66792" y="1301009"/>
                  </a:lnTo>
                  <a:lnTo>
                    <a:pt x="67460" y="1303102"/>
                  </a:lnTo>
                  <a:lnTo>
                    <a:pt x="68128" y="1303102"/>
                  </a:lnTo>
                  <a:lnTo>
                    <a:pt x="68796" y="1321942"/>
                  </a:lnTo>
                  <a:lnTo>
                    <a:pt x="69464" y="1324035"/>
                  </a:lnTo>
                  <a:lnTo>
                    <a:pt x="70132" y="1330315"/>
                  </a:lnTo>
                  <a:lnTo>
                    <a:pt x="70800" y="1340782"/>
                  </a:lnTo>
                  <a:lnTo>
                    <a:pt x="71468" y="1344969"/>
                  </a:lnTo>
                  <a:lnTo>
                    <a:pt x="72136" y="1333455"/>
                  </a:lnTo>
                  <a:lnTo>
                    <a:pt x="72804" y="1324035"/>
                  </a:lnTo>
                  <a:lnTo>
                    <a:pt x="73472" y="1324035"/>
                  </a:lnTo>
                  <a:lnTo>
                    <a:pt x="74140" y="1324035"/>
                  </a:lnTo>
                  <a:lnTo>
                    <a:pt x="74808" y="1324035"/>
                  </a:lnTo>
                  <a:lnTo>
                    <a:pt x="75476" y="1324035"/>
                  </a:lnTo>
                  <a:lnTo>
                    <a:pt x="76144" y="1324035"/>
                  </a:lnTo>
                  <a:lnTo>
                    <a:pt x="76812" y="1324035"/>
                  </a:lnTo>
                  <a:lnTo>
                    <a:pt x="77480" y="1361741"/>
                  </a:lnTo>
                  <a:lnTo>
                    <a:pt x="78148" y="1358744"/>
                  </a:lnTo>
                  <a:lnTo>
                    <a:pt x="78816" y="1345872"/>
                  </a:lnTo>
                  <a:lnTo>
                    <a:pt x="79484" y="1323760"/>
                  </a:lnTo>
                  <a:lnTo>
                    <a:pt x="80152" y="1327075"/>
                  </a:lnTo>
                  <a:lnTo>
                    <a:pt x="80820" y="1310070"/>
                  </a:lnTo>
                  <a:lnTo>
                    <a:pt x="81488" y="1309464"/>
                  </a:lnTo>
                  <a:lnTo>
                    <a:pt x="82156" y="1314318"/>
                  </a:lnTo>
                  <a:lnTo>
                    <a:pt x="82824" y="1309464"/>
                  </a:lnTo>
                  <a:lnTo>
                    <a:pt x="83492" y="1309464"/>
                  </a:lnTo>
                  <a:lnTo>
                    <a:pt x="84161" y="1309464"/>
                  </a:lnTo>
                  <a:lnTo>
                    <a:pt x="84829" y="1297935"/>
                  </a:lnTo>
                  <a:lnTo>
                    <a:pt x="85497" y="1285192"/>
                  </a:lnTo>
                  <a:lnTo>
                    <a:pt x="86165" y="1285192"/>
                  </a:lnTo>
                  <a:lnTo>
                    <a:pt x="86833" y="1285192"/>
                  </a:lnTo>
                  <a:lnTo>
                    <a:pt x="87501" y="1287468"/>
                  </a:lnTo>
                  <a:lnTo>
                    <a:pt x="88169" y="1285251"/>
                  </a:lnTo>
                  <a:lnTo>
                    <a:pt x="88837" y="1255901"/>
                  </a:lnTo>
                  <a:lnTo>
                    <a:pt x="89505" y="1267338"/>
                  </a:lnTo>
                  <a:lnTo>
                    <a:pt x="90173" y="1280639"/>
                  </a:lnTo>
                  <a:lnTo>
                    <a:pt x="90841" y="1224602"/>
                  </a:lnTo>
                  <a:lnTo>
                    <a:pt x="91509" y="1227742"/>
                  </a:lnTo>
                  <a:lnTo>
                    <a:pt x="92177" y="1222509"/>
                  </a:lnTo>
                  <a:lnTo>
                    <a:pt x="92845" y="1240302"/>
                  </a:lnTo>
                  <a:lnTo>
                    <a:pt x="93513" y="1240302"/>
                  </a:lnTo>
                  <a:lnTo>
                    <a:pt x="94181" y="1237162"/>
                  </a:lnTo>
                  <a:lnTo>
                    <a:pt x="94849" y="1239255"/>
                  </a:lnTo>
                  <a:lnTo>
                    <a:pt x="95517" y="1244489"/>
                  </a:lnTo>
                  <a:lnTo>
                    <a:pt x="96185" y="1234022"/>
                  </a:lnTo>
                  <a:lnTo>
                    <a:pt x="96853" y="1219369"/>
                  </a:lnTo>
                  <a:lnTo>
                    <a:pt x="97521" y="1219369"/>
                  </a:lnTo>
                  <a:lnTo>
                    <a:pt x="98189" y="1219369"/>
                  </a:lnTo>
                  <a:lnTo>
                    <a:pt x="98857" y="1212042"/>
                  </a:lnTo>
                  <a:lnTo>
                    <a:pt x="99525" y="1209949"/>
                  </a:lnTo>
                  <a:lnTo>
                    <a:pt x="100193" y="1213089"/>
                  </a:lnTo>
                  <a:lnTo>
                    <a:pt x="100861" y="1226695"/>
                  </a:lnTo>
                  <a:lnTo>
                    <a:pt x="101529" y="1231929"/>
                  </a:lnTo>
                  <a:lnTo>
                    <a:pt x="102197" y="1240302"/>
                  </a:lnTo>
                  <a:lnTo>
                    <a:pt x="102865" y="1240302"/>
                  </a:lnTo>
                  <a:lnTo>
                    <a:pt x="103533" y="1240302"/>
                  </a:lnTo>
                  <a:lnTo>
                    <a:pt x="104201" y="1243442"/>
                  </a:lnTo>
                  <a:lnTo>
                    <a:pt x="104869" y="1261235"/>
                  </a:lnTo>
                  <a:lnTo>
                    <a:pt x="105537" y="1277982"/>
                  </a:lnTo>
                  <a:lnTo>
                    <a:pt x="106205" y="1288449"/>
                  </a:lnTo>
                  <a:lnTo>
                    <a:pt x="106873" y="1303102"/>
                  </a:lnTo>
                  <a:lnTo>
                    <a:pt x="107541" y="1303102"/>
                  </a:lnTo>
                  <a:lnTo>
                    <a:pt x="108209" y="1303102"/>
                  </a:lnTo>
                  <a:lnTo>
                    <a:pt x="108878" y="1310429"/>
                  </a:lnTo>
                  <a:lnTo>
                    <a:pt x="109546" y="1327175"/>
                  </a:lnTo>
                  <a:lnTo>
                    <a:pt x="110214" y="1344969"/>
                  </a:lnTo>
                  <a:lnTo>
                    <a:pt x="110882" y="1357529"/>
                  </a:lnTo>
                  <a:lnTo>
                    <a:pt x="111550" y="1365902"/>
                  </a:lnTo>
                  <a:lnTo>
                    <a:pt x="112218" y="1365902"/>
                  </a:lnTo>
                  <a:lnTo>
                    <a:pt x="112886" y="1365902"/>
                  </a:lnTo>
                  <a:lnTo>
                    <a:pt x="113554" y="1365902"/>
                  </a:lnTo>
                  <a:lnTo>
                    <a:pt x="114222" y="1365902"/>
                  </a:lnTo>
                  <a:lnTo>
                    <a:pt x="114890" y="1365902"/>
                  </a:lnTo>
                  <a:lnTo>
                    <a:pt x="115558" y="1365902"/>
                  </a:lnTo>
                  <a:lnTo>
                    <a:pt x="116226" y="1365902"/>
                  </a:lnTo>
                  <a:lnTo>
                    <a:pt x="116894" y="1365902"/>
                  </a:lnTo>
                  <a:lnTo>
                    <a:pt x="117562" y="1365902"/>
                  </a:lnTo>
                  <a:lnTo>
                    <a:pt x="118230" y="1354389"/>
                  </a:lnTo>
                  <a:lnTo>
                    <a:pt x="118898" y="1344969"/>
                  </a:lnTo>
                  <a:lnTo>
                    <a:pt x="119566" y="1344969"/>
                  </a:lnTo>
                  <a:lnTo>
                    <a:pt x="120234" y="1344969"/>
                  </a:lnTo>
                  <a:lnTo>
                    <a:pt x="120902" y="1343922"/>
                  </a:lnTo>
                  <a:lnTo>
                    <a:pt x="121570" y="1324035"/>
                  </a:lnTo>
                  <a:lnTo>
                    <a:pt x="122238" y="1324035"/>
                  </a:lnTo>
                  <a:lnTo>
                    <a:pt x="122906" y="1301009"/>
                  </a:lnTo>
                  <a:lnTo>
                    <a:pt x="123574" y="1282169"/>
                  </a:lnTo>
                  <a:lnTo>
                    <a:pt x="124242" y="1282169"/>
                  </a:lnTo>
                  <a:lnTo>
                    <a:pt x="124910" y="1282169"/>
                  </a:lnTo>
                  <a:lnTo>
                    <a:pt x="125578" y="1282169"/>
                  </a:lnTo>
                  <a:lnTo>
                    <a:pt x="126246" y="1282169"/>
                  </a:lnTo>
                  <a:lnTo>
                    <a:pt x="126914" y="1282169"/>
                  </a:lnTo>
                  <a:lnTo>
                    <a:pt x="127582" y="1282169"/>
                  </a:lnTo>
                  <a:lnTo>
                    <a:pt x="128250" y="1293682"/>
                  </a:lnTo>
                  <a:lnTo>
                    <a:pt x="128918" y="1303102"/>
                  </a:lnTo>
                  <a:lnTo>
                    <a:pt x="129586" y="1303102"/>
                  </a:lnTo>
                  <a:lnTo>
                    <a:pt x="130254" y="1336599"/>
                  </a:lnTo>
                  <a:lnTo>
                    <a:pt x="130922" y="1329679"/>
                  </a:lnTo>
                  <a:lnTo>
                    <a:pt x="131590" y="1323606"/>
                  </a:lnTo>
                  <a:lnTo>
                    <a:pt x="132258" y="1323760"/>
                  </a:lnTo>
                  <a:lnTo>
                    <a:pt x="132926" y="1340534"/>
                  </a:lnTo>
                  <a:lnTo>
                    <a:pt x="133595" y="1354259"/>
                  </a:lnTo>
                  <a:lnTo>
                    <a:pt x="134263" y="1354259"/>
                  </a:lnTo>
                  <a:lnTo>
                    <a:pt x="134931" y="1351209"/>
                  </a:lnTo>
                  <a:lnTo>
                    <a:pt x="135599" y="1322998"/>
                  </a:lnTo>
                  <a:lnTo>
                    <a:pt x="136267" y="1285637"/>
                  </a:lnTo>
                  <a:lnTo>
                    <a:pt x="136935" y="1271150"/>
                  </a:lnTo>
                  <a:lnTo>
                    <a:pt x="137603" y="1262763"/>
                  </a:lnTo>
                  <a:lnTo>
                    <a:pt x="138271" y="1262763"/>
                  </a:lnTo>
                  <a:lnTo>
                    <a:pt x="138939" y="1262763"/>
                  </a:lnTo>
                  <a:lnTo>
                    <a:pt x="139607" y="1251326"/>
                  </a:lnTo>
                  <a:lnTo>
                    <a:pt x="140275" y="1253841"/>
                  </a:lnTo>
                  <a:lnTo>
                    <a:pt x="140943" y="1244839"/>
                  </a:lnTo>
                  <a:lnTo>
                    <a:pt x="141611" y="1246519"/>
                  </a:lnTo>
                  <a:lnTo>
                    <a:pt x="142279" y="1177502"/>
                  </a:lnTo>
                  <a:lnTo>
                    <a:pt x="142947" y="1162849"/>
                  </a:lnTo>
                  <a:lnTo>
                    <a:pt x="143615" y="1135635"/>
                  </a:lnTo>
                  <a:lnTo>
                    <a:pt x="144283" y="1135635"/>
                  </a:lnTo>
                  <a:lnTo>
                    <a:pt x="144951" y="1139822"/>
                  </a:lnTo>
                  <a:lnTo>
                    <a:pt x="145619" y="1162849"/>
                  </a:lnTo>
                  <a:lnTo>
                    <a:pt x="146287" y="1208902"/>
                  </a:lnTo>
                  <a:lnTo>
                    <a:pt x="146955" y="1228789"/>
                  </a:lnTo>
                  <a:lnTo>
                    <a:pt x="147623" y="1240302"/>
                  </a:lnTo>
                  <a:lnTo>
                    <a:pt x="148291" y="1223555"/>
                  </a:lnTo>
                  <a:lnTo>
                    <a:pt x="148959" y="1219369"/>
                  </a:lnTo>
                  <a:lnTo>
                    <a:pt x="149627" y="1235069"/>
                  </a:lnTo>
                  <a:lnTo>
                    <a:pt x="150295" y="1241349"/>
                  </a:lnTo>
                  <a:lnTo>
                    <a:pt x="150963" y="1262282"/>
                  </a:lnTo>
                  <a:lnTo>
                    <a:pt x="151631" y="1282169"/>
                  </a:lnTo>
                  <a:lnTo>
                    <a:pt x="152299" y="1280075"/>
                  </a:lnTo>
                  <a:lnTo>
                    <a:pt x="152967" y="1263329"/>
                  </a:lnTo>
                  <a:lnTo>
                    <a:pt x="153635" y="1282169"/>
                  </a:lnTo>
                  <a:lnTo>
                    <a:pt x="154303" y="1264375"/>
                  </a:lnTo>
                  <a:lnTo>
                    <a:pt x="154971" y="1245535"/>
                  </a:lnTo>
                  <a:lnTo>
                    <a:pt x="155639" y="1250769"/>
                  </a:lnTo>
                  <a:lnTo>
                    <a:pt x="156307" y="1221462"/>
                  </a:lnTo>
                  <a:lnTo>
                    <a:pt x="156975" y="1202622"/>
                  </a:lnTo>
                  <a:lnTo>
                    <a:pt x="157643" y="1261771"/>
                  </a:lnTo>
                  <a:lnTo>
                    <a:pt x="158312" y="1249553"/>
                  </a:lnTo>
                  <a:lnTo>
                    <a:pt x="158980" y="1233027"/>
                  </a:lnTo>
                  <a:lnTo>
                    <a:pt x="159648" y="1232264"/>
                  </a:lnTo>
                  <a:lnTo>
                    <a:pt x="160316" y="1220827"/>
                  </a:lnTo>
                  <a:lnTo>
                    <a:pt x="160984" y="1217015"/>
                  </a:lnTo>
                  <a:lnTo>
                    <a:pt x="161652" y="1209390"/>
                  </a:lnTo>
                  <a:lnTo>
                    <a:pt x="162320" y="1156018"/>
                  </a:lnTo>
                  <a:lnTo>
                    <a:pt x="162988" y="1224808"/>
                  </a:lnTo>
                  <a:lnTo>
                    <a:pt x="163656" y="1239460"/>
                  </a:lnTo>
                  <a:lnTo>
                    <a:pt x="164324" y="1249661"/>
                  </a:lnTo>
                  <a:lnTo>
                    <a:pt x="164992" y="1257886"/>
                  </a:lnTo>
                  <a:lnTo>
                    <a:pt x="165660" y="1263954"/>
                  </a:lnTo>
                  <a:lnTo>
                    <a:pt x="166328" y="1278517"/>
                  </a:lnTo>
                  <a:lnTo>
                    <a:pt x="166996" y="1268202"/>
                  </a:lnTo>
                  <a:lnTo>
                    <a:pt x="167664" y="1254462"/>
                  </a:lnTo>
                  <a:lnTo>
                    <a:pt x="168332" y="1268265"/>
                  </a:lnTo>
                  <a:lnTo>
                    <a:pt x="169000" y="1184991"/>
                  </a:lnTo>
                  <a:lnTo>
                    <a:pt x="169668" y="1239460"/>
                  </a:lnTo>
                  <a:lnTo>
                    <a:pt x="170336" y="1237059"/>
                  </a:lnTo>
                  <a:lnTo>
                    <a:pt x="171004" y="1214197"/>
                  </a:lnTo>
                  <a:lnTo>
                    <a:pt x="171672" y="1218444"/>
                  </a:lnTo>
                  <a:lnTo>
                    <a:pt x="172340" y="1236648"/>
                  </a:lnTo>
                  <a:lnTo>
                    <a:pt x="173008" y="1238860"/>
                  </a:lnTo>
                  <a:lnTo>
                    <a:pt x="173676" y="1215456"/>
                  </a:lnTo>
                  <a:lnTo>
                    <a:pt x="174344" y="1202376"/>
                  </a:lnTo>
                  <a:lnTo>
                    <a:pt x="175012" y="1105695"/>
                  </a:lnTo>
                  <a:lnTo>
                    <a:pt x="175680" y="1058422"/>
                  </a:lnTo>
                  <a:lnTo>
                    <a:pt x="176348" y="1033261"/>
                  </a:lnTo>
                  <a:lnTo>
                    <a:pt x="177016" y="1052322"/>
                  </a:lnTo>
                  <a:lnTo>
                    <a:pt x="177684" y="1079771"/>
                  </a:lnTo>
                  <a:lnTo>
                    <a:pt x="178352" y="1091971"/>
                  </a:lnTo>
                  <a:lnTo>
                    <a:pt x="179020" y="1141531"/>
                  </a:lnTo>
                  <a:lnTo>
                    <a:pt x="179688" y="1145860"/>
                  </a:lnTo>
                  <a:lnTo>
                    <a:pt x="180356" y="1142718"/>
                  </a:lnTo>
                  <a:lnTo>
                    <a:pt x="181024" y="1141147"/>
                  </a:lnTo>
                  <a:lnTo>
                    <a:pt x="181692" y="1130149"/>
                  </a:lnTo>
                  <a:lnTo>
                    <a:pt x="182361" y="1144289"/>
                  </a:lnTo>
                  <a:lnTo>
                    <a:pt x="183029" y="1152643"/>
                  </a:lnTo>
                  <a:lnTo>
                    <a:pt x="183697" y="1171267"/>
                  </a:lnTo>
                  <a:lnTo>
                    <a:pt x="184365" y="1174317"/>
                  </a:lnTo>
                  <a:lnTo>
                    <a:pt x="185033" y="1206340"/>
                  </a:lnTo>
                  <a:lnTo>
                    <a:pt x="185701" y="1251326"/>
                  </a:lnTo>
                  <a:lnTo>
                    <a:pt x="186369" y="1270388"/>
                  </a:lnTo>
                  <a:lnTo>
                    <a:pt x="187037" y="1278012"/>
                  </a:lnTo>
                  <a:lnTo>
                    <a:pt x="187705" y="1247514"/>
                  </a:lnTo>
                  <a:lnTo>
                    <a:pt x="188373" y="1232264"/>
                  </a:lnTo>
                  <a:lnTo>
                    <a:pt x="189041" y="1232264"/>
                  </a:lnTo>
                  <a:lnTo>
                    <a:pt x="189709" y="1222352"/>
                  </a:lnTo>
                  <a:lnTo>
                    <a:pt x="190377" y="1219302"/>
                  </a:lnTo>
                  <a:lnTo>
                    <a:pt x="191045" y="1234627"/>
                  </a:lnTo>
                  <a:lnTo>
                    <a:pt x="191713" y="1240126"/>
                  </a:lnTo>
                  <a:lnTo>
                    <a:pt x="192381" y="1250338"/>
                  </a:lnTo>
                  <a:lnTo>
                    <a:pt x="193049" y="1249775"/>
                  </a:lnTo>
                  <a:lnTo>
                    <a:pt x="193717" y="1179595"/>
                  </a:lnTo>
                  <a:lnTo>
                    <a:pt x="194385" y="1177502"/>
                  </a:lnTo>
                  <a:lnTo>
                    <a:pt x="195053" y="1127262"/>
                  </a:lnTo>
                  <a:lnTo>
                    <a:pt x="195721" y="1078068"/>
                  </a:lnTo>
                  <a:lnTo>
                    <a:pt x="196389" y="1072835"/>
                  </a:lnTo>
                  <a:lnTo>
                    <a:pt x="197057" y="1024688"/>
                  </a:lnTo>
                  <a:lnTo>
                    <a:pt x="197725" y="1051902"/>
                  </a:lnTo>
                  <a:lnTo>
                    <a:pt x="198393" y="1072835"/>
                  </a:lnTo>
                  <a:lnTo>
                    <a:pt x="199061" y="1072835"/>
                  </a:lnTo>
                  <a:lnTo>
                    <a:pt x="199729" y="1086442"/>
                  </a:lnTo>
                  <a:lnTo>
                    <a:pt x="200397" y="1101095"/>
                  </a:lnTo>
                  <a:lnTo>
                    <a:pt x="201065" y="1046668"/>
                  </a:lnTo>
                  <a:lnTo>
                    <a:pt x="201733" y="1002708"/>
                  </a:lnTo>
                  <a:lnTo>
                    <a:pt x="202401" y="985961"/>
                  </a:lnTo>
                  <a:lnTo>
                    <a:pt x="203069" y="984915"/>
                  </a:lnTo>
                  <a:lnTo>
                    <a:pt x="203737" y="956655"/>
                  </a:lnTo>
                  <a:lnTo>
                    <a:pt x="204405" y="901181"/>
                  </a:lnTo>
                  <a:lnTo>
                    <a:pt x="205073" y="898041"/>
                  </a:lnTo>
                  <a:lnTo>
                    <a:pt x="205741" y="938861"/>
                  </a:lnTo>
                  <a:lnTo>
                    <a:pt x="206409" y="947235"/>
                  </a:lnTo>
                  <a:lnTo>
                    <a:pt x="207078" y="968168"/>
                  </a:lnTo>
                  <a:lnTo>
                    <a:pt x="207746" y="945141"/>
                  </a:lnTo>
                  <a:lnTo>
                    <a:pt x="208414" y="899088"/>
                  </a:lnTo>
                  <a:lnTo>
                    <a:pt x="209082" y="820588"/>
                  </a:lnTo>
                  <a:lnTo>
                    <a:pt x="209750" y="769301"/>
                  </a:lnTo>
                  <a:lnTo>
                    <a:pt x="210418" y="685567"/>
                  </a:lnTo>
                  <a:lnTo>
                    <a:pt x="211086" y="696034"/>
                  </a:lnTo>
                  <a:lnTo>
                    <a:pt x="211754" y="907574"/>
                  </a:lnTo>
                  <a:lnTo>
                    <a:pt x="212422" y="917264"/>
                  </a:lnTo>
                  <a:lnTo>
                    <a:pt x="213090" y="887630"/>
                  </a:lnTo>
                  <a:lnTo>
                    <a:pt x="213758" y="866281"/>
                  </a:lnTo>
                  <a:lnTo>
                    <a:pt x="214426" y="897542"/>
                  </a:lnTo>
                  <a:lnTo>
                    <a:pt x="215094" y="923466"/>
                  </a:lnTo>
                  <a:lnTo>
                    <a:pt x="215762" y="918891"/>
                  </a:lnTo>
                  <a:lnTo>
                    <a:pt x="216430" y="912029"/>
                  </a:lnTo>
                  <a:lnTo>
                    <a:pt x="217098" y="917366"/>
                  </a:lnTo>
                  <a:lnTo>
                    <a:pt x="217766" y="914316"/>
                  </a:lnTo>
                  <a:lnTo>
                    <a:pt x="218434" y="912029"/>
                  </a:lnTo>
                  <a:lnTo>
                    <a:pt x="219102" y="908217"/>
                  </a:lnTo>
                  <a:lnTo>
                    <a:pt x="219770" y="881530"/>
                  </a:lnTo>
                  <a:lnTo>
                    <a:pt x="220438" y="914316"/>
                  </a:lnTo>
                  <a:lnTo>
                    <a:pt x="221106" y="944052"/>
                  </a:lnTo>
                  <a:lnTo>
                    <a:pt x="221774" y="944881"/>
                  </a:lnTo>
                  <a:lnTo>
                    <a:pt x="222442" y="961255"/>
                  </a:lnTo>
                  <a:lnTo>
                    <a:pt x="223110" y="859314"/>
                  </a:lnTo>
                  <a:lnTo>
                    <a:pt x="223778" y="935721"/>
                  </a:lnTo>
                  <a:lnTo>
                    <a:pt x="224446" y="950375"/>
                  </a:lnTo>
                  <a:lnTo>
                    <a:pt x="225114" y="947235"/>
                  </a:lnTo>
                  <a:lnTo>
                    <a:pt x="225782" y="917928"/>
                  </a:lnTo>
                  <a:lnTo>
                    <a:pt x="226450" y="869781"/>
                  </a:lnTo>
                  <a:lnTo>
                    <a:pt x="227118" y="880248"/>
                  </a:lnTo>
                  <a:lnTo>
                    <a:pt x="227786" y="887574"/>
                  </a:lnTo>
                  <a:lnTo>
                    <a:pt x="228454" y="881294"/>
                  </a:lnTo>
                  <a:lnTo>
                    <a:pt x="229122" y="906415"/>
                  </a:lnTo>
                  <a:lnTo>
                    <a:pt x="229790" y="951421"/>
                  </a:lnTo>
                  <a:lnTo>
                    <a:pt x="230458" y="1051934"/>
                  </a:lnTo>
                  <a:lnTo>
                    <a:pt x="231126" y="1039025"/>
                  </a:lnTo>
                  <a:lnTo>
                    <a:pt x="231795" y="1024885"/>
                  </a:lnTo>
                  <a:lnTo>
                    <a:pt x="232463" y="990321"/>
                  </a:lnTo>
                  <a:lnTo>
                    <a:pt x="233131" y="937981"/>
                  </a:lnTo>
                  <a:lnTo>
                    <a:pt x="233799" y="998819"/>
                  </a:lnTo>
                  <a:lnTo>
                    <a:pt x="234467" y="962377"/>
                  </a:lnTo>
                  <a:lnTo>
                    <a:pt x="235135" y="953881"/>
                  </a:lnTo>
                  <a:lnTo>
                    <a:pt x="235803" y="956308"/>
                  </a:lnTo>
                  <a:lnTo>
                    <a:pt x="236471" y="958129"/>
                  </a:lnTo>
                  <a:lnTo>
                    <a:pt x="237139" y="959343"/>
                  </a:lnTo>
                  <a:lnTo>
                    <a:pt x="237807" y="973299"/>
                  </a:lnTo>
                  <a:lnTo>
                    <a:pt x="238475" y="959949"/>
                  </a:lnTo>
                  <a:lnTo>
                    <a:pt x="239143" y="981794"/>
                  </a:lnTo>
                  <a:lnTo>
                    <a:pt x="239811" y="983008"/>
                  </a:lnTo>
                  <a:lnTo>
                    <a:pt x="240479" y="1000019"/>
                  </a:lnTo>
                  <a:lnTo>
                    <a:pt x="241147" y="997019"/>
                  </a:lnTo>
                  <a:lnTo>
                    <a:pt x="241815" y="992818"/>
                  </a:lnTo>
                  <a:lnTo>
                    <a:pt x="242483" y="989217"/>
                  </a:lnTo>
                  <a:lnTo>
                    <a:pt x="243151" y="1009210"/>
                  </a:lnTo>
                  <a:lnTo>
                    <a:pt x="243819" y="939260"/>
                  </a:lnTo>
                  <a:lnTo>
                    <a:pt x="244487" y="951043"/>
                  </a:lnTo>
                  <a:lnTo>
                    <a:pt x="245155" y="959447"/>
                  </a:lnTo>
                  <a:lnTo>
                    <a:pt x="245823" y="978363"/>
                  </a:lnTo>
                  <a:lnTo>
                    <a:pt x="246491" y="986751"/>
                  </a:lnTo>
                  <a:lnTo>
                    <a:pt x="247159" y="957014"/>
                  </a:lnTo>
                  <a:lnTo>
                    <a:pt x="247827" y="915841"/>
                  </a:lnTo>
                  <a:lnTo>
                    <a:pt x="248495" y="933378"/>
                  </a:lnTo>
                  <a:lnTo>
                    <a:pt x="249163" y="918129"/>
                  </a:lnTo>
                  <a:lnTo>
                    <a:pt x="249831" y="869331"/>
                  </a:lnTo>
                  <a:lnTo>
                    <a:pt x="250499" y="857131"/>
                  </a:lnTo>
                  <a:lnTo>
                    <a:pt x="251167" y="863231"/>
                  </a:lnTo>
                  <a:lnTo>
                    <a:pt x="251835" y="885343"/>
                  </a:lnTo>
                  <a:lnTo>
                    <a:pt x="252503" y="923466"/>
                  </a:lnTo>
                  <a:lnTo>
                    <a:pt x="253171" y="926516"/>
                  </a:lnTo>
                  <a:lnTo>
                    <a:pt x="253839" y="913448"/>
                  </a:lnTo>
                  <a:lnTo>
                    <a:pt x="254507" y="908623"/>
                  </a:lnTo>
                  <a:lnTo>
                    <a:pt x="255175" y="886139"/>
                  </a:lnTo>
                  <a:lnTo>
                    <a:pt x="255843" y="866989"/>
                  </a:lnTo>
                  <a:lnTo>
                    <a:pt x="256512" y="871702"/>
                  </a:lnTo>
                  <a:lnTo>
                    <a:pt x="257180" y="874668"/>
                  </a:lnTo>
                  <a:lnTo>
                    <a:pt x="257848" y="886105"/>
                  </a:lnTo>
                  <a:lnTo>
                    <a:pt x="258516" y="902879"/>
                  </a:lnTo>
                  <a:lnTo>
                    <a:pt x="259184" y="917366"/>
                  </a:lnTo>
                  <a:lnTo>
                    <a:pt x="259852" y="945577"/>
                  </a:lnTo>
                  <a:lnTo>
                    <a:pt x="260520" y="967689"/>
                  </a:lnTo>
                  <a:lnTo>
                    <a:pt x="261188" y="992850"/>
                  </a:lnTo>
                  <a:lnTo>
                    <a:pt x="261856" y="988275"/>
                  </a:lnTo>
                  <a:lnTo>
                    <a:pt x="262524" y="953964"/>
                  </a:lnTo>
                  <a:lnTo>
                    <a:pt x="263192" y="928803"/>
                  </a:lnTo>
                  <a:lnTo>
                    <a:pt x="263860" y="881530"/>
                  </a:lnTo>
                  <a:lnTo>
                    <a:pt x="264528" y="844169"/>
                  </a:lnTo>
                  <a:lnTo>
                    <a:pt x="265196" y="871282"/>
                  </a:lnTo>
                  <a:lnTo>
                    <a:pt x="265864" y="885057"/>
                  </a:lnTo>
                  <a:lnTo>
                    <a:pt x="266532" y="862763"/>
                  </a:lnTo>
                  <a:lnTo>
                    <a:pt x="267200" y="696034"/>
                  </a:lnTo>
                  <a:lnTo>
                    <a:pt x="267868" y="670914"/>
                  </a:lnTo>
                  <a:lnTo>
                    <a:pt x="268536" y="629047"/>
                  </a:lnTo>
                  <a:lnTo>
                    <a:pt x="269204" y="642654"/>
                  </a:lnTo>
                  <a:lnTo>
                    <a:pt x="269872" y="677194"/>
                  </a:lnTo>
                  <a:lnTo>
                    <a:pt x="270540" y="686614"/>
                  </a:lnTo>
                  <a:lnTo>
                    <a:pt x="271208" y="592414"/>
                  </a:lnTo>
                  <a:lnTo>
                    <a:pt x="271876" y="533801"/>
                  </a:lnTo>
                  <a:lnTo>
                    <a:pt x="272544" y="520194"/>
                  </a:lnTo>
                  <a:lnTo>
                    <a:pt x="273212" y="542174"/>
                  </a:lnTo>
                  <a:lnTo>
                    <a:pt x="273880" y="618581"/>
                  </a:lnTo>
                  <a:lnTo>
                    <a:pt x="274548" y="647887"/>
                  </a:lnTo>
                  <a:lnTo>
                    <a:pt x="275216" y="654167"/>
                  </a:lnTo>
                  <a:lnTo>
                    <a:pt x="275884" y="641607"/>
                  </a:lnTo>
                  <a:lnTo>
                    <a:pt x="276552" y="647887"/>
                  </a:lnTo>
                  <a:lnTo>
                    <a:pt x="277220" y="659401"/>
                  </a:lnTo>
                  <a:lnTo>
                    <a:pt x="277888" y="687661"/>
                  </a:lnTo>
                  <a:lnTo>
                    <a:pt x="278556" y="681381"/>
                  </a:lnTo>
                  <a:lnTo>
                    <a:pt x="279224" y="655214"/>
                  </a:lnTo>
                  <a:lnTo>
                    <a:pt x="279892" y="689754"/>
                  </a:lnTo>
                  <a:lnTo>
                    <a:pt x="280561" y="718014"/>
                  </a:lnTo>
                  <a:lnTo>
                    <a:pt x="281229" y="790234"/>
                  </a:lnTo>
                  <a:lnTo>
                    <a:pt x="281897" y="830008"/>
                  </a:lnTo>
                  <a:lnTo>
                    <a:pt x="282565" y="836288"/>
                  </a:lnTo>
                  <a:lnTo>
                    <a:pt x="283233" y="802794"/>
                  </a:lnTo>
                  <a:lnTo>
                    <a:pt x="283901" y="816401"/>
                  </a:lnTo>
                  <a:lnTo>
                    <a:pt x="284569" y="973196"/>
                  </a:lnTo>
                  <a:lnTo>
                    <a:pt x="285237" y="1002762"/>
                  </a:lnTo>
                  <a:lnTo>
                    <a:pt x="285905" y="1115839"/>
                  </a:lnTo>
                  <a:lnTo>
                    <a:pt x="286573" y="1135642"/>
                  </a:lnTo>
                  <a:lnTo>
                    <a:pt x="287241" y="1131066"/>
                  </a:lnTo>
                  <a:lnTo>
                    <a:pt x="287909" y="1111648"/>
                  </a:lnTo>
                  <a:lnTo>
                    <a:pt x="288577" y="1078881"/>
                  </a:lnTo>
                  <a:lnTo>
                    <a:pt x="289245" y="1113526"/>
                  </a:lnTo>
                  <a:lnTo>
                    <a:pt x="289913" y="1064358"/>
                  </a:lnTo>
                  <a:lnTo>
                    <a:pt x="290581" y="1024409"/>
                  </a:lnTo>
                  <a:lnTo>
                    <a:pt x="291249" y="1031580"/>
                  </a:lnTo>
                  <a:lnTo>
                    <a:pt x="291917" y="1036453"/>
                  </a:lnTo>
                  <a:lnTo>
                    <a:pt x="292585" y="1063558"/>
                  </a:lnTo>
                  <a:lnTo>
                    <a:pt x="293253" y="1095354"/>
                  </a:lnTo>
                  <a:lnTo>
                    <a:pt x="293921" y="1084408"/>
                  </a:lnTo>
                  <a:lnTo>
                    <a:pt x="294589" y="1010069"/>
                  </a:lnTo>
                  <a:lnTo>
                    <a:pt x="295257" y="1043644"/>
                  </a:lnTo>
                  <a:lnTo>
                    <a:pt x="295925" y="1006238"/>
                  </a:lnTo>
                  <a:lnTo>
                    <a:pt x="296593" y="922120"/>
                  </a:lnTo>
                  <a:lnTo>
                    <a:pt x="297261" y="883778"/>
                  </a:lnTo>
                  <a:lnTo>
                    <a:pt x="297929" y="925547"/>
                  </a:lnTo>
                  <a:lnTo>
                    <a:pt x="298597" y="936914"/>
                  </a:lnTo>
                  <a:lnTo>
                    <a:pt x="299265" y="955161"/>
                  </a:lnTo>
                  <a:lnTo>
                    <a:pt x="299933" y="978792"/>
                  </a:lnTo>
                  <a:lnTo>
                    <a:pt x="300601" y="1000928"/>
                  </a:lnTo>
                  <a:lnTo>
                    <a:pt x="301269" y="1001526"/>
                  </a:lnTo>
                  <a:lnTo>
                    <a:pt x="301937" y="1000330"/>
                  </a:lnTo>
                  <a:lnTo>
                    <a:pt x="302605" y="994945"/>
                  </a:lnTo>
                  <a:lnTo>
                    <a:pt x="303273" y="991056"/>
                  </a:lnTo>
                  <a:lnTo>
                    <a:pt x="303941" y="1000330"/>
                  </a:lnTo>
                  <a:lnTo>
                    <a:pt x="304609" y="1019790"/>
                  </a:lnTo>
                  <a:lnTo>
                    <a:pt x="305278" y="1028743"/>
                  </a:lnTo>
                  <a:lnTo>
                    <a:pt x="305946" y="1037206"/>
                  </a:lnTo>
                  <a:lnTo>
                    <a:pt x="306614" y="1112855"/>
                  </a:lnTo>
                  <a:lnTo>
                    <a:pt x="307282" y="1147365"/>
                  </a:lnTo>
                  <a:lnTo>
                    <a:pt x="307950" y="1075601"/>
                  </a:lnTo>
                  <a:lnTo>
                    <a:pt x="308618" y="1017362"/>
                  </a:lnTo>
                  <a:lnTo>
                    <a:pt x="309286" y="1017362"/>
                  </a:lnTo>
                  <a:lnTo>
                    <a:pt x="309954" y="965028"/>
                  </a:lnTo>
                  <a:lnTo>
                    <a:pt x="310622" y="924208"/>
                  </a:lnTo>
                  <a:lnTo>
                    <a:pt x="311290" y="891761"/>
                  </a:lnTo>
                  <a:lnTo>
                    <a:pt x="311958" y="786048"/>
                  </a:lnTo>
                  <a:lnTo>
                    <a:pt x="312626" y="724294"/>
                  </a:lnTo>
                  <a:lnTo>
                    <a:pt x="313294" y="679288"/>
                  </a:lnTo>
                  <a:lnTo>
                    <a:pt x="313962" y="673007"/>
                  </a:lnTo>
                  <a:lnTo>
                    <a:pt x="314630" y="629047"/>
                  </a:lnTo>
                  <a:lnTo>
                    <a:pt x="315298" y="573574"/>
                  </a:lnTo>
                  <a:lnTo>
                    <a:pt x="315966" y="505541"/>
                  </a:lnTo>
                  <a:lnTo>
                    <a:pt x="316634" y="535894"/>
                  </a:lnTo>
                  <a:lnTo>
                    <a:pt x="317302" y="533801"/>
                  </a:lnTo>
                  <a:lnTo>
                    <a:pt x="317970" y="529614"/>
                  </a:lnTo>
                  <a:lnTo>
                    <a:pt x="318638" y="523334"/>
                  </a:lnTo>
                  <a:lnTo>
                    <a:pt x="319306" y="531707"/>
                  </a:lnTo>
                  <a:lnTo>
                    <a:pt x="319974" y="516007"/>
                  </a:lnTo>
                  <a:lnTo>
                    <a:pt x="320642" y="508681"/>
                  </a:lnTo>
                  <a:lnTo>
                    <a:pt x="321310" y="455300"/>
                  </a:lnTo>
                  <a:lnTo>
                    <a:pt x="321978" y="450067"/>
                  </a:lnTo>
                  <a:lnTo>
                    <a:pt x="322646" y="452160"/>
                  </a:lnTo>
                  <a:lnTo>
                    <a:pt x="323314" y="675787"/>
                  </a:lnTo>
                  <a:lnTo>
                    <a:pt x="323982" y="790496"/>
                  </a:lnTo>
                  <a:lnTo>
                    <a:pt x="324650" y="778517"/>
                  </a:lnTo>
                  <a:lnTo>
                    <a:pt x="325318" y="848225"/>
                  </a:lnTo>
                  <a:lnTo>
                    <a:pt x="325986" y="831081"/>
                  </a:lnTo>
                  <a:lnTo>
                    <a:pt x="326654" y="788339"/>
                  </a:lnTo>
                  <a:lnTo>
                    <a:pt x="327322" y="750809"/>
                  </a:lnTo>
                  <a:lnTo>
                    <a:pt x="327990" y="696078"/>
                  </a:lnTo>
                  <a:lnTo>
                    <a:pt x="328658" y="676792"/>
                  </a:lnTo>
                  <a:lnTo>
                    <a:pt x="329326" y="636134"/>
                  </a:lnTo>
                  <a:lnTo>
                    <a:pt x="329995" y="599647"/>
                  </a:lnTo>
                  <a:lnTo>
                    <a:pt x="330663" y="559511"/>
                  </a:lnTo>
                  <a:lnTo>
                    <a:pt x="331331" y="574627"/>
                  </a:lnTo>
                  <a:lnTo>
                    <a:pt x="331999" y="598604"/>
                  </a:lnTo>
                  <a:lnTo>
                    <a:pt x="332667" y="597562"/>
                  </a:lnTo>
                  <a:lnTo>
                    <a:pt x="333335" y="490896"/>
                  </a:lnTo>
                  <a:lnTo>
                    <a:pt x="334003" y="522938"/>
                  </a:lnTo>
                  <a:lnTo>
                    <a:pt x="334671" y="283757"/>
                  </a:lnTo>
                  <a:lnTo>
                    <a:pt x="335339" y="329672"/>
                  </a:lnTo>
                  <a:lnTo>
                    <a:pt x="336007" y="0"/>
                  </a:lnTo>
                  <a:lnTo>
                    <a:pt x="336675" y="36633"/>
                  </a:lnTo>
                  <a:lnTo>
                    <a:pt x="337343" y="94199"/>
                  </a:lnTo>
                  <a:lnTo>
                    <a:pt x="338011" y="238640"/>
                  </a:lnTo>
                  <a:lnTo>
                    <a:pt x="338679" y="292020"/>
                  </a:lnTo>
                  <a:lnTo>
                    <a:pt x="339347" y="350634"/>
                  </a:lnTo>
                  <a:lnTo>
                    <a:pt x="340015" y="438554"/>
                  </a:lnTo>
                  <a:lnTo>
                    <a:pt x="340683" y="672381"/>
                  </a:lnTo>
                  <a:lnTo>
                    <a:pt x="341351" y="680028"/>
                  </a:lnTo>
                  <a:lnTo>
                    <a:pt x="342019" y="636823"/>
                  </a:lnTo>
                  <a:lnTo>
                    <a:pt x="342687" y="677952"/>
                  </a:lnTo>
                  <a:lnTo>
                    <a:pt x="343355" y="672615"/>
                  </a:lnTo>
                  <a:lnTo>
                    <a:pt x="344023" y="623817"/>
                  </a:lnTo>
                  <a:lnTo>
                    <a:pt x="344691" y="594843"/>
                  </a:lnTo>
                  <a:lnTo>
                    <a:pt x="345359" y="578831"/>
                  </a:lnTo>
                  <a:lnTo>
                    <a:pt x="346027" y="573494"/>
                  </a:lnTo>
                  <a:lnTo>
                    <a:pt x="346695" y="606280"/>
                  </a:lnTo>
                  <a:lnTo>
                    <a:pt x="347363" y="708244"/>
                  </a:lnTo>
                  <a:lnTo>
                    <a:pt x="348031" y="679565"/>
                  </a:lnTo>
                  <a:lnTo>
                    <a:pt x="348699" y="653761"/>
                  </a:lnTo>
                  <a:lnTo>
                    <a:pt x="349367" y="642959"/>
                  </a:lnTo>
                  <a:lnTo>
                    <a:pt x="350035" y="624956"/>
                  </a:lnTo>
                  <a:lnTo>
                    <a:pt x="350703" y="624124"/>
                  </a:lnTo>
                  <a:lnTo>
                    <a:pt x="351371" y="659162"/>
                  </a:lnTo>
                  <a:lnTo>
                    <a:pt x="352039" y="690367"/>
                  </a:lnTo>
                  <a:lnTo>
                    <a:pt x="352707" y="493436"/>
                  </a:lnTo>
                  <a:lnTo>
                    <a:pt x="353375" y="509447"/>
                  </a:lnTo>
                  <a:lnTo>
                    <a:pt x="354044" y="555195"/>
                  </a:lnTo>
                  <a:lnTo>
                    <a:pt x="354712" y="629154"/>
                  </a:lnTo>
                  <a:lnTo>
                    <a:pt x="355380" y="664990"/>
                  </a:lnTo>
                  <a:lnTo>
                    <a:pt x="356048" y="668802"/>
                  </a:lnTo>
                  <a:lnTo>
                    <a:pt x="356716" y="664990"/>
                  </a:lnTo>
                  <a:lnTo>
                    <a:pt x="357384" y="713021"/>
                  </a:lnTo>
                  <a:lnTo>
                    <a:pt x="358052" y="752299"/>
                  </a:lnTo>
                  <a:lnTo>
                    <a:pt x="358720" y="757012"/>
                  </a:lnTo>
                  <a:lnTo>
                    <a:pt x="359388" y="773509"/>
                  </a:lnTo>
                  <a:lnTo>
                    <a:pt x="360056" y="834782"/>
                  </a:lnTo>
                  <a:lnTo>
                    <a:pt x="360724" y="903125"/>
                  </a:lnTo>
                  <a:lnTo>
                    <a:pt x="361392" y="798608"/>
                  </a:lnTo>
                  <a:lnTo>
                    <a:pt x="362060" y="870828"/>
                  </a:lnTo>
                  <a:lnTo>
                    <a:pt x="362728" y="902228"/>
                  </a:lnTo>
                  <a:lnTo>
                    <a:pt x="363396" y="951421"/>
                  </a:lnTo>
                  <a:lnTo>
                    <a:pt x="364064" y="996428"/>
                  </a:lnTo>
                  <a:lnTo>
                    <a:pt x="364732" y="1015268"/>
                  </a:lnTo>
                  <a:lnTo>
                    <a:pt x="365400" y="957701"/>
                  </a:lnTo>
                  <a:lnTo>
                    <a:pt x="366068" y="917928"/>
                  </a:lnTo>
                  <a:lnTo>
                    <a:pt x="366736" y="855128"/>
                  </a:lnTo>
                  <a:lnTo>
                    <a:pt x="367404" y="802794"/>
                  </a:lnTo>
                  <a:lnTo>
                    <a:pt x="368072" y="765114"/>
                  </a:lnTo>
                  <a:lnTo>
                    <a:pt x="368740" y="789188"/>
                  </a:lnTo>
                  <a:lnTo>
                    <a:pt x="369408" y="801748"/>
                  </a:lnTo>
                  <a:lnTo>
                    <a:pt x="370076" y="702314"/>
                  </a:lnTo>
                  <a:lnTo>
                    <a:pt x="370744" y="610207"/>
                  </a:lnTo>
                  <a:lnTo>
                    <a:pt x="371412" y="497167"/>
                  </a:lnTo>
                  <a:lnTo>
                    <a:pt x="372080" y="399827"/>
                  </a:lnTo>
                  <a:lnTo>
                    <a:pt x="372748" y="261667"/>
                  </a:lnTo>
                  <a:lnTo>
                    <a:pt x="373416" y="171653"/>
                  </a:lnTo>
                  <a:lnTo>
                    <a:pt x="374084" y="129786"/>
                  </a:lnTo>
                  <a:lnTo>
                    <a:pt x="374752" y="26166"/>
                  </a:lnTo>
                  <a:lnTo>
                    <a:pt x="375420" y="79546"/>
                  </a:lnTo>
                  <a:lnTo>
                    <a:pt x="376088" y="117227"/>
                  </a:lnTo>
                  <a:lnTo>
                    <a:pt x="376756" y="169560"/>
                  </a:lnTo>
                  <a:lnTo>
                    <a:pt x="377424" y="125600"/>
                  </a:lnTo>
                  <a:lnTo>
                    <a:pt x="378092" y="26166"/>
                  </a:lnTo>
                  <a:lnTo>
                    <a:pt x="378761" y="319294"/>
                  </a:lnTo>
                  <a:lnTo>
                    <a:pt x="379429" y="479561"/>
                  </a:lnTo>
                  <a:lnTo>
                    <a:pt x="380097" y="671528"/>
                  </a:lnTo>
                  <a:lnTo>
                    <a:pt x="380765" y="656164"/>
                  </a:lnTo>
                  <a:lnTo>
                    <a:pt x="381433" y="647457"/>
                  </a:lnTo>
                  <a:lnTo>
                    <a:pt x="382101" y="635613"/>
                  </a:lnTo>
                  <a:lnTo>
                    <a:pt x="382769" y="667930"/>
                  </a:lnTo>
                  <a:lnTo>
                    <a:pt x="383437" y="666366"/>
                  </a:lnTo>
                  <a:lnTo>
                    <a:pt x="384105" y="617890"/>
                  </a:lnTo>
                  <a:lnTo>
                    <a:pt x="384773" y="628316"/>
                  </a:lnTo>
                  <a:lnTo>
                    <a:pt x="385441" y="627273"/>
                  </a:lnTo>
                  <a:lnTo>
                    <a:pt x="386109" y="612157"/>
                  </a:lnTo>
                  <a:lnTo>
                    <a:pt x="386777" y="611635"/>
                  </a:lnTo>
                  <a:lnTo>
                    <a:pt x="387445" y="651250"/>
                  </a:lnTo>
                  <a:lnTo>
                    <a:pt x="388113" y="691908"/>
                  </a:lnTo>
                  <a:lnTo>
                    <a:pt x="388781" y="650483"/>
                  </a:lnTo>
                  <a:lnTo>
                    <a:pt x="389449" y="725173"/>
                  </a:lnTo>
                  <a:lnTo>
                    <a:pt x="390117" y="551983"/>
                  </a:lnTo>
                  <a:lnTo>
                    <a:pt x="390785" y="608543"/>
                  </a:lnTo>
                  <a:lnTo>
                    <a:pt x="391453" y="659699"/>
                  </a:lnTo>
                  <a:lnTo>
                    <a:pt x="392121" y="447974"/>
                  </a:lnTo>
                  <a:lnTo>
                    <a:pt x="392789" y="445880"/>
                  </a:lnTo>
                  <a:lnTo>
                    <a:pt x="393457" y="468907"/>
                  </a:lnTo>
                  <a:lnTo>
                    <a:pt x="394125" y="578807"/>
                  </a:lnTo>
                  <a:lnTo>
                    <a:pt x="394793" y="617534"/>
                  </a:lnTo>
                  <a:lnTo>
                    <a:pt x="395461" y="532754"/>
                  </a:lnTo>
                  <a:lnTo>
                    <a:pt x="396129" y="500307"/>
                  </a:lnTo>
                  <a:lnTo>
                    <a:pt x="396797" y="435414"/>
                  </a:lnTo>
                  <a:lnTo>
                    <a:pt x="397465" y="478327"/>
                  </a:lnTo>
                  <a:lnTo>
                    <a:pt x="398133" y="524381"/>
                  </a:lnTo>
                  <a:lnTo>
                    <a:pt x="398801" y="483561"/>
                  </a:lnTo>
                  <a:lnTo>
                    <a:pt x="399469" y="465767"/>
                  </a:lnTo>
                  <a:lnTo>
                    <a:pt x="400137" y="465767"/>
                  </a:lnTo>
                  <a:lnTo>
                    <a:pt x="400805" y="699144"/>
                  </a:lnTo>
                  <a:lnTo>
                    <a:pt x="401473" y="727152"/>
                  </a:lnTo>
                  <a:lnTo>
                    <a:pt x="402141" y="725225"/>
                  </a:lnTo>
                  <a:lnTo>
                    <a:pt x="402809" y="746574"/>
                  </a:lnTo>
                  <a:lnTo>
                    <a:pt x="403478" y="706163"/>
                  </a:lnTo>
                  <a:lnTo>
                    <a:pt x="404146" y="629917"/>
                  </a:lnTo>
                  <a:lnTo>
                    <a:pt x="404814" y="581882"/>
                  </a:lnTo>
                  <a:lnTo>
                    <a:pt x="405482" y="595606"/>
                  </a:lnTo>
                  <a:lnTo>
                    <a:pt x="406150" y="671090"/>
                  </a:lnTo>
                  <a:lnTo>
                    <a:pt x="406818" y="729800"/>
                  </a:lnTo>
                  <a:lnTo>
                    <a:pt x="407486" y="706926"/>
                  </a:lnTo>
                  <a:lnTo>
                    <a:pt x="408154" y="738949"/>
                  </a:lnTo>
                  <a:lnTo>
                    <a:pt x="408822" y="758011"/>
                  </a:lnTo>
                  <a:lnTo>
                    <a:pt x="409490" y="773260"/>
                  </a:lnTo>
                  <a:lnTo>
                    <a:pt x="410158" y="751149"/>
                  </a:lnTo>
                  <a:lnTo>
                    <a:pt x="410826" y="743658"/>
                  </a:lnTo>
                  <a:lnTo>
                    <a:pt x="411494" y="740506"/>
                  </a:lnTo>
                  <a:lnTo>
                    <a:pt x="412162" y="569387"/>
                  </a:lnTo>
                  <a:lnTo>
                    <a:pt x="412830" y="569387"/>
                  </a:lnTo>
                  <a:lnTo>
                    <a:pt x="413498" y="651027"/>
                  </a:lnTo>
                  <a:lnTo>
                    <a:pt x="414166" y="743134"/>
                  </a:lnTo>
                  <a:lnTo>
                    <a:pt x="414834" y="830008"/>
                  </a:lnTo>
                  <a:lnTo>
                    <a:pt x="415502" y="933628"/>
                  </a:lnTo>
                  <a:lnTo>
                    <a:pt x="416170" y="927348"/>
                  </a:lnTo>
                  <a:lnTo>
                    <a:pt x="416838" y="958748"/>
                  </a:lnTo>
                  <a:lnTo>
                    <a:pt x="417506" y="1010035"/>
                  </a:lnTo>
                  <a:lnTo>
                    <a:pt x="418174" y="1025735"/>
                  </a:lnTo>
                  <a:lnTo>
                    <a:pt x="418842" y="1062368"/>
                  </a:lnTo>
                  <a:lnTo>
                    <a:pt x="419510" y="1074928"/>
                  </a:lnTo>
                  <a:lnTo>
                    <a:pt x="420178" y="1116795"/>
                  </a:lnTo>
                  <a:lnTo>
                    <a:pt x="420846" y="1138775"/>
                  </a:lnTo>
                  <a:lnTo>
                    <a:pt x="421514" y="1096908"/>
                  </a:lnTo>
                  <a:lnTo>
                    <a:pt x="422182" y="1123075"/>
                  </a:lnTo>
                  <a:lnTo>
                    <a:pt x="422850" y="1159709"/>
                  </a:lnTo>
                  <a:lnTo>
                    <a:pt x="423518" y="1170175"/>
                  </a:lnTo>
                  <a:lnTo>
                    <a:pt x="424186" y="1185875"/>
                  </a:lnTo>
                  <a:lnTo>
                    <a:pt x="424854" y="1146102"/>
                  </a:lnTo>
                  <a:lnTo>
                    <a:pt x="425522" y="1084348"/>
                  </a:lnTo>
                  <a:lnTo>
                    <a:pt x="426190" y="1067602"/>
                  </a:lnTo>
                  <a:lnTo>
                    <a:pt x="426858" y="1115065"/>
                  </a:lnTo>
                  <a:lnTo>
                    <a:pt x="427526" y="1042953"/>
                  </a:lnTo>
                  <a:lnTo>
                    <a:pt x="428195" y="1057813"/>
                  </a:lnTo>
                  <a:lnTo>
                    <a:pt x="428863" y="1035677"/>
                  </a:lnTo>
                  <a:lnTo>
                    <a:pt x="429531" y="954705"/>
                  </a:lnTo>
                  <a:lnTo>
                    <a:pt x="430199" y="937816"/>
                  </a:lnTo>
                  <a:lnTo>
                    <a:pt x="430867" y="918696"/>
                  </a:lnTo>
                  <a:lnTo>
                    <a:pt x="431535" y="862262"/>
                  </a:lnTo>
                  <a:lnTo>
                    <a:pt x="432203" y="884969"/>
                  </a:lnTo>
                  <a:lnTo>
                    <a:pt x="432871" y="834533"/>
                  </a:lnTo>
                  <a:lnTo>
                    <a:pt x="433539" y="811254"/>
                  </a:lnTo>
                  <a:lnTo>
                    <a:pt x="434207" y="851362"/>
                  </a:lnTo>
                  <a:lnTo>
                    <a:pt x="434875" y="849867"/>
                  </a:lnTo>
                  <a:lnTo>
                    <a:pt x="435543" y="847773"/>
                  </a:lnTo>
                  <a:lnTo>
                    <a:pt x="436211" y="828629"/>
                  </a:lnTo>
                  <a:lnTo>
                    <a:pt x="436879" y="830722"/>
                  </a:lnTo>
                  <a:lnTo>
                    <a:pt x="437547" y="857644"/>
                  </a:lnTo>
                  <a:lnTo>
                    <a:pt x="438215" y="828066"/>
                  </a:lnTo>
                  <a:lnTo>
                    <a:pt x="438883" y="877856"/>
                  </a:lnTo>
                  <a:lnTo>
                    <a:pt x="439551" y="903530"/>
                  </a:lnTo>
                  <a:lnTo>
                    <a:pt x="440219" y="938943"/>
                  </a:lnTo>
                  <a:lnTo>
                    <a:pt x="440887" y="898847"/>
                  </a:lnTo>
                  <a:lnTo>
                    <a:pt x="441555" y="945234"/>
                  </a:lnTo>
                  <a:lnTo>
                    <a:pt x="442223" y="897449"/>
                  </a:lnTo>
                  <a:lnTo>
                    <a:pt x="442891" y="982401"/>
                  </a:lnTo>
                  <a:lnTo>
                    <a:pt x="443559" y="1043827"/>
                  </a:lnTo>
                  <a:lnTo>
                    <a:pt x="444227" y="929566"/>
                  </a:lnTo>
                  <a:lnTo>
                    <a:pt x="444895" y="920407"/>
                  </a:lnTo>
                  <a:lnTo>
                    <a:pt x="445563" y="780814"/>
                  </a:lnTo>
                  <a:lnTo>
                    <a:pt x="446231" y="884435"/>
                  </a:lnTo>
                  <a:lnTo>
                    <a:pt x="446899" y="1066809"/>
                  </a:lnTo>
                  <a:lnTo>
                    <a:pt x="447567" y="1069097"/>
                  </a:lnTo>
                  <a:lnTo>
                    <a:pt x="448235" y="1184250"/>
                  </a:lnTo>
                  <a:lnTo>
                    <a:pt x="448903" y="1191745"/>
                  </a:lnTo>
                  <a:lnTo>
                    <a:pt x="449571" y="1161406"/>
                  </a:lnTo>
                  <a:lnTo>
                    <a:pt x="450239" y="1136527"/>
                  </a:lnTo>
                  <a:lnTo>
                    <a:pt x="450907" y="1111648"/>
                  </a:lnTo>
                  <a:lnTo>
                    <a:pt x="451575" y="1110435"/>
                  </a:lnTo>
                  <a:lnTo>
                    <a:pt x="452244" y="1124391"/>
                  </a:lnTo>
                  <a:lnTo>
                    <a:pt x="452912" y="1134707"/>
                  </a:lnTo>
                  <a:lnTo>
                    <a:pt x="453580" y="1119537"/>
                  </a:lnTo>
                  <a:lnTo>
                    <a:pt x="454248" y="1129245"/>
                  </a:lnTo>
                  <a:lnTo>
                    <a:pt x="454916" y="1149876"/>
                  </a:lnTo>
                  <a:lnTo>
                    <a:pt x="455584" y="1116503"/>
                  </a:lnTo>
                  <a:lnTo>
                    <a:pt x="456252" y="1078881"/>
                  </a:lnTo>
                  <a:lnTo>
                    <a:pt x="456920" y="998187"/>
                  </a:lnTo>
                  <a:lnTo>
                    <a:pt x="457588" y="1002380"/>
                  </a:lnTo>
                  <a:lnTo>
                    <a:pt x="458256" y="975614"/>
                  </a:lnTo>
                  <a:lnTo>
                    <a:pt x="458924" y="844661"/>
                  </a:lnTo>
                  <a:lnTo>
                    <a:pt x="459592" y="910601"/>
                  </a:lnTo>
                  <a:lnTo>
                    <a:pt x="460260" y="1000615"/>
                  </a:lnTo>
                  <a:lnTo>
                    <a:pt x="460928" y="1037248"/>
                  </a:lnTo>
                  <a:lnTo>
                    <a:pt x="461596" y="1051902"/>
                  </a:lnTo>
                  <a:lnTo>
                    <a:pt x="462264" y="1032015"/>
                  </a:lnTo>
                  <a:lnTo>
                    <a:pt x="462932" y="1000615"/>
                  </a:lnTo>
                  <a:lnTo>
                    <a:pt x="463600" y="1033062"/>
                  </a:lnTo>
                  <a:lnTo>
                    <a:pt x="464268" y="1051902"/>
                  </a:lnTo>
                  <a:lnTo>
                    <a:pt x="464936" y="1032015"/>
                  </a:lnTo>
                  <a:lnTo>
                    <a:pt x="465604" y="1078068"/>
                  </a:lnTo>
                  <a:lnTo>
                    <a:pt x="466272" y="1135635"/>
                  </a:lnTo>
                  <a:lnTo>
                    <a:pt x="466940" y="1122028"/>
                  </a:lnTo>
                  <a:lnTo>
                    <a:pt x="467608" y="1094815"/>
                  </a:lnTo>
                  <a:lnTo>
                    <a:pt x="468276" y="1093768"/>
                  </a:lnTo>
                  <a:lnTo>
                    <a:pt x="468944" y="1093768"/>
                  </a:lnTo>
                  <a:lnTo>
                    <a:pt x="469612" y="1093768"/>
                  </a:lnTo>
                  <a:lnTo>
                    <a:pt x="470280" y="1069695"/>
                  </a:lnTo>
                  <a:lnTo>
                    <a:pt x="470948" y="1038295"/>
                  </a:lnTo>
                  <a:lnTo>
                    <a:pt x="471616" y="1071531"/>
                  </a:lnTo>
                  <a:lnTo>
                    <a:pt x="472284" y="1028027"/>
                  </a:lnTo>
                  <a:lnTo>
                    <a:pt x="472952" y="969414"/>
                  </a:lnTo>
                  <a:lnTo>
                    <a:pt x="473620" y="894492"/>
                  </a:lnTo>
                  <a:lnTo>
                    <a:pt x="474288" y="854082"/>
                  </a:lnTo>
                  <a:lnTo>
                    <a:pt x="474956" y="876193"/>
                  </a:lnTo>
                  <a:lnTo>
                    <a:pt x="475624" y="883818"/>
                  </a:lnTo>
                  <a:lnTo>
                    <a:pt x="476292" y="866281"/>
                  </a:lnTo>
                  <a:lnTo>
                    <a:pt x="476961" y="876193"/>
                  </a:lnTo>
                  <a:lnTo>
                    <a:pt x="477629" y="897542"/>
                  </a:lnTo>
                  <a:lnTo>
                    <a:pt x="478297" y="912029"/>
                  </a:lnTo>
                  <a:lnTo>
                    <a:pt x="478965" y="908979"/>
                  </a:lnTo>
                  <a:lnTo>
                    <a:pt x="479633" y="838070"/>
                  </a:lnTo>
                  <a:lnTo>
                    <a:pt x="480301" y="770973"/>
                  </a:lnTo>
                  <a:lnTo>
                    <a:pt x="480969" y="749624"/>
                  </a:lnTo>
                  <a:lnTo>
                    <a:pt x="481637" y="728685"/>
                  </a:lnTo>
                  <a:lnTo>
                    <a:pt x="482305" y="760940"/>
                  </a:lnTo>
                  <a:lnTo>
                    <a:pt x="482973" y="825734"/>
                  </a:lnTo>
                  <a:lnTo>
                    <a:pt x="483641" y="701268"/>
                  </a:lnTo>
                  <a:lnTo>
                    <a:pt x="484309" y="714874"/>
                  </a:lnTo>
                  <a:lnTo>
                    <a:pt x="484977" y="693941"/>
                  </a:lnTo>
                  <a:lnTo>
                    <a:pt x="485645" y="666727"/>
                  </a:lnTo>
                  <a:lnTo>
                    <a:pt x="486313" y="680334"/>
                  </a:lnTo>
                  <a:lnTo>
                    <a:pt x="486981" y="675101"/>
                  </a:lnTo>
                  <a:lnTo>
                    <a:pt x="487649" y="654167"/>
                  </a:lnTo>
                  <a:lnTo>
                    <a:pt x="488317" y="616488"/>
                  </a:lnTo>
                  <a:lnTo>
                    <a:pt x="488985" y="604974"/>
                  </a:lnTo>
                  <a:lnTo>
                    <a:pt x="489653" y="675101"/>
                  </a:lnTo>
                  <a:lnTo>
                    <a:pt x="490321" y="760928"/>
                  </a:lnTo>
                  <a:lnTo>
                    <a:pt x="490989" y="847801"/>
                  </a:lnTo>
                  <a:lnTo>
                    <a:pt x="491657" y="958748"/>
                  </a:lnTo>
                  <a:lnTo>
                    <a:pt x="492325" y="963981"/>
                  </a:lnTo>
                  <a:lnTo>
                    <a:pt x="492993" y="954561"/>
                  </a:lnTo>
                  <a:lnTo>
                    <a:pt x="493661" y="972355"/>
                  </a:lnTo>
                  <a:lnTo>
                    <a:pt x="494329" y="1028875"/>
                  </a:lnTo>
                  <a:lnTo>
                    <a:pt x="494997" y="1053995"/>
                  </a:lnTo>
                  <a:lnTo>
                    <a:pt x="495665" y="1091675"/>
                  </a:lnTo>
                  <a:lnTo>
                    <a:pt x="496333" y="1109468"/>
                  </a:lnTo>
                  <a:lnTo>
                    <a:pt x="497001" y="1178745"/>
                  </a:lnTo>
                  <a:lnTo>
                    <a:pt x="497669" y="1181995"/>
                  </a:lnTo>
                  <a:lnTo>
                    <a:pt x="498337" y="1196428"/>
                  </a:lnTo>
                  <a:lnTo>
                    <a:pt x="499005" y="1235259"/>
                  </a:lnTo>
                  <a:lnTo>
                    <a:pt x="499673" y="1225657"/>
                  </a:lnTo>
                  <a:lnTo>
                    <a:pt x="500341" y="1211770"/>
                  </a:lnTo>
                  <a:lnTo>
                    <a:pt x="501009" y="1194173"/>
                  </a:lnTo>
                  <a:lnTo>
                    <a:pt x="501678" y="1223129"/>
                  </a:lnTo>
                  <a:lnTo>
                    <a:pt x="502346" y="1245352"/>
                  </a:lnTo>
                  <a:lnTo>
                    <a:pt x="503014" y="1249612"/>
                  </a:lnTo>
                  <a:lnTo>
                    <a:pt x="503682" y="1262393"/>
                  </a:lnTo>
                  <a:lnTo>
                    <a:pt x="504350" y="1254346"/>
                  </a:lnTo>
                  <a:lnTo>
                    <a:pt x="505018" y="1247245"/>
                  </a:lnTo>
                  <a:lnTo>
                    <a:pt x="505686" y="1240145"/>
                  </a:lnTo>
                  <a:lnTo>
                    <a:pt x="506354" y="1235884"/>
                  </a:lnTo>
                  <a:lnTo>
                    <a:pt x="507022" y="1231624"/>
                  </a:lnTo>
                  <a:lnTo>
                    <a:pt x="507690" y="1168329"/>
                  </a:lnTo>
                  <a:lnTo>
                    <a:pt x="508358" y="1167303"/>
                  </a:lnTo>
                  <a:lnTo>
                    <a:pt x="509026" y="1179083"/>
                  </a:lnTo>
                  <a:lnTo>
                    <a:pt x="509694" y="1185741"/>
                  </a:lnTo>
                  <a:lnTo>
                    <a:pt x="510362" y="1136527"/>
                  </a:lnTo>
                  <a:lnTo>
                    <a:pt x="511030" y="1145629"/>
                  </a:lnTo>
                  <a:lnTo>
                    <a:pt x="511698" y="1168648"/>
                  </a:lnTo>
                  <a:lnTo>
                    <a:pt x="512366" y="1048161"/>
                  </a:lnTo>
                  <a:lnTo>
                    <a:pt x="513034" y="893855"/>
                  </a:lnTo>
                  <a:lnTo>
                    <a:pt x="513702" y="853034"/>
                  </a:lnTo>
                  <a:lnTo>
                    <a:pt x="514370" y="843614"/>
                  </a:lnTo>
                  <a:lnTo>
                    <a:pt x="515038" y="854081"/>
                  </a:lnTo>
                  <a:lnTo>
                    <a:pt x="515706" y="769301"/>
                  </a:lnTo>
                  <a:lnTo>
                    <a:pt x="516374" y="921362"/>
                  </a:lnTo>
                  <a:lnTo>
                    <a:pt x="517042" y="914908"/>
                  </a:lnTo>
                  <a:lnTo>
                    <a:pt x="517710" y="950152"/>
                  </a:lnTo>
                  <a:lnTo>
                    <a:pt x="518378" y="1065430"/>
                  </a:lnTo>
                  <a:lnTo>
                    <a:pt x="519046" y="1054609"/>
                  </a:lnTo>
                  <a:lnTo>
                    <a:pt x="519714" y="1040653"/>
                  </a:lnTo>
                  <a:lnTo>
                    <a:pt x="520382" y="1040653"/>
                  </a:lnTo>
                  <a:lnTo>
                    <a:pt x="521050" y="1037012"/>
                  </a:lnTo>
                  <a:lnTo>
                    <a:pt x="521718" y="1026697"/>
                  </a:lnTo>
                  <a:lnTo>
                    <a:pt x="522386" y="1024270"/>
                  </a:lnTo>
                  <a:lnTo>
                    <a:pt x="523054" y="1005459"/>
                  </a:lnTo>
                  <a:lnTo>
                    <a:pt x="523722" y="979367"/>
                  </a:lnTo>
                  <a:lnTo>
                    <a:pt x="524390" y="968444"/>
                  </a:lnTo>
                  <a:lnTo>
                    <a:pt x="525058" y="943566"/>
                  </a:lnTo>
                  <a:lnTo>
                    <a:pt x="525726" y="978760"/>
                  </a:lnTo>
                  <a:lnTo>
                    <a:pt x="526395" y="935808"/>
                  </a:lnTo>
                  <a:lnTo>
                    <a:pt x="527063" y="926207"/>
                  </a:lnTo>
                  <a:lnTo>
                    <a:pt x="527731" y="910757"/>
                  </a:lnTo>
                  <a:lnTo>
                    <a:pt x="528399" y="757818"/>
                  </a:lnTo>
                  <a:lnTo>
                    <a:pt x="529067" y="725590"/>
                  </a:lnTo>
                  <a:lnTo>
                    <a:pt x="529735" y="733612"/>
                  </a:lnTo>
                  <a:lnTo>
                    <a:pt x="530403" y="693964"/>
                  </a:lnTo>
                  <a:lnTo>
                    <a:pt x="531071" y="657365"/>
                  </a:lnTo>
                  <a:lnTo>
                    <a:pt x="531739" y="633729"/>
                  </a:lnTo>
                  <a:lnTo>
                    <a:pt x="532407" y="627629"/>
                  </a:lnTo>
                  <a:lnTo>
                    <a:pt x="533075" y="645166"/>
                  </a:lnTo>
                  <a:lnTo>
                    <a:pt x="533743" y="675665"/>
                  </a:lnTo>
                  <a:lnTo>
                    <a:pt x="534411" y="700064"/>
                  </a:lnTo>
                  <a:lnTo>
                    <a:pt x="535079" y="729037"/>
                  </a:lnTo>
                  <a:lnTo>
                    <a:pt x="535747" y="747336"/>
                  </a:lnTo>
                  <a:lnTo>
                    <a:pt x="536415" y="791559"/>
                  </a:lnTo>
                  <a:lnTo>
                    <a:pt x="537083" y="799432"/>
                  </a:lnTo>
                  <a:lnTo>
                    <a:pt x="537751" y="816714"/>
                  </a:lnTo>
                  <a:lnTo>
                    <a:pt x="538419" y="847350"/>
                  </a:lnTo>
                  <a:lnTo>
                    <a:pt x="539087" y="849060"/>
                  </a:lnTo>
                  <a:lnTo>
                    <a:pt x="539755" y="731621"/>
                  </a:lnTo>
                  <a:lnTo>
                    <a:pt x="540423" y="824775"/>
                  </a:lnTo>
                  <a:lnTo>
                    <a:pt x="541091" y="887575"/>
                  </a:lnTo>
                  <a:lnTo>
                    <a:pt x="541759" y="936768"/>
                  </a:lnTo>
                  <a:lnTo>
                    <a:pt x="542427" y="963981"/>
                  </a:lnTo>
                  <a:lnTo>
                    <a:pt x="543095" y="1012128"/>
                  </a:lnTo>
                  <a:lnTo>
                    <a:pt x="543763" y="1046668"/>
                  </a:lnTo>
                  <a:lnTo>
                    <a:pt x="544431" y="1016315"/>
                  </a:lnTo>
                  <a:lnTo>
                    <a:pt x="545099" y="1022595"/>
                  </a:lnTo>
                  <a:lnTo>
                    <a:pt x="545767" y="1017362"/>
                  </a:lnTo>
                  <a:lnTo>
                    <a:pt x="546435" y="1059228"/>
                  </a:lnTo>
                  <a:lnTo>
                    <a:pt x="547103" y="1084348"/>
                  </a:lnTo>
                  <a:lnTo>
                    <a:pt x="547771" y="1067602"/>
                  </a:lnTo>
                  <a:lnTo>
                    <a:pt x="548439" y="1055042"/>
                  </a:lnTo>
                  <a:lnTo>
                    <a:pt x="549107" y="1066555"/>
                  </a:lnTo>
                  <a:lnTo>
                    <a:pt x="549775" y="996428"/>
                  </a:lnTo>
                  <a:lnTo>
                    <a:pt x="550444" y="982821"/>
                  </a:lnTo>
                  <a:lnTo>
                    <a:pt x="551112" y="961888"/>
                  </a:lnTo>
                  <a:lnTo>
                    <a:pt x="551780" y="947235"/>
                  </a:lnTo>
                  <a:lnTo>
                    <a:pt x="552448" y="944095"/>
                  </a:lnTo>
                  <a:lnTo>
                    <a:pt x="553116" y="913741"/>
                  </a:lnTo>
                  <a:lnTo>
                    <a:pt x="553784" y="878154"/>
                  </a:lnTo>
                  <a:lnTo>
                    <a:pt x="554452" y="1011531"/>
                  </a:lnTo>
                  <a:lnTo>
                    <a:pt x="555120" y="1009960"/>
                  </a:lnTo>
                  <a:lnTo>
                    <a:pt x="555788" y="1040712"/>
                  </a:lnTo>
                  <a:lnTo>
                    <a:pt x="556456" y="1024111"/>
                  </a:lnTo>
                  <a:lnTo>
                    <a:pt x="557124" y="976838"/>
                  </a:lnTo>
                  <a:lnTo>
                    <a:pt x="557792" y="984463"/>
                  </a:lnTo>
                  <a:lnTo>
                    <a:pt x="558460" y="996663"/>
                  </a:lnTo>
                  <a:lnTo>
                    <a:pt x="559128" y="1008100"/>
                  </a:lnTo>
                  <a:lnTo>
                    <a:pt x="559796" y="1050035"/>
                  </a:lnTo>
                  <a:lnTo>
                    <a:pt x="560464" y="1043173"/>
                  </a:lnTo>
                  <a:lnTo>
                    <a:pt x="561132" y="1066809"/>
                  </a:lnTo>
                  <a:lnTo>
                    <a:pt x="561800" y="1048510"/>
                  </a:lnTo>
                  <a:lnTo>
                    <a:pt x="562468" y="1028686"/>
                  </a:lnTo>
                  <a:lnTo>
                    <a:pt x="563136" y="982938"/>
                  </a:lnTo>
                  <a:lnTo>
                    <a:pt x="563804" y="960827"/>
                  </a:lnTo>
                  <a:lnTo>
                    <a:pt x="564472" y="921978"/>
                  </a:lnTo>
                  <a:lnTo>
                    <a:pt x="565140" y="870131"/>
                  </a:lnTo>
                  <a:lnTo>
                    <a:pt x="565808" y="845126"/>
                  </a:lnTo>
                  <a:lnTo>
                    <a:pt x="566476" y="688708"/>
                  </a:lnTo>
                  <a:lnTo>
                    <a:pt x="567144" y="777674"/>
                  </a:lnTo>
                  <a:lnTo>
                    <a:pt x="567812" y="749414"/>
                  </a:lnTo>
                  <a:lnTo>
                    <a:pt x="568480" y="698128"/>
                  </a:lnTo>
                  <a:lnTo>
                    <a:pt x="569148" y="682427"/>
                  </a:lnTo>
                  <a:lnTo>
                    <a:pt x="569816" y="644747"/>
                  </a:lnTo>
                  <a:lnTo>
                    <a:pt x="570484" y="620674"/>
                  </a:lnTo>
                  <a:lnTo>
                    <a:pt x="571152" y="568341"/>
                  </a:lnTo>
                  <a:lnTo>
                    <a:pt x="571820" y="542174"/>
                  </a:lnTo>
                  <a:lnTo>
                    <a:pt x="572488" y="539034"/>
                  </a:lnTo>
                  <a:lnTo>
                    <a:pt x="573156" y="597647"/>
                  </a:lnTo>
                  <a:lnTo>
                    <a:pt x="573824" y="665681"/>
                  </a:lnTo>
                  <a:lnTo>
                    <a:pt x="574492" y="713828"/>
                  </a:lnTo>
                  <a:lnTo>
                    <a:pt x="575161" y="766161"/>
                  </a:lnTo>
                  <a:lnTo>
                    <a:pt x="575829" y="906291"/>
                  </a:lnTo>
                  <a:lnTo>
                    <a:pt x="576497" y="912029"/>
                  </a:lnTo>
                  <a:lnTo>
                    <a:pt x="577165" y="894492"/>
                  </a:lnTo>
                  <a:lnTo>
                    <a:pt x="577833" y="1039626"/>
                  </a:lnTo>
                  <a:lnTo>
                    <a:pt x="578501" y="1054003"/>
                  </a:lnTo>
                  <a:lnTo>
                    <a:pt x="579169" y="1023663"/>
                  </a:lnTo>
                  <a:lnTo>
                    <a:pt x="579837" y="1024270"/>
                  </a:lnTo>
                  <a:lnTo>
                    <a:pt x="580505" y="1049755"/>
                  </a:lnTo>
                  <a:lnTo>
                    <a:pt x="581173" y="1071600"/>
                  </a:lnTo>
                  <a:lnTo>
                    <a:pt x="581841" y="1098905"/>
                  </a:lnTo>
                  <a:lnTo>
                    <a:pt x="582509" y="1092231"/>
                  </a:lnTo>
                  <a:lnTo>
                    <a:pt x="583177" y="1143231"/>
                  </a:lnTo>
                  <a:lnTo>
                    <a:pt x="583845" y="1125305"/>
                  </a:lnTo>
                  <a:lnTo>
                    <a:pt x="584513" y="1125586"/>
                  </a:lnTo>
                  <a:lnTo>
                    <a:pt x="585181" y="1107864"/>
                  </a:lnTo>
                  <a:lnTo>
                    <a:pt x="585849" y="1119672"/>
                  </a:lnTo>
                  <a:lnTo>
                    <a:pt x="586517" y="1034585"/>
                  </a:lnTo>
                  <a:lnTo>
                    <a:pt x="587185" y="1032158"/>
                  </a:lnTo>
                  <a:lnTo>
                    <a:pt x="587853" y="1038496"/>
                  </a:lnTo>
                  <a:lnTo>
                    <a:pt x="588521" y="963877"/>
                  </a:lnTo>
                  <a:lnTo>
                    <a:pt x="589189" y="1021824"/>
                  </a:lnTo>
                  <a:lnTo>
                    <a:pt x="589857" y="1057660"/>
                  </a:lnTo>
                  <a:lnTo>
                    <a:pt x="590525" y="1064522"/>
                  </a:lnTo>
                  <a:lnTo>
                    <a:pt x="591193" y="1077484"/>
                  </a:lnTo>
                  <a:lnTo>
                    <a:pt x="591861" y="1093496"/>
                  </a:lnTo>
                  <a:lnTo>
                    <a:pt x="592529" y="1137310"/>
                  </a:lnTo>
                  <a:lnTo>
                    <a:pt x="593197" y="1171783"/>
                  </a:lnTo>
                  <a:lnTo>
                    <a:pt x="593865" y="1195483"/>
                  </a:lnTo>
                  <a:lnTo>
                    <a:pt x="594533" y="1151335"/>
                  </a:lnTo>
                  <a:lnTo>
                    <a:pt x="595201" y="1219369"/>
                  </a:lnTo>
                  <a:lnTo>
                    <a:pt x="595869" y="1252862"/>
                  </a:lnTo>
                  <a:lnTo>
                    <a:pt x="596537" y="1316709"/>
                  </a:lnTo>
                  <a:lnTo>
                    <a:pt x="597205" y="1344969"/>
                  </a:lnTo>
                  <a:lnTo>
                    <a:pt x="597873" y="1359622"/>
                  </a:lnTo>
                  <a:lnTo>
                    <a:pt x="598541" y="1365902"/>
                  </a:lnTo>
                  <a:lnTo>
                    <a:pt x="599209" y="1365902"/>
                  </a:lnTo>
                  <a:lnTo>
                    <a:pt x="599878" y="1365902"/>
                  </a:lnTo>
                  <a:lnTo>
                    <a:pt x="600546" y="1354389"/>
                  </a:lnTo>
                  <a:lnTo>
                    <a:pt x="601214" y="1344969"/>
                  </a:lnTo>
                  <a:lnTo>
                    <a:pt x="601882" y="1344969"/>
                  </a:lnTo>
                  <a:lnTo>
                    <a:pt x="602550" y="1339736"/>
                  </a:lnTo>
                  <a:lnTo>
                    <a:pt x="603218" y="1324035"/>
                  </a:lnTo>
                  <a:lnTo>
                    <a:pt x="603886" y="1320895"/>
                  </a:lnTo>
                  <a:lnTo>
                    <a:pt x="604554" y="1286355"/>
                  </a:lnTo>
                  <a:lnTo>
                    <a:pt x="605222" y="1257049"/>
                  </a:lnTo>
                  <a:lnTo>
                    <a:pt x="605890" y="1221462"/>
                  </a:lnTo>
                  <a:lnTo>
                    <a:pt x="606558" y="1219369"/>
                  </a:lnTo>
                  <a:lnTo>
                    <a:pt x="607226" y="1216229"/>
                  </a:lnTo>
                  <a:lnTo>
                    <a:pt x="607894" y="1198435"/>
                  </a:lnTo>
                  <a:lnTo>
                    <a:pt x="608562" y="1183782"/>
                  </a:lnTo>
                  <a:lnTo>
                    <a:pt x="609230" y="1177502"/>
                  </a:lnTo>
                  <a:lnTo>
                    <a:pt x="609898" y="1139822"/>
                  </a:lnTo>
                  <a:lnTo>
                    <a:pt x="610566" y="1089582"/>
                  </a:lnTo>
                  <a:lnTo>
                    <a:pt x="611234" y="1085395"/>
                  </a:lnTo>
                  <a:lnTo>
                    <a:pt x="611902" y="1072835"/>
                  </a:lnTo>
                  <a:lnTo>
                    <a:pt x="612570" y="1061322"/>
                  </a:lnTo>
                  <a:lnTo>
                    <a:pt x="613238" y="1055042"/>
                  </a:lnTo>
                  <a:lnTo>
                    <a:pt x="613906" y="1038295"/>
                  </a:lnTo>
                  <a:lnTo>
                    <a:pt x="614574" y="1034108"/>
                  </a:lnTo>
                  <a:lnTo>
                    <a:pt x="615242" y="1056088"/>
                  </a:lnTo>
                  <a:lnTo>
                    <a:pt x="615910" y="1077022"/>
                  </a:lnTo>
                  <a:lnTo>
                    <a:pt x="616578" y="1072835"/>
                  </a:lnTo>
                  <a:lnTo>
                    <a:pt x="617246" y="1059228"/>
                  </a:lnTo>
                  <a:lnTo>
                    <a:pt x="617914" y="1042482"/>
                  </a:lnTo>
                  <a:lnTo>
                    <a:pt x="618582" y="1033062"/>
                  </a:lnTo>
                  <a:lnTo>
                    <a:pt x="619250" y="1026781"/>
                  </a:lnTo>
                  <a:lnTo>
                    <a:pt x="619918" y="1047715"/>
                  </a:lnTo>
                  <a:lnTo>
                    <a:pt x="620586" y="1109468"/>
                  </a:lnTo>
                  <a:lnTo>
                    <a:pt x="621254" y="1123075"/>
                  </a:lnTo>
                  <a:lnTo>
                    <a:pt x="621922" y="1118888"/>
                  </a:lnTo>
                  <a:lnTo>
                    <a:pt x="622590" y="1131448"/>
                  </a:lnTo>
                  <a:lnTo>
                    <a:pt x="623258" y="1153428"/>
                  </a:lnTo>
                  <a:lnTo>
                    <a:pt x="623926" y="1173315"/>
                  </a:lnTo>
                  <a:lnTo>
                    <a:pt x="624595" y="1212042"/>
                  </a:lnTo>
                  <a:lnTo>
                    <a:pt x="625263" y="1219369"/>
                  </a:lnTo>
                  <a:lnTo>
                    <a:pt x="625931" y="1234022"/>
                  </a:lnTo>
                  <a:lnTo>
                    <a:pt x="626599" y="1240302"/>
                  </a:lnTo>
                  <a:lnTo>
                    <a:pt x="627267" y="1315539"/>
                  </a:lnTo>
                  <a:lnTo>
                    <a:pt x="627935" y="1341462"/>
                  </a:lnTo>
                  <a:lnTo>
                    <a:pt x="628603" y="1363408"/>
                  </a:lnTo>
                  <a:lnTo>
                    <a:pt x="628815" y="136632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2425508" y="3524357"/>
              <a:ext cx="334290" cy="500041"/>
            </a:xfrm>
            <a:custGeom>
              <a:avLst/>
              <a:pathLst>
                <a:path w="334290" h="500041">
                  <a:moveTo>
                    <a:pt x="0" y="500041"/>
                  </a:moveTo>
                  <a:lnTo>
                    <a:pt x="267" y="493799"/>
                  </a:lnTo>
                  <a:lnTo>
                    <a:pt x="935" y="479590"/>
                  </a:lnTo>
                  <a:lnTo>
                    <a:pt x="1603" y="479590"/>
                  </a:lnTo>
                  <a:lnTo>
                    <a:pt x="2271" y="477596"/>
                  </a:lnTo>
                  <a:lnTo>
                    <a:pt x="2939" y="463211"/>
                  </a:lnTo>
                  <a:lnTo>
                    <a:pt x="3607" y="426980"/>
                  </a:lnTo>
                  <a:lnTo>
                    <a:pt x="4275" y="413256"/>
                  </a:lnTo>
                  <a:lnTo>
                    <a:pt x="4943" y="392669"/>
                  </a:lnTo>
                  <a:lnTo>
                    <a:pt x="5611" y="388857"/>
                  </a:lnTo>
                  <a:lnTo>
                    <a:pt x="6279" y="420839"/>
                  </a:lnTo>
                  <a:lnTo>
                    <a:pt x="6947" y="412185"/>
                  </a:lnTo>
                  <a:lnTo>
                    <a:pt x="7615" y="401920"/>
                  </a:lnTo>
                  <a:lnTo>
                    <a:pt x="8283" y="394639"/>
                  </a:lnTo>
                  <a:lnTo>
                    <a:pt x="8951" y="375828"/>
                  </a:lnTo>
                  <a:lnTo>
                    <a:pt x="9619" y="366119"/>
                  </a:lnTo>
                  <a:lnTo>
                    <a:pt x="10287" y="340027"/>
                  </a:lnTo>
                  <a:lnTo>
                    <a:pt x="10955" y="293911"/>
                  </a:lnTo>
                  <a:lnTo>
                    <a:pt x="11623" y="293339"/>
                  </a:lnTo>
                  <a:lnTo>
                    <a:pt x="12291" y="243659"/>
                  </a:lnTo>
                  <a:lnTo>
                    <a:pt x="12959" y="203710"/>
                  </a:lnTo>
                  <a:lnTo>
                    <a:pt x="13627" y="155055"/>
                  </a:lnTo>
                  <a:lnTo>
                    <a:pt x="14295" y="110228"/>
                  </a:lnTo>
                  <a:lnTo>
                    <a:pt x="14963" y="75304"/>
                  </a:lnTo>
                  <a:lnTo>
                    <a:pt x="15631" y="84165"/>
                  </a:lnTo>
                  <a:lnTo>
                    <a:pt x="16299" y="106912"/>
                  </a:lnTo>
                  <a:lnTo>
                    <a:pt x="16967" y="120740"/>
                  </a:lnTo>
                  <a:lnTo>
                    <a:pt x="17635" y="35415"/>
                  </a:lnTo>
                  <a:lnTo>
                    <a:pt x="18303" y="42697"/>
                  </a:lnTo>
                  <a:lnTo>
                    <a:pt x="18972" y="70727"/>
                  </a:lnTo>
                  <a:lnTo>
                    <a:pt x="19640" y="105533"/>
                  </a:lnTo>
                  <a:lnTo>
                    <a:pt x="20308" y="0"/>
                  </a:lnTo>
                  <a:lnTo>
                    <a:pt x="20976" y="65572"/>
                  </a:lnTo>
                  <a:lnTo>
                    <a:pt x="21644" y="128753"/>
                  </a:lnTo>
                  <a:lnTo>
                    <a:pt x="22312" y="209664"/>
                  </a:lnTo>
                  <a:lnTo>
                    <a:pt x="22980" y="281935"/>
                  </a:lnTo>
                  <a:lnTo>
                    <a:pt x="23648" y="343994"/>
                  </a:lnTo>
                  <a:lnTo>
                    <a:pt x="24316" y="409980"/>
                  </a:lnTo>
                  <a:lnTo>
                    <a:pt x="24984" y="487977"/>
                  </a:lnTo>
                  <a:lnTo>
                    <a:pt x="25652" y="487977"/>
                  </a:lnTo>
                  <a:lnTo>
                    <a:pt x="26320" y="487977"/>
                  </a:lnTo>
                  <a:lnTo>
                    <a:pt x="26988" y="487977"/>
                  </a:lnTo>
                  <a:lnTo>
                    <a:pt x="27656" y="487977"/>
                  </a:lnTo>
                  <a:lnTo>
                    <a:pt x="28324" y="487977"/>
                  </a:lnTo>
                  <a:lnTo>
                    <a:pt x="28992" y="482640"/>
                  </a:lnTo>
                  <a:lnTo>
                    <a:pt x="29660" y="477303"/>
                  </a:lnTo>
                  <a:lnTo>
                    <a:pt x="30328" y="494077"/>
                  </a:lnTo>
                  <a:lnTo>
                    <a:pt x="30996" y="487977"/>
                  </a:lnTo>
                  <a:lnTo>
                    <a:pt x="31664" y="487977"/>
                  </a:lnTo>
                  <a:lnTo>
                    <a:pt x="32332" y="484927"/>
                  </a:lnTo>
                  <a:lnTo>
                    <a:pt x="33000" y="471891"/>
                  </a:lnTo>
                  <a:lnTo>
                    <a:pt x="33668" y="468111"/>
                  </a:lnTo>
                  <a:lnTo>
                    <a:pt x="34336" y="480127"/>
                  </a:lnTo>
                  <a:lnTo>
                    <a:pt x="35004" y="436821"/>
                  </a:lnTo>
                  <a:lnTo>
                    <a:pt x="35672" y="436821"/>
                  </a:lnTo>
                  <a:lnTo>
                    <a:pt x="36340" y="436821"/>
                  </a:lnTo>
                  <a:lnTo>
                    <a:pt x="37008" y="436821"/>
                  </a:lnTo>
                  <a:lnTo>
                    <a:pt x="37676" y="428447"/>
                  </a:lnTo>
                  <a:lnTo>
                    <a:pt x="38344" y="415887"/>
                  </a:lnTo>
                  <a:lnTo>
                    <a:pt x="39012" y="423214"/>
                  </a:lnTo>
                  <a:lnTo>
                    <a:pt x="39680" y="436821"/>
                  </a:lnTo>
                  <a:lnTo>
                    <a:pt x="40348" y="437867"/>
                  </a:lnTo>
                  <a:lnTo>
                    <a:pt x="41016" y="457754"/>
                  </a:lnTo>
                  <a:lnTo>
                    <a:pt x="41684" y="457754"/>
                  </a:lnTo>
                  <a:lnTo>
                    <a:pt x="42352" y="461941"/>
                  </a:lnTo>
                  <a:lnTo>
                    <a:pt x="43021" y="478687"/>
                  </a:lnTo>
                  <a:lnTo>
                    <a:pt x="43689" y="472407"/>
                  </a:lnTo>
                  <a:lnTo>
                    <a:pt x="44357" y="457754"/>
                  </a:lnTo>
                  <a:lnTo>
                    <a:pt x="45025" y="457754"/>
                  </a:lnTo>
                  <a:lnTo>
                    <a:pt x="45693" y="457754"/>
                  </a:lnTo>
                  <a:lnTo>
                    <a:pt x="46361" y="457754"/>
                  </a:lnTo>
                  <a:lnTo>
                    <a:pt x="47029" y="457754"/>
                  </a:lnTo>
                  <a:lnTo>
                    <a:pt x="47697" y="466127"/>
                  </a:lnTo>
                  <a:lnTo>
                    <a:pt x="48365" y="458801"/>
                  </a:lnTo>
                  <a:lnTo>
                    <a:pt x="49033" y="452521"/>
                  </a:lnTo>
                  <a:lnTo>
                    <a:pt x="49701" y="436821"/>
                  </a:lnTo>
                  <a:lnTo>
                    <a:pt x="50369" y="436821"/>
                  </a:lnTo>
                  <a:lnTo>
                    <a:pt x="51037" y="436821"/>
                  </a:lnTo>
                  <a:lnTo>
                    <a:pt x="51705" y="436821"/>
                  </a:lnTo>
                  <a:lnTo>
                    <a:pt x="52373" y="436821"/>
                  </a:lnTo>
                  <a:lnTo>
                    <a:pt x="53041" y="436821"/>
                  </a:lnTo>
                  <a:lnTo>
                    <a:pt x="53709" y="443101"/>
                  </a:lnTo>
                  <a:lnTo>
                    <a:pt x="54377" y="457754"/>
                  </a:lnTo>
                  <a:lnTo>
                    <a:pt x="55045" y="447287"/>
                  </a:lnTo>
                  <a:lnTo>
                    <a:pt x="55713" y="414841"/>
                  </a:lnTo>
                  <a:lnTo>
                    <a:pt x="56381" y="394954"/>
                  </a:lnTo>
                  <a:lnTo>
                    <a:pt x="57049" y="394954"/>
                  </a:lnTo>
                  <a:lnTo>
                    <a:pt x="57717" y="387627"/>
                  </a:lnTo>
                  <a:lnTo>
                    <a:pt x="58385" y="376114"/>
                  </a:lnTo>
                  <a:lnTo>
                    <a:pt x="59053" y="370881"/>
                  </a:lnTo>
                  <a:lnTo>
                    <a:pt x="59721" y="360414"/>
                  </a:lnTo>
                  <a:lnTo>
                    <a:pt x="60389" y="319594"/>
                  </a:lnTo>
                  <a:lnTo>
                    <a:pt x="61057" y="310174"/>
                  </a:lnTo>
                  <a:lnTo>
                    <a:pt x="61725" y="290287"/>
                  </a:lnTo>
                  <a:lnTo>
                    <a:pt x="62393" y="290287"/>
                  </a:lnTo>
                  <a:lnTo>
                    <a:pt x="63061" y="290287"/>
                  </a:lnTo>
                  <a:lnTo>
                    <a:pt x="63729" y="286100"/>
                  </a:lnTo>
                  <a:lnTo>
                    <a:pt x="64397" y="269354"/>
                  </a:lnTo>
                  <a:lnTo>
                    <a:pt x="65065" y="279820"/>
                  </a:lnTo>
                  <a:lnTo>
                    <a:pt x="65733" y="291334"/>
                  </a:lnTo>
                  <a:lnTo>
                    <a:pt x="66401" y="290287"/>
                  </a:lnTo>
                  <a:lnTo>
                    <a:pt x="67069" y="290287"/>
                  </a:lnTo>
                  <a:lnTo>
                    <a:pt x="67738" y="280867"/>
                  </a:lnTo>
                  <a:lnTo>
                    <a:pt x="68406" y="308080"/>
                  </a:lnTo>
                  <a:lnTo>
                    <a:pt x="69074" y="319594"/>
                  </a:lnTo>
                  <a:lnTo>
                    <a:pt x="69742" y="345761"/>
                  </a:lnTo>
                  <a:lnTo>
                    <a:pt x="70410" y="386581"/>
                  </a:lnTo>
                  <a:lnTo>
                    <a:pt x="71078" y="378207"/>
                  </a:lnTo>
                  <a:lnTo>
                    <a:pt x="71746" y="379254"/>
                  </a:lnTo>
                  <a:lnTo>
                    <a:pt x="72414" y="345761"/>
                  </a:lnTo>
                  <a:lnTo>
                    <a:pt x="73082" y="325874"/>
                  </a:lnTo>
                  <a:lnTo>
                    <a:pt x="73750" y="374541"/>
                  </a:lnTo>
                  <a:lnTo>
                    <a:pt x="74418" y="389556"/>
                  </a:lnTo>
                  <a:lnTo>
                    <a:pt x="75086" y="395226"/>
                  </a:lnTo>
                  <a:lnTo>
                    <a:pt x="75754" y="404869"/>
                  </a:lnTo>
                  <a:lnTo>
                    <a:pt x="76422" y="411731"/>
                  </a:lnTo>
                  <a:lnTo>
                    <a:pt x="77090" y="411731"/>
                  </a:lnTo>
                  <a:lnTo>
                    <a:pt x="77758" y="423930"/>
                  </a:lnTo>
                  <a:lnTo>
                    <a:pt x="78426" y="411731"/>
                  </a:lnTo>
                  <a:lnTo>
                    <a:pt x="79094" y="396482"/>
                  </a:lnTo>
                  <a:lnTo>
                    <a:pt x="79762" y="373608"/>
                  </a:lnTo>
                  <a:lnTo>
                    <a:pt x="80430" y="391181"/>
                  </a:lnTo>
                  <a:lnTo>
                    <a:pt x="81098" y="395382"/>
                  </a:lnTo>
                  <a:lnTo>
                    <a:pt x="81766" y="425989"/>
                  </a:lnTo>
                  <a:lnTo>
                    <a:pt x="82434" y="430599"/>
                  </a:lnTo>
                  <a:lnTo>
                    <a:pt x="83102" y="431111"/>
                  </a:lnTo>
                  <a:lnTo>
                    <a:pt x="83770" y="436745"/>
                  </a:lnTo>
                  <a:lnTo>
                    <a:pt x="84438" y="425989"/>
                  </a:lnTo>
                  <a:lnTo>
                    <a:pt x="85106" y="378255"/>
                  </a:lnTo>
                  <a:lnTo>
                    <a:pt x="85774" y="343061"/>
                  </a:lnTo>
                  <a:lnTo>
                    <a:pt x="86442" y="336993"/>
                  </a:lnTo>
                  <a:lnTo>
                    <a:pt x="87110" y="303619"/>
                  </a:lnTo>
                  <a:lnTo>
                    <a:pt x="87778" y="267212"/>
                  </a:lnTo>
                  <a:lnTo>
                    <a:pt x="88446" y="240513"/>
                  </a:lnTo>
                  <a:lnTo>
                    <a:pt x="89114" y="289242"/>
                  </a:lnTo>
                  <a:lnTo>
                    <a:pt x="89782" y="293851"/>
                  </a:lnTo>
                  <a:lnTo>
                    <a:pt x="90450" y="250828"/>
                  </a:lnTo>
                  <a:lnTo>
                    <a:pt x="91118" y="279634"/>
                  </a:lnTo>
                  <a:lnTo>
                    <a:pt x="91786" y="216847"/>
                  </a:lnTo>
                  <a:lnTo>
                    <a:pt x="92455" y="216241"/>
                  </a:lnTo>
                  <a:lnTo>
                    <a:pt x="93123" y="168910"/>
                  </a:lnTo>
                  <a:lnTo>
                    <a:pt x="93791" y="119760"/>
                  </a:lnTo>
                  <a:lnTo>
                    <a:pt x="94459" y="107624"/>
                  </a:lnTo>
                  <a:lnTo>
                    <a:pt x="95127" y="107624"/>
                  </a:lnTo>
                  <a:lnTo>
                    <a:pt x="95795" y="148279"/>
                  </a:lnTo>
                  <a:lnTo>
                    <a:pt x="96463" y="161022"/>
                  </a:lnTo>
                  <a:lnTo>
                    <a:pt x="97131" y="194396"/>
                  </a:lnTo>
                  <a:lnTo>
                    <a:pt x="97799" y="221702"/>
                  </a:lnTo>
                  <a:lnTo>
                    <a:pt x="98467" y="260959"/>
                  </a:lnTo>
                  <a:lnTo>
                    <a:pt x="99135" y="274762"/>
                  </a:lnTo>
                  <a:lnTo>
                    <a:pt x="99803" y="277762"/>
                  </a:lnTo>
                  <a:lnTo>
                    <a:pt x="100471" y="293365"/>
                  </a:lnTo>
                  <a:lnTo>
                    <a:pt x="101139" y="234802"/>
                  </a:lnTo>
                  <a:lnTo>
                    <a:pt x="101807" y="261511"/>
                  </a:lnTo>
                  <a:lnTo>
                    <a:pt x="102475" y="280364"/>
                  </a:lnTo>
                  <a:lnTo>
                    <a:pt x="103143" y="355777"/>
                  </a:lnTo>
                  <a:lnTo>
                    <a:pt x="103811" y="366694"/>
                  </a:lnTo>
                  <a:lnTo>
                    <a:pt x="104479" y="417981"/>
                  </a:lnTo>
                  <a:lnTo>
                    <a:pt x="105147" y="436821"/>
                  </a:lnTo>
                  <a:lnTo>
                    <a:pt x="105815" y="436821"/>
                  </a:lnTo>
                  <a:lnTo>
                    <a:pt x="106483" y="436821"/>
                  </a:lnTo>
                  <a:lnTo>
                    <a:pt x="107151" y="436821"/>
                  </a:lnTo>
                  <a:lnTo>
                    <a:pt x="107819" y="452521"/>
                  </a:lnTo>
                  <a:lnTo>
                    <a:pt x="108487" y="458801"/>
                  </a:lnTo>
                  <a:lnTo>
                    <a:pt x="109155" y="478687"/>
                  </a:lnTo>
                  <a:lnTo>
                    <a:pt x="109823" y="495434"/>
                  </a:lnTo>
                  <a:lnTo>
                    <a:pt x="110491" y="499621"/>
                  </a:lnTo>
                  <a:lnTo>
                    <a:pt x="111159" y="499621"/>
                  </a:lnTo>
                  <a:lnTo>
                    <a:pt x="111827" y="499621"/>
                  </a:lnTo>
                  <a:lnTo>
                    <a:pt x="112495" y="499621"/>
                  </a:lnTo>
                  <a:lnTo>
                    <a:pt x="113163" y="499621"/>
                  </a:lnTo>
                  <a:lnTo>
                    <a:pt x="113831" y="499621"/>
                  </a:lnTo>
                  <a:lnTo>
                    <a:pt x="114499" y="499621"/>
                  </a:lnTo>
                  <a:lnTo>
                    <a:pt x="115167" y="499621"/>
                  </a:lnTo>
                  <a:lnTo>
                    <a:pt x="115835" y="499621"/>
                  </a:lnTo>
                  <a:lnTo>
                    <a:pt x="116503" y="499621"/>
                  </a:lnTo>
                  <a:lnTo>
                    <a:pt x="117172" y="499621"/>
                  </a:lnTo>
                  <a:lnTo>
                    <a:pt x="117840" y="499621"/>
                  </a:lnTo>
                  <a:lnTo>
                    <a:pt x="118508" y="499621"/>
                  </a:lnTo>
                  <a:lnTo>
                    <a:pt x="119176" y="499621"/>
                  </a:lnTo>
                  <a:lnTo>
                    <a:pt x="119844" y="499621"/>
                  </a:lnTo>
                  <a:lnTo>
                    <a:pt x="120512" y="499621"/>
                  </a:lnTo>
                  <a:lnTo>
                    <a:pt x="121180" y="499621"/>
                  </a:lnTo>
                  <a:lnTo>
                    <a:pt x="121848" y="499621"/>
                  </a:lnTo>
                  <a:lnTo>
                    <a:pt x="122516" y="483921"/>
                  </a:lnTo>
                  <a:lnTo>
                    <a:pt x="123184" y="478687"/>
                  </a:lnTo>
                  <a:lnTo>
                    <a:pt x="123852" y="466127"/>
                  </a:lnTo>
                  <a:lnTo>
                    <a:pt x="124520" y="457754"/>
                  </a:lnTo>
                  <a:lnTo>
                    <a:pt x="125188" y="457754"/>
                  </a:lnTo>
                  <a:lnTo>
                    <a:pt x="125856" y="457754"/>
                  </a:lnTo>
                  <a:lnTo>
                    <a:pt x="126524" y="457754"/>
                  </a:lnTo>
                  <a:lnTo>
                    <a:pt x="127192" y="436821"/>
                  </a:lnTo>
                  <a:lnTo>
                    <a:pt x="127860" y="409607"/>
                  </a:lnTo>
                  <a:lnTo>
                    <a:pt x="128528" y="359367"/>
                  </a:lnTo>
                  <a:lnTo>
                    <a:pt x="129196" y="309127"/>
                  </a:lnTo>
                  <a:lnTo>
                    <a:pt x="129864" y="324079"/>
                  </a:lnTo>
                  <a:lnTo>
                    <a:pt x="130532" y="260000"/>
                  </a:lnTo>
                  <a:lnTo>
                    <a:pt x="131200" y="287964"/>
                  </a:lnTo>
                  <a:lnTo>
                    <a:pt x="131868" y="243546"/>
                  </a:lnTo>
                  <a:lnTo>
                    <a:pt x="132536" y="245974"/>
                  </a:lnTo>
                  <a:lnTo>
                    <a:pt x="133204" y="249008"/>
                  </a:lnTo>
                  <a:lnTo>
                    <a:pt x="133872" y="256289"/>
                  </a:lnTo>
                  <a:lnTo>
                    <a:pt x="134540" y="261144"/>
                  </a:lnTo>
                  <a:lnTo>
                    <a:pt x="135208" y="261144"/>
                  </a:lnTo>
                  <a:lnTo>
                    <a:pt x="135876" y="261144"/>
                  </a:lnTo>
                  <a:lnTo>
                    <a:pt x="136544" y="261144"/>
                  </a:lnTo>
                  <a:lnTo>
                    <a:pt x="137212" y="264178"/>
                  </a:lnTo>
                  <a:lnTo>
                    <a:pt x="137880" y="258110"/>
                  </a:lnTo>
                  <a:lnTo>
                    <a:pt x="138548" y="281775"/>
                  </a:lnTo>
                  <a:lnTo>
                    <a:pt x="139216" y="310901"/>
                  </a:lnTo>
                  <a:lnTo>
                    <a:pt x="139884" y="355175"/>
                  </a:lnTo>
                  <a:lnTo>
                    <a:pt x="140552" y="352259"/>
                  </a:lnTo>
                  <a:lnTo>
                    <a:pt x="141221" y="401132"/>
                  </a:lnTo>
                  <a:lnTo>
                    <a:pt x="141889" y="404374"/>
                  </a:lnTo>
                  <a:lnTo>
                    <a:pt x="142557" y="415887"/>
                  </a:lnTo>
                  <a:lnTo>
                    <a:pt x="143225" y="415887"/>
                  </a:lnTo>
                  <a:lnTo>
                    <a:pt x="143893" y="415887"/>
                  </a:lnTo>
                  <a:lnTo>
                    <a:pt x="144561" y="415887"/>
                  </a:lnTo>
                  <a:lnTo>
                    <a:pt x="145229" y="415887"/>
                  </a:lnTo>
                  <a:lnTo>
                    <a:pt x="145897" y="415887"/>
                  </a:lnTo>
                  <a:lnTo>
                    <a:pt x="146565" y="400187"/>
                  </a:lnTo>
                  <a:lnTo>
                    <a:pt x="147233" y="407514"/>
                  </a:lnTo>
                  <a:lnTo>
                    <a:pt x="147901" y="427401"/>
                  </a:lnTo>
                  <a:lnTo>
                    <a:pt x="148569" y="436821"/>
                  </a:lnTo>
                  <a:lnTo>
                    <a:pt x="149237" y="436821"/>
                  </a:lnTo>
                  <a:lnTo>
                    <a:pt x="149905" y="436821"/>
                  </a:lnTo>
                  <a:lnTo>
                    <a:pt x="150573" y="491677"/>
                  </a:lnTo>
                  <a:lnTo>
                    <a:pt x="151241" y="483822"/>
                  </a:lnTo>
                  <a:lnTo>
                    <a:pt x="151909" y="487977"/>
                  </a:lnTo>
                  <a:lnTo>
                    <a:pt x="152577" y="487977"/>
                  </a:lnTo>
                  <a:lnTo>
                    <a:pt x="153245" y="468916"/>
                  </a:lnTo>
                  <a:lnTo>
                    <a:pt x="153913" y="457479"/>
                  </a:lnTo>
                  <a:lnTo>
                    <a:pt x="154581" y="430030"/>
                  </a:lnTo>
                  <a:lnTo>
                    <a:pt x="155249" y="411731"/>
                  </a:lnTo>
                  <a:lnTo>
                    <a:pt x="155917" y="411731"/>
                  </a:lnTo>
                  <a:lnTo>
                    <a:pt x="156585" y="401056"/>
                  </a:lnTo>
                  <a:lnTo>
                    <a:pt x="157253" y="369033"/>
                  </a:lnTo>
                  <a:lnTo>
                    <a:pt x="157921" y="381232"/>
                  </a:lnTo>
                  <a:lnTo>
                    <a:pt x="158589" y="381232"/>
                  </a:lnTo>
                  <a:lnTo>
                    <a:pt x="159257" y="369795"/>
                  </a:lnTo>
                  <a:lnTo>
                    <a:pt x="159925" y="350734"/>
                  </a:lnTo>
                  <a:lnTo>
                    <a:pt x="160593" y="347922"/>
                  </a:lnTo>
                  <a:lnTo>
                    <a:pt x="161261" y="351849"/>
                  </a:lnTo>
                  <a:lnTo>
                    <a:pt x="161929" y="297954"/>
                  </a:lnTo>
                  <a:lnTo>
                    <a:pt x="162597" y="300928"/>
                  </a:lnTo>
                  <a:lnTo>
                    <a:pt x="163265" y="308798"/>
                  </a:lnTo>
                  <a:lnTo>
                    <a:pt x="163933" y="320235"/>
                  </a:lnTo>
                  <a:lnTo>
                    <a:pt x="164601" y="347684"/>
                  </a:lnTo>
                  <a:lnTo>
                    <a:pt x="165269" y="365983"/>
                  </a:lnTo>
                  <a:lnTo>
                    <a:pt x="165938" y="362933"/>
                  </a:lnTo>
                  <a:lnTo>
                    <a:pt x="166606" y="371320"/>
                  </a:lnTo>
                  <a:lnTo>
                    <a:pt x="167274" y="394194"/>
                  </a:lnTo>
                  <a:lnTo>
                    <a:pt x="167942" y="381232"/>
                  </a:lnTo>
                  <a:lnTo>
                    <a:pt x="168610" y="381232"/>
                  </a:lnTo>
                  <a:lnTo>
                    <a:pt x="169278" y="392669"/>
                  </a:lnTo>
                  <a:lnTo>
                    <a:pt x="169946" y="411731"/>
                  </a:lnTo>
                  <a:lnTo>
                    <a:pt x="170614" y="411731"/>
                  </a:lnTo>
                  <a:lnTo>
                    <a:pt x="171282" y="417831"/>
                  </a:lnTo>
                  <a:lnTo>
                    <a:pt x="171950" y="457113"/>
                  </a:lnTo>
                  <a:lnTo>
                    <a:pt x="172618" y="465452"/>
                  </a:lnTo>
                  <a:lnTo>
                    <a:pt x="173286" y="436821"/>
                  </a:lnTo>
                  <a:lnTo>
                    <a:pt x="173954" y="436821"/>
                  </a:lnTo>
                  <a:lnTo>
                    <a:pt x="174622" y="429494"/>
                  </a:lnTo>
                  <a:lnTo>
                    <a:pt x="175290" y="394954"/>
                  </a:lnTo>
                  <a:lnTo>
                    <a:pt x="175958" y="399141"/>
                  </a:lnTo>
                  <a:lnTo>
                    <a:pt x="176626" y="417981"/>
                  </a:lnTo>
                  <a:lnTo>
                    <a:pt x="177294" y="438914"/>
                  </a:lnTo>
                  <a:lnTo>
                    <a:pt x="177962" y="457754"/>
                  </a:lnTo>
                  <a:lnTo>
                    <a:pt x="178630" y="457754"/>
                  </a:lnTo>
                  <a:lnTo>
                    <a:pt x="179298" y="457754"/>
                  </a:lnTo>
                  <a:lnTo>
                    <a:pt x="179966" y="441007"/>
                  </a:lnTo>
                  <a:lnTo>
                    <a:pt x="180634" y="413794"/>
                  </a:lnTo>
                  <a:lnTo>
                    <a:pt x="181302" y="394954"/>
                  </a:lnTo>
                  <a:lnTo>
                    <a:pt x="181970" y="394954"/>
                  </a:lnTo>
                  <a:lnTo>
                    <a:pt x="182638" y="437211"/>
                  </a:lnTo>
                  <a:lnTo>
                    <a:pt x="183306" y="427262"/>
                  </a:lnTo>
                  <a:lnTo>
                    <a:pt x="183974" y="421643"/>
                  </a:lnTo>
                  <a:lnTo>
                    <a:pt x="184642" y="417068"/>
                  </a:lnTo>
                  <a:lnTo>
                    <a:pt x="185310" y="442229"/>
                  </a:lnTo>
                  <a:lnTo>
                    <a:pt x="185978" y="420118"/>
                  </a:lnTo>
                  <a:lnTo>
                    <a:pt x="186646" y="389619"/>
                  </a:lnTo>
                  <a:lnTo>
                    <a:pt x="187314" y="381232"/>
                  </a:lnTo>
                  <a:lnTo>
                    <a:pt x="187982" y="381232"/>
                  </a:lnTo>
                  <a:lnTo>
                    <a:pt x="188650" y="381232"/>
                  </a:lnTo>
                  <a:lnTo>
                    <a:pt x="189318" y="372083"/>
                  </a:lnTo>
                  <a:lnTo>
                    <a:pt x="189986" y="378182"/>
                  </a:lnTo>
                  <a:lnTo>
                    <a:pt x="190655" y="372845"/>
                  </a:lnTo>
                  <a:lnTo>
                    <a:pt x="191323" y="370558"/>
                  </a:lnTo>
                  <a:lnTo>
                    <a:pt x="191991" y="335484"/>
                  </a:lnTo>
                  <a:lnTo>
                    <a:pt x="192659" y="338494"/>
                  </a:lnTo>
                  <a:lnTo>
                    <a:pt x="193327" y="328585"/>
                  </a:lnTo>
                  <a:lnTo>
                    <a:pt x="193995" y="255747"/>
                  </a:lnTo>
                  <a:lnTo>
                    <a:pt x="194663" y="269354"/>
                  </a:lnTo>
                  <a:lnTo>
                    <a:pt x="195331" y="269354"/>
                  </a:lnTo>
                  <a:lnTo>
                    <a:pt x="195999" y="299707"/>
                  </a:lnTo>
                  <a:lnTo>
                    <a:pt x="196667" y="341574"/>
                  </a:lnTo>
                  <a:lnTo>
                    <a:pt x="197335" y="353087"/>
                  </a:lnTo>
                  <a:lnTo>
                    <a:pt x="198003" y="353087"/>
                  </a:lnTo>
                  <a:lnTo>
                    <a:pt x="198671" y="353087"/>
                  </a:lnTo>
                  <a:lnTo>
                    <a:pt x="199339" y="365647"/>
                  </a:lnTo>
                  <a:lnTo>
                    <a:pt x="200007" y="374021"/>
                  </a:lnTo>
                  <a:lnTo>
                    <a:pt x="200675" y="408561"/>
                  </a:lnTo>
                  <a:lnTo>
                    <a:pt x="201343" y="409607"/>
                  </a:lnTo>
                  <a:lnTo>
                    <a:pt x="202011" y="448334"/>
                  </a:lnTo>
                  <a:lnTo>
                    <a:pt x="202679" y="441007"/>
                  </a:lnTo>
                  <a:lnTo>
                    <a:pt x="203347" y="436821"/>
                  </a:lnTo>
                  <a:lnTo>
                    <a:pt x="204015" y="436821"/>
                  </a:lnTo>
                  <a:lnTo>
                    <a:pt x="204683" y="436821"/>
                  </a:lnTo>
                  <a:lnTo>
                    <a:pt x="205351" y="427401"/>
                  </a:lnTo>
                  <a:lnTo>
                    <a:pt x="206019" y="394954"/>
                  </a:lnTo>
                  <a:lnTo>
                    <a:pt x="206687" y="394954"/>
                  </a:lnTo>
                  <a:lnTo>
                    <a:pt x="207355" y="394954"/>
                  </a:lnTo>
                  <a:lnTo>
                    <a:pt x="208023" y="394954"/>
                  </a:lnTo>
                  <a:lnTo>
                    <a:pt x="208691" y="394954"/>
                  </a:lnTo>
                  <a:lnTo>
                    <a:pt x="209359" y="394954"/>
                  </a:lnTo>
                  <a:lnTo>
                    <a:pt x="210027" y="394954"/>
                  </a:lnTo>
                  <a:lnTo>
                    <a:pt x="210695" y="383441"/>
                  </a:lnTo>
                  <a:lnTo>
                    <a:pt x="211363" y="388674"/>
                  </a:lnTo>
                  <a:lnTo>
                    <a:pt x="212031" y="383441"/>
                  </a:lnTo>
                  <a:lnTo>
                    <a:pt x="212699" y="396001"/>
                  </a:lnTo>
                  <a:lnTo>
                    <a:pt x="213367" y="415887"/>
                  </a:lnTo>
                  <a:lnTo>
                    <a:pt x="214035" y="415887"/>
                  </a:lnTo>
                  <a:lnTo>
                    <a:pt x="214703" y="415887"/>
                  </a:lnTo>
                  <a:lnTo>
                    <a:pt x="215372" y="425307"/>
                  </a:lnTo>
                  <a:lnTo>
                    <a:pt x="216040" y="446241"/>
                  </a:lnTo>
                  <a:lnTo>
                    <a:pt x="216708" y="434727"/>
                  </a:lnTo>
                  <a:lnTo>
                    <a:pt x="217376" y="410654"/>
                  </a:lnTo>
                  <a:lnTo>
                    <a:pt x="218044" y="394954"/>
                  </a:lnTo>
                  <a:lnTo>
                    <a:pt x="218712" y="394954"/>
                  </a:lnTo>
                  <a:lnTo>
                    <a:pt x="219380" y="394954"/>
                  </a:lnTo>
                  <a:lnTo>
                    <a:pt x="220048" y="394954"/>
                  </a:lnTo>
                  <a:lnTo>
                    <a:pt x="220716" y="406467"/>
                  </a:lnTo>
                  <a:lnTo>
                    <a:pt x="221384" y="422167"/>
                  </a:lnTo>
                  <a:lnTo>
                    <a:pt x="222052" y="436821"/>
                  </a:lnTo>
                  <a:lnTo>
                    <a:pt x="222720" y="436821"/>
                  </a:lnTo>
                  <a:lnTo>
                    <a:pt x="223388" y="419027"/>
                  </a:lnTo>
                  <a:lnTo>
                    <a:pt x="224056" y="394954"/>
                  </a:lnTo>
                  <a:lnTo>
                    <a:pt x="224724" y="394954"/>
                  </a:lnTo>
                  <a:lnTo>
                    <a:pt x="225392" y="394954"/>
                  </a:lnTo>
                  <a:lnTo>
                    <a:pt x="226060" y="406467"/>
                  </a:lnTo>
                  <a:lnTo>
                    <a:pt x="226728" y="417981"/>
                  </a:lnTo>
                  <a:lnTo>
                    <a:pt x="227396" y="442054"/>
                  </a:lnTo>
                  <a:lnTo>
                    <a:pt x="228064" y="457754"/>
                  </a:lnTo>
                  <a:lnTo>
                    <a:pt x="228732" y="437867"/>
                  </a:lnTo>
                  <a:lnTo>
                    <a:pt x="229400" y="415887"/>
                  </a:lnTo>
                  <a:lnTo>
                    <a:pt x="230068" y="396001"/>
                  </a:lnTo>
                  <a:lnTo>
                    <a:pt x="230736" y="389721"/>
                  </a:lnTo>
                  <a:lnTo>
                    <a:pt x="231404" y="374021"/>
                  </a:lnTo>
                  <a:lnTo>
                    <a:pt x="232072" y="374021"/>
                  </a:lnTo>
                  <a:lnTo>
                    <a:pt x="232740" y="362507"/>
                  </a:lnTo>
                  <a:lnTo>
                    <a:pt x="233408" y="370881"/>
                  </a:lnTo>
                  <a:lnTo>
                    <a:pt x="234076" y="394954"/>
                  </a:lnTo>
                  <a:lnTo>
                    <a:pt x="234744" y="394954"/>
                  </a:lnTo>
                  <a:lnTo>
                    <a:pt x="235412" y="368787"/>
                  </a:lnTo>
                  <a:lnTo>
                    <a:pt x="236080" y="335294"/>
                  </a:lnTo>
                  <a:lnTo>
                    <a:pt x="236748" y="332154"/>
                  </a:lnTo>
                  <a:lnTo>
                    <a:pt x="237416" y="332154"/>
                  </a:lnTo>
                  <a:lnTo>
                    <a:pt x="238084" y="332154"/>
                  </a:lnTo>
                  <a:lnTo>
                    <a:pt x="238752" y="352041"/>
                  </a:lnTo>
                  <a:lnTo>
                    <a:pt x="239421" y="374021"/>
                  </a:lnTo>
                  <a:lnTo>
                    <a:pt x="240089" y="393907"/>
                  </a:lnTo>
                  <a:lnTo>
                    <a:pt x="240757" y="400187"/>
                  </a:lnTo>
                  <a:lnTo>
                    <a:pt x="241425" y="415887"/>
                  </a:lnTo>
                  <a:lnTo>
                    <a:pt x="242093" y="415887"/>
                  </a:lnTo>
                  <a:lnTo>
                    <a:pt x="242761" y="414841"/>
                  </a:lnTo>
                  <a:lnTo>
                    <a:pt x="243429" y="415887"/>
                  </a:lnTo>
                  <a:lnTo>
                    <a:pt x="244097" y="415887"/>
                  </a:lnTo>
                  <a:lnTo>
                    <a:pt x="244765" y="415887"/>
                  </a:lnTo>
                  <a:lnTo>
                    <a:pt x="245433" y="442054"/>
                  </a:lnTo>
                  <a:lnTo>
                    <a:pt x="246101" y="475547"/>
                  </a:lnTo>
                  <a:lnTo>
                    <a:pt x="246769" y="478687"/>
                  </a:lnTo>
                  <a:lnTo>
                    <a:pt x="247437" y="478687"/>
                  </a:lnTo>
                  <a:lnTo>
                    <a:pt x="248105" y="478687"/>
                  </a:lnTo>
                  <a:lnTo>
                    <a:pt x="248773" y="478687"/>
                  </a:lnTo>
                  <a:lnTo>
                    <a:pt x="249441" y="478687"/>
                  </a:lnTo>
                  <a:lnTo>
                    <a:pt x="250109" y="478687"/>
                  </a:lnTo>
                  <a:lnTo>
                    <a:pt x="250777" y="478687"/>
                  </a:lnTo>
                  <a:lnTo>
                    <a:pt x="251445" y="478687"/>
                  </a:lnTo>
                  <a:lnTo>
                    <a:pt x="252113" y="478687"/>
                  </a:lnTo>
                  <a:lnTo>
                    <a:pt x="252781" y="481827"/>
                  </a:lnTo>
                  <a:lnTo>
                    <a:pt x="253449" y="478687"/>
                  </a:lnTo>
                  <a:lnTo>
                    <a:pt x="254117" y="472407"/>
                  </a:lnTo>
                  <a:lnTo>
                    <a:pt x="254785" y="457754"/>
                  </a:lnTo>
                  <a:lnTo>
                    <a:pt x="255453" y="457754"/>
                  </a:lnTo>
                  <a:lnTo>
                    <a:pt x="256121" y="457754"/>
                  </a:lnTo>
                  <a:lnTo>
                    <a:pt x="256789" y="457754"/>
                  </a:lnTo>
                  <a:lnTo>
                    <a:pt x="257457" y="457754"/>
                  </a:lnTo>
                  <a:lnTo>
                    <a:pt x="258125" y="457754"/>
                  </a:lnTo>
                  <a:lnTo>
                    <a:pt x="258793" y="428447"/>
                  </a:lnTo>
                  <a:lnTo>
                    <a:pt x="259461" y="415887"/>
                  </a:lnTo>
                  <a:lnTo>
                    <a:pt x="260129" y="415887"/>
                  </a:lnTo>
                  <a:lnTo>
                    <a:pt x="260797" y="415887"/>
                  </a:lnTo>
                  <a:lnTo>
                    <a:pt x="261465" y="411701"/>
                  </a:lnTo>
                  <a:lnTo>
                    <a:pt x="262133" y="394954"/>
                  </a:lnTo>
                  <a:lnTo>
                    <a:pt x="262801" y="404374"/>
                  </a:lnTo>
                  <a:lnTo>
                    <a:pt x="263469" y="415887"/>
                  </a:lnTo>
                  <a:lnTo>
                    <a:pt x="264138" y="415887"/>
                  </a:lnTo>
                  <a:lnTo>
                    <a:pt x="264806" y="397047"/>
                  </a:lnTo>
                  <a:lnTo>
                    <a:pt x="265474" y="380301"/>
                  </a:lnTo>
                  <a:lnTo>
                    <a:pt x="266142" y="332154"/>
                  </a:lnTo>
                  <a:lnTo>
                    <a:pt x="266810" y="321687"/>
                  </a:lnTo>
                  <a:lnTo>
                    <a:pt x="267478" y="311221"/>
                  </a:lnTo>
                  <a:lnTo>
                    <a:pt x="268146" y="311221"/>
                  </a:lnTo>
                  <a:lnTo>
                    <a:pt x="268814" y="340527"/>
                  </a:lnTo>
                  <a:lnTo>
                    <a:pt x="269482" y="332154"/>
                  </a:lnTo>
                  <a:lnTo>
                    <a:pt x="270150" y="332154"/>
                  </a:lnTo>
                  <a:lnTo>
                    <a:pt x="270818" y="332154"/>
                  </a:lnTo>
                  <a:lnTo>
                    <a:pt x="271486" y="321687"/>
                  </a:lnTo>
                  <a:lnTo>
                    <a:pt x="272154" y="396296"/>
                  </a:lnTo>
                  <a:lnTo>
                    <a:pt x="272822" y="376987"/>
                  </a:lnTo>
                  <a:lnTo>
                    <a:pt x="273490" y="373845"/>
                  </a:lnTo>
                  <a:lnTo>
                    <a:pt x="274158" y="379893"/>
                  </a:lnTo>
                  <a:lnTo>
                    <a:pt x="274826" y="394957"/>
                  </a:lnTo>
                  <a:lnTo>
                    <a:pt x="275494" y="407156"/>
                  </a:lnTo>
                  <a:lnTo>
                    <a:pt x="276162" y="442229"/>
                  </a:lnTo>
                  <a:lnTo>
                    <a:pt x="276830" y="449854"/>
                  </a:lnTo>
                  <a:lnTo>
                    <a:pt x="277498" y="442229"/>
                  </a:lnTo>
                  <a:lnTo>
                    <a:pt x="278166" y="442229"/>
                  </a:lnTo>
                  <a:lnTo>
                    <a:pt x="278834" y="442229"/>
                  </a:lnTo>
                  <a:lnTo>
                    <a:pt x="279502" y="457479"/>
                  </a:lnTo>
                  <a:lnTo>
                    <a:pt x="280170" y="457479"/>
                  </a:lnTo>
                  <a:lnTo>
                    <a:pt x="280838" y="457479"/>
                  </a:lnTo>
                  <a:lnTo>
                    <a:pt x="281506" y="468153"/>
                  </a:lnTo>
                  <a:lnTo>
                    <a:pt x="282174" y="471253"/>
                  </a:lnTo>
                  <a:lnTo>
                    <a:pt x="282842" y="496391"/>
                  </a:lnTo>
                  <a:lnTo>
                    <a:pt x="283510" y="499533"/>
                  </a:lnTo>
                  <a:lnTo>
                    <a:pt x="284178" y="499881"/>
                  </a:lnTo>
                  <a:lnTo>
                    <a:pt x="284846" y="478687"/>
                  </a:lnTo>
                  <a:lnTo>
                    <a:pt x="285514" y="478687"/>
                  </a:lnTo>
                  <a:lnTo>
                    <a:pt x="286182" y="464034"/>
                  </a:lnTo>
                  <a:lnTo>
                    <a:pt x="286850" y="457754"/>
                  </a:lnTo>
                  <a:lnTo>
                    <a:pt x="287518" y="478687"/>
                  </a:lnTo>
                  <a:lnTo>
                    <a:pt x="288186" y="478687"/>
                  </a:lnTo>
                  <a:lnTo>
                    <a:pt x="288855" y="478687"/>
                  </a:lnTo>
                  <a:lnTo>
                    <a:pt x="289523" y="478687"/>
                  </a:lnTo>
                  <a:lnTo>
                    <a:pt x="290191" y="478687"/>
                  </a:lnTo>
                  <a:lnTo>
                    <a:pt x="290859" y="478687"/>
                  </a:lnTo>
                  <a:lnTo>
                    <a:pt x="291527" y="478687"/>
                  </a:lnTo>
                  <a:lnTo>
                    <a:pt x="292195" y="468221"/>
                  </a:lnTo>
                  <a:lnTo>
                    <a:pt x="292863" y="457754"/>
                  </a:lnTo>
                  <a:lnTo>
                    <a:pt x="293531" y="496249"/>
                  </a:lnTo>
                  <a:lnTo>
                    <a:pt x="294199" y="486179"/>
                  </a:lnTo>
                  <a:lnTo>
                    <a:pt x="294867" y="486452"/>
                  </a:lnTo>
                  <a:lnTo>
                    <a:pt x="295535" y="472728"/>
                  </a:lnTo>
                  <a:lnTo>
                    <a:pt x="296203" y="483403"/>
                  </a:lnTo>
                  <a:lnTo>
                    <a:pt x="296871" y="474253"/>
                  </a:lnTo>
                  <a:lnTo>
                    <a:pt x="297539" y="469678"/>
                  </a:lnTo>
                  <a:lnTo>
                    <a:pt x="298207" y="457479"/>
                  </a:lnTo>
                  <a:lnTo>
                    <a:pt x="298875" y="457479"/>
                  </a:lnTo>
                  <a:lnTo>
                    <a:pt x="299543" y="457479"/>
                  </a:lnTo>
                  <a:lnTo>
                    <a:pt x="300211" y="457479"/>
                  </a:lnTo>
                  <a:lnTo>
                    <a:pt x="300879" y="457479"/>
                  </a:lnTo>
                  <a:lnTo>
                    <a:pt x="301547" y="457479"/>
                  </a:lnTo>
                  <a:lnTo>
                    <a:pt x="302215" y="465103"/>
                  </a:lnTo>
                  <a:lnTo>
                    <a:pt x="302883" y="472728"/>
                  </a:lnTo>
                  <a:lnTo>
                    <a:pt x="303551" y="468111"/>
                  </a:lnTo>
                  <a:lnTo>
                    <a:pt x="304219" y="477709"/>
                  </a:lnTo>
                  <a:lnTo>
                    <a:pt x="304887" y="437867"/>
                  </a:lnTo>
                  <a:lnTo>
                    <a:pt x="305555" y="436821"/>
                  </a:lnTo>
                  <a:lnTo>
                    <a:pt x="306223" y="436821"/>
                  </a:lnTo>
                  <a:lnTo>
                    <a:pt x="306891" y="443101"/>
                  </a:lnTo>
                  <a:lnTo>
                    <a:pt x="307559" y="419027"/>
                  </a:lnTo>
                  <a:lnTo>
                    <a:pt x="308227" y="408561"/>
                  </a:lnTo>
                  <a:lnTo>
                    <a:pt x="308895" y="392861"/>
                  </a:lnTo>
                  <a:lnTo>
                    <a:pt x="309563" y="374021"/>
                  </a:lnTo>
                  <a:lnTo>
                    <a:pt x="310231" y="374021"/>
                  </a:lnTo>
                  <a:lnTo>
                    <a:pt x="310899" y="374021"/>
                  </a:lnTo>
                  <a:lnTo>
                    <a:pt x="311567" y="372974"/>
                  </a:lnTo>
                  <a:lnTo>
                    <a:pt x="312235" y="353087"/>
                  </a:lnTo>
                  <a:lnTo>
                    <a:pt x="312903" y="353087"/>
                  </a:lnTo>
                  <a:lnTo>
                    <a:pt x="313572" y="353087"/>
                  </a:lnTo>
                  <a:lnTo>
                    <a:pt x="314240" y="353087"/>
                  </a:lnTo>
                  <a:lnTo>
                    <a:pt x="314908" y="354134"/>
                  </a:lnTo>
                  <a:lnTo>
                    <a:pt x="315576" y="374021"/>
                  </a:lnTo>
                  <a:lnTo>
                    <a:pt x="316244" y="372974"/>
                  </a:lnTo>
                  <a:lnTo>
                    <a:pt x="316912" y="365647"/>
                  </a:lnTo>
                  <a:lnTo>
                    <a:pt x="317580" y="396001"/>
                  </a:lnTo>
                  <a:lnTo>
                    <a:pt x="318248" y="423214"/>
                  </a:lnTo>
                  <a:lnTo>
                    <a:pt x="318916" y="438914"/>
                  </a:lnTo>
                  <a:lnTo>
                    <a:pt x="319584" y="457754"/>
                  </a:lnTo>
                  <a:lnTo>
                    <a:pt x="320252" y="457754"/>
                  </a:lnTo>
                  <a:lnTo>
                    <a:pt x="320920" y="457754"/>
                  </a:lnTo>
                  <a:lnTo>
                    <a:pt x="321588" y="458801"/>
                  </a:lnTo>
                  <a:lnTo>
                    <a:pt x="322256" y="478687"/>
                  </a:lnTo>
                  <a:lnTo>
                    <a:pt x="322924" y="478687"/>
                  </a:lnTo>
                  <a:lnTo>
                    <a:pt x="323592" y="478687"/>
                  </a:lnTo>
                  <a:lnTo>
                    <a:pt x="324260" y="478687"/>
                  </a:lnTo>
                  <a:lnTo>
                    <a:pt x="324928" y="478687"/>
                  </a:lnTo>
                  <a:lnTo>
                    <a:pt x="325596" y="478687"/>
                  </a:lnTo>
                  <a:lnTo>
                    <a:pt x="326264" y="479734"/>
                  </a:lnTo>
                  <a:lnTo>
                    <a:pt x="326932" y="499621"/>
                  </a:lnTo>
                  <a:lnTo>
                    <a:pt x="327600" y="499621"/>
                  </a:lnTo>
                  <a:lnTo>
                    <a:pt x="328268" y="499621"/>
                  </a:lnTo>
                  <a:lnTo>
                    <a:pt x="328936" y="499621"/>
                  </a:lnTo>
                  <a:lnTo>
                    <a:pt x="329604" y="499621"/>
                  </a:lnTo>
                  <a:lnTo>
                    <a:pt x="330272" y="499621"/>
                  </a:lnTo>
                  <a:lnTo>
                    <a:pt x="330940" y="499621"/>
                  </a:lnTo>
                  <a:lnTo>
                    <a:pt x="331608" y="499621"/>
                  </a:lnTo>
                  <a:lnTo>
                    <a:pt x="332276" y="499621"/>
                  </a:lnTo>
                  <a:lnTo>
                    <a:pt x="332944" y="499621"/>
                  </a:lnTo>
                  <a:lnTo>
                    <a:pt x="333612" y="499621"/>
                  </a:lnTo>
                  <a:lnTo>
                    <a:pt x="334280" y="499621"/>
                  </a:lnTo>
                  <a:lnTo>
                    <a:pt x="334290" y="50004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2766291" y="3877445"/>
              <a:ext cx="66068" cy="146953"/>
            </a:xfrm>
            <a:custGeom>
              <a:avLst/>
              <a:pathLst>
                <a:path w="66068" h="146953">
                  <a:moveTo>
                    <a:pt x="0" y="146953"/>
                  </a:moveTo>
                  <a:lnTo>
                    <a:pt x="178" y="140227"/>
                  </a:lnTo>
                  <a:lnTo>
                    <a:pt x="846" y="134890"/>
                  </a:lnTo>
                  <a:lnTo>
                    <a:pt x="1514" y="134890"/>
                  </a:lnTo>
                  <a:lnTo>
                    <a:pt x="2182" y="134890"/>
                  </a:lnTo>
                  <a:lnTo>
                    <a:pt x="2850" y="134890"/>
                  </a:lnTo>
                  <a:lnTo>
                    <a:pt x="3518" y="134890"/>
                  </a:lnTo>
                  <a:lnTo>
                    <a:pt x="4186" y="134136"/>
                  </a:lnTo>
                  <a:lnTo>
                    <a:pt x="4854" y="130734"/>
                  </a:lnTo>
                  <a:lnTo>
                    <a:pt x="5522" y="118165"/>
                  </a:lnTo>
                  <a:lnTo>
                    <a:pt x="6190" y="62800"/>
                  </a:lnTo>
                  <a:lnTo>
                    <a:pt x="6858" y="62800"/>
                  </a:lnTo>
                  <a:lnTo>
                    <a:pt x="7526" y="62800"/>
                  </a:lnTo>
                  <a:lnTo>
                    <a:pt x="8194" y="62800"/>
                  </a:lnTo>
                  <a:lnTo>
                    <a:pt x="8862" y="62800"/>
                  </a:lnTo>
                  <a:lnTo>
                    <a:pt x="9530" y="83733"/>
                  </a:lnTo>
                  <a:lnTo>
                    <a:pt x="10198" y="118273"/>
                  </a:lnTo>
                  <a:lnTo>
                    <a:pt x="10867" y="125600"/>
                  </a:lnTo>
                  <a:lnTo>
                    <a:pt x="11535" y="125600"/>
                  </a:lnTo>
                  <a:lnTo>
                    <a:pt x="12203" y="125600"/>
                  </a:lnTo>
                  <a:lnTo>
                    <a:pt x="12871" y="125600"/>
                  </a:lnTo>
                  <a:lnTo>
                    <a:pt x="13539" y="113040"/>
                  </a:lnTo>
                  <a:lnTo>
                    <a:pt x="14207" y="96293"/>
                  </a:lnTo>
                  <a:lnTo>
                    <a:pt x="14875" y="76406"/>
                  </a:lnTo>
                  <a:lnTo>
                    <a:pt x="15543" y="112530"/>
                  </a:lnTo>
                  <a:lnTo>
                    <a:pt x="16211" y="112666"/>
                  </a:lnTo>
                  <a:lnTo>
                    <a:pt x="16879" y="76531"/>
                  </a:lnTo>
                  <a:lnTo>
                    <a:pt x="17547" y="52179"/>
                  </a:lnTo>
                  <a:lnTo>
                    <a:pt x="18215" y="52179"/>
                  </a:lnTo>
                  <a:lnTo>
                    <a:pt x="18883" y="44156"/>
                  </a:lnTo>
                  <a:lnTo>
                    <a:pt x="19551" y="43394"/>
                  </a:lnTo>
                  <a:lnTo>
                    <a:pt x="20219" y="33482"/>
                  </a:lnTo>
                  <a:lnTo>
                    <a:pt x="20887" y="12895"/>
                  </a:lnTo>
                  <a:lnTo>
                    <a:pt x="21555" y="12895"/>
                  </a:lnTo>
                  <a:lnTo>
                    <a:pt x="22223" y="12895"/>
                  </a:lnTo>
                  <a:lnTo>
                    <a:pt x="22891" y="12895"/>
                  </a:lnTo>
                  <a:lnTo>
                    <a:pt x="23559" y="22045"/>
                  </a:lnTo>
                  <a:lnTo>
                    <a:pt x="24227" y="34244"/>
                  </a:lnTo>
                  <a:lnTo>
                    <a:pt x="24895" y="48731"/>
                  </a:lnTo>
                  <a:lnTo>
                    <a:pt x="25563" y="52964"/>
                  </a:lnTo>
                  <a:lnTo>
                    <a:pt x="26231" y="54536"/>
                  </a:lnTo>
                  <a:lnTo>
                    <a:pt x="26899" y="90671"/>
                  </a:lnTo>
                  <a:lnTo>
                    <a:pt x="27567" y="115023"/>
                  </a:lnTo>
                  <a:lnTo>
                    <a:pt x="28235" y="115023"/>
                  </a:lnTo>
                  <a:lnTo>
                    <a:pt x="28903" y="64893"/>
                  </a:lnTo>
                  <a:lnTo>
                    <a:pt x="29571" y="41866"/>
                  </a:lnTo>
                  <a:lnTo>
                    <a:pt x="30239" y="55473"/>
                  </a:lnTo>
                  <a:lnTo>
                    <a:pt x="30907" y="72220"/>
                  </a:lnTo>
                  <a:lnTo>
                    <a:pt x="31575" y="62800"/>
                  </a:lnTo>
                  <a:lnTo>
                    <a:pt x="32243" y="46053"/>
                  </a:lnTo>
                  <a:lnTo>
                    <a:pt x="32911" y="41866"/>
                  </a:lnTo>
                  <a:lnTo>
                    <a:pt x="33579" y="41866"/>
                  </a:lnTo>
                  <a:lnTo>
                    <a:pt x="34247" y="41866"/>
                  </a:lnTo>
                  <a:lnTo>
                    <a:pt x="34916" y="26166"/>
                  </a:lnTo>
                  <a:lnTo>
                    <a:pt x="35584" y="34539"/>
                  </a:lnTo>
                  <a:lnTo>
                    <a:pt x="36252" y="29306"/>
                  </a:lnTo>
                  <a:lnTo>
                    <a:pt x="36920" y="1046"/>
                  </a:lnTo>
                  <a:lnTo>
                    <a:pt x="37588" y="0"/>
                  </a:lnTo>
                  <a:lnTo>
                    <a:pt x="38256" y="0"/>
                  </a:lnTo>
                  <a:lnTo>
                    <a:pt x="38924" y="17793"/>
                  </a:lnTo>
                  <a:lnTo>
                    <a:pt x="39592" y="31400"/>
                  </a:lnTo>
                  <a:lnTo>
                    <a:pt x="40260" y="20933"/>
                  </a:lnTo>
                  <a:lnTo>
                    <a:pt x="40928" y="32446"/>
                  </a:lnTo>
                  <a:lnTo>
                    <a:pt x="41596" y="41866"/>
                  </a:lnTo>
                  <a:lnTo>
                    <a:pt x="42264" y="58613"/>
                  </a:lnTo>
                  <a:lnTo>
                    <a:pt x="42932" y="62800"/>
                  </a:lnTo>
                  <a:lnTo>
                    <a:pt x="43600" y="62800"/>
                  </a:lnTo>
                  <a:lnTo>
                    <a:pt x="44268" y="62800"/>
                  </a:lnTo>
                  <a:lnTo>
                    <a:pt x="44936" y="78500"/>
                  </a:lnTo>
                  <a:lnTo>
                    <a:pt x="45604" y="83733"/>
                  </a:lnTo>
                  <a:lnTo>
                    <a:pt x="46272" y="96293"/>
                  </a:lnTo>
                  <a:lnTo>
                    <a:pt x="46940" y="124553"/>
                  </a:lnTo>
                  <a:lnTo>
                    <a:pt x="47608" y="125600"/>
                  </a:lnTo>
                  <a:lnTo>
                    <a:pt x="48276" y="125600"/>
                  </a:lnTo>
                  <a:lnTo>
                    <a:pt x="48944" y="125600"/>
                  </a:lnTo>
                  <a:lnTo>
                    <a:pt x="49612" y="136066"/>
                  </a:lnTo>
                  <a:lnTo>
                    <a:pt x="50280" y="146533"/>
                  </a:lnTo>
                  <a:lnTo>
                    <a:pt x="50948" y="146533"/>
                  </a:lnTo>
                  <a:lnTo>
                    <a:pt x="51616" y="146533"/>
                  </a:lnTo>
                  <a:lnTo>
                    <a:pt x="52284" y="146533"/>
                  </a:lnTo>
                  <a:lnTo>
                    <a:pt x="52952" y="146533"/>
                  </a:lnTo>
                  <a:lnTo>
                    <a:pt x="53620" y="146533"/>
                  </a:lnTo>
                  <a:lnTo>
                    <a:pt x="54288" y="146533"/>
                  </a:lnTo>
                  <a:lnTo>
                    <a:pt x="54956" y="146533"/>
                  </a:lnTo>
                  <a:lnTo>
                    <a:pt x="55624" y="146533"/>
                  </a:lnTo>
                  <a:lnTo>
                    <a:pt x="56292" y="146533"/>
                  </a:lnTo>
                  <a:lnTo>
                    <a:pt x="56960" y="146533"/>
                  </a:lnTo>
                  <a:lnTo>
                    <a:pt x="57628" y="146533"/>
                  </a:lnTo>
                  <a:lnTo>
                    <a:pt x="58296" y="146533"/>
                  </a:lnTo>
                  <a:lnTo>
                    <a:pt x="58964" y="146533"/>
                  </a:lnTo>
                  <a:lnTo>
                    <a:pt x="59633" y="146533"/>
                  </a:lnTo>
                  <a:lnTo>
                    <a:pt x="60301" y="146533"/>
                  </a:lnTo>
                  <a:lnTo>
                    <a:pt x="60969" y="146533"/>
                  </a:lnTo>
                  <a:lnTo>
                    <a:pt x="61637" y="146533"/>
                  </a:lnTo>
                  <a:lnTo>
                    <a:pt x="62305" y="146533"/>
                  </a:lnTo>
                  <a:lnTo>
                    <a:pt x="62973" y="129786"/>
                  </a:lnTo>
                  <a:lnTo>
                    <a:pt x="63641" y="125600"/>
                  </a:lnTo>
                  <a:lnTo>
                    <a:pt x="64309" y="125600"/>
                  </a:lnTo>
                  <a:lnTo>
                    <a:pt x="64977" y="125600"/>
                  </a:lnTo>
                  <a:lnTo>
                    <a:pt x="65645" y="125600"/>
                  </a:lnTo>
                  <a:lnTo>
                    <a:pt x="66068" y="1469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2833783" y="3877445"/>
              <a:ext cx="30650" cy="146953"/>
            </a:xfrm>
            <a:custGeom>
              <a:avLst/>
              <a:pathLst>
                <a:path w="30650" h="146953">
                  <a:moveTo>
                    <a:pt x="0" y="146953"/>
                  </a:moveTo>
                  <a:lnTo>
                    <a:pt x="157" y="142517"/>
                  </a:lnTo>
                  <a:lnTo>
                    <a:pt x="825" y="134890"/>
                  </a:lnTo>
                  <a:lnTo>
                    <a:pt x="1493" y="134890"/>
                  </a:lnTo>
                  <a:lnTo>
                    <a:pt x="2161" y="134890"/>
                  </a:lnTo>
                  <a:lnTo>
                    <a:pt x="2829" y="134890"/>
                  </a:lnTo>
                  <a:lnTo>
                    <a:pt x="3497" y="121928"/>
                  </a:lnTo>
                  <a:lnTo>
                    <a:pt x="4165" y="119640"/>
                  </a:lnTo>
                  <a:lnTo>
                    <a:pt x="4833" y="119640"/>
                  </a:lnTo>
                  <a:lnTo>
                    <a:pt x="5501" y="131840"/>
                  </a:lnTo>
                  <a:lnTo>
                    <a:pt x="6169" y="134890"/>
                  </a:lnTo>
                  <a:lnTo>
                    <a:pt x="6837" y="134890"/>
                  </a:lnTo>
                  <a:lnTo>
                    <a:pt x="7505" y="108203"/>
                  </a:lnTo>
                  <a:lnTo>
                    <a:pt x="8173" y="104391"/>
                  </a:lnTo>
                  <a:lnTo>
                    <a:pt x="8841" y="99312"/>
                  </a:lnTo>
                  <a:lnTo>
                    <a:pt x="9509" y="85958"/>
                  </a:lnTo>
                  <a:lnTo>
                    <a:pt x="10177" y="98827"/>
                  </a:lnTo>
                  <a:lnTo>
                    <a:pt x="10845" y="52333"/>
                  </a:lnTo>
                  <a:lnTo>
                    <a:pt x="11513" y="37680"/>
                  </a:lnTo>
                  <a:lnTo>
                    <a:pt x="12181" y="20933"/>
                  </a:lnTo>
                  <a:lnTo>
                    <a:pt x="12849" y="20933"/>
                  </a:lnTo>
                  <a:lnTo>
                    <a:pt x="13517" y="38726"/>
                  </a:lnTo>
                  <a:lnTo>
                    <a:pt x="14185" y="35586"/>
                  </a:lnTo>
                  <a:lnTo>
                    <a:pt x="14853" y="7326"/>
                  </a:lnTo>
                  <a:lnTo>
                    <a:pt x="15521" y="0"/>
                  </a:lnTo>
                  <a:lnTo>
                    <a:pt x="16189" y="0"/>
                  </a:lnTo>
                  <a:lnTo>
                    <a:pt x="16857" y="0"/>
                  </a:lnTo>
                  <a:lnTo>
                    <a:pt x="17525" y="36633"/>
                  </a:lnTo>
                  <a:lnTo>
                    <a:pt x="18193" y="41866"/>
                  </a:lnTo>
                  <a:lnTo>
                    <a:pt x="18861" y="41866"/>
                  </a:lnTo>
                  <a:lnTo>
                    <a:pt x="19529" y="60706"/>
                  </a:lnTo>
                  <a:lnTo>
                    <a:pt x="20197" y="62800"/>
                  </a:lnTo>
                  <a:lnTo>
                    <a:pt x="20866" y="66986"/>
                  </a:lnTo>
                  <a:lnTo>
                    <a:pt x="21534" y="66986"/>
                  </a:lnTo>
                  <a:lnTo>
                    <a:pt x="22202" y="83733"/>
                  </a:lnTo>
                  <a:lnTo>
                    <a:pt x="22870" y="83733"/>
                  </a:lnTo>
                  <a:lnTo>
                    <a:pt x="23538" y="83733"/>
                  </a:lnTo>
                  <a:lnTo>
                    <a:pt x="24206" y="90013"/>
                  </a:lnTo>
                  <a:lnTo>
                    <a:pt x="24874" y="118273"/>
                  </a:lnTo>
                  <a:lnTo>
                    <a:pt x="25542" y="111993"/>
                  </a:lnTo>
                  <a:lnTo>
                    <a:pt x="26210" y="104666"/>
                  </a:lnTo>
                  <a:lnTo>
                    <a:pt x="26878" y="104666"/>
                  </a:lnTo>
                  <a:lnTo>
                    <a:pt x="27546" y="104666"/>
                  </a:lnTo>
                  <a:lnTo>
                    <a:pt x="28214" y="104666"/>
                  </a:lnTo>
                  <a:lnTo>
                    <a:pt x="28882" y="104666"/>
                  </a:lnTo>
                  <a:lnTo>
                    <a:pt x="29550" y="143161"/>
                  </a:lnTo>
                  <a:lnTo>
                    <a:pt x="30218" y="146445"/>
                  </a:lnTo>
                  <a:lnTo>
                    <a:pt x="30650" y="1469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2875343" y="4023978"/>
              <a:ext cx="12048" cy="420"/>
            </a:xfrm>
            <a:custGeom>
              <a:avLst/>
              <a:pathLst>
                <a:path w="12048" h="420">
                  <a:moveTo>
                    <a:pt x="0" y="420"/>
                  </a:moveTo>
                  <a:lnTo>
                    <a:pt x="14" y="0"/>
                  </a:lnTo>
                  <a:lnTo>
                    <a:pt x="682" y="0"/>
                  </a:lnTo>
                  <a:lnTo>
                    <a:pt x="1350" y="0"/>
                  </a:lnTo>
                  <a:lnTo>
                    <a:pt x="2018" y="0"/>
                  </a:lnTo>
                  <a:lnTo>
                    <a:pt x="2686" y="0"/>
                  </a:lnTo>
                  <a:lnTo>
                    <a:pt x="3354" y="0"/>
                  </a:lnTo>
                  <a:lnTo>
                    <a:pt x="4022" y="0"/>
                  </a:lnTo>
                  <a:lnTo>
                    <a:pt x="4690" y="0"/>
                  </a:lnTo>
                  <a:lnTo>
                    <a:pt x="5358" y="0"/>
                  </a:lnTo>
                  <a:lnTo>
                    <a:pt x="6026" y="0"/>
                  </a:lnTo>
                  <a:lnTo>
                    <a:pt x="6694" y="0"/>
                  </a:lnTo>
                  <a:lnTo>
                    <a:pt x="7362" y="0"/>
                  </a:lnTo>
                  <a:lnTo>
                    <a:pt x="8030" y="0"/>
                  </a:lnTo>
                  <a:lnTo>
                    <a:pt x="8698" y="0"/>
                  </a:lnTo>
                  <a:lnTo>
                    <a:pt x="9366" y="0"/>
                  </a:lnTo>
                  <a:lnTo>
                    <a:pt x="10034" y="0"/>
                  </a:lnTo>
                  <a:lnTo>
                    <a:pt x="10702" y="0"/>
                  </a:lnTo>
                  <a:lnTo>
                    <a:pt x="11370" y="0"/>
                  </a:lnTo>
                  <a:lnTo>
                    <a:pt x="12038" y="0"/>
                  </a:lnTo>
                  <a:lnTo>
                    <a:pt x="12048" y="4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2893607" y="3937105"/>
              <a:ext cx="25182" cy="87293"/>
            </a:xfrm>
            <a:custGeom>
              <a:avLst/>
              <a:pathLst>
                <a:path w="25182" h="87293">
                  <a:moveTo>
                    <a:pt x="0" y="87293"/>
                  </a:moveTo>
                  <a:lnTo>
                    <a:pt x="455" y="82771"/>
                  </a:lnTo>
                  <a:lnTo>
                    <a:pt x="1123" y="74250"/>
                  </a:lnTo>
                  <a:lnTo>
                    <a:pt x="1791" y="70463"/>
                  </a:lnTo>
                  <a:lnTo>
                    <a:pt x="2459" y="70463"/>
                  </a:lnTo>
                  <a:lnTo>
                    <a:pt x="3127" y="70463"/>
                  </a:lnTo>
                  <a:lnTo>
                    <a:pt x="3796" y="70463"/>
                  </a:lnTo>
                  <a:lnTo>
                    <a:pt x="4464" y="70463"/>
                  </a:lnTo>
                  <a:lnTo>
                    <a:pt x="5132" y="70463"/>
                  </a:lnTo>
                  <a:lnTo>
                    <a:pt x="5800" y="79457"/>
                  </a:lnTo>
                  <a:lnTo>
                    <a:pt x="6468" y="86993"/>
                  </a:lnTo>
                  <a:lnTo>
                    <a:pt x="7136" y="66842"/>
                  </a:lnTo>
                  <a:lnTo>
                    <a:pt x="7804" y="34610"/>
                  </a:lnTo>
                  <a:lnTo>
                    <a:pt x="8472" y="0"/>
                  </a:lnTo>
                  <a:lnTo>
                    <a:pt x="9140" y="35586"/>
                  </a:lnTo>
                  <a:lnTo>
                    <a:pt x="9808" y="45006"/>
                  </a:lnTo>
                  <a:lnTo>
                    <a:pt x="10476" y="59660"/>
                  </a:lnTo>
                  <a:lnTo>
                    <a:pt x="11144" y="78500"/>
                  </a:lnTo>
                  <a:lnTo>
                    <a:pt x="11812" y="86873"/>
                  </a:lnTo>
                  <a:lnTo>
                    <a:pt x="12480" y="86873"/>
                  </a:lnTo>
                  <a:lnTo>
                    <a:pt x="13148" y="86873"/>
                  </a:lnTo>
                  <a:lnTo>
                    <a:pt x="13816" y="86873"/>
                  </a:lnTo>
                  <a:lnTo>
                    <a:pt x="14484" y="86873"/>
                  </a:lnTo>
                  <a:lnTo>
                    <a:pt x="15152" y="86873"/>
                  </a:lnTo>
                  <a:lnTo>
                    <a:pt x="15820" y="86873"/>
                  </a:lnTo>
                  <a:lnTo>
                    <a:pt x="16488" y="86873"/>
                  </a:lnTo>
                  <a:lnTo>
                    <a:pt x="17156" y="86873"/>
                  </a:lnTo>
                  <a:lnTo>
                    <a:pt x="17824" y="86873"/>
                  </a:lnTo>
                  <a:lnTo>
                    <a:pt x="18492" y="86873"/>
                  </a:lnTo>
                  <a:lnTo>
                    <a:pt x="19160" y="86873"/>
                  </a:lnTo>
                  <a:lnTo>
                    <a:pt x="19828" y="86873"/>
                  </a:lnTo>
                  <a:lnTo>
                    <a:pt x="20496" y="86873"/>
                  </a:lnTo>
                  <a:lnTo>
                    <a:pt x="21164" y="86873"/>
                  </a:lnTo>
                  <a:lnTo>
                    <a:pt x="21832" y="86873"/>
                  </a:lnTo>
                  <a:lnTo>
                    <a:pt x="22500" y="86873"/>
                  </a:lnTo>
                  <a:lnTo>
                    <a:pt x="23168" y="86873"/>
                  </a:lnTo>
                  <a:lnTo>
                    <a:pt x="23836" y="86873"/>
                  </a:lnTo>
                  <a:lnTo>
                    <a:pt x="24504" y="86873"/>
                  </a:lnTo>
                  <a:lnTo>
                    <a:pt x="25172" y="86873"/>
                  </a:lnTo>
                  <a:lnTo>
                    <a:pt x="25182" y="8729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2929438" y="3835578"/>
              <a:ext cx="132909" cy="188820"/>
            </a:xfrm>
            <a:custGeom>
              <a:avLst/>
              <a:pathLst>
                <a:path w="132909" h="188820">
                  <a:moveTo>
                    <a:pt x="0" y="188820"/>
                  </a:moveTo>
                  <a:lnTo>
                    <a:pt x="29" y="188312"/>
                  </a:lnTo>
                  <a:lnTo>
                    <a:pt x="698" y="188312"/>
                  </a:lnTo>
                  <a:lnTo>
                    <a:pt x="1366" y="183776"/>
                  </a:lnTo>
                  <a:lnTo>
                    <a:pt x="2034" y="146533"/>
                  </a:lnTo>
                  <a:lnTo>
                    <a:pt x="2702" y="146533"/>
                  </a:lnTo>
                  <a:lnTo>
                    <a:pt x="3370" y="146533"/>
                  </a:lnTo>
                  <a:lnTo>
                    <a:pt x="4038" y="146533"/>
                  </a:lnTo>
                  <a:lnTo>
                    <a:pt x="4706" y="146533"/>
                  </a:lnTo>
                  <a:lnTo>
                    <a:pt x="5374" y="146533"/>
                  </a:lnTo>
                  <a:lnTo>
                    <a:pt x="6042" y="146533"/>
                  </a:lnTo>
                  <a:lnTo>
                    <a:pt x="6710" y="146533"/>
                  </a:lnTo>
                  <a:lnTo>
                    <a:pt x="7378" y="160140"/>
                  </a:lnTo>
                  <a:lnTo>
                    <a:pt x="8046" y="167466"/>
                  </a:lnTo>
                  <a:lnTo>
                    <a:pt x="8714" y="167466"/>
                  </a:lnTo>
                  <a:lnTo>
                    <a:pt x="9382" y="177933"/>
                  </a:lnTo>
                  <a:lnTo>
                    <a:pt x="10050" y="188400"/>
                  </a:lnTo>
                  <a:lnTo>
                    <a:pt x="10718" y="188400"/>
                  </a:lnTo>
                  <a:lnTo>
                    <a:pt x="11386" y="188400"/>
                  </a:lnTo>
                  <a:lnTo>
                    <a:pt x="12054" y="188400"/>
                  </a:lnTo>
                  <a:lnTo>
                    <a:pt x="12722" y="188400"/>
                  </a:lnTo>
                  <a:lnTo>
                    <a:pt x="13390" y="188400"/>
                  </a:lnTo>
                  <a:lnTo>
                    <a:pt x="14058" y="186307"/>
                  </a:lnTo>
                  <a:lnTo>
                    <a:pt x="14726" y="167466"/>
                  </a:lnTo>
                  <a:lnTo>
                    <a:pt x="15394" y="167466"/>
                  </a:lnTo>
                  <a:lnTo>
                    <a:pt x="16062" y="167466"/>
                  </a:lnTo>
                  <a:lnTo>
                    <a:pt x="16730" y="167466"/>
                  </a:lnTo>
                  <a:lnTo>
                    <a:pt x="17398" y="167466"/>
                  </a:lnTo>
                  <a:lnTo>
                    <a:pt x="18066" y="167466"/>
                  </a:lnTo>
                  <a:lnTo>
                    <a:pt x="18734" y="157000"/>
                  </a:lnTo>
                  <a:lnTo>
                    <a:pt x="19402" y="141300"/>
                  </a:lnTo>
                  <a:lnTo>
                    <a:pt x="20070" y="80593"/>
                  </a:lnTo>
                  <a:lnTo>
                    <a:pt x="20738" y="119357"/>
                  </a:lnTo>
                  <a:lnTo>
                    <a:pt x="21406" y="125468"/>
                  </a:lnTo>
                  <a:lnTo>
                    <a:pt x="22074" y="131008"/>
                  </a:lnTo>
                  <a:lnTo>
                    <a:pt x="22742" y="115759"/>
                  </a:lnTo>
                  <a:lnTo>
                    <a:pt x="23410" y="115759"/>
                  </a:lnTo>
                  <a:lnTo>
                    <a:pt x="24078" y="107372"/>
                  </a:lnTo>
                  <a:lnTo>
                    <a:pt x="24746" y="100510"/>
                  </a:lnTo>
                  <a:lnTo>
                    <a:pt x="25415" y="99747"/>
                  </a:lnTo>
                  <a:lnTo>
                    <a:pt x="26083" y="85261"/>
                  </a:lnTo>
                  <a:lnTo>
                    <a:pt x="26751" y="85261"/>
                  </a:lnTo>
                  <a:lnTo>
                    <a:pt x="27419" y="85261"/>
                  </a:lnTo>
                  <a:lnTo>
                    <a:pt x="28087" y="85261"/>
                  </a:lnTo>
                  <a:lnTo>
                    <a:pt x="28755" y="92885"/>
                  </a:lnTo>
                  <a:lnTo>
                    <a:pt x="29423" y="104322"/>
                  </a:lnTo>
                  <a:lnTo>
                    <a:pt x="30091" y="141683"/>
                  </a:lnTo>
                  <a:lnTo>
                    <a:pt x="30759" y="145337"/>
                  </a:lnTo>
                  <a:lnTo>
                    <a:pt x="31427" y="136663"/>
                  </a:lnTo>
                  <a:lnTo>
                    <a:pt x="32095" y="83733"/>
                  </a:lnTo>
                  <a:lnTo>
                    <a:pt x="32763" y="104666"/>
                  </a:lnTo>
                  <a:lnTo>
                    <a:pt x="33431" y="104666"/>
                  </a:lnTo>
                  <a:lnTo>
                    <a:pt x="34099" y="118273"/>
                  </a:lnTo>
                  <a:lnTo>
                    <a:pt x="34767" y="180994"/>
                  </a:lnTo>
                  <a:lnTo>
                    <a:pt x="35435" y="170244"/>
                  </a:lnTo>
                  <a:lnTo>
                    <a:pt x="36103" y="165531"/>
                  </a:lnTo>
                  <a:lnTo>
                    <a:pt x="36771" y="146258"/>
                  </a:lnTo>
                  <a:lnTo>
                    <a:pt x="37439" y="176914"/>
                  </a:lnTo>
                  <a:lnTo>
                    <a:pt x="38107" y="181978"/>
                  </a:lnTo>
                  <a:lnTo>
                    <a:pt x="38775" y="177471"/>
                  </a:lnTo>
                  <a:lnTo>
                    <a:pt x="39443" y="168369"/>
                  </a:lnTo>
                  <a:lnTo>
                    <a:pt x="40111" y="173830"/>
                  </a:lnTo>
                  <a:lnTo>
                    <a:pt x="40779" y="180505"/>
                  </a:lnTo>
                  <a:lnTo>
                    <a:pt x="41447" y="168369"/>
                  </a:lnTo>
                  <a:lnTo>
                    <a:pt x="42115" y="168369"/>
                  </a:lnTo>
                  <a:lnTo>
                    <a:pt x="42783" y="168369"/>
                  </a:lnTo>
                  <a:lnTo>
                    <a:pt x="43451" y="167762"/>
                  </a:lnTo>
                  <a:lnTo>
                    <a:pt x="44119" y="156233"/>
                  </a:lnTo>
                  <a:lnTo>
                    <a:pt x="44787" y="160374"/>
                  </a:lnTo>
                  <a:lnTo>
                    <a:pt x="45455" y="172376"/>
                  </a:lnTo>
                  <a:lnTo>
                    <a:pt x="46123" y="182522"/>
                  </a:lnTo>
                  <a:lnTo>
                    <a:pt x="46791" y="176756"/>
                  </a:lnTo>
                  <a:lnTo>
                    <a:pt x="47459" y="176003"/>
                  </a:lnTo>
                  <a:lnTo>
                    <a:pt x="48127" y="168906"/>
                  </a:lnTo>
                  <a:lnTo>
                    <a:pt x="48795" y="120366"/>
                  </a:lnTo>
                  <a:lnTo>
                    <a:pt x="49464" y="125600"/>
                  </a:lnTo>
                  <a:lnTo>
                    <a:pt x="50132" y="125600"/>
                  </a:lnTo>
                  <a:lnTo>
                    <a:pt x="50800" y="125600"/>
                  </a:lnTo>
                  <a:lnTo>
                    <a:pt x="51468" y="130833"/>
                  </a:lnTo>
                  <a:lnTo>
                    <a:pt x="52136" y="125600"/>
                  </a:lnTo>
                  <a:lnTo>
                    <a:pt x="52804" y="125600"/>
                  </a:lnTo>
                  <a:lnTo>
                    <a:pt x="53472" y="126646"/>
                  </a:lnTo>
                  <a:lnTo>
                    <a:pt x="54140" y="146533"/>
                  </a:lnTo>
                  <a:lnTo>
                    <a:pt x="54808" y="146533"/>
                  </a:lnTo>
                  <a:lnTo>
                    <a:pt x="55476" y="130833"/>
                  </a:lnTo>
                  <a:lnTo>
                    <a:pt x="56144" y="125600"/>
                  </a:lnTo>
                  <a:lnTo>
                    <a:pt x="56812" y="125600"/>
                  </a:lnTo>
                  <a:lnTo>
                    <a:pt x="57480" y="125600"/>
                  </a:lnTo>
                  <a:lnTo>
                    <a:pt x="58148" y="125600"/>
                  </a:lnTo>
                  <a:lnTo>
                    <a:pt x="58816" y="136066"/>
                  </a:lnTo>
                  <a:lnTo>
                    <a:pt x="59484" y="146533"/>
                  </a:lnTo>
                  <a:lnTo>
                    <a:pt x="60152" y="146533"/>
                  </a:lnTo>
                  <a:lnTo>
                    <a:pt x="60820" y="146533"/>
                  </a:lnTo>
                  <a:lnTo>
                    <a:pt x="61488" y="162233"/>
                  </a:lnTo>
                  <a:lnTo>
                    <a:pt x="62156" y="167466"/>
                  </a:lnTo>
                  <a:lnTo>
                    <a:pt x="62824" y="162233"/>
                  </a:lnTo>
                  <a:lnTo>
                    <a:pt x="63492" y="146533"/>
                  </a:lnTo>
                  <a:lnTo>
                    <a:pt x="64160" y="146533"/>
                  </a:lnTo>
                  <a:lnTo>
                    <a:pt x="64828" y="146533"/>
                  </a:lnTo>
                  <a:lnTo>
                    <a:pt x="65496" y="162233"/>
                  </a:lnTo>
                  <a:lnTo>
                    <a:pt x="66164" y="167466"/>
                  </a:lnTo>
                  <a:lnTo>
                    <a:pt x="66832" y="167466"/>
                  </a:lnTo>
                  <a:lnTo>
                    <a:pt x="67500" y="167466"/>
                  </a:lnTo>
                  <a:lnTo>
                    <a:pt x="68168" y="167466"/>
                  </a:lnTo>
                  <a:lnTo>
                    <a:pt x="68836" y="167466"/>
                  </a:lnTo>
                  <a:lnTo>
                    <a:pt x="69504" y="167466"/>
                  </a:lnTo>
                  <a:lnTo>
                    <a:pt x="70172" y="167466"/>
                  </a:lnTo>
                  <a:lnTo>
                    <a:pt x="70840" y="167466"/>
                  </a:lnTo>
                  <a:lnTo>
                    <a:pt x="71508" y="167466"/>
                  </a:lnTo>
                  <a:lnTo>
                    <a:pt x="72176" y="167466"/>
                  </a:lnTo>
                  <a:lnTo>
                    <a:pt x="72844" y="172700"/>
                  </a:lnTo>
                  <a:lnTo>
                    <a:pt x="73512" y="188400"/>
                  </a:lnTo>
                  <a:lnTo>
                    <a:pt x="74181" y="188400"/>
                  </a:lnTo>
                  <a:lnTo>
                    <a:pt x="74849" y="188400"/>
                  </a:lnTo>
                  <a:lnTo>
                    <a:pt x="75517" y="188400"/>
                  </a:lnTo>
                  <a:lnTo>
                    <a:pt x="76185" y="188400"/>
                  </a:lnTo>
                  <a:lnTo>
                    <a:pt x="76853" y="188400"/>
                  </a:lnTo>
                  <a:lnTo>
                    <a:pt x="77521" y="188400"/>
                  </a:lnTo>
                  <a:lnTo>
                    <a:pt x="78189" y="188400"/>
                  </a:lnTo>
                  <a:lnTo>
                    <a:pt x="78857" y="188400"/>
                  </a:lnTo>
                  <a:lnTo>
                    <a:pt x="79525" y="188400"/>
                  </a:lnTo>
                  <a:lnTo>
                    <a:pt x="80193" y="188400"/>
                  </a:lnTo>
                  <a:lnTo>
                    <a:pt x="80861" y="188400"/>
                  </a:lnTo>
                  <a:lnTo>
                    <a:pt x="81529" y="188400"/>
                  </a:lnTo>
                  <a:lnTo>
                    <a:pt x="82197" y="188400"/>
                  </a:lnTo>
                  <a:lnTo>
                    <a:pt x="82865" y="188400"/>
                  </a:lnTo>
                  <a:lnTo>
                    <a:pt x="83533" y="188400"/>
                  </a:lnTo>
                  <a:lnTo>
                    <a:pt x="84201" y="188400"/>
                  </a:lnTo>
                  <a:lnTo>
                    <a:pt x="84869" y="188400"/>
                  </a:lnTo>
                  <a:lnTo>
                    <a:pt x="85537" y="188400"/>
                  </a:lnTo>
                  <a:lnTo>
                    <a:pt x="86205" y="188400"/>
                  </a:lnTo>
                  <a:lnTo>
                    <a:pt x="86873" y="188400"/>
                  </a:lnTo>
                  <a:lnTo>
                    <a:pt x="87541" y="188400"/>
                  </a:lnTo>
                  <a:lnTo>
                    <a:pt x="88209" y="188400"/>
                  </a:lnTo>
                  <a:lnTo>
                    <a:pt x="88877" y="188400"/>
                  </a:lnTo>
                  <a:lnTo>
                    <a:pt x="89545" y="185260"/>
                  </a:lnTo>
                  <a:lnTo>
                    <a:pt x="90213" y="167466"/>
                  </a:lnTo>
                  <a:lnTo>
                    <a:pt x="90881" y="167466"/>
                  </a:lnTo>
                  <a:lnTo>
                    <a:pt x="91549" y="167466"/>
                  </a:lnTo>
                  <a:lnTo>
                    <a:pt x="92217" y="167466"/>
                  </a:lnTo>
                  <a:lnTo>
                    <a:pt x="92885" y="157000"/>
                  </a:lnTo>
                  <a:lnTo>
                    <a:pt x="93553" y="145486"/>
                  </a:lnTo>
                  <a:lnTo>
                    <a:pt x="94221" y="125600"/>
                  </a:lnTo>
                  <a:lnTo>
                    <a:pt x="94889" y="125600"/>
                  </a:lnTo>
                  <a:lnTo>
                    <a:pt x="95557" y="114086"/>
                  </a:lnTo>
                  <a:lnTo>
                    <a:pt x="96225" y="83733"/>
                  </a:lnTo>
                  <a:lnTo>
                    <a:pt x="96893" y="83733"/>
                  </a:lnTo>
                  <a:lnTo>
                    <a:pt x="97561" y="113781"/>
                  </a:lnTo>
                  <a:lnTo>
                    <a:pt x="98229" y="54768"/>
                  </a:lnTo>
                  <a:lnTo>
                    <a:pt x="98898" y="76593"/>
                  </a:lnTo>
                  <a:lnTo>
                    <a:pt x="99566" y="55356"/>
                  </a:lnTo>
                  <a:lnTo>
                    <a:pt x="100234" y="33054"/>
                  </a:lnTo>
                  <a:lnTo>
                    <a:pt x="100902" y="50770"/>
                  </a:lnTo>
                  <a:lnTo>
                    <a:pt x="101570" y="35654"/>
                  </a:lnTo>
                  <a:lnTo>
                    <a:pt x="102238" y="18974"/>
                  </a:lnTo>
                  <a:lnTo>
                    <a:pt x="102906" y="16889"/>
                  </a:lnTo>
                  <a:lnTo>
                    <a:pt x="103574" y="22622"/>
                  </a:lnTo>
                  <a:lnTo>
                    <a:pt x="104242" y="32526"/>
                  </a:lnTo>
                  <a:lnTo>
                    <a:pt x="104910" y="32526"/>
                  </a:lnTo>
                  <a:lnTo>
                    <a:pt x="105578" y="38260"/>
                  </a:lnTo>
                  <a:lnTo>
                    <a:pt x="106246" y="53376"/>
                  </a:lnTo>
                  <a:lnTo>
                    <a:pt x="106914" y="53376"/>
                  </a:lnTo>
                  <a:lnTo>
                    <a:pt x="107582" y="71235"/>
                  </a:lnTo>
                  <a:lnTo>
                    <a:pt x="108250" y="114256"/>
                  </a:lnTo>
                  <a:lnTo>
                    <a:pt x="108918" y="110566"/>
                  </a:lnTo>
                  <a:lnTo>
                    <a:pt x="109586" y="132673"/>
                  </a:lnTo>
                  <a:lnTo>
                    <a:pt x="110254" y="110542"/>
                  </a:lnTo>
                  <a:lnTo>
                    <a:pt x="110922" y="68033"/>
                  </a:lnTo>
                  <a:lnTo>
                    <a:pt x="111590" y="98386"/>
                  </a:lnTo>
                  <a:lnTo>
                    <a:pt x="112258" y="122460"/>
                  </a:lnTo>
                  <a:lnTo>
                    <a:pt x="112926" y="125600"/>
                  </a:lnTo>
                  <a:lnTo>
                    <a:pt x="113594" y="125600"/>
                  </a:lnTo>
                  <a:lnTo>
                    <a:pt x="114262" y="125600"/>
                  </a:lnTo>
                  <a:lnTo>
                    <a:pt x="114930" y="104666"/>
                  </a:lnTo>
                  <a:lnTo>
                    <a:pt x="115598" y="104666"/>
                  </a:lnTo>
                  <a:lnTo>
                    <a:pt x="116266" y="104666"/>
                  </a:lnTo>
                  <a:lnTo>
                    <a:pt x="116934" y="104666"/>
                  </a:lnTo>
                  <a:lnTo>
                    <a:pt x="117602" y="104666"/>
                  </a:lnTo>
                  <a:lnTo>
                    <a:pt x="118270" y="69080"/>
                  </a:lnTo>
                  <a:lnTo>
                    <a:pt x="118938" y="62800"/>
                  </a:lnTo>
                  <a:lnTo>
                    <a:pt x="119606" y="68033"/>
                  </a:lnTo>
                  <a:lnTo>
                    <a:pt x="120274" y="71173"/>
                  </a:lnTo>
                  <a:lnTo>
                    <a:pt x="120942" y="65940"/>
                  </a:lnTo>
                  <a:lnTo>
                    <a:pt x="121610" y="41866"/>
                  </a:lnTo>
                  <a:lnTo>
                    <a:pt x="122278" y="34540"/>
                  </a:lnTo>
                  <a:lnTo>
                    <a:pt x="122946" y="14653"/>
                  </a:lnTo>
                  <a:lnTo>
                    <a:pt x="123615" y="0"/>
                  </a:lnTo>
                  <a:lnTo>
                    <a:pt x="124283" y="0"/>
                  </a:lnTo>
                  <a:lnTo>
                    <a:pt x="124951" y="85295"/>
                  </a:lnTo>
                  <a:lnTo>
                    <a:pt x="125619" y="78335"/>
                  </a:lnTo>
                  <a:lnTo>
                    <a:pt x="126287" y="84005"/>
                  </a:lnTo>
                  <a:lnTo>
                    <a:pt x="126955" y="82211"/>
                  </a:lnTo>
                  <a:lnTo>
                    <a:pt x="127623" y="70011"/>
                  </a:lnTo>
                  <a:lnTo>
                    <a:pt x="128291" y="88310"/>
                  </a:lnTo>
                  <a:lnTo>
                    <a:pt x="128959" y="85261"/>
                  </a:lnTo>
                  <a:lnTo>
                    <a:pt x="129627" y="85261"/>
                  </a:lnTo>
                  <a:lnTo>
                    <a:pt x="130295" y="95935"/>
                  </a:lnTo>
                  <a:lnTo>
                    <a:pt x="130963" y="113472"/>
                  </a:lnTo>
                  <a:lnTo>
                    <a:pt x="131631" y="131008"/>
                  </a:lnTo>
                  <a:lnTo>
                    <a:pt x="132299" y="143208"/>
                  </a:lnTo>
                  <a:lnTo>
                    <a:pt x="132909" y="1888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3074420" y="3898378"/>
              <a:ext cx="82855" cy="126020"/>
            </a:xfrm>
            <a:custGeom>
              <a:avLst/>
              <a:pathLst>
                <a:path w="82855" h="126020">
                  <a:moveTo>
                    <a:pt x="0" y="126020"/>
                  </a:moveTo>
                  <a:lnTo>
                    <a:pt x="9" y="125600"/>
                  </a:lnTo>
                  <a:lnTo>
                    <a:pt x="677" y="125600"/>
                  </a:lnTo>
                  <a:lnTo>
                    <a:pt x="1345" y="125600"/>
                  </a:lnTo>
                  <a:lnTo>
                    <a:pt x="2013" y="125600"/>
                  </a:lnTo>
                  <a:lnTo>
                    <a:pt x="2681" y="125600"/>
                  </a:lnTo>
                  <a:lnTo>
                    <a:pt x="3349" y="125600"/>
                  </a:lnTo>
                  <a:lnTo>
                    <a:pt x="4017" y="125600"/>
                  </a:lnTo>
                  <a:lnTo>
                    <a:pt x="4685" y="125600"/>
                  </a:lnTo>
                  <a:lnTo>
                    <a:pt x="5353" y="125600"/>
                  </a:lnTo>
                  <a:lnTo>
                    <a:pt x="6021" y="125600"/>
                  </a:lnTo>
                  <a:lnTo>
                    <a:pt x="6689" y="125600"/>
                  </a:lnTo>
                  <a:lnTo>
                    <a:pt x="7358" y="125600"/>
                  </a:lnTo>
                  <a:lnTo>
                    <a:pt x="8026" y="125600"/>
                  </a:lnTo>
                  <a:lnTo>
                    <a:pt x="8694" y="125600"/>
                  </a:lnTo>
                  <a:lnTo>
                    <a:pt x="9362" y="125600"/>
                  </a:lnTo>
                  <a:lnTo>
                    <a:pt x="10030" y="125600"/>
                  </a:lnTo>
                  <a:lnTo>
                    <a:pt x="10698" y="125600"/>
                  </a:lnTo>
                  <a:lnTo>
                    <a:pt x="11366" y="125600"/>
                  </a:lnTo>
                  <a:lnTo>
                    <a:pt x="12034" y="125600"/>
                  </a:lnTo>
                  <a:lnTo>
                    <a:pt x="12702" y="125600"/>
                  </a:lnTo>
                  <a:lnTo>
                    <a:pt x="13370" y="125600"/>
                  </a:lnTo>
                  <a:lnTo>
                    <a:pt x="14038" y="125600"/>
                  </a:lnTo>
                  <a:lnTo>
                    <a:pt x="14706" y="125600"/>
                  </a:lnTo>
                  <a:lnTo>
                    <a:pt x="15374" y="125600"/>
                  </a:lnTo>
                  <a:lnTo>
                    <a:pt x="16042" y="125600"/>
                  </a:lnTo>
                  <a:lnTo>
                    <a:pt x="16710" y="125600"/>
                  </a:lnTo>
                  <a:lnTo>
                    <a:pt x="17378" y="105713"/>
                  </a:lnTo>
                  <a:lnTo>
                    <a:pt x="18046" y="88966"/>
                  </a:lnTo>
                  <a:lnTo>
                    <a:pt x="18714" y="62800"/>
                  </a:lnTo>
                  <a:lnTo>
                    <a:pt x="19382" y="53380"/>
                  </a:lnTo>
                  <a:lnTo>
                    <a:pt x="20050" y="41866"/>
                  </a:lnTo>
                  <a:lnTo>
                    <a:pt x="20718" y="41866"/>
                  </a:lnTo>
                  <a:lnTo>
                    <a:pt x="21386" y="41866"/>
                  </a:lnTo>
                  <a:lnTo>
                    <a:pt x="22054" y="41866"/>
                  </a:lnTo>
                  <a:lnTo>
                    <a:pt x="22722" y="40820"/>
                  </a:lnTo>
                  <a:lnTo>
                    <a:pt x="23390" y="4186"/>
                  </a:lnTo>
                  <a:lnTo>
                    <a:pt x="24058" y="0"/>
                  </a:lnTo>
                  <a:lnTo>
                    <a:pt x="24726" y="0"/>
                  </a:lnTo>
                  <a:lnTo>
                    <a:pt x="25394" y="0"/>
                  </a:lnTo>
                  <a:lnTo>
                    <a:pt x="26062" y="0"/>
                  </a:lnTo>
                  <a:lnTo>
                    <a:pt x="26730" y="0"/>
                  </a:lnTo>
                  <a:lnTo>
                    <a:pt x="27398" y="19886"/>
                  </a:lnTo>
                  <a:lnTo>
                    <a:pt x="28066" y="36633"/>
                  </a:lnTo>
                  <a:lnTo>
                    <a:pt x="28734" y="62800"/>
                  </a:lnTo>
                  <a:lnTo>
                    <a:pt x="29402" y="72220"/>
                  </a:lnTo>
                  <a:lnTo>
                    <a:pt x="30070" y="83733"/>
                  </a:lnTo>
                  <a:lnTo>
                    <a:pt x="30738" y="83733"/>
                  </a:lnTo>
                  <a:lnTo>
                    <a:pt x="31407" y="83733"/>
                  </a:lnTo>
                  <a:lnTo>
                    <a:pt x="32075" y="83733"/>
                  </a:lnTo>
                  <a:lnTo>
                    <a:pt x="32743" y="84780"/>
                  </a:lnTo>
                  <a:lnTo>
                    <a:pt x="33411" y="121413"/>
                  </a:lnTo>
                  <a:lnTo>
                    <a:pt x="34079" y="125600"/>
                  </a:lnTo>
                  <a:lnTo>
                    <a:pt x="34747" y="104666"/>
                  </a:lnTo>
                  <a:lnTo>
                    <a:pt x="35415" y="104666"/>
                  </a:lnTo>
                  <a:lnTo>
                    <a:pt x="36083" y="104666"/>
                  </a:lnTo>
                  <a:lnTo>
                    <a:pt x="36751" y="84780"/>
                  </a:lnTo>
                  <a:lnTo>
                    <a:pt x="37419" y="83733"/>
                  </a:lnTo>
                  <a:lnTo>
                    <a:pt x="38087" y="83733"/>
                  </a:lnTo>
                  <a:lnTo>
                    <a:pt x="38755" y="83733"/>
                  </a:lnTo>
                  <a:lnTo>
                    <a:pt x="39423" y="66986"/>
                  </a:lnTo>
                  <a:lnTo>
                    <a:pt x="40091" y="41866"/>
                  </a:lnTo>
                  <a:lnTo>
                    <a:pt x="40759" y="41866"/>
                  </a:lnTo>
                  <a:lnTo>
                    <a:pt x="41427" y="41866"/>
                  </a:lnTo>
                  <a:lnTo>
                    <a:pt x="42095" y="41866"/>
                  </a:lnTo>
                  <a:lnTo>
                    <a:pt x="42763" y="41866"/>
                  </a:lnTo>
                  <a:lnTo>
                    <a:pt x="43431" y="41866"/>
                  </a:lnTo>
                  <a:lnTo>
                    <a:pt x="44099" y="41866"/>
                  </a:lnTo>
                  <a:lnTo>
                    <a:pt x="44767" y="62800"/>
                  </a:lnTo>
                  <a:lnTo>
                    <a:pt x="45435" y="62800"/>
                  </a:lnTo>
                  <a:lnTo>
                    <a:pt x="46103" y="62800"/>
                  </a:lnTo>
                  <a:lnTo>
                    <a:pt x="46771" y="82686"/>
                  </a:lnTo>
                  <a:lnTo>
                    <a:pt x="47439" y="83733"/>
                  </a:lnTo>
                  <a:lnTo>
                    <a:pt x="48107" y="83733"/>
                  </a:lnTo>
                  <a:lnTo>
                    <a:pt x="48775" y="83733"/>
                  </a:lnTo>
                  <a:lnTo>
                    <a:pt x="49443" y="100480"/>
                  </a:lnTo>
                  <a:lnTo>
                    <a:pt x="50111" y="125600"/>
                  </a:lnTo>
                  <a:lnTo>
                    <a:pt x="50779" y="125600"/>
                  </a:lnTo>
                  <a:lnTo>
                    <a:pt x="51447" y="125600"/>
                  </a:lnTo>
                  <a:lnTo>
                    <a:pt x="52115" y="125600"/>
                  </a:lnTo>
                  <a:lnTo>
                    <a:pt x="52783" y="125600"/>
                  </a:lnTo>
                  <a:lnTo>
                    <a:pt x="53451" y="125600"/>
                  </a:lnTo>
                  <a:lnTo>
                    <a:pt x="54119" y="125600"/>
                  </a:lnTo>
                  <a:lnTo>
                    <a:pt x="54787" y="125600"/>
                  </a:lnTo>
                  <a:lnTo>
                    <a:pt x="55455" y="125600"/>
                  </a:lnTo>
                  <a:lnTo>
                    <a:pt x="56124" y="125600"/>
                  </a:lnTo>
                  <a:lnTo>
                    <a:pt x="56792" y="125600"/>
                  </a:lnTo>
                  <a:lnTo>
                    <a:pt x="57460" y="125600"/>
                  </a:lnTo>
                  <a:lnTo>
                    <a:pt x="58128" y="125600"/>
                  </a:lnTo>
                  <a:lnTo>
                    <a:pt x="58796" y="125600"/>
                  </a:lnTo>
                  <a:lnTo>
                    <a:pt x="59464" y="125600"/>
                  </a:lnTo>
                  <a:lnTo>
                    <a:pt x="60132" y="125600"/>
                  </a:lnTo>
                  <a:lnTo>
                    <a:pt x="60800" y="125600"/>
                  </a:lnTo>
                  <a:lnTo>
                    <a:pt x="61468" y="125600"/>
                  </a:lnTo>
                  <a:lnTo>
                    <a:pt x="62136" y="125600"/>
                  </a:lnTo>
                  <a:lnTo>
                    <a:pt x="62804" y="125600"/>
                  </a:lnTo>
                  <a:lnTo>
                    <a:pt x="63472" y="125600"/>
                  </a:lnTo>
                  <a:lnTo>
                    <a:pt x="64140" y="125600"/>
                  </a:lnTo>
                  <a:lnTo>
                    <a:pt x="64808" y="125600"/>
                  </a:lnTo>
                  <a:lnTo>
                    <a:pt x="65476" y="125600"/>
                  </a:lnTo>
                  <a:lnTo>
                    <a:pt x="66144" y="125600"/>
                  </a:lnTo>
                  <a:lnTo>
                    <a:pt x="66812" y="125600"/>
                  </a:lnTo>
                  <a:lnTo>
                    <a:pt x="67480" y="125600"/>
                  </a:lnTo>
                  <a:lnTo>
                    <a:pt x="68148" y="125600"/>
                  </a:lnTo>
                  <a:lnTo>
                    <a:pt x="68816" y="125600"/>
                  </a:lnTo>
                  <a:lnTo>
                    <a:pt x="69484" y="125600"/>
                  </a:lnTo>
                  <a:lnTo>
                    <a:pt x="70152" y="125600"/>
                  </a:lnTo>
                  <a:lnTo>
                    <a:pt x="70820" y="125600"/>
                  </a:lnTo>
                  <a:lnTo>
                    <a:pt x="71488" y="125600"/>
                  </a:lnTo>
                  <a:lnTo>
                    <a:pt x="72156" y="125600"/>
                  </a:lnTo>
                  <a:lnTo>
                    <a:pt x="72824" y="125600"/>
                  </a:lnTo>
                  <a:lnTo>
                    <a:pt x="73492" y="125600"/>
                  </a:lnTo>
                  <a:lnTo>
                    <a:pt x="74160" y="125600"/>
                  </a:lnTo>
                  <a:lnTo>
                    <a:pt x="74828" y="125600"/>
                  </a:lnTo>
                  <a:lnTo>
                    <a:pt x="75496" y="125600"/>
                  </a:lnTo>
                  <a:lnTo>
                    <a:pt x="76164" y="125600"/>
                  </a:lnTo>
                  <a:lnTo>
                    <a:pt x="76832" y="125600"/>
                  </a:lnTo>
                  <a:lnTo>
                    <a:pt x="77500" y="125600"/>
                  </a:lnTo>
                  <a:lnTo>
                    <a:pt x="78168" y="125600"/>
                  </a:lnTo>
                  <a:lnTo>
                    <a:pt x="78836" y="125600"/>
                  </a:lnTo>
                  <a:lnTo>
                    <a:pt x="79504" y="125600"/>
                  </a:lnTo>
                  <a:lnTo>
                    <a:pt x="80172" y="125600"/>
                  </a:lnTo>
                  <a:lnTo>
                    <a:pt x="80841" y="125600"/>
                  </a:lnTo>
                  <a:lnTo>
                    <a:pt x="81509" y="125600"/>
                  </a:lnTo>
                  <a:lnTo>
                    <a:pt x="82177" y="125600"/>
                  </a:lnTo>
                  <a:lnTo>
                    <a:pt x="82845" y="125600"/>
                  </a:lnTo>
                  <a:lnTo>
                    <a:pt x="82855" y="1260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3170188" y="3371904"/>
              <a:ext cx="316401" cy="652494"/>
            </a:xfrm>
            <a:custGeom>
              <a:avLst/>
              <a:pathLst>
                <a:path w="316401" h="652494">
                  <a:moveTo>
                    <a:pt x="0" y="652494"/>
                  </a:moveTo>
                  <a:lnTo>
                    <a:pt x="437" y="631141"/>
                  </a:lnTo>
                  <a:lnTo>
                    <a:pt x="1105" y="631141"/>
                  </a:lnTo>
                  <a:lnTo>
                    <a:pt x="1773" y="613348"/>
                  </a:lnTo>
                  <a:lnTo>
                    <a:pt x="2441" y="610208"/>
                  </a:lnTo>
                  <a:lnTo>
                    <a:pt x="3109" y="610208"/>
                  </a:lnTo>
                  <a:lnTo>
                    <a:pt x="3777" y="610208"/>
                  </a:lnTo>
                  <a:lnTo>
                    <a:pt x="4445" y="610208"/>
                  </a:lnTo>
                  <a:lnTo>
                    <a:pt x="5113" y="610208"/>
                  </a:lnTo>
                  <a:lnTo>
                    <a:pt x="5781" y="610208"/>
                  </a:lnTo>
                  <a:lnTo>
                    <a:pt x="6449" y="610208"/>
                  </a:lnTo>
                  <a:lnTo>
                    <a:pt x="7118" y="623814"/>
                  </a:lnTo>
                  <a:lnTo>
                    <a:pt x="7786" y="631141"/>
                  </a:lnTo>
                  <a:lnTo>
                    <a:pt x="8454" y="631141"/>
                  </a:lnTo>
                  <a:lnTo>
                    <a:pt x="9122" y="631141"/>
                  </a:lnTo>
                  <a:lnTo>
                    <a:pt x="9790" y="631141"/>
                  </a:lnTo>
                  <a:lnTo>
                    <a:pt x="10458" y="631141"/>
                  </a:lnTo>
                  <a:lnTo>
                    <a:pt x="11126" y="631141"/>
                  </a:lnTo>
                  <a:lnTo>
                    <a:pt x="11794" y="629048"/>
                  </a:lnTo>
                  <a:lnTo>
                    <a:pt x="12462" y="631141"/>
                  </a:lnTo>
                  <a:lnTo>
                    <a:pt x="13130" y="631141"/>
                  </a:lnTo>
                  <a:lnTo>
                    <a:pt x="13798" y="631141"/>
                  </a:lnTo>
                  <a:lnTo>
                    <a:pt x="14466" y="608114"/>
                  </a:lnTo>
                  <a:lnTo>
                    <a:pt x="15134" y="589274"/>
                  </a:lnTo>
                  <a:lnTo>
                    <a:pt x="15802" y="589274"/>
                  </a:lnTo>
                  <a:lnTo>
                    <a:pt x="16470" y="589274"/>
                  </a:lnTo>
                  <a:lnTo>
                    <a:pt x="17138" y="582994"/>
                  </a:lnTo>
                  <a:lnTo>
                    <a:pt x="17806" y="568341"/>
                  </a:lnTo>
                  <a:lnTo>
                    <a:pt x="18474" y="568341"/>
                  </a:lnTo>
                  <a:lnTo>
                    <a:pt x="19142" y="550547"/>
                  </a:lnTo>
                  <a:lnTo>
                    <a:pt x="19810" y="541127"/>
                  </a:lnTo>
                  <a:lnTo>
                    <a:pt x="20478" y="526474"/>
                  </a:lnTo>
                  <a:lnTo>
                    <a:pt x="21146" y="505541"/>
                  </a:lnTo>
                  <a:lnTo>
                    <a:pt x="21814" y="496121"/>
                  </a:lnTo>
                  <a:lnTo>
                    <a:pt x="22482" y="484607"/>
                  </a:lnTo>
                  <a:lnTo>
                    <a:pt x="23150" y="484607"/>
                  </a:lnTo>
                  <a:lnTo>
                    <a:pt x="23818" y="484607"/>
                  </a:lnTo>
                  <a:lnTo>
                    <a:pt x="24486" y="507634"/>
                  </a:lnTo>
                  <a:lnTo>
                    <a:pt x="25154" y="526474"/>
                  </a:lnTo>
                  <a:lnTo>
                    <a:pt x="25822" y="526474"/>
                  </a:lnTo>
                  <a:lnTo>
                    <a:pt x="26490" y="516007"/>
                  </a:lnTo>
                  <a:lnTo>
                    <a:pt x="27158" y="491934"/>
                  </a:lnTo>
                  <a:lnTo>
                    <a:pt x="27826" y="505541"/>
                  </a:lnTo>
                  <a:lnTo>
                    <a:pt x="28494" y="505541"/>
                  </a:lnTo>
                  <a:lnTo>
                    <a:pt x="29162" y="523334"/>
                  </a:lnTo>
                  <a:lnTo>
                    <a:pt x="29830" y="532754"/>
                  </a:lnTo>
                  <a:lnTo>
                    <a:pt x="30498" y="547407"/>
                  </a:lnTo>
                  <a:lnTo>
                    <a:pt x="31166" y="568341"/>
                  </a:lnTo>
                  <a:lnTo>
                    <a:pt x="31835" y="577761"/>
                  </a:lnTo>
                  <a:lnTo>
                    <a:pt x="32503" y="589274"/>
                  </a:lnTo>
                  <a:lnTo>
                    <a:pt x="33171" y="589274"/>
                  </a:lnTo>
                  <a:lnTo>
                    <a:pt x="33839" y="589274"/>
                  </a:lnTo>
                  <a:lnTo>
                    <a:pt x="34507" y="589274"/>
                  </a:lnTo>
                  <a:lnTo>
                    <a:pt x="35175" y="589274"/>
                  </a:lnTo>
                  <a:lnTo>
                    <a:pt x="35843" y="589274"/>
                  </a:lnTo>
                  <a:lnTo>
                    <a:pt x="36511" y="599741"/>
                  </a:lnTo>
                  <a:lnTo>
                    <a:pt x="37179" y="630094"/>
                  </a:lnTo>
                  <a:lnTo>
                    <a:pt x="37847" y="631141"/>
                  </a:lnTo>
                  <a:lnTo>
                    <a:pt x="38515" y="631141"/>
                  </a:lnTo>
                  <a:lnTo>
                    <a:pt x="39183" y="631141"/>
                  </a:lnTo>
                  <a:lnTo>
                    <a:pt x="39851" y="631141"/>
                  </a:lnTo>
                  <a:lnTo>
                    <a:pt x="40519" y="631141"/>
                  </a:lnTo>
                  <a:lnTo>
                    <a:pt x="41187" y="631141"/>
                  </a:lnTo>
                  <a:lnTo>
                    <a:pt x="41855" y="651028"/>
                  </a:lnTo>
                  <a:lnTo>
                    <a:pt x="42523" y="652074"/>
                  </a:lnTo>
                  <a:lnTo>
                    <a:pt x="43191" y="652074"/>
                  </a:lnTo>
                  <a:lnTo>
                    <a:pt x="43859" y="652074"/>
                  </a:lnTo>
                  <a:lnTo>
                    <a:pt x="44527" y="652074"/>
                  </a:lnTo>
                  <a:lnTo>
                    <a:pt x="45195" y="652074"/>
                  </a:lnTo>
                  <a:lnTo>
                    <a:pt x="45863" y="652074"/>
                  </a:lnTo>
                  <a:lnTo>
                    <a:pt x="46531" y="652074"/>
                  </a:lnTo>
                  <a:lnTo>
                    <a:pt x="47199" y="652074"/>
                  </a:lnTo>
                  <a:lnTo>
                    <a:pt x="47867" y="652074"/>
                  </a:lnTo>
                  <a:lnTo>
                    <a:pt x="48535" y="652074"/>
                  </a:lnTo>
                  <a:lnTo>
                    <a:pt x="49203" y="652074"/>
                  </a:lnTo>
                  <a:lnTo>
                    <a:pt x="49871" y="652074"/>
                  </a:lnTo>
                  <a:lnTo>
                    <a:pt x="50539" y="652074"/>
                  </a:lnTo>
                  <a:lnTo>
                    <a:pt x="51207" y="652074"/>
                  </a:lnTo>
                  <a:lnTo>
                    <a:pt x="51875" y="652074"/>
                  </a:lnTo>
                  <a:lnTo>
                    <a:pt x="52543" y="644748"/>
                  </a:lnTo>
                  <a:lnTo>
                    <a:pt x="53211" y="631141"/>
                  </a:lnTo>
                  <a:lnTo>
                    <a:pt x="53879" y="631141"/>
                  </a:lnTo>
                  <a:lnTo>
                    <a:pt x="54547" y="631141"/>
                  </a:lnTo>
                  <a:lnTo>
                    <a:pt x="55215" y="625908"/>
                  </a:lnTo>
                  <a:lnTo>
                    <a:pt x="55883" y="589274"/>
                  </a:lnTo>
                  <a:lnTo>
                    <a:pt x="56552" y="589274"/>
                  </a:lnTo>
                  <a:lnTo>
                    <a:pt x="57220" y="589274"/>
                  </a:lnTo>
                  <a:lnTo>
                    <a:pt x="57888" y="568341"/>
                  </a:lnTo>
                  <a:lnTo>
                    <a:pt x="58556" y="585595"/>
                  </a:lnTo>
                  <a:lnTo>
                    <a:pt x="59224" y="589142"/>
                  </a:lnTo>
                  <a:lnTo>
                    <a:pt x="59892" y="579716"/>
                  </a:lnTo>
                  <a:lnTo>
                    <a:pt x="60560" y="565312"/>
                  </a:lnTo>
                  <a:lnTo>
                    <a:pt x="61228" y="517674"/>
                  </a:lnTo>
                  <a:lnTo>
                    <a:pt x="61896" y="481076"/>
                  </a:lnTo>
                  <a:lnTo>
                    <a:pt x="62564" y="478026"/>
                  </a:lnTo>
                  <a:lnTo>
                    <a:pt x="63232" y="478026"/>
                  </a:lnTo>
                  <a:lnTo>
                    <a:pt x="63900" y="457439"/>
                  </a:lnTo>
                  <a:lnTo>
                    <a:pt x="64568" y="457439"/>
                  </a:lnTo>
                  <a:lnTo>
                    <a:pt x="65236" y="461251"/>
                  </a:lnTo>
                  <a:lnTo>
                    <a:pt x="65904" y="485650"/>
                  </a:lnTo>
                  <a:lnTo>
                    <a:pt x="66572" y="465826"/>
                  </a:lnTo>
                  <a:lnTo>
                    <a:pt x="67240" y="455914"/>
                  </a:lnTo>
                  <a:lnTo>
                    <a:pt x="67908" y="457439"/>
                  </a:lnTo>
                  <a:lnTo>
                    <a:pt x="68576" y="483281"/>
                  </a:lnTo>
                  <a:lnTo>
                    <a:pt x="69244" y="479165"/>
                  </a:lnTo>
                  <a:lnTo>
                    <a:pt x="69912" y="488592"/>
                  </a:lnTo>
                  <a:lnTo>
                    <a:pt x="70580" y="499498"/>
                  </a:lnTo>
                  <a:lnTo>
                    <a:pt x="71248" y="465767"/>
                  </a:lnTo>
                  <a:lnTo>
                    <a:pt x="71916" y="514961"/>
                  </a:lnTo>
                  <a:lnTo>
                    <a:pt x="72584" y="526474"/>
                  </a:lnTo>
                  <a:lnTo>
                    <a:pt x="73252" y="540081"/>
                  </a:lnTo>
                  <a:lnTo>
                    <a:pt x="73920" y="568341"/>
                  </a:lnTo>
                  <a:lnTo>
                    <a:pt x="74588" y="543221"/>
                  </a:lnTo>
                  <a:lnTo>
                    <a:pt x="75256" y="500307"/>
                  </a:lnTo>
                  <a:lnTo>
                    <a:pt x="75924" y="554392"/>
                  </a:lnTo>
                  <a:lnTo>
                    <a:pt x="76592" y="581412"/>
                  </a:lnTo>
                  <a:lnTo>
                    <a:pt x="77260" y="560372"/>
                  </a:lnTo>
                  <a:lnTo>
                    <a:pt x="77928" y="535973"/>
                  </a:lnTo>
                  <a:lnTo>
                    <a:pt x="78596" y="522249"/>
                  </a:lnTo>
                  <a:lnTo>
                    <a:pt x="79264" y="518436"/>
                  </a:lnTo>
                  <a:lnTo>
                    <a:pt x="79932" y="503187"/>
                  </a:lnTo>
                  <a:lnTo>
                    <a:pt x="80600" y="499375"/>
                  </a:lnTo>
                  <a:lnTo>
                    <a:pt x="81269" y="502425"/>
                  </a:lnTo>
                  <a:lnTo>
                    <a:pt x="81937" y="503187"/>
                  </a:lnTo>
                  <a:lnTo>
                    <a:pt x="82605" y="479551"/>
                  </a:lnTo>
                  <a:lnTo>
                    <a:pt x="83273" y="457439"/>
                  </a:lnTo>
                  <a:lnTo>
                    <a:pt x="83941" y="457439"/>
                  </a:lnTo>
                  <a:lnTo>
                    <a:pt x="84609" y="475738"/>
                  </a:lnTo>
                  <a:lnTo>
                    <a:pt x="85277" y="506999"/>
                  </a:lnTo>
                  <a:lnTo>
                    <a:pt x="85945" y="510587"/>
                  </a:lnTo>
                  <a:lnTo>
                    <a:pt x="86613" y="505986"/>
                  </a:lnTo>
                  <a:lnTo>
                    <a:pt x="87281" y="471001"/>
                  </a:lnTo>
                  <a:lnTo>
                    <a:pt x="87949" y="523334"/>
                  </a:lnTo>
                  <a:lnTo>
                    <a:pt x="88617" y="532754"/>
                  </a:lnTo>
                  <a:lnTo>
                    <a:pt x="89285" y="526474"/>
                  </a:lnTo>
                  <a:lnTo>
                    <a:pt x="89953" y="543221"/>
                  </a:lnTo>
                  <a:lnTo>
                    <a:pt x="90621" y="524381"/>
                  </a:lnTo>
                  <a:lnTo>
                    <a:pt x="91289" y="517054"/>
                  </a:lnTo>
                  <a:lnTo>
                    <a:pt x="91957" y="500307"/>
                  </a:lnTo>
                  <a:lnTo>
                    <a:pt x="92625" y="501354"/>
                  </a:lnTo>
                  <a:lnTo>
                    <a:pt x="93293" y="525427"/>
                  </a:lnTo>
                  <a:lnTo>
                    <a:pt x="93961" y="502401"/>
                  </a:lnTo>
                  <a:lnTo>
                    <a:pt x="94629" y="457394"/>
                  </a:lnTo>
                  <a:lnTo>
                    <a:pt x="95297" y="436460"/>
                  </a:lnTo>
                  <a:lnTo>
                    <a:pt x="95965" y="412387"/>
                  </a:lnTo>
                  <a:lnTo>
                    <a:pt x="96633" y="400874"/>
                  </a:lnTo>
                  <a:lnTo>
                    <a:pt x="97301" y="400874"/>
                  </a:lnTo>
                  <a:lnTo>
                    <a:pt x="97969" y="400874"/>
                  </a:lnTo>
                  <a:lnTo>
                    <a:pt x="98637" y="410294"/>
                  </a:lnTo>
                  <a:lnTo>
                    <a:pt x="99305" y="421807"/>
                  </a:lnTo>
                  <a:lnTo>
                    <a:pt x="99973" y="425994"/>
                  </a:lnTo>
                  <a:lnTo>
                    <a:pt x="100641" y="450067"/>
                  </a:lnTo>
                  <a:lnTo>
                    <a:pt x="101309" y="473094"/>
                  </a:lnTo>
                  <a:lnTo>
                    <a:pt x="101977" y="489841"/>
                  </a:lnTo>
                  <a:lnTo>
                    <a:pt x="102645" y="521241"/>
                  </a:lnTo>
                  <a:lnTo>
                    <a:pt x="103313" y="516007"/>
                  </a:lnTo>
                  <a:lnTo>
                    <a:pt x="103981" y="529614"/>
                  </a:lnTo>
                  <a:lnTo>
                    <a:pt x="104649" y="574621"/>
                  </a:lnTo>
                  <a:lnTo>
                    <a:pt x="105318" y="595554"/>
                  </a:lnTo>
                  <a:lnTo>
                    <a:pt x="105986" y="602881"/>
                  </a:lnTo>
                  <a:lnTo>
                    <a:pt x="106654" y="598694"/>
                  </a:lnTo>
                  <a:lnTo>
                    <a:pt x="107322" y="589274"/>
                  </a:lnTo>
                  <a:lnTo>
                    <a:pt x="107990" y="569387"/>
                  </a:lnTo>
                  <a:lnTo>
                    <a:pt x="108658" y="568341"/>
                  </a:lnTo>
                  <a:lnTo>
                    <a:pt x="109326" y="568341"/>
                  </a:lnTo>
                  <a:lnTo>
                    <a:pt x="109994" y="568341"/>
                  </a:lnTo>
                  <a:lnTo>
                    <a:pt x="110662" y="564154"/>
                  </a:lnTo>
                  <a:lnTo>
                    <a:pt x="111330" y="547407"/>
                  </a:lnTo>
                  <a:lnTo>
                    <a:pt x="111998" y="547407"/>
                  </a:lnTo>
                  <a:lnTo>
                    <a:pt x="112666" y="547407"/>
                  </a:lnTo>
                  <a:lnTo>
                    <a:pt x="113334" y="558921"/>
                  </a:lnTo>
                  <a:lnTo>
                    <a:pt x="114002" y="568341"/>
                  </a:lnTo>
                  <a:lnTo>
                    <a:pt x="114670" y="556827"/>
                  </a:lnTo>
                  <a:lnTo>
                    <a:pt x="115338" y="526474"/>
                  </a:lnTo>
                  <a:lnTo>
                    <a:pt x="116006" y="522287"/>
                  </a:lnTo>
                  <a:lnTo>
                    <a:pt x="116674" y="602112"/>
                  </a:lnTo>
                  <a:lnTo>
                    <a:pt x="117342" y="631850"/>
                  </a:lnTo>
                  <a:lnTo>
                    <a:pt x="118010" y="633050"/>
                  </a:lnTo>
                  <a:lnTo>
                    <a:pt x="118678" y="629659"/>
                  </a:lnTo>
                  <a:lnTo>
                    <a:pt x="119346" y="609833"/>
                  </a:lnTo>
                  <a:lnTo>
                    <a:pt x="120014" y="600450"/>
                  </a:lnTo>
                  <a:lnTo>
                    <a:pt x="120682" y="602535"/>
                  </a:lnTo>
                  <a:lnTo>
                    <a:pt x="121350" y="605663"/>
                  </a:lnTo>
                  <a:lnTo>
                    <a:pt x="122018" y="595759"/>
                  </a:lnTo>
                  <a:lnTo>
                    <a:pt x="122686" y="590025"/>
                  </a:lnTo>
                  <a:lnTo>
                    <a:pt x="123354" y="585334"/>
                  </a:lnTo>
                  <a:lnTo>
                    <a:pt x="124022" y="560835"/>
                  </a:lnTo>
                  <a:lnTo>
                    <a:pt x="124690" y="535815"/>
                  </a:lnTo>
                  <a:lnTo>
                    <a:pt x="125358" y="535815"/>
                  </a:lnTo>
                  <a:lnTo>
                    <a:pt x="126026" y="537900"/>
                  </a:lnTo>
                  <a:lnTo>
                    <a:pt x="126694" y="498548"/>
                  </a:lnTo>
                  <a:lnTo>
                    <a:pt x="127362" y="515430"/>
                  </a:lnTo>
                  <a:lnTo>
                    <a:pt x="128030" y="515965"/>
                  </a:lnTo>
                  <a:lnTo>
                    <a:pt x="128698" y="478620"/>
                  </a:lnTo>
                  <a:lnTo>
                    <a:pt x="129366" y="402967"/>
                  </a:lnTo>
                  <a:lnTo>
                    <a:pt x="130035" y="385174"/>
                  </a:lnTo>
                  <a:lnTo>
                    <a:pt x="130703" y="379940"/>
                  </a:lnTo>
                  <a:lnTo>
                    <a:pt x="131371" y="390407"/>
                  </a:lnTo>
                  <a:lnTo>
                    <a:pt x="132039" y="410294"/>
                  </a:lnTo>
                  <a:lnTo>
                    <a:pt x="132707" y="421807"/>
                  </a:lnTo>
                  <a:lnTo>
                    <a:pt x="133375" y="431227"/>
                  </a:lnTo>
                  <a:lnTo>
                    <a:pt x="134043" y="480421"/>
                  </a:lnTo>
                  <a:lnTo>
                    <a:pt x="134711" y="521241"/>
                  </a:lnTo>
                  <a:lnTo>
                    <a:pt x="135379" y="541127"/>
                  </a:lnTo>
                  <a:lnTo>
                    <a:pt x="136047" y="547407"/>
                  </a:lnTo>
                  <a:lnTo>
                    <a:pt x="136715" y="547407"/>
                  </a:lnTo>
                  <a:lnTo>
                    <a:pt x="137383" y="547407"/>
                  </a:lnTo>
                  <a:lnTo>
                    <a:pt x="138051" y="547407"/>
                  </a:lnTo>
                  <a:lnTo>
                    <a:pt x="138719" y="547407"/>
                  </a:lnTo>
                  <a:lnTo>
                    <a:pt x="139387" y="568341"/>
                  </a:lnTo>
                  <a:lnTo>
                    <a:pt x="140055" y="604974"/>
                  </a:lnTo>
                  <a:lnTo>
                    <a:pt x="140723" y="610208"/>
                  </a:lnTo>
                  <a:lnTo>
                    <a:pt x="141391" y="610208"/>
                  </a:lnTo>
                  <a:lnTo>
                    <a:pt x="142059" y="610208"/>
                  </a:lnTo>
                  <a:lnTo>
                    <a:pt x="142727" y="610208"/>
                  </a:lnTo>
                  <a:lnTo>
                    <a:pt x="143395" y="610208"/>
                  </a:lnTo>
                  <a:lnTo>
                    <a:pt x="144063" y="610208"/>
                  </a:lnTo>
                  <a:lnTo>
                    <a:pt x="144731" y="631141"/>
                  </a:lnTo>
                  <a:lnTo>
                    <a:pt x="145399" y="641608"/>
                  </a:lnTo>
                  <a:lnTo>
                    <a:pt x="146067" y="652074"/>
                  </a:lnTo>
                  <a:lnTo>
                    <a:pt x="146735" y="652074"/>
                  </a:lnTo>
                  <a:lnTo>
                    <a:pt x="147403" y="652074"/>
                  </a:lnTo>
                  <a:lnTo>
                    <a:pt x="148071" y="652074"/>
                  </a:lnTo>
                  <a:lnTo>
                    <a:pt x="148739" y="652074"/>
                  </a:lnTo>
                  <a:lnTo>
                    <a:pt x="149407" y="652074"/>
                  </a:lnTo>
                  <a:lnTo>
                    <a:pt x="150075" y="652074"/>
                  </a:lnTo>
                  <a:lnTo>
                    <a:pt x="150743" y="652074"/>
                  </a:lnTo>
                  <a:lnTo>
                    <a:pt x="151411" y="652074"/>
                  </a:lnTo>
                  <a:lnTo>
                    <a:pt x="152079" y="652074"/>
                  </a:lnTo>
                  <a:lnTo>
                    <a:pt x="152747" y="652074"/>
                  </a:lnTo>
                  <a:lnTo>
                    <a:pt x="153415" y="652074"/>
                  </a:lnTo>
                  <a:lnTo>
                    <a:pt x="154083" y="652074"/>
                  </a:lnTo>
                  <a:lnTo>
                    <a:pt x="154752" y="652074"/>
                  </a:lnTo>
                  <a:lnTo>
                    <a:pt x="155420" y="652074"/>
                  </a:lnTo>
                  <a:lnTo>
                    <a:pt x="156088" y="652074"/>
                  </a:lnTo>
                  <a:lnTo>
                    <a:pt x="156756" y="652074"/>
                  </a:lnTo>
                  <a:lnTo>
                    <a:pt x="157424" y="645794"/>
                  </a:lnTo>
                  <a:lnTo>
                    <a:pt x="158092" y="631141"/>
                  </a:lnTo>
                  <a:lnTo>
                    <a:pt x="158760" y="614394"/>
                  </a:lnTo>
                  <a:lnTo>
                    <a:pt x="159428" y="589274"/>
                  </a:lnTo>
                  <a:lnTo>
                    <a:pt x="160096" y="582994"/>
                  </a:lnTo>
                  <a:lnTo>
                    <a:pt x="160764" y="559967"/>
                  </a:lnTo>
                  <a:lnTo>
                    <a:pt x="161432" y="599252"/>
                  </a:lnTo>
                  <a:lnTo>
                    <a:pt x="162100" y="592284"/>
                  </a:lnTo>
                  <a:lnTo>
                    <a:pt x="162768" y="565576"/>
                  </a:lnTo>
                  <a:lnTo>
                    <a:pt x="163436" y="526823"/>
                  </a:lnTo>
                  <a:lnTo>
                    <a:pt x="164104" y="506999"/>
                  </a:lnTo>
                  <a:lnTo>
                    <a:pt x="164772" y="503187"/>
                  </a:lnTo>
                  <a:lnTo>
                    <a:pt x="165440" y="503187"/>
                  </a:lnTo>
                  <a:lnTo>
                    <a:pt x="166108" y="503187"/>
                  </a:lnTo>
                  <a:lnTo>
                    <a:pt x="166776" y="503187"/>
                  </a:lnTo>
                  <a:lnTo>
                    <a:pt x="167444" y="507762"/>
                  </a:lnTo>
                  <a:lnTo>
                    <a:pt x="168112" y="518436"/>
                  </a:lnTo>
                  <a:lnTo>
                    <a:pt x="168780" y="530636"/>
                  </a:lnTo>
                  <a:lnTo>
                    <a:pt x="169448" y="548935"/>
                  </a:lnTo>
                  <a:lnTo>
                    <a:pt x="170116" y="538260"/>
                  </a:lnTo>
                  <a:lnTo>
                    <a:pt x="170784" y="548172"/>
                  </a:lnTo>
                  <a:lnTo>
                    <a:pt x="171452" y="542009"/>
                  </a:lnTo>
                  <a:lnTo>
                    <a:pt x="172120" y="543580"/>
                  </a:lnTo>
                  <a:lnTo>
                    <a:pt x="172788" y="543106"/>
                  </a:lnTo>
                  <a:lnTo>
                    <a:pt x="173456" y="512867"/>
                  </a:lnTo>
                  <a:lnTo>
                    <a:pt x="174124" y="521241"/>
                  </a:lnTo>
                  <a:lnTo>
                    <a:pt x="174792" y="526474"/>
                  </a:lnTo>
                  <a:lnTo>
                    <a:pt x="175460" y="526474"/>
                  </a:lnTo>
                  <a:lnTo>
                    <a:pt x="176128" y="526474"/>
                  </a:lnTo>
                  <a:lnTo>
                    <a:pt x="176796" y="507634"/>
                  </a:lnTo>
                  <a:lnTo>
                    <a:pt x="177464" y="484607"/>
                  </a:lnTo>
                  <a:lnTo>
                    <a:pt x="178132" y="484607"/>
                  </a:lnTo>
                  <a:lnTo>
                    <a:pt x="178800" y="484607"/>
                  </a:lnTo>
                  <a:lnTo>
                    <a:pt x="179469" y="454254"/>
                  </a:lnTo>
                  <a:lnTo>
                    <a:pt x="180137" y="463674"/>
                  </a:lnTo>
                  <a:lnTo>
                    <a:pt x="180805" y="472047"/>
                  </a:lnTo>
                  <a:lnTo>
                    <a:pt x="181473" y="432274"/>
                  </a:lnTo>
                  <a:lnTo>
                    <a:pt x="182141" y="355867"/>
                  </a:lnTo>
                  <a:lnTo>
                    <a:pt x="182809" y="322374"/>
                  </a:lnTo>
                  <a:lnTo>
                    <a:pt x="183477" y="320280"/>
                  </a:lnTo>
                  <a:lnTo>
                    <a:pt x="184145" y="282600"/>
                  </a:lnTo>
                  <a:lnTo>
                    <a:pt x="184813" y="251200"/>
                  </a:lnTo>
                  <a:lnTo>
                    <a:pt x="185481" y="221893"/>
                  </a:lnTo>
                  <a:lnTo>
                    <a:pt x="186149" y="155953"/>
                  </a:lnTo>
                  <a:lnTo>
                    <a:pt x="186817" y="125600"/>
                  </a:lnTo>
                  <a:lnTo>
                    <a:pt x="187485" y="107807"/>
                  </a:lnTo>
                  <a:lnTo>
                    <a:pt x="188153" y="81640"/>
                  </a:lnTo>
                  <a:lnTo>
                    <a:pt x="188821" y="41866"/>
                  </a:lnTo>
                  <a:lnTo>
                    <a:pt x="189489" y="37680"/>
                  </a:lnTo>
                  <a:lnTo>
                    <a:pt x="190157" y="24073"/>
                  </a:lnTo>
                  <a:lnTo>
                    <a:pt x="190825" y="0"/>
                  </a:lnTo>
                  <a:lnTo>
                    <a:pt x="191493" y="8373"/>
                  </a:lnTo>
                  <a:lnTo>
                    <a:pt x="192161" y="56520"/>
                  </a:lnTo>
                  <a:lnTo>
                    <a:pt x="192829" y="62800"/>
                  </a:lnTo>
                  <a:lnTo>
                    <a:pt x="193497" y="17793"/>
                  </a:lnTo>
                  <a:lnTo>
                    <a:pt x="194165" y="36633"/>
                  </a:lnTo>
                  <a:lnTo>
                    <a:pt x="194833" y="33493"/>
                  </a:lnTo>
                  <a:lnTo>
                    <a:pt x="195501" y="23027"/>
                  </a:lnTo>
                  <a:lnTo>
                    <a:pt x="196169" y="74313"/>
                  </a:lnTo>
                  <a:lnTo>
                    <a:pt x="196837" y="61753"/>
                  </a:lnTo>
                  <a:lnTo>
                    <a:pt x="197505" y="211202"/>
                  </a:lnTo>
                  <a:lnTo>
                    <a:pt x="198173" y="245071"/>
                  </a:lnTo>
                  <a:lnTo>
                    <a:pt x="198841" y="224646"/>
                  </a:lnTo>
                  <a:lnTo>
                    <a:pt x="199509" y="314075"/>
                  </a:lnTo>
                  <a:lnTo>
                    <a:pt x="200177" y="337141"/>
                  </a:lnTo>
                  <a:lnTo>
                    <a:pt x="200845" y="342602"/>
                  </a:lnTo>
                  <a:lnTo>
                    <a:pt x="201513" y="346243"/>
                  </a:lnTo>
                  <a:lnTo>
                    <a:pt x="202181" y="320150"/>
                  </a:lnTo>
                  <a:lnTo>
                    <a:pt x="202849" y="329252"/>
                  </a:lnTo>
                  <a:lnTo>
                    <a:pt x="203518" y="368087"/>
                  </a:lnTo>
                  <a:lnTo>
                    <a:pt x="204186" y="360199"/>
                  </a:lnTo>
                  <a:lnTo>
                    <a:pt x="204854" y="346849"/>
                  </a:lnTo>
                  <a:lnTo>
                    <a:pt x="205522" y="352917"/>
                  </a:lnTo>
                  <a:lnTo>
                    <a:pt x="206190" y="356558"/>
                  </a:lnTo>
                  <a:lnTo>
                    <a:pt x="206858" y="392359"/>
                  </a:lnTo>
                  <a:lnTo>
                    <a:pt x="207526" y="427215"/>
                  </a:lnTo>
                  <a:lnTo>
                    <a:pt x="208194" y="431416"/>
                  </a:lnTo>
                  <a:lnTo>
                    <a:pt x="208862" y="458016"/>
                  </a:lnTo>
                  <a:lnTo>
                    <a:pt x="209530" y="432032"/>
                  </a:lnTo>
                  <a:lnTo>
                    <a:pt x="210198" y="424443"/>
                  </a:lnTo>
                  <a:lnTo>
                    <a:pt x="210866" y="339120"/>
                  </a:lnTo>
                  <a:lnTo>
                    <a:pt x="211534" y="372614"/>
                  </a:lnTo>
                  <a:lnTo>
                    <a:pt x="212202" y="442741"/>
                  </a:lnTo>
                  <a:lnTo>
                    <a:pt x="212870" y="482514"/>
                  </a:lnTo>
                  <a:lnTo>
                    <a:pt x="213538" y="484607"/>
                  </a:lnTo>
                  <a:lnTo>
                    <a:pt x="214206" y="535894"/>
                  </a:lnTo>
                  <a:lnTo>
                    <a:pt x="214874" y="593461"/>
                  </a:lnTo>
                  <a:lnTo>
                    <a:pt x="215542" y="622768"/>
                  </a:lnTo>
                  <a:lnTo>
                    <a:pt x="216210" y="614394"/>
                  </a:lnTo>
                  <a:lnTo>
                    <a:pt x="216878" y="599741"/>
                  </a:lnTo>
                  <a:lnTo>
                    <a:pt x="217546" y="589274"/>
                  </a:lnTo>
                  <a:lnTo>
                    <a:pt x="218214" y="589274"/>
                  </a:lnTo>
                  <a:lnTo>
                    <a:pt x="218882" y="589274"/>
                  </a:lnTo>
                  <a:lnTo>
                    <a:pt x="219550" y="589274"/>
                  </a:lnTo>
                  <a:lnTo>
                    <a:pt x="220218" y="589274"/>
                  </a:lnTo>
                  <a:lnTo>
                    <a:pt x="220886" y="589274"/>
                  </a:lnTo>
                  <a:lnTo>
                    <a:pt x="221554" y="592414"/>
                  </a:lnTo>
                  <a:lnTo>
                    <a:pt x="222222" y="610208"/>
                  </a:lnTo>
                  <a:lnTo>
                    <a:pt x="222890" y="610208"/>
                  </a:lnTo>
                  <a:lnTo>
                    <a:pt x="223558" y="610208"/>
                  </a:lnTo>
                  <a:lnTo>
                    <a:pt x="224226" y="610208"/>
                  </a:lnTo>
                  <a:lnTo>
                    <a:pt x="224894" y="610208"/>
                  </a:lnTo>
                  <a:lnTo>
                    <a:pt x="225562" y="600788"/>
                  </a:lnTo>
                  <a:lnTo>
                    <a:pt x="226230" y="644195"/>
                  </a:lnTo>
                  <a:lnTo>
                    <a:pt x="226898" y="644131"/>
                  </a:lnTo>
                  <a:lnTo>
                    <a:pt x="227566" y="648818"/>
                  </a:lnTo>
                  <a:lnTo>
                    <a:pt x="228235" y="640431"/>
                  </a:lnTo>
                  <a:lnTo>
                    <a:pt x="228903" y="640431"/>
                  </a:lnTo>
                  <a:lnTo>
                    <a:pt x="229571" y="635094"/>
                  </a:lnTo>
                  <a:lnTo>
                    <a:pt x="230239" y="646197"/>
                  </a:lnTo>
                  <a:lnTo>
                    <a:pt x="230907" y="639051"/>
                  </a:lnTo>
                  <a:lnTo>
                    <a:pt x="231575" y="621048"/>
                  </a:lnTo>
                  <a:lnTo>
                    <a:pt x="232243" y="600490"/>
                  </a:lnTo>
                  <a:lnTo>
                    <a:pt x="232911" y="595636"/>
                  </a:lnTo>
                  <a:lnTo>
                    <a:pt x="233579" y="585927"/>
                  </a:lnTo>
                  <a:lnTo>
                    <a:pt x="234247" y="576825"/>
                  </a:lnTo>
                  <a:lnTo>
                    <a:pt x="234915" y="571364"/>
                  </a:lnTo>
                  <a:lnTo>
                    <a:pt x="235583" y="576825"/>
                  </a:lnTo>
                  <a:lnTo>
                    <a:pt x="236251" y="585642"/>
                  </a:lnTo>
                  <a:lnTo>
                    <a:pt x="236919" y="585642"/>
                  </a:lnTo>
                  <a:lnTo>
                    <a:pt x="237587" y="540548"/>
                  </a:lnTo>
                  <a:lnTo>
                    <a:pt x="238255" y="548935"/>
                  </a:lnTo>
                  <a:lnTo>
                    <a:pt x="238923" y="548172"/>
                  </a:lnTo>
                  <a:lnTo>
                    <a:pt x="239591" y="539023"/>
                  </a:lnTo>
                  <a:lnTo>
                    <a:pt x="240259" y="556113"/>
                  </a:lnTo>
                  <a:lnTo>
                    <a:pt x="240927" y="552221"/>
                  </a:lnTo>
                  <a:lnTo>
                    <a:pt x="241595" y="568901"/>
                  </a:lnTo>
                  <a:lnTo>
                    <a:pt x="242263" y="539034"/>
                  </a:lnTo>
                  <a:lnTo>
                    <a:pt x="242931" y="547407"/>
                  </a:lnTo>
                  <a:lnTo>
                    <a:pt x="243599" y="559967"/>
                  </a:lnTo>
                  <a:lnTo>
                    <a:pt x="244267" y="558921"/>
                  </a:lnTo>
                  <a:lnTo>
                    <a:pt x="244935" y="552641"/>
                  </a:lnTo>
                  <a:lnTo>
                    <a:pt x="245603" y="547407"/>
                  </a:lnTo>
                  <a:lnTo>
                    <a:pt x="246271" y="526474"/>
                  </a:lnTo>
                  <a:lnTo>
                    <a:pt x="246939" y="526474"/>
                  </a:lnTo>
                  <a:lnTo>
                    <a:pt x="247607" y="526474"/>
                  </a:lnTo>
                  <a:lnTo>
                    <a:pt x="248275" y="526474"/>
                  </a:lnTo>
                  <a:lnTo>
                    <a:pt x="248943" y="527521"/>
                  </a:lnTo>
                  <a:lnTo>
                    <a:pt x="249611" y="547407"/>
                  </a:lnTo>
                  <a:lnTo>
                    <a:pt x="250279" y="547407"/>
                  </a:lnTo>
                  <a:lnTo>
                    <a:pt x="250947" y="555781"/>
                  </a:lnTo>
                  <a:lnTo>
                    <a:pt x="251615" y="531707"/>
                  </a:lnTo>
                  <a:lnTo>
                    <a:pt x="252283" y="505541"/>
                  </a:lnTo>
                  <a:lnTo>
                    <a:pt x="252952" y="487747"/>
                  </a:lnTo>
                  <a:lnTo>
                    <a:pt x="253620" y="488794"/>
                  </a:lnTo>
                  <a:lnTo>
                    <a:pt x="254288" y="505541"/>
                  </a:lnTo>
                  <a:lnTo>
                    <a:pt x="254956" y="521241"/>
                  </a:lnTo>
                  <a:lnTo>
                    <a:pt x="255624" y="526474"/>
                  </a:lnTo>
                  <a:lnTo>
                    <a:pt x="256292" y="547407"/>
                  </a:lnTo>
                  <a:lnTo>
                    <a:pt x="256960" y="552641"/>
                  </a:lnTo>
                  <a:lnTo>
                    <a:pt x="257628" y="547407"/>
                  </a:lnTo>
                  <a:lnTo>
                    <a:pt x="258296" y="547407"/>
                  </a:lnTo>
                  <a:lnTo>
                    <a:pt x="258964" y="547407"/>
                  </a:lnTo>
                  <a:lnTo>
                    <a:pt x="259632" y="547407"/>
                  </a:lnTo>
                  <a:lnTo>
                    <a:pt x="260300" y="547407"/>
                  </a:lnTo>
                  <a:lnTo>
                    <a:pt x="260968" y="557874"/>
                  </a:lnTo>
                  <a:lnTo>
                    <a:pt x="261636" y="584041"/>
                  </a:lnTo>
                  <a:lnTo>
                    <a:pt x="262304" y="610208"/>
                  </a:lnTo>
                  <a:lnTo>
                    <a:pt x="262972" y="628001"/>
                  </a:lnTo>
                  <a:lnTo>
                    <a:pt x="263640" y="631141"/>
                  </a:lnTo>
                  <a:lnTo>
                    <a:pt x="264308" y="631141"/>
                  </a:lnTo>
                  <a:lnTo>
                    <a:pt x="264976" y="631141"/>
                  </a:lnTo>
                  <a:lnTo>
                    <a:pt x="265644" y="631141"/>
                  </a:lnTo>
                  <a:lnTo>
                    <a:pt x="266312" y="631141"/>
                  </a:lnTo>
                  <a:lnTo>
                    <a:pt x="266980" y="646841"/>
                  </a:lnTo>
                  <a:lnTo>
                    <a:pt x="267648" y="652074"/>
                  </a:lnTo>
                  <a:lnTo>
                    <a:pt x="268316" y="652074"/>
                  </a:lnTo>
                  <a:lnTo>
                    <a:pt x="268984" y="652074"/>
                  </a:lnTo>
                  <a:lnTo>
                    <a:pt x="269652" y="652074"/>
                  </a:lnTo>
                  <a:lnTo>
                    <a:pt x="270320" y="652074"/>
                  </a:lnTo>
                  <a:lnTo>
                    <a:pt x="270988" y="652074"/>
                  </a:lnTo>
                  <a:lnTo>
                    <a:pt x="271656" y="652074"/>
                  </a:lnTo>
                  <a:lnTo>
                    <a:pt x="272324" y="652074"/>
                  </a:lnTo>
                  <a:lnTo>
                    <a:pt x="272992" y="647888"/>
                  </a:lnTo>
                  <a:lnTo>
                    <a:pt x="273660" y="631141"/>
                  </a:lnTo>
                  <a:lnTo>
                    <a:pt x="274328" y="631141"/>
                  </a:lnTo>
                  <a:lnTo>
                    <a:pt x="274996" y="631141"/>
                  </a:lnTo>
                  <a:lnTo>
                    <a:pt x="275664" y="631141"/>
                  </a:lnTo>
                  <a:lnTo>
                    <a:pt x="276332" y="631141"/>
                  </a:lnTo>
                  <a:lnTo>
                    <a:pt x="277000" y="631141"/>
                  </a:lnTo>
                  <a:lnTo>
                    <a:pt x="277669" y="631141"/>
                  </a:lnTo>
                  <a:lnTo>
                    <a:pt x="278337" y="616488"/>
                  </a:lnTo>
                  <a:lnTo>
                    <a:pt x="279005" y="610208"/>
                  </a:lnTo>
                  <a:lnTo>
                    <a:pt x="279673" y="610208"/>
                  </a:lnTo>
                  <a:lnTo>
                    <a:pt x="280341" y="610208"/>
                  </a:lnTo>
                  <a:lnTo>
                    <a:pt x="281009" y="610208"/>
                  </a:lnTo>
                  <a:lnTo>
                    <a:pt x="281677" y="610208"/>
                  </a:lnTo>
                  <a:lnTo>
                    <a:pt x="282345" y="610208"/>
                  </a:lnTo>
                  <a:lnTo>
                    <a:pt x="283013" y="614394"/>
                  </a:lnTo>
                  <a:lnTo>
                    <a:pt x="283681" y="631141"/>
                  </a:lnTo>
                  <a:lnTo>
                    <a:pt x="284349" y="628001"/>
                  </a:lnTo>
                  <a:lnTo>
                    <a:pt x="285017" y="610208"/>
                  </a:lnTo>
                  <a:lnTo>
                    <a:pt x="285685" y="610208"/>
                  </a:lnTo>
                  <a:lnTo>
                    <a:pt x="286353" y="610208"/>
                  </a:lnTo>
                  <a:lnTo>
                    <a:pt x="287021" y="610208"/>
                  </a:lnTo>
                  <a:lnTo>
                    <a:pt x="287689" y="610208"/>
                  </a:lnTo>
                  <a:lnTo>
                    <a:pt x="288357" y="624861"/>
                  </a:lnTo>
                  <a:lnTo>
                    <a:pt x="289025" y="631141"/>
                  </a:lnTo>
                  <a:lnTo>
                    <a:pt x="289693" y="631141"/>
                  </a:lnTo>
                  <a:lnTo>
                    <a:pt x="290361" y="615441"/>
                  </a:lnTo>
                  <a:lnTo>
                    <a:pt x="291029" y="610208"/>
                  </a:lnTo>
                  <a:lnTo>
                    <a:pt x="291697" y="610208"/>
                  </a:lnTo>
                  <a:lnTo>
                    <a:pt x="292365" y="589274"/>
                  </a:lnTo>
                  <a:lnTo>
                    <a:pt x="293033" y="589274"/>
                  </a:lnTo>
                  <a:lnTo>
                    <a:pt x="293701" y="589274"/>
                  </a:lnTo>
                  <a:lnTo>
                    <a:pt x="294369" y="592414"/>
                  </a:lnTo>
                  <a:lnTo>
                    <a:pt x="295037" y="610208"/>
                  </a:lnTo>
                  <a:lnTo>
                    <a:pt x="295705" y="604974"/>
                  </a:lnTo>
                  <a:lnTo>
                    <a:pt x="296373" y="589274"/>
                  </a:lnTo>
                  <a:lnTo>
                    <a:pt x="297041" y="589274"/>
                  </a:lnTo>
                  <a:lnTo>
                    <a:pt x="297709" y="564154"/>
                  </a:lnTo>
                  <a:lnTo>
                    <a:pt x="298377" y="547407"/>
                  </a:lnTo>
                  <a:lnTo>
                    <a:pt x="299045" y="599252"/>
                  </a:lnTo>
                  <a:lnTo>
                    <a:pt x="299713" y="604853"/>
                  </a:lnTo>
                  <a:lnTo>
                    <a:pt x="300381" y="617445"/>
                  </a:lnTo>
                  <a:lnTo>
                    <a:pt x="301049" y="609932"/>
                  </a:lnTo>
                  <a:lnTo>
                    <a:pt x="301718" y="609932"/>
                  </a:lnTo>
                  <a:lnTo>
                    <a:pt x="302386" y="625181"/>
                  </a:lnTo>
                  <a:lnTo>
                    <a:pt x="303054" y="623657"/>
                  </a:lnTo>
                  <a:lnTo>
                    <a:pt x="303722" y="597733"/>
                  </a:lnTo>
                  <a:lnTo>
                    <a:pt x="304390" y="594683"/>
                  </a:lnTo>
                  <a:lnTo>
                    <a:pt x="305058" y="594683"/>
                  </a:lnTo>
                  <a:lnTo>
                    <a:pt x="305726" y="598495"/>
                  </a:lnTo>
                  <a:lnTo>
                    <a:pt x="306394" y="609932"/>
                  </a:lnTo>
                  <a:lnTo>
                    <a:pt x="307062" y="609932"/>
                  </a:lnTo>
                  <a:lnTo>
                    <a:pt x="307730" y="628231"/>
                  </a:lnTo>
                  <a:lnTo>
                    <a:pt x="308398" y="628994"/>
                  </a:lnTo>
                  <a:lnTo>
                    <a:pt x="309066" y="624344"/>
                  </a:lnTo>
                  <a:lnTo>
                    <a:pt x="309734" y="620564"/>
                  </a:lnTo>
                  <a:lnTo>
                    <a:pt x="310402" y="618151"/>
                  </a:lnTo>
                  <a:lnTo>
                    <a:pt x="311070" y="589274"/>
                  </a:lnTo>
                  <a:lnTo>
                    <a:pt x="311738" y="589274"/>
                  </a:lnTo>
                  <a:lnTo>
                    <a:pt x="312406" y="589274"/>
                  </a:lnTo>
                  <a:lnTo>
                    <a:pt x="313074" y="591368"/>
                  </a:lnTo>
                  <a:lnTo>
                    <a:pt x="313742" y="620674"/>
                  </a:lnTo>
                  <a:lnTo>
                    <a:pt x="314410" y="636611"/>
                  </a:lnTo>
                  <a:lnTo>
                    <a:pt x="315078" y="627634"/>
                  </a:lnTo>
                  <a:lnTo>
                    <a:pt x="315746" y="624344"/>
                  </a:lnTo>
                  <a:lnTo>
                    <a:pt x="316401" y="6524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3491293" y="3979676"/>
              <a:ext cx="4442" cy="44722"/>
            </a:xfrm>
            <a:custGeom>
              <a:avLst/>
              <a:pathLst>
                <a:path w="4442" h="44722">
                  <a:moveTo>
                    <a:pt x="0" y="44722"/>
                  </a:moveTo>
                  <a:lnTo>
                    <a:pt x="653" y="36407"/>
                  </a:lnTo>
                  <a:lnTo>
                    <a:pt x="1321" y="23665"/>
                  </a:lnTo>
                  <a:lnTo>
                    <a:pt x="1989" y="0"/>
                  </a:lnTo>
                  <a:lnTo>
                    <a:pt x="2657" y="29569"/>
                  </a:lnTo>
                  <a:lnTo>
                    <a:pt x="3325" y="40837"/>
                  </a:lnTo>
                  <a:lnTo>
                    <a:pt x="3993" y="40112"/>
                  </a:lnTo>
                  <a:lnTo>
                    <a:pt x="4442" y="4472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3496021" y="3979676"/>
              <a:ext cx="6820" cy="44722"/>
            </a:xfrm>
            <a:custGeom>
              <a:avLst/>
              <a:pathLst>
                <a:path w="6820" h="44722">
                  <a:moveTo>
                    <a:pt x="0" y="44722"/>
                  </a:moveTo>
                  <a:lnTo>
                    <a:pt x="601" y="24271"/>
                  </a:lnTo>
                  <a:lnTo>
                    <a:pt x="1269" y="15776"/>
                  </a:lnTo>
                  <a:lnTo>
                    <a:pt x="1937" y="3640"/>
                  </a:lnTo>
                  <a:lnTo>
                    <a:pt x="2605" y="0"/>
                  </a:lnTo>
                  <a:lnTo>
                    <a:pt x="3273" y="1213"/>
                  </a:lnTo>
                  <a:lnTo>
                    <a:pt x="3941" y="12135"/>
                  </a:lnTo>
                  <a:lnTo>
                    <a:pt x="4609" y="12135"/>
                  </a:lnTo>
                  <a:lnTo>
                    <a:pt x="5277" y="15776"/>
                  </a:lnTo>
                  <a:lnTo>
                    <a:pt x="5945" y="24271"/>
                  </a:lnTo>
                  <a:lnTo>
                    <a:pt x="6613" y="37014"/>
                  </a:lnTo>
                  <a:lnTo>
                    <a:pt x="6820" y="4472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3504385" y="4008179"/>
              <a:ext cx="3217" cy="16219"/>
            </a:xfrm>
            <a:custGeom>
              <a:avLst/>
              <a:pathLst>
                <a:path w="3217" h="16219">
                  <a:moveTo>
                    <a:pt x="0" y="16219"/>
                  </a:moveTo>
                  <a:lnTo>
                    <a:pt x="254" y="5680"/>
                  </a:lnTo>
                  <a:lnTo>
                    <a:pt x="922" y="0"/>
                  </a:lnTo>
                  <a:lnTo>
                    <a:pt x="1590" y="0"/>
                  </a:lnTo>
                  <a:lnTo>
                    <a:pt x="2258" y="0"/>
                  </a:lnTo>
                  <a:lnTo>
                    <a:pt x="2926" y="10997"/>
                  </a:lnTo>
                  <a:lnTo>
                    <a:pt x="3217" y="1621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508140" y="3940245"/>
              <a:ext cx="27285" cy="84153"/>
            </a:xfrm>
            <a:custGeom>
              <a:avLst/>
              <a:pathLst>
                <a:path w="27285" h="84153">
                  <a:moveTo>
                    <a:pt x="0" y="84153"/>
                  </a:moveTo>
                  <a:lnTo>
                    <a:pt x="507" y="62800"/>
                  </a:lnTo>
                  <a:lnTo>
                    <a:pt x="1175" y="62800"/>
                  </a:lnTo>
                  <a:lnTo>
                    <a:pt x="1843" y="62800"/>
                  </a:lnTo>
                  <a:lnTo>
                    <a:pt x="2511" y="62800"/>
                  </a:lnTo>
                  <a:lnTo>
                    <a:pt x="3179" y="62800"/>
                  </a:lnTo>
                  <a:lnTo>
                    <a:pt x="3847" y="62800"/>
                  </a:lnTo>
                  <a:lnTo>
                    <a:pt x="4515" y="62800"/>
                  </a:lnTo>
                  <a:lnTo>
                    <a:pt x="5183" y="62800"/>
                  </a:lnTo>
                  <a:lnTo>
                    <a:pt x="5851" y="62800"/>
                  </a:lnTo>
                  <a:lnTo>
                    <a:pt x="6519" y="68033"/>
                  </a:lnTo>
                  <a:lnTo>
                    <a:pt x="7187" y="83733"/>
                  </a:lnTo>
                  <a:lnTo>
                    <a:pt x="7855" y="83733"/>
                  </a:lnTo>
                  <a:lnTo>
                    <a:pt x="8523" y="83733"/>
                  </a:lnTo>
                  <a:lnTo>
                    <a:pt x="9191" y="64893"/>
                  </a:lnTo>
                  <a:lnTo>
                    <a:pt x="9859" y="46053"/>
                  </a:lnTo>
                  <a:lnTo>
                    <a:pt x="10527" y="41866"/>
                  </a:lnTo>
                  <a:lnTo>
                    <a:pt x="11195" y="41866"/>
                  </a:lnTo>
                  <a:lnTo>
                    <a:pt x="11863" y="41866"/>
                  </a:lnTo>
                  <a:lnTo>
                    <a:pt x="12531" y="41866"/>
                  </a:lnTo>
                  <a:lnTo>
                    <a:pt x="13199" y="41866"/>
                  </a:lnTo>
                  <a:lnTo>
                    <a:pt x="13867" y="41866"/>
                  </a:lnTo>
                  <a:lnTo>
                    <a:pt x="14535" y="41866"/>
                  </a:lnTo>
                  <a:lnTo>
                    <a:pt x="15203" y="34540"/>
                  </a:lnTo>
                  <a:lnTo>
                    <a:pt x="15871" y="20933"/>
                  </a:lnTo>
                  <a:lnTo>
                    <a:pt x="16539" y="20933"/>
                  </a:lnTo>
                  <a:lnTo>
                    <a:pt x="17207" y="20933"/>
                  </a:lnTo>
                  <a:lnTo>
                    <a:pt x="17875" y="17793"/>
                  </a:lnTo>
                  <a:lnTo>
                    <a:pt x="18543" y="0"/>
                  </a:lnTo>
                  <a:lnTo>
                    <a:pt x="19211" y="18840"/>
                  </a:lnTo>
                  <a:lnTo>
                    <a:pt x="19879" y="37680"/>
                  </a:lnTo>
                  <a:lnTo>
                    <a:pt x="20547" y="41866"/>
                  </a:lnTo>
                  <a:lnTo>
                    <a:pt x="21216" y="41866"/>
                  </a:lnTo>
                  <a:lnTo>
                    <a:pt x="21884" y="41866"/>
                  </a:lnTo>
                  <a:lnTo>
                    <a:pt x="22552" y="41866"/>
                  </a:lnTo>
                  <a:lnTo>
                    <a:pt x="23220" y="31400"/>
                  </a:lnTo>
                  <a:lnTo>
                    <a:pt x="23888" y="20933"/>
                  </a:lnTo>
                  <a:lnTo>
                    <a:pt x="24556" y="20933"/>
                  </a:lnTo>
                  <a:lnTo>
                    <a:pt x="25224" y="28260"/>
                  </a:lnTo>
                  <a:lnTo>
                    <a:pt x="25892" y="41866"/>
                  </a:lnTo>
                  <a:lnTo>
                    <a:pt x="26560" y="41866"/>
                  </a:lnTo>
                  <a:lnTo>
                    <a:pt x="27228" y="83645"/>
                  </a:lnTo>
                  <a:lnTo>
                    <a:pt x="27285" y="841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545667" y="3877445"/>
              <a:ext cx="91027" cy="146953"/>
            </a:xfrm>
            <a:custGeom>
              <a:avLst/>
              <a:pathLst>
                <a:path w="91027" h="146953">
                  <a:moveTo>
                    <a:pt x="0" y="146953"/>
                  </a:moveTo>
                  <a:lnTo>
                    <a:pt x="390" y="125600"/>
                  </a:lnTo>
                  <a:lnTo>
                    <a:pt x="1058" y="114086"/>
                  </a:lnTo>
                  <a:lnTo>
                    <a:pt x="1726" y="104666"/>
                  </a:lnTo>
                  <a:lnTo>
                    <a:pt x="2394" y="104666"/>
                  </a:lnTo>
                  <a:lnTo>
                    <a:pt x="3062" y="104666"/>
                  </a:lnTo>
                  <a:lnTo>
                    <a:pt x="3730" y="104666"/>
                  </a:lnTo>
                  <a:lnTo>
                    <a:pt x="4398" y="101526"/>
                  </a:lnTo>
                  <a:lnTo>
                    <a:pt x="5066" y="66986"/>
                  </a:lnTo>
                  <a:lnTo>
                    <a:pt x="5734" y="41866"/>
                  </a:lnTo>
                  <a:lnTo>
                    <a:pt x="6402" y="24073"/>
                  </a:lnTo>
                  <a:lnTo>
                    <a:pt x="7070" y="18839"/>
                  </a:lnTo>
                  <a:lnTo>
                    <a:pt x="7738" y="0"/>
                  </a:lnTo>
                  <a:lnTo>
                    <a:pt x="8406" y="1046"/>
                  </a:lnTo>
                  <a:lnTo>
                    <a:pt x="9074" y="20933"/>
                  </a:lnTo>
                  <a:lnTo>
                    <a:pt x="9742" y="20933"/>
                  </a:lnTo>
                  <a:lnTo>
                    <a:pt x="10410" y="20933"/>
                  </a:lnTo>
                  <a:lnTo>
                    <a:pt x="11078" y="32446"/>
                  </a:lnTo>
                  <a:lnTo>
                    <a:pt x="11746" y="19886"/>
                  </a:lnTo>
                  <a:lnTo>
                    <a:pt x="12414" y="0"/>
                  </a:lnTo>
                  <a:lnTo>
                    <a:pt x="13082" y="0"/>
                  </a:lnTo>
                  <a:lnTo>
                    <a:pt x="13750" y="0"/>
                  </a:lnTo>
                  <a:lnTo>
                    <a:pt x="14418" y="3139"/>
                  </a:lnTo>
                  <a:lnTo>
                    <a:pt x="15086" y="37680"/>
                  </a:lnTo>
                  <a:lnTo>
                    <a:pt x="15754" y="62800"/>
                  </a:lnTo>
                  <a:lnTo>
                    <a:pt x="16422" y="80593"/>
                  </a:lnTo>
                  <a:lnTo>
                    <a:pt x="17090" y="85826"/>
                  </a:lnTo>
                  <a:lnTo>
                    <a:pt x="17758" y="104666"/>
                  </a:lnTo>
                  <a:lnTo>
                    <a:pt x="18426" y="104666"/>
                  </a:lnTo>
                  <a:lnTo>
                    <a:pt x="19094" y="104666"/>
                  </a:lnTo>
                  <a:lnTo>
                    <a:pt x="19763" y="104666"/>
                  </a:lnTo>
                  <a:lnTo>
                    <a:pt x="20431" y="104666"/>
                  </a:lnTo>
                  <a:lnTo>
                    <a:pt x="21099" y="104666"/>
                  </a:lnTo>
                  <a:lnTo>
                    <a:pt x="21767" y="126646"/>
                  </a:lnTo>
                  <a:lnTo>
                    <a:pt x="22435" y="136066"/>
                  </a:lnTo>
                  <a:lnTo>
                    <a:pt x="23103" y="125600"/>
                  </a:lnTo>
                  <a:lnTo>
                    <a:pt x="23771" y="125600"/>
                  </a:lnTo>
                  <a:lnTo>
                    <a:pt x="24439" y="125600"/>
                  </a:lnTo>
                  <a:lnTo>
                    <a:pt x="25107" y="125600"/>
                  </a:lnTo>
                  <a:lnTo>
                    <a:pt x="25775" y="125600"/>
                  </a:lnTo>
                  <a:lnTo>
                    <a:pt x="26443" y="125600"/>
                  </a:lnTo>
                  <a:lnTo>
                    <a:pt x="27111" y="125600"/>
                  </a:lnTo>
                  <a:lnTo>
                    <a:pt x="27779" y="124553"/>
                  </a:lnTo>
                  <a:lnTo>
                    <a:pt x="28447" y="104666"/>
                  </a:lnTo>
                  <a:lnTo>
                    <a:pt x="29115" y="104666"/>
                  </a:lnTo>
                  <a:lnTo>
                    <a:pt x="29783" y="77453"/>
                  </a:lnTo>
                  <a:lnTo>
                    <a:pt x="30451" y="62800"/>
                  </a:lnTo>
                  <a:lnTo>
                    <a:pt x="31119" y="62800"/>
                  </a:lnTo>
                  <a:lnTo>
                    <a:pt x="31787" y="62800"/>
                  </a:lnTo>
                  <a:lnTo>
                    <a:pt x="32455" y="73266"/>
                  </a:lnTo>
                  <a:lnTo>
                    <a:pt x="33123" y="83733"/>
                  </a:lnTo>
                  <a:lnTo>
                    <a:pt x="33791" y="83733"/>
                  </a:lnTo>
                  <a:lnTo>
                    <a:pt x="34459" y="83733"/>
                  </a:lnTo>
                  <a:lnTo>
                    <a:pt x="35127" y="83733"/>
                  </a:lnTo>
                  <a:lnTo>
                    <a:pt x="35795" y="83733"/>
                  </a:lnTo>
                  <a:lnTo>
                    <a:pt x="36463" y="100401"/>
                  </a:lnTo>
                  <a:lnTo>
                    <a:pt x="37131" y="80459"/>
                  </a:lnTo>
                  <a:lnTo>
                    <a:pt x="37799" y="68676"/>
                  </a:lnTo>
                  <a:lnTo>
                    <a:pt x="38467" y="58463"/>
                  </a:lnTo>
                  <a:lnTo>
                    <a:pt x="39135" y="36532"/>
                  </a:lnTo>
                  <a:lnTo>
                    <a:pt x="39803" y="47969"/>
                  </a:lnTo>
                  <a:lnTo>
                    <a:pt x="40471" y="58643"/>
                  </a:lnTo>
                  <a:lnTo>
                    <a:pt x="41139" y="52543"/>
                  </a:lnTo>
                  <a:lnTo>
                    <a:pt x="41807" y="43394"/>
                  </a:lnTo>
                  <a:lnTo>
                    <a:pt x="42475" y="43394"/>
                  </a:lnTo>
                  <a:lnTo>
                    <a:pt x="43143" y="43394"/>
                  </a:lnTo>
                  <a:lnTo>
                    <a:pt x="43811" y="43394"/>
                  </a:lnTo>
                  <a:lnTo>
                    <a:pt x="44480" y="29669"/>
                  </a:lnTo>
                  <a:lnTo>
                    <a:pt x="45148" y="28144"/>
                  </a:lnTo>
                  <a:lnTo>
                    <a:pt x="45816" y="28144"/>
                  </a:lnTo>
                  <a:lnTo>
                    <a:pt x="46484" y="50571"/>
                  </a:lnTo>
                  <a:lnTo>
                    <a:pt x="47152" y="71032"/>
                  </a:lnTo>
                  <a:lnTo>
                    <a:pt x="47820" y="83601"/>
                  </a:lnTo>
                  <a:lnTo>
                    <a:pt x="48488" y="108739"/>
                  </a:lnTo>
                  <a:lnTo>
                    <a:pt x="49156" y="93153"/>
                  </a:lnTo>
                  <a:lnTo>
                    <a:pt x="49824" y="104666"/>
                  </a:lnTo>
                  <a:lnTo>
                    <a:pt x="50492" y="104666"/>
                  </a:lnTo>
                  <a:lnTo>
                    <a:pt x="51160" y="113040"/>
                  </a:lnTo>
                  <a:lnTo>
                    <a:pt x="51828" y="125600"/>
                  </a:lnTo>
                  <a:lnTo>
                    <a:pt x="52496" y="125600"/>
                  </a:lnTo>
                  <a:lnTo>
                    <a:pt x="53164" y="125600"/>
                  </a:lnTo>
                  <a:lnTo>
                    <a:pt x="53832" y="125600"/>
                  </a:lnTo>
                  <a:lnTo>
                    <a:pt x="54500" y="144440"/>
                  </a:lnTo>
                  <a:lnTo>
                    <a:pt x="55168" y="146533"/>
                  </a:lnTo>
                  <a:lnTo>
                    <a:pt x="55836" y="146533"/>
                  </a:lnTo>
                  <a:lnTo>
                    <a:pt x="56504" y="146533"/>
                  </a:lnTo>
                  <a:lnTo>
                    <a:pt x="57172" y="146533"/>
                  </a:lnTo>
                  <a:lnTo>
                    <a:pt x="57840" y="146533"/>
                  </a:lnTo>
                  <a:lnTo>
                    <a:pt x="58508" y="146533"/>
                  </a:lnTo>
                  <a:lnTo>
                    <a:pt x="59176" y="146533"/>
                  </a:lnTo>
                  <a:lnTo>
                    <a:pt x="59844" y="146533"/>
                  </a:lnTo>
                  <a:lnTo>
                    <a:pt x="60512" y="146533"/>
                  </a:lnTo>
                  <a:lnTo>
                    <a:pt x="61180" y="146533"/>
                  </a:lnTo>
                  <a:lnTo>
                    <a:pt x="61848" y="146533"/>
                  </a:lnTo>
                  <a:lnTo>
                    <a:pt x="62516" y="146533"/>
                  </a:lnTo>
                  <a:lnTo>
                    <a:pt x="63184" y="146533"/>
                  </a:lnTo>
                  <a:lnTo>
                    <a:pt x="63852" y="146533"/>
                  </a:lnTo>
                  <a:lnTo>
                    <a:pt x="64520" y="146533"/>
                  </a:lnTo>
                  <a:lnTo>
                    <a:pt x="65188" y="146533"/>
                  </a:lnTo>
                  <a:lnTo>
                    <a:pt x="65856" y="146533"/>
                  </a:lnTo>
                  <a:lnTo>
                    <a:pt x="66524" y="146533"/>
                  </a:lnTo>
                  <a:lnTo>
                    <a:pt x="67192" y="146533"/>
                  </a:lnTo>
                  <a:lnTo>
                    <a:pt x="67860" y="146533"/>
                  </a:lnTo>
                  <a:lnTo>
                    <a:pt x="68528" y="146533"/>
                  </a:lnTo>
                  <a:lnTo>
                    <a:pt x="69197" y="146533"/>
                  </a:lnTo>
                  <a:lnTo>
                    <a:pt x="69865" y="146533"/>
                  </a:lnTo>
                  <a:lnTo>
                    <a:pt x="70533" y="146533"/>
                  </a:lnTo>
                  <a:lnTo>
                    <a:pt x="71201" y="146533"/>
                  </a:lnTo>
                  <a:lnTo>
                    <a:pt x="71869" y="146533"/>
                  </a:lnTo>
                  <a:lnTo>
                    <a:pt x="72537" y="146533"/>
                  </a:lnTo>
                  <a:lnTo>
                    <a:pt x="73205" y="125600"/>
                  </a:lnTo>
                  <a:lnTo>
                    <a:pt x="73873" y="125600"/>
                  </a:lnTo>
                  <a:lnTo>
                    <a:pt x="74541" y="125600"/>
                  </a:lnTo>
                  <a:lnTo>
                    <a:pt x="75209" y="125600"/>
                  </a:lnTo>
                  <a:lnTo>
                    <a:pt x="75877" y="125600"/>
                  </a:lnTo>
                  <a:lnTo>
                    <a:pt x="76545" y="125600"/>
                  </a:lnTo>
                  <a:lnTo>
                    <a:pt x="77213" y="125600"/>
                  </a:lnTo>
                  <a:lnTo>
                    <a:pt x="77881" y="125600"/>
                  </a:lnTo>
                  <a:lnTo>
                    <a:pt x="78549" y="125600"/>
                  </a:lnTo>
                  <a:lnTo>
                    <a:pt x="79217" y="125600"/>
                  </a:lnTo>
                  <a:lnTo>
                    <a:pt x="79885" y="110946"/>
                  </a:lnTo>
                  <a:lnTo>
                    <a:pt x="80553" y="97340"/>
                  </a:lnTo>
                  <a:lnTo>
                    <a:pt x="81221" y="83733"/>
                  </a:lnTo>
                  <a:lnTo>
                    <a:pt x="81889" y="83733"/>
                  </a:lnTo>
                  <a:lnTo>
                    <a:pt x="82557" y="66986"/>
                  </a:lnTo>
                  <a:lnTo>
                    <a:pt x="83225" y="83733"/>
                  </a:lnTo>
                  <a:lnTo>
                    <a:pt x="83893" y="83733"/>
                  </a:lnTo>
                  <a:lnTo>
                    <a:pt x="84561" y="83733"/>
                  </a:lnTo>
                  <a:lnTo>
                    <a:pt x="85229" y="127040"/>
                  </a:lnTo>
                  <a:lnTo>
                    <a:pt x="85897" y="125235"/>
                  </a:lnTo>
                  <a:lnTo>
                    <a:pt x="86565" y="115023"/>
                  </a:lnTo>
                  <a:lnTo>
                    <a:pt x="87233" y="119640"/>
                  </a:lnTo>
                  <a:lnTo>
                    <a:pt x="87901" y="119640"/>
                  </a:lnTo>
                  <a:lnTo>
                    <a:pt x="88569" y="119640"/>
                  </a:lnTo>
                  <a:lnTo>
                    <a:pt x="89237" y="119640"/>
                  </a:lnTo>
                  <a:lnTo>
                    <a:pt x="89905" y="130315"/>
                  </a:lnTo>
                  <a:lnTo>
                    <a:pt x="90573" y="140227"/>
                  </a:lnTo>
                  <a:lnTo>
                    <a:pt x="91027" y="1469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642911" y="3898378"/>
              <a:ext cx="93267" cy="126020"/>
            </a:xfrm>
            <a:custGeom>
              <a:avLst/>
              <a:pathLst>
                <a:path w="93267" h="126020">
                  <a:moveTo>
                    <a:pt x="0" y="126020"/>
                  </a:moveTo>
                  <a:lnTo>
                    <a:pt x="9" y="125600"/>
                  </a:lnTo>
                  <a:lnTo>
                    <a:pt x="677" y="107806"/>
                  </a:lnTo>
                  <a:lnTo>
                    <a:pt x="1345" y="81640"/>
                  </a:lnTo>
                  <a:lnTo>
                    <a:pt x="2013" y="41866"/>
                  </a:lnTo>
                  <a:lnTo>
                    <a:pt x="2681" y="41866"/>
                  </a:lnTo>
                  <a:lnTo>
                    <a:pt x="3349" y="41866"/>
                  </a:lnTo>
                  <a:lnTo>
                    <a:pt x="4017" y="41866"/>
                  </a:lnTo>
                  <a:lnTo>
                    <a:pt x="4685" y="41866"/>
                  </a:lnTo>
                  <a:lnTo>
                    <a:pt x="5353" y="41866"/>
                  </a:lnTo>
                  <a:lnTo>
                    <a:pt x="6021" y="41866"/>
                  </a:lnTo>
                  <a:lnTo>
                    <a:pt x="6689" y="27213"/>
                  </a:lnTo>
                  <a:lnTo>
                    <a:pt x="7358" y="20933"/>
                  </a:lnTo>
                  <a:lnTo>
                    <a:pt x="8026" y="20933"/>
                  </a:lnTo>
                  <a:lnTo>
                    <a:pt x="8694" y="20933"/>
                  </a:lnTo>
                  <a:lnTo>
                    <a:pt x="9362" y="4186"/>
                  </a:lnTo>
                  <a:lnTo>
                    <a:pt x="10030" y="0"/>
                  </a:lnTo>
                  <a:lnTo>
                    <a:pt x="10698" y="17793"/>
                  </a:lnTo>
                  <a:lnTo>
                    <a:pt x="11366" y="43960"/>
                  </a:lnTo>
                  <a:lnTo>
                    <a:pt x="12034" y="72220"/>
                  </a:lnTo>
                  <a:lnTo>
                    <a:pt x="12702" y="62800"/>
                  </a:lnTo>
                  <a:lnTo>
                    <a:pt x="13370" y="62800"/>
                  </a:lnTo>
                  <a:lnTo>
                    <a:pt x="14038" y="62800"/>
                  </a:lnTo>
                  <a:lnTo>
                    <a:pt x="14706" y="62800"/>
                  </a:lnTo>
                  <a:lnTo>
                    <a:pt x="15374" y="62800"/>
                  </a:lnTo>
                  <a:lnTo>
                    <a:pt x="16042" y="62800"/>
                  </a:lnTo>
                  <a:lnTo>
                    <a:pt x="16710" y="60706"/>
                  </a:lnTo>
                  <a:lnTo>
                    <a:pt x="17378" y="41866"/>
                  </a:lnTo>
                  <a:lnTo>
                    <a:pt x="18046" y="41866"/>
                  </a:lnTo>
                  <a:lnTo>
                    <a:pt x="18714" y="41866"/>
                  </a:lnTo>
                  <a:lnTo>
                    <a:pt x="19382" y="58613"/>
                  </a:lnTo>
                  <a:lnTo>
                    <a:pt x="20050" y="62800"/>
                  </a:lnTo>
                  <a:lnTo>
                    <a:pt x="20718" y="62800"/>
                  </a:lnTo>
                  <a:lnTo>
                    <a:pt x="21386" y="62800"/>
                  </a:lnTo>
                  <a:lnTo>
                    <a:pt x="22054" y="74313"/>
                  </a:lnTo>
                  <a:lnTo>
                    <a:pt x="22722" y="77453"/>
                  </a:lnTo>
                  <a:lnTo>
                    <a:pt x="23390" y="62800"/>
                  </a:lnTo>
                  <a:lnTo>
                    <a:pt x="24058" y="62800"/>
                  </a:lnTo>
                  <a:lnTo>
                    <a:pt x="24726" y="62800"/>
                  </a:lnTo>
                  <a:lnTo>
                    <a:pt x="25394" y="62800"/>
                  </a:lnTo>
                  <a:lnTo>
                    <a:pt x="26062" y="62800"/>
                  </a:lnTo>
                  <a:lnTo>
                    <a:pt x="26730" y="79546"/>
                  </a:lnTo>
                  <a:lnTo>
                    <a:pt x="27398" y="85826"/>
                  </a:lnTo>
                  <a:lnTo>
                    <a:pt x="28066" y="83733"/>
                  </a:lnTo>
                  <a:lnTo>
                    <a:pt x="28734" y="83733"/>
                  </a:lnTo>
                  <a:lnTo>
                    <a:pt x="29402" y="83733"/>
                  </a:lnTo>
                  <a:lnTo>
                    <a:pt x="30070" y="83733"/>
                  </a:lnTo>
                  <a:lnTo>
                    <a:pt x="30738" y="83733"/>
                  </a:lnTo>
                  <a:lnTo>
                    <a:pt x="31407" y="83733"/>
                  </a:lnTo>
                  <a:lnTo>
                    <a:pt x="32075" y="83733"/>
                  </a:lnTo>
                  <a:lnTo>
                    <a:pt x="32743" y="90013"/>
                  </a:lnTo>
                  <a:lnTo>
                    <a:pt x="33411" y="104666"/>
                  </a:lnTo>
                  <a:lnTo>
                    <a:pt x="34079" y="104666"/>
                  </a:lnTo>
                  <a:lnTo>
                    <a:pt x="34747" y="104666"/>
                  </a:lnTo>
                  <a:lnTo>
                    <a:pt x="35415" y="104666"/>
                  </a:lnTo>
                  <a:lnTo>
                    <a:pt x="36083" y="104666"/>
                  </a:lnTo>
                  <a:lnTo>
                    <a:pt x="36751" y="104666"/>
                  </a:lnTo>
                  <a:lnTo>
                    <a:pt x="37419" y="123506"/>
                  </a:lnTo>
                  <a:lnTo>
                    <a:pt x="38087" y="125600"/>
                  </a:lnTo>
                  <a:lnTo>
                    <a:pt x="38755" y="125600"/>
                  </a:lnTo>
                  <a:lnTo>
                    <a:pt x="39423" y="125600"/>
                  </a:lnTo>
                  <a:lnTo>
                    <a:pt x="40091" y="125600"/>
                  </a:lnTo>
                  <a:lnTo>
                    <a:pt x="40759" y="125600"/>
                  </a:lnTo>
                  <a:lnTo>
                    <a:pt x="41427" y="125600"/>
                  </a:lnTo>
                  <a:lnTo>
                    <a:pt x="42095" y="125600"/>
                  </a:lnTo>
                  <a:lnTo>
                    <a:pt x="42763" y="125600"/>
                  </a:lnTo>
                  <a:lnTo>
                    <a:pt x="43431" y="125600"/>
                  </a:lnTo>
                  <a:lnTo>
                    <a:pt x="44099" y="125600"/>
                  </a:lnTo>
                  <a:lnTo>
                    <a:pt x="44767" y="125600"/>
                  </a:lnTo>
                  <a:lnTo>
                    <a:pt x="45435" y="125600"/>
                  </a:lnTo>
                  <a:lnTo>
                    <a:pt x="46103" y="125600"/>
                  </a:lnTo>
                  <a:lnTo>
                    <a:pt x="46771" y="125600"/>
                  </a:lnTo>
                  <a:lnTo>
                    <a:pt x="47439" y="125600"/>
                  </a:lnTo>
                  <a:lnTo>
                    <a:pt x="48107" y="125600"/>
                  </a:lnTo>
                  <a:lnTo>
                    <a:pt x="48775" y="125600"/>
                  </a:lnTo>
                  <a:lnTo>
                    <a:pt x="49443" y="125600"/>
                  </a:lnTo>
                  <a:lnTo>
                    <a:pt x="50111" y="125600"/>
                  </a:lnTo>
                  <a:lnTo>
                    <a:pt x="50779" y="125600"/>
                  </a:lnTo>
                  <a:lnTo>
                    <a:pt x="51447" y="125600"/>
                  </a:lnTo>
                  <a:lnTo>
                    <a:pt x="52115" y="125600"/>
                  </a:lnTo>
                  <a:lnTo>
                    <a:pt x="52783" y="125600"/>
                  </a:lnTo>
                  <a:lnTo>
                    <a:pt x="53451" y="125600"/>
                  </a:lnTo>
                  <a:lnTo>
                    <a:pt x="54119" y="125600"/>
                  </a:lnTo>
                  <a:lnTo>
                    <a:pt x="54787" y="125600"/>
                  </a:lnTo>
                  <a:lnTo>
                    <a:pt x="55455" y="104666"/>
                  </a:lnTo>
                  <a:lnTo>
                    <a:pt x="56124" y="83733"/>
                  </a:lnTo>
                  <a:lnTo>
                    <a:pt x="56792" y="72220"/>
                  </a:lnTo>
                  <a:lnTo>
                    <a:pt x="57460" y="62800"/>
                  </a:lnTo>
                  <a:lnTo>
                    <a:pt x="58128" y="62800"/>
                  </a:lnTo>
                  <a:lnTo>
                    <a:pt x="58796" y="62800"/>
                  </a:lnTo>
                  <a:lnTo>
                    <a:pt x="59464" y="62800"/>
                  </a:lnTo>
                  <a:lnTo>
                    <a:pt x="60132" y="62800"/>
                  </a:lnTo>
                  <a:lnTo>
                    <a:pt x="60800" y="62800"/>
                  </a:lnTo>
                  <a:lnTo>
                    <a:pt x="61468" y="62800"/>
                  </a:lnTo>
                  <a:lnTo>
                    <a:pt x="62136" y="62800"/>
                  </a:lnTo>
                  <a:lnTo>
                    <a:pt x="62804" y="62800"/>
                  </a:lnTo>
                  <a:lnTo>
                    <a:pt x="63472" y="52333"/>
                  </a:lnTo>
                  <a:lnTo>
                    <a:pt x="64140" y="41866"/>
                  </a:lnTo>
                  <a:lnTo>
                    <a:pt x="64808" y="41866"/>
                  </a:lnTo>
                  <a:lnTo>
                    <a:pt x="65476" y="62800"/>
                  </a:lnTo>
                  <a:lnTo>
                    <a:pt x="66144" y="83733"/>
                  </a:lnTo>
                  <a:lnTo>
                    <a:pt x="66812" y="95246"/>
                  </a:lnTo>
                  <a:lnTo>
                    <a:pt x="67480" y="104666"/>
                  </a:lnTo>
                  <a:lnTo>
                    <a:pt x="68148" y="104666"/>
                  </a:lnTo>
                  <a:lnTo>
                    <a:pt x="68816" y="104666"/>
                  </a:lnTo>
                  <a:lnTo>
                    <a:pt x="69484" y="104666"/>
                  </a:lnTo>
                  <a:lnTo>
                    <a:pt x="70152" y="104666"/>
                  </a:lnTo>
                  <a:lnTo>
                    <a:pt x="70820" y="104666"/>
                  </a:lnTo>
                  <a:lnTo>
                    <a:pt x="71488" y="104666"/>
                  </a:lnTo>
                  <a:lnTo>
                    <a:pt x="72156" y="104666"/>
                  </a:lnTo>
                  <a:lnTo>
                    <a:pt x="72824" y="104666"/>
                  </a:lnTo>
                  <a:lnTo>
                    <a:pt x="73492" y="99433"/>
                  </a:lnTo>
                  <a:lnTo>
                    <a:pt x="74160" y="104666"/>
                  </a:lnTo>
                  <a:lnTo>
                    <a:pt x="74828" y="104666"/>
                  </a:lnTo>
                  <a:lnTo>
                    <a:pt x="75496" y="104666"/>
                  </a:lnTo>
                  <a:lnTo>
                    <a:pt x="76164" y="82686"/>
                  </a:lnTo>
                  <a:lnTo>
                    <a:pt x="76832" y="62800"/>
                  </a:lnTo>
                  <a:lnTo>
                    <a:pt x="77500" y="62800"/>
                  </a:lnTo>
                  <a:lnTo>
                    <a:pt x="78168" y="41866"/>
                  </a:lnTo>
                  <a:lnTo>
                    <a:pt x="78836" y="41866"/>
                  </a:lnTo>
                  <a:lnTo>
                    <a:pt x="79504" y="41866"/>
                  </a:lnTo>
                  <a:lnTo>
                    <a:pt x="80172" y="41866"/>
                  </a:lnTo>
                  <a:lnTo>
                    <a:pt x="80841" y="41866"/>
                  </a:lnTo>
                  <a:lnTo>
                    <a:pt x="81509" y="41866"/>
                  </a:lnTo>
                  <a:lnTo>
                    <a:pt x="82177" y="41866"/>
                  </a:lnTo>
                  <a:lnTo>
                    <a:pt x="82845" y="41866"/>
                  </a:lnTo>
                  <a:lnTo>
                    <a:pt x="83513" y="57566"/>
                  </a:lnTo>
                  <a:lnTo>
                    <a:pt x="84181" y="62800"/>
                  </a:lnTo>
                  <a:lnTo>
                    <a:pt x="84849" y="62800"/>
                  </a:lnTo>
                  <a:lnTo>
                    <a:pt x="85517" y="62800"/>
                  </a:lnTo>
                  <a:lnTo>
                    <a:pt x="86185" y="84780"/>
                  </a:lnTo>
                  <a:lnTo>
                    <a:pt x="86853" y="104666"/>
                  </a:lnTo>
                  <a:lnTo>
                    <a:pt x="87521" y="104666"/>
                  </a:lnTo>
                  <a:lnTo>
                    <a:pt x="88189" y="125600"/>
                  </a:lnTo>
                  <a:lnTo>
                    <a:pt x="88857" y="125600"/>
                  </a:lnTo>
                  <a:lnTo>
                    <a:pt x="89525" y="125600"/>
                  </a:lnTo>
                  <a:lnTo>
                    <a:pt x="90193" y="125600"/>
                  </a:lnTo>
                  <a:lnTo>
                    <a:pt x="90861" y="125600"/>
                  </a:lnTo>
                  <a:lnTo>
                    <a:pt x="91529" y="116180"/>
                  </a:lnTo>
                  <a:lnTo>
                    <a:pt x="92197" y="104666"/>
                  </a:lnTo>
                  <a:lnTo>
                    <a:pt x="92865" y="122228"/>
                  </a:lnTo>
                  <a:lnTo>
                    <a:pt x="93267" y="1260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736549" y="3981836"/>
              <a:ext cx="4808" cy="42562"/>
            </a:xfrm>
            <a:custGeom>
              <a:avLst/>
              <a:pathLst>
                <a:path w="4808" h="42562">
                  <a:moveTo>
                    <a:pt x="0" y="42562"/>
                  </a:moveTo>
                  <a:lnTo>
                    <a:pt x="563" y="28973"/>
                  </a:lnTo>
                  <a:lnTo>
                    <a:pt x="1231" y="15249"/>
                  </a:lnTo>
                  <a:lnTo>
                    <a:pt x="1899" y="12199"/>
                  </a:lnTo>
                  <a:lnTo>
                    <a:pt x="2567" y="0"/>
                  </a:lnTo>
                  <a:lnTo>
                    <a:pt x="3235" y="30656"/>
                  </a:lnTo>
                  <a:lnTo>
                    <a:pt x="3903" y="35719"/>
                  </a:lnTo>
                  <a:lnTo>
                    <a:pt x="4571" y="35719"/>
                  </a:lnTo>
                  <a:lnTo>
                    <a:pt x="4808" y="4256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743130" y="3967540"/>
              <a:ext cx="13674" cy="56858"/>
            </a:xfrm>
            <a:custGeom>
              <a:avLst/>
              <a:pathLst>
                <a:path w="13674" h="56858">
                  <a:moveTo>
                    <a:pt x="0" y="56858"/>
                  </a:moveTo>
                  <a:lnTo>
                    <a:pt x="662" y="47035"/>
                  </a:lnTo>
                  <a:lnTo>
                    <a:pt x="1330" y="50684"/>
                  </a:lnTo>
                  <a:lnTo>
                    <a:pt x="1998" y="40259"/>
                  </a:lnTo>
                  <a:lnTo>
                    <a:pt x="2666" y="44778"/>
                  </a:lnTo>
                  <a:lnTo>
                    <a:pt x="3334" y="606"/>
                  </a:lnTo>
                  <a:lnTo>
                    <a:pt x="4002" y="606"/>
                  </a:lnTo>
                  <a:lnTo>
                    <a:pt x="4670" y="0"/>
                  </a:lnTo>
                  <a:lnTo>
                    <a:pt x="5338" y="2427"/>
                  </a:lnTo>
                  <a:lnTo>
                    <a:pt x="6006" y="12135"/>
                  </a:lnTo>
                  <a:lnTo>
                    <a:pt x="6674" y="14010"/>
                  </a:lnTo>
                  <a:lnTo>
                    <a:pt x="7342" y="14010"/>
                  </a:lnTo>
                  <a:lnTo>
                    <a:pt x="8010" y="12135"/>
                  </a:lnTo>
                  <a:lnTo>
                    <a:pt x="8678" y="12135"/>
                  </a:lnTo>
                  <a:lnTo>
                    <a:pt x="9346" y="19417"/>
                  </a:lnTo>
                  <a:lnTo>
                    <a:pt x="10014" y="20631"/>
                  </a:lnTo>
                  <a:lnTo>
                    <a:pt x="10683" y="23665"/>
                  </a:lnTo>
                  <a:lnTo>
                    <a:pt x="11351" y="24271"/>
                  </a:lnTo>
                  <a:lnTo>
                    <a:pt x="12019" y="31553"/>
                  </a:lnTo>
                  <a:lnTo>
                    <a:pt x="12687" y="41262"/>
                  </a:lnTo>
                  <a:lnTo>
                    <a:pt x="13355" y="52791"/>
                  </a:lnTo>
                  <a:lnTo>
                    <a:pt x="13674" y="568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757957" y="3225370"/>
              <a:ext cx="702351" cy="799028"/>
            </a:xfrm>
            <a:custGeom>
              <a:avLst/>
              <a:pathLst>
                <a:path w="702351" h="799028">
                  <a:moveTo>
                    <a:pt x="0" y="799028"/>
                  </a:moveTo>
                  <a:lnTo>
                    <a:pt x="532" y="784038"/>
                  </a:lnTo>
                  <a:lnTo>
                    <a:pt x="1200" y="778577"/>
                  </a:lnTo>
                  <a:lnTo>
                    <a:pt x="1868" y="773116"/>
                  </a:lnTo>
                  <a:lnTo>
                    <a:pt x="2536" y="768182"/>
                  </a:lnTo>
                  <a:lnTo>
                    <a:pt x="3204" y="725967"/>
                  </a:lnTo>
                  <a:lnTo>
                    <a:pt x="3872" y="719965"/>
                  </a:lnTo>
                  <a:lnTo>
                    <a:pt x="4540" y="640561"/>
                  </a:lnTo>
                  <a:lnTo>
                    <a:pt x="5208" y="617534"/>
                  </a:lnTo>
                  <a:lnTo>
                    <a:pt x="5876" y="601834"/>
                  </a:lnTo>
                  <a:lnTo>
                    <a:pt x="6544" y="570434"/>
                  </a:lnTo>
                  <a:lnTo>
                    <a:pt x="7212" y="672832"/>
                  </a:lnTo>
                  <a:lnTo>
                    <a:pt x="7880" y="660263"/>
                  </a:lnTo>
                  <a:lnTo>
                    <a:pt x="8548" y="664191"/>
                  </a:lnTo>
                  <a:lnTo>
                    <a:pt x="9216" y="694278"/>
                  </a:lnTo>
                  <a:lnTo>
                    <a:pt x="9884" y="679367"/>
                  </a:lnTo>
                  <a:lnTo>
                    <a:pt x="10552" y="657825"/>
                  </a:lnTo>
                  <a:lnTo>
                    <a:pt x="11220" y="635373"/>
                  </a:lnTo>
                  <a:lnTo>
                    <a:pt x="11888" y="588650"/>
                  </a:lnTo>
                  <a:lnTo>
                    <a:pt x="12556" y="561344"/>
                  </a:lnTo>
                  <a:lnTo>
                    <a:pt x="13224" y="540106"/>
                  </a:lnTo>
                  <a:lnTo>
                    <a:pt x="13892" y="501878"/>
                  </a:lnTo>
                  <a:lnTo>
                    <a:pt x="14560" y="489135"/>
                  </a:lnTo>
                  <a:lnTo>
                    <a:pt x="15228" y="498844"/>
                  </a:lnTo>
                  <a:lnTo>
                    <a:pt x="15896" y="516441"/>
                  </a:lnTo>
                  <a:lnTo>
                    <a:pt x="16564" y="524330"/>
                  </a:lnTo>
                  <a:lnTo>
                    <a:pt x="17233" y="507738"/>
                  </a:lnTo>
                  <a:lnTo>
                    <a:pt x="17901" y="496936"/>
                  </a:lnTo>
                  <a:lnTo>
                    <a:pt x="18569" y="483733"/>
                  </a:lnTo>
                  <a:lnTo>
                    <a:pt x="19237" y="355469"/>
                  </a:lnTo>
                  <a:lnTo>
                    <a:pt x="19905" y="377269"/>
                  </a:lnTo>
                  <a:lnTo>
                    <a:pt x="20573" y="285740"/>
                  </a:lnTo>
                  <a:lnTo>
                    <a:pt x="21241" y="333887"/>
                  </a:lnTo>
                  <a:lnTo>
                    <a:pt x="21909" y="423901"/>
                  </a:lnTo>
                  <a:lnTo>
                    <a:pt x="22577" y="482514"/>
                  </a:lnTo>
                  <a:lnTo>
                    <a:pt x="23245" y="519147"/>
                  </a:lnTo>
                  <a:lnTo>
                    <a:pt x="23913" y="585087"/>
                  </a:lnTo>
                  <a:lnTo>
                    <a:pt x="24581" y="618581"/>
                  </a:lnTo>
                  <a:lnTo>
                    <a:pt x="25249" y="631141"/>
                  </a:lnTo>
                  <a:lnTo>
                    <a:pt x="25917" y="631141"/>
                  </a:lnTo>
                  <a:lnTo>
                    <a:pt x="26585" y="649981"/>
                  </a:lnTo>
                  <a:lnTo>
                    <a:pt x="27253" y="687661"/>
                  </a:lnTo>
                  <a:lnTo>
                    <a:pt x="27921" y="723248"/>
                  </a:lnTo>
                  <a:lnTo>
                    <a:pt x="28589" y="753601"/>
                  </a:lnTo>
                  <a:lnTo>
                    <a:pt x="29257" y="791281"/>
                  </a:lnTo>
                  <a:lnTo>
                    <a:pt x="29925" y="798608"/>
                  </a:lnTo>
                  <a:lnTo>
                    <a:pt x="30593" y="798608"/>
                  </a:lnTo>
                  <a:lnTo>
                    <a:pt x="31261" y="798608"/>
                  </a:lnTo>
                  <a:lnTo>
                    <a:pt x="31929" y="794421"/>
                  </a:lnTo>
                  <a:lnTo>
                    <a:pt x="32597" y="777674"/>
                  </a:lnTo>
                  <a:lnTo>
                    <a:pt x="33265" y="777674"/>
                  </a:lnTo>
                  <a:lnTo>
                    <a:pt x="33933" y="777674"/>
                  </a:lnTo>
                  <a:lnTo>
                    <a:pt x="34601" y="777674"/>
                  </a:lnTo>
                  <a:lnTo>
                    <a:pt x="35269" y="777674"/>
                  </a:lnTo>
                  <a:lnTo>
                    <a:pt x="35937" y="777674"/>
                  </a:lnTo>
                  <a:lnTo>
                    <a:pt x="36605" y="777674"/>
                  </a:lnTo>
                  <a:lnTo>
                    <a:pt x="37273" y="757788"/>
                  </a:lnTo>
                  <a:lnTo>
                    <a:pt x="37941" y="756741"/>
                  </a:lnTo>
                  <a:lnTo>
                    <a:pt x="38609" y="756741"/>
                  </a:lnTo>
                  <a:lnTo>
                    <a:pt x="39277" y="756741"/>
                  </a:lnTo>
                  <a:lnTo>
                    <a:pt x="39945" y="756741"/>
                  </a:lnTo>
                  <a:lnTo>
                    <a:pt x="40613" y="756741"/>
                  </a:lnTo>
                  <a:lnTo>
                    <a:pt x="41281" y="756741"/>
                  </a:lnTo>
                  <a:lnTo>
                    <a:pt x="41950" y="760928"/>
                  </a:lnTo>
                  <a:lnTo>
                    <a:pt x="42618" y="777674"/>
                  </a:lnTo>
                  <a:lnTo>
                    <a:pt x="43286" y="777674"/>
                  </a:lnTo>
                  <a:lnTo>
                    <a:pt x="43954" y="777674"/>
                  </a:lnTo>
                  <a:lnTo>
                    <a:pt x="44622" y="755694"/>
                  </a:lnTo>
                  <a:lnTo>
                    <a:pt x="45290" y="724294"/>
                  </a:lnTo>
                  <a:lnTo>
                    <a:pt x="45958" y="693941"/>
                  </a:lnTo>
                  <a:lnTo>
                    <a:pt x="46626" y="693941"/>
                  </a:lnTo>
                  <a:lnTo>
                    <a:pt x="47294" y="713828"/>
                  </a:lnTo>
                  <a:lnTo>
                    <a:pt x="47962" y="714874"/>
                  </a:lnTo>
                  <a:lnTo>
                    <a:pt x="48630" y="714874"/>
                  </a:lnTo>
                  <a:lnTo>
                    <a:pt x="49298" y="700221"/>
                  </a:lnTo>
                  <a:lnTo>
                    <a:pt x="49966" y="693941"/>
                  </a:lnTo>
                  <a:lnTo>
                    <a:pt x="50634" y="693941"/>
                  </a:lnTo>
                  <a:lnTo>
                    <a:pt x="51302" y="693941"/>
                  </a:lnTo>
                  <a:lnTo>
                    <a:pt x="51970" y="693941"/>
                  </a:lnTo>
                  <a:lnTo>
                    <a:pt x="52638" y="693941"/>
                  </a:lnTo>
                  <a:lnTo>
                    <a:pt x="53306" y="673008"/>
                  </a:lnTo>
                  <a:lnTo>
                    <a:pt x="53974" y="673008"/>
                  </a:lnTo>
                  <a:lnTo>
                    <a:pt x="54642" y="694988"/>
                  </a:lnTo>
                  <a:lnTo>
                    <a:pt x="55310" y="726388"/>
                  </a:lnTo>
                  <a:lnTo>
                    <a:pt x="55978" y="756741"/>
                  </a:lnTo>
                  <a:lnTo>
                    <a:pt x="56646" y="756741"/>
                  </a:lnTo>
                  <a:lnTo>
                    <a:pt x="57314" y="756741"/>
                  </a:lnTo>
                  <a:lnTo>
                    <a:pt x="57982" y="756741"/>
                  </a:lnTo>
                  <a:lnTo>
                    <a:pt x="58650" y="756741"/>
                  </a:lnTo>
                  <a:lnTo>
                    <a:pt x="59318" y="771394"/>
                  </a:lnTo>
                  <a:lnTo>
                    <a:pt x="59986" y="777674"/>
                  </a:lnTo>
                  <a:lnTo>
                    <a:pt x="60654" y="777674"/>
                  </a:lnTo>
                  <a:lnTo>
                    <a:pt x="61322" y="777674"/>
                  </a:lnTo>
                  <a:lnTo>
                    <a:pt x="61990" y="777674"/>
                  </a:lnTo>
                  <a:lnTo>
                    <a:pt x="62658" y="777674"/>
                  </a:lnTo>
                  <a:lnTo>
                    <a:pt x="63326" y="798608"/>
                  </a:lnTo>
                  <a:lnTo>
                    <a:pt x="63994" y="798608"/>
                  </a:lnTo>
                  <a:lnTo>
                    <a:pt x="64662" y="798608"/>
                  </a:lnTo>
                  <a:lnTo>
                    <a:pt x="65330" y="798608"/>
                  </a:lnTo>
                  <a:lnTo>
                    <a:pt x="65999" y="798608"/>
                  </a:lnTo>
                  <a:lnTo>
                    <a:pt x="66667" y="798608"/>
                  </a:lnTo>
                  <a:lnTo>
                    <a:pt x="67335" y="798608"/>
                  </a:lnTo>
                  <a:lnTo>
                    <a:pt x="68003" y="798608"/>
                  </a:lnTo>
                  <a:lnTo>
                    <a:pt x="68671" y="798608"/>
                  </a:lnTo>
                  <a:lnTo>
                    <a:pt x="69339" y="798608"/>
                  </a:lnTo>
                  <a:lnTo>
                    <a:pt x="70007" y="798608"/>
                  </a:lnTo>
                  <a:lnTo>
                    <a:pt x="70675" y="798608"/>
                  </a:lnTo>
                  <a:lnTo>
                    <a:pt x="71343" y="798608"/>
                  </a:lnTo>
                  <a:lnTo>
                    <a:pt x="72011" y="798608"/>
                  </a:lnTo>
                  <a:lnTo>
                    <a:pt x="72679" y="798608"/>
                  </a:lnTo>
                  <a:lnTo>
                    <a:pt x="73347" y="798608"/>
                  </a:lnTo>
                  <a:lnTo>
                    <a:pt x="74015" y="798608"/>
                  </a:lnTo>
                  <a:lnTo>
                    <a:pt x="74683" y="798608"/>
                  </a:lnTo>
                  <a:lnTo>
                    <a:pt x="75351" y="798608"/>
                  </a:lnTo>
                  <a:lnTo>
                    <a:pt x="76019" y="798608"/>
                  </a:lnTo>
                  <a:lnTo>
                    <a:pt x="76687" y="798608"/>
                  </a:lnTo>
                  <a:lnTo>
                    <a:pt x="77355" y="798608"/>
                  </a:lnTo>
                  <a:lnTo>
                    <a:pt x="78023" y="798608"/>
                  </a:lnTo>
                  <a:lnTo>
                    <a:pt x="78691" y="798608"/>
                  </a:lnTo>
                  <a:lnTo>
                    <a:pt x="79359" y="798608"/>
                  </a:lnTo>
                  <a:lnTo>
                    <a:pt x="80027" y="798608"/>
                  </a:lnTo>
                  <a:lnTo>
                    <a:pt x="80695" y="798608"/>
                  </a:lnTo>
                  <a:lnTo>
                    <a:pt x="81363" y="798608"/>
                  </a:lnTo>
                  <a:lnTo>
                    <a:pt x="82031" y="798608"/>
                  </a:lnTo>
                  <a:lnTo>
                    <a:pt x="82699" y="798608"/>
                  </a:lnTo>
                  <a:lnTo>
                    <a:pt x="83367" y="798608"/>
                  </a:lnTo>
                  <a:lnTo>
                    <a:pt x="84035" y="798608"/>
                  </a:lnTo>
                  <a:lnTo>
                    <a:pt x="84703" y="798608"/>
                  </a:lnTo>
                  <a:lnTo>
                    <a:pt x="85371" y="798608"/>
                  </a:lnTo>
                  <a:lnTo>
                    <a:pt x="86039" y="798608"/>
                  </a:lnTo>
                  <a:lnTo>
                    <a:pt x="86707" y="792328"/>
                  </a:lnTo>
                  <a:lnTo>
                    <a:pt x="87375" y="756741"/>
                  </a:lnTo>
                  <a:lnTo>
                    <a:pt x="88043" y="756741"/>
                  </a:lnTo>
                  <a:lnTo>
                    <a:pt x="88711" y="756741"/>
                  </a:lnTo>
                  <a:lnTo>
                    <a:pt x="89379" y="756741"/>
                  </a:lnTo>
                  <a:lnTo>
                    <a:pt x="90047" y="756741"/>
                  </a:lnTo>
                  <a:lnTo>
                    <a:pt x="90716" y="756741"/>
                  </a:lnTo>
                  <a:lnTo>
                    <a:pt x="91384" y="756741"/>
                  </a:lnTo>
                  <a:lnTo>
                    <a:pt x="92052" y="745228"/>
                  </a:lnTo>
                  <a:lnTo>
                    <a:pt x="92720" y="707548"/>
                  </a:lnTo>
                  <a:lnTo>
                    <a:pt x="93388" y="689754"/>
                  </a:lnTo>
                  <a:lnTo>
                    <a:pt x="94056" y="673008"/>
                  </a:lnTo>
                  <a:lnTo>
                    <a:pt x="94724" y="654168"/>
                  </a:lnTo>
                  <a:lnTo>
                    <a:pt x="95392" y="652074"/>
                  </a:lnTo>
                  <a:lnTo>
                    <a:pt x="96060" y="652074"/>
                  </a:lnTo>
                  <a:lnTo>
                    <a:pt x="96728" y="658354"/>
                  </a:lnTo>
                  <a:lnTo>
                    <a:pt x="97396" y="693941"/>
                  </a:lnTo>
                  <a:lnTo>
                    <a:pt x="98064" y="664634"/>
                  </a:lnTo>
                  <a:lnTo>
                    <a:pt x="98732" y="652074"/>
                  </a:lnTo>
                  <a:lnTo>
                    <a:pt x="99400" y="652074"/>
                  </a:lnTo>
                  <a:lnTo>
                    <a:pt x="100068" y="645794"/>
                  </a:lnTo>
                  <a:lnTo>
                    <a:pt x="100736" y="611254"/>
                  </a:lnTo>
                  <a:lnTo>
                    <a:pt x="101404" y="577761"/>
                  </a:lnTo>
                  <a:lnTo>
                    <a:pt x="102072" y="563107"/>
                  </a:lnTo>
                  <a:lnTo>
                    <a:pt x="102740" y="570434"/>
                  </a:lnTo>
                  <a:lnTo>
                    <a:pt x="103408" y="572527"/>
                  </a:lnTo>
                  <a:lnTo>
                    <a:pt x="104076" y="589274"/>
                  </a:lnTo>
                  <a:lnTo>
                    <a:pt x="104744" y="608114"/>
                  </a:lnTo>
                  <a:lnTo>
                    <a:pt x="105412" y="607067"/>
                  </a:lnTo>
                  <a:lnTo>
                    <a:pt x="106080" y="589274"/>
                  </a:lnTo>
                  <a:lnTo>
                    <a:pt x="106748" y="581947"/>
                  </a:lnTo>
                  <a:lnTo>
                    <a:pt x="107416" y="527521"/>
                  </a:lnTo>
                  <a:lnTo>
                    <a:pt x="108084" y="530661"/>
                  </a:lnTo>
                  <a:lnTo>
                    <a:pt x="108752" y="484607"/>
                  </a:lnTo>
                  <a:lnTo>
                    <a:pt x="109420" y="484607"/>
                  </a:lnTo>
                  <a:lnTo>
                    <a:pt x="110088" y="490887"/>
                  </a:lnTo>
                  <a:lnTo>
                    <a:pt x="110756" y="525427"/>
                  </a:lnTo>
                  <a:lnTo>
                    <a:pt x="111424" y="558921"/>
                  </a:lnTo>
                  <a:lnTo>
                    <a:pt x="112092" y="585087"/>
                  </a:lnTo>
                  <a:lnTo>
                    <a:pt x="112760" y="615441"/>
                  </a:lnTo>
                  <a:lnTo>
                    <a:pt x="113428" y="631141"/>
                  </a:lnTo>
                  <a:lnTo>
                    <a:pt x="114096" y="631141"/>
                  </a:lnTo>
                  <a:lnTo>
                    <a:pt x="114764" y="631141"/>
                  </a:lnTo>
                  <a:lnTo>
                    <a:pt x="115433" y="634281"/>
                  </a:lnTo>
                  <a:lnTo>
                    <a:pt x="116101" y="652074"/>
                  </a:lnTo>
                  <a:lnTo>
                    <a:pt x="116769" y="659401"/>
                  </a:lnTo>
                  <a:lnTo>
                    <a:pt x="117437" y="713828"/>
                  </a:lnTo>
                  <a:lnTo>
                    <a:pt x="118105" y="739994"/>
                  </a:lnTo>
                  <a:lnTo>
                    <a:pt x="118773" y="798608"/>
                  </a:lnTo>
                  <a:lnTo>
                    <a:pt x="119441" y="786048"/>
                  </a:lnTo>
                  <a:lnTo>
                    <a:pt x="120109" y="777674"/>
                  </a:lnTo>
                  <a:lnTo>
                    <a:pt x="120777" y="777674"/>
                  </a:lnTo>
                  <a:lnTo>
                    <a:pt x="121445" y="777674"/>
                  </a:lnTo>
                  <a:lnTo>
                    <a:pt x="122113" y="773488"/>
                  </a:lnTo>
                  <a:lnTo>
                    <a:pt x="122781" y="756741"/>
                  </a:lnTo>
                  <a:lnTo>
                    <a:pt x="123449" y="756741"/>
                  </a:lnTo>
                  <a:lnTo>
                    <a:pt x="124117" y="742088"/>
                  </a:lnTo>
                  <a:lnTo>
                    <a:pt x="124785" y="720108"/>
                  </a:lnTo>
                  <a:lnTo>
                    <a:pt x="125453" y="653121"/>
                  </a:lnTo>
                  <a:lnTo>
                    <a:pt x="126121" y="673617"/>
                  </a:lnTo>
                  <a:lnTo>
                    <a:pt x="126789" y="679367"/>
                  </a:lnTo>
                  <a:lnTo>
                    <a:pt x="127457" y="666590"/>
                  </a:lnTo>
                  <a:lnTo>
                    <a:pt x="128125" y="649510"/>
                  </a:lnTo>
                  <a:lnTo>
                    <a:pt x="128793" y="638043"/>
                  </a:lnTo>
                  <a:lnTo>
                    <a:pt x="129461" y="638564"/>
                  </a:lnTo>
                  <a:lnTo>
                    <a:pt x="130129" y="622405"/>
                  </a:lnTo>
                  <a:lnTo>
                    <a:pt x="130797" y="590609"/>
                  </a:lnTo>
                  <a:lnTo>
                    <a:pt x="131465" y="541612"/>
                  </a:lnTo>
                  <a:lnTo>
                    <a:pt x="132133" y="541728"/>
                  </a:lnTo>
                  <a:lnTo>
                    <a:pt x="132801" y="526107"/>
                  </a:lnTo>
                  <a:lnTo>
                    <a:pt x="133469" y="511906"/>
                  </a:lnTo>
                  <a:lnTo>
                    <a:pt x="134137" y="509539"/>
                  </a:lnTo>
                  <a:lnTo>
                    <a:pt x="134805" y="509066"/>
                  </a:lnTo>
                  <a:lnTo>
                    <a:pt x="135473" y="533207"/>
                  </a:lnTo>
                  <a:lnTo>
                    <a:pt x="136141" y="548355"/>
                  </a:lnTo>
                  <a:lnTo>
                    <a:pt x="136809" y="567763"/>
                  </a:lnTo>
                  <a:lnTo>
                    <a:pt x="137477" y="555962"/>
                  </a:lnTo>
                  <a:lnTo>
                    <a:pt x="138145" y="518156"/>
                  </a:lnTo>
                  <a:lnTo>
                    <a:pt x="138813" y="522326"/>
                  </a:lnTo>
                  <a:lnTo>
                    <a:pt x="139481" y="522326"/>
                  </a:lnTo>
                  <a:lnTo>
                    <a:pt x="140150" y="517634"/>
                  </a:lnTo>
                  <a:lnTo>
                    <a:pt x="140818" y="573917"/>
                  </a:lnTo>
                  <a:lnTo>
                    <a:pt x="141486" y="618413"/>
                  </a:lnTo>
                  <a:lnTo>
                    <a:pt x="142154" y="655336"/>
                  </a:lnTo>
                  <a:lnTo>
                    <a:pt x="142822" y="697801"/>
                  </a:lnTo>
                  <a:lnTo>
                    <a:pt x="143490" y="692732"/>
                  </a:lnTo>
                  <a:lnTo>
                    <a:pt x="144158" y="694625"/>
                  </a:lnTo>
                  <a:lnTo>
                    <a:pt x="144826" y="699546"/>
                  </a:lnTo>
                  <a:lnTo>
                    <a:pt x="145494" y="692130"/>
                  </a:lnTo>
                  <a:lnTo>
                    <a:pt x="146162" y="681224"/>
                  </a:lnTo>
                  <a:lnTo>
                    <a:pt x="146830" y="690385"/>
                  </a:lnTo>
                  <a:lnTo>
                    <a:pt x="147498" y="715687"/>
                  </a:lnTo>
                  <a:lnTo>
                    <a:pt x="148166" y="737702"/>
                  </a:lnTo>
                  <a:lnTo>
                    <a:pt x="148834" y="744329"/>
                  </a:lnTo>
                  <a:lnTo>
                    <a:pt x="149502" y="749536"/>
                  </a:lnTo>
                  <a:lnTo>
                    <a:pt x="150170" y="765630"/>
                  </a:lnTo>
                  <a:lnTo>
                    <a:pt x="150838" y="732389"/>
                  </a:lnTo>
                  <a:lnTo>
                    <a:pt x="151506" y="729074"/>
                  </a:lnTo>
                  <a:lnTo>
                    <a:pt x="152174" y="668140"/>
                  </a:lnTo>
                  <a:lnTo>
                    <a:pt x="152842" y="645082"/>
                  </a:lnTo>
                  <a:lnTo>
                    <a:pt x="153510" y="642048"/>
                  </a:lnTo>
                  <a:lnTo>
                    <a:pt x="154178" y="634766"/>
                  </a:lnTo>
                  <a:lnTo>
                    <a:pt x="154846" y="652362"/>
                  </a:lnTo>
                  <a:lnTo>
                    <a:pt x="155514" y="649361"/>
                  </a:lnTo>
                  <a:lnTo>
                    <a:pt x="156182" y="596348"/>
                  </a:lnTo>
                  <a:lnTo>
                    <a:pt x="156850" y="578717"/>
                  </a:lnTo>
                  <a:lnTo>
                    <a:pt x="157518" y="442740"/>
                  </a:lnTo>
                  <a:lnTo>
                    <a:pt x="158186" y="393547"/>
                  </a:lnTo>
                  <a:lnTo>
                    <a:pt x="158854" y="486656"/>
                  </a:lnTo>
                  <a:lnTo>
                    <a:pt x="159522" y="471118"/>
                  </a:lnTo>
                  <a:lnTo>
                    <a:pt x="160190" y="476641"/>
                  </a:lnTo>
                  <a:lnTo>
                    <a:pt x="160858" y="503327"/>
                  </a:lnTo>
                  <a:lnTo>
                    <a:pt x="161526" y="513239"/>
                  </a:lnTo>
                  <a:lnTo>
                    <a:pt x="162194" y="544500"/>
                  </a:lnTo>
                  <a:lnTo>
                    <a:pt x="162862" y="573474"/>
                  </a:lnTo>
                  <a:lnTo>
                    <a:pt x="163530" y="577286"/>
                  </a:lnTo>
                  <a:lnTo>
                    <a:pt x="164199" y="597873"/>
                  </a:lnTo>
                  <a:lnTo>
                    <a:pt x="164867" y="619222"/>
                  </a:lnTo>
                  <a:lnTo>
                    <a:pt x="165535" y="645908"/>
                  </a:lnTo>
                  <a:lnTo>
                    <a:pt x="166203" y="664970"/>
                  </a:lnTo>
                  <a:lnTo>
                    <a:pt x="166871" y="682507"/>
                  </a:lnTo>
                  <a:lnTo>
                    <a:pt x="167539" y="710718"/>
                  </a:lnTo>
                  <a:lnTo>
                    <a:pt x="168207" y="746554"/>
                  </a:lnTo>
                  <a:lnTo>
                    <a:pt x="168875" y="766312"/>
                  </a:lnTo>
                  <a:lnTo>
                    <a:pt x="169543" y="765250"/>
                  </a:lnTo>
                  <a:lnTo>
                    <a:pt x="170211" y="705454"/>
                  </a:lnTo>
                  <a:lnTo>
                    <a:pt x="170879" y="690801"/>
                  </a:lnTo>
                  <a:lnTo>
                    <a:pt x="171547" y="620674"/>
                  </a:lnTo>
                  <a:lnTo>
                    <a:pt x="172215" y="589274"/>
                  </a:lnTo>
                  <a:lnTo>
                    <a:pt x="172883" y="589274"/>
                  </a:lnTo>
                  <a:lnTo>
                    <a:pt x="173551" y="576714"/>
                  </a:lnTo>
                  <a:lnTo>
                    <a:pt x="174219" y="568341"/>
                  </a:lnTo>
                  <a:lnTo>
                    <a:pt x="174887" y="554734"/>
                  </a:lnTo>
                  <a:lnTo>
                    <a:pt x="175555" y="504494"/>
                  </a:lnTo>
                  <a:lnTo>
                    <a:pt x="176223" y="477281"/>
                  </a:lnTo>
                  <a:lnTo>
                    <a:pt x="176891" y="463674"/>
                  </a:lnTo>
                  <a:lnTo>
                    <a:pt x="177559" y="463674"/>
                  </a:lnTo>
                  <a:lnTo>
                    <a:pt x="178227" y="463674"/>
                  </a:lnTo>
                  <a:lnTo>
                    <a:pt x="178895" y="467861"/>
                  </a:lnTo>
                  <a:lnTo>
                    <a:pt x="179563" y="474141"/>
                  </a:lnTo>
                  <a:lnTo>
                    <a:pt x="180231" y="490887"/>
                  </a:lnTo>
                  <a:lnTo>
                    <a:pt x="180899" y="474141"/>
                  </a:lnTo>
                  <a:lnTo>
                    <a:pt x="181567" y="502401"/>
                  </a:lnTo>
                  <a:lnTo>
                    <a:pt x="182235" y="508681"/>
                  </a:lnTo>
                  <a:lnTo>
                    <a:pt x="182903" y="492981"/>
                  </a:lnTo>
                  <a:lnTo>
                    <a:pt x="183571" y="497167"/>
                  </a:lnTo>
                  <a:lnTo>
                    <a:pt x="184239" y="498214"/>
                  </a:lnTo>
                  <a:lnTo>
                    <a:pt x="184907" y="596135"/>
                  </a:lnTo>
                  <a:lnTo>
                    <a:pt x="185575" y="642195"/>
                  </a:lnTo>
                  <a:lnTo>
                    <a:pt x="186243" y="629626"/>
                  </a:lnTo>
                  <a:lnTo>
                    <a:pt x="186911" y="615410"/>
                  </a:lnTo>
                  <a:lnTo>
                    <a:pt x="187579" y="603973"/>
                  </a:lnTo>
                  <a:lnTo>
                    <a:pt x="188247" y="578811"/>
                  </a:lnTo>
                  <a:lnTo>
                    <a:pt x="188916" y="584149"/>
                  </a:lnTo>
                  <a:lnTo>
                    <a:pt x="189584" y="600923"/>
                  </a:lnTo>
                  <a:lnTo>
                    <a:pt x="190252" y="591773"/>
                  </a:lnTo>
                  <a:lnTo>
                    <a:pt x="190920" y="613885"/>
                  </a:lnTo>
                  <a:lnTo>
                    <a:pt x="191588" y="588723"/>
                  </a:lnTo>
                  <a:lnTo>
                    <a:pt x="192256" y="545263"/>
                  </a:lnTo>
                  <a:lnTo>
                    <a:pt x="192924" y="549075"/>
                  </a:lnTo>
                  <a:lnTo>
                    <a:pt x="193592" y="524676"/>
                  </a:lnTo>
                  <a:lnTo>
                    <a:pt x="194260" y="496465"/>
                  </a:lnTo>
                  <a:lnTo>
                    <a:pt x="194928" y="440805"/>
                  </a:lnTo>
                  <a:lnTo>
                    <a:pt x="195596" y="408019"/>
                  </a:lnTo>
                  <a:lnTo>
                    <a:pt x="196264" y="492388"/>
                  </a:lnTo>
                  <a:lnTo>
                    <a:pt x="196932" y="393532"/>
                  </a:lnTo>
                  <a:lnTo>
                    <a:pt x="197600" y="362271"/>
                  </a:lnTo>
                  <a:lnTo>
                    <a:pt x="198268" y="336347"/>
                  </a:lnTo>
                  <a:lnTo>
                    <a:pt x="198936" y="407644"/>
                  </a:lnTo>
                  <a:lnTo>
                    <a:pt x="199604" y="420723"/>
                  </a:lnTo>
                  <a:lnTo>
                    <a:pt x="200272" y="391441"/>
                  </a:lnTo>
                  <a:lnTo>
                    <a:pt x="200940" y="430994"/>
                  </a:lnTo>
                  <a:lnTo>
                    <a:pt x="201608" y="433192"/>
                  </a:lnTo>
                  <a:lnTo>
                    <a:pt x="202276" y="448309"/>
                  </a:lnTo>
                  <a:lnTo>
                    <a:pt x="202944" y="444139"/>
                  </a:lnTo>
                  <a:lnTo>
                    <a:pt x="203612" y="466936"/>
                  </a:lnTo>
                  <a:lnTo>
                    <a:pt x="204280" y="442321"/>
                  </a:lnTo>
                  <a:lnTo>
                    <a:pt x="204948" y="461729"/>
                  </a:lnTo>
                  <a:lnTo>
                    <a:pt x="205616" y="417555"/>
                  </a:lnTo>
                  <a:lnTo>
                    <a:pt x="206284" y="442053"/>
                  </a:lnTo>
                  <a:lnTo>
                    <a:pt x="206952" y="466031"/>
                  </a:lnTo>
                  <a:lnTo>
                    <a:pt x="207620" y="495221"/>
                  </a:lnTo>
                  <a:lnTo>
                    <a:pt x="208288" y="507731"/>
                  </a:lnTo>
                  <a:lnTo>
                    <a:pt x="208956" y="516526"/>
                  </a:lnTo>
                  <a:lnTo>
                    <a:pt x="209624" y="486308"/>
                  </a:lnTo>
                  <a:lnTo>
                    <a:pt x="210292" y="392655"/>
                  </a:lnTo>
                  <a:lnTo>
                    <a:pt x="210960" y="410137"/>
                  </a:lnTo>
                  <a:lnTo>
                    <a:pt x="211628" y="325673"/>
                  </a:lnTo>
                  <a:lnTo>
                    <a:pt x="212296" y="365321"/>
                  </a:lnTo>
                  <a:lnTo>
                    <a:pt x="212964" y="342115"/>
                  </a:lnTo>
                  <a:lnTo>
                    <a:pt x="213633" y="355689"/>
                  </a:lnTo>
                  <a:lnTo>
                    <a:pt x="214301" y="259573"/>
                  </a:lnTo>
                  <a:lnTo>
                    <a:pt x="214969" y="238640"/>
                  </a:lnTo>
                  <a:lnTo>
                    <a:pt x="215637" y="208287"/>
                  </a:lnTo>
                  <a:lnTo>
                    <a:pt x="216305" y="184213"/>
                  </a:lnTo>
                  <a:lnTo>
                    <a:pt x="216973" y="108853"/>
                  </a:lnTo>
                  <a:lnTo>
                    <a:pt x="217641" y="92106"/>
                  </a:lnTo>
                  <a:lnTo>
                    <a:pt x="218309" y="97340"/>
                  </a:lnTo>
                  <a:lnTo>
                    <a:pt x="218977" y="133973"/>
                  </a:lnTo>
                  <a:lnTo>
                    <a:pt x="219645" y="368665"/>
                  </a:lnTo>
                  <a:lnTo>
                    <a:pt x="220313" y="421455"/>
                  </a:lnTo>
                  <a:lnTo>
                    <a:pt x="220981" y="542861"/>
                  </a:lnTo>
                  <a:lnTo>
                    <a:pt x="221649" y="564147"/>
                  </a:lnTo>
                  <a:lnTo>
                    <a:pt x="222317" y="562947"/>
                  </a:lnTo>
                  <a:lnTo>
                    <a:pt x="222985" y="613837"/>
                  </a:lnTo>
                  <a:lnTo>
                    <a:pt x="223653" y="617193"/>
                  </a:lnTo>
                  <a:lnTo>
                    <a:pt x="224321" y="650602"/>
                  </a:lnTo>
                  <a:lnTo>
                    <a:pt x="224989" y="681224"/>
                  </a:lnTo>
                  <a:lnTo>
                    <a:pt x="225657" y="708528"/>
                  </a:lnTo>
                  <a:lnTo>
                    <a:pt x="226325" y="714966"/>
                  </a:lnTo>
                  <a:lnTo>
                    <a:pt x="226993" y="733476"/>
                  </a:lnTo>
                  <a:lnTo>
                    <a:pt x="227661" y="716576"/>
                  </a:lnTo>
                  <a:lnTo>
                    <a:pt x="228329" y="712149"/>
                  </a:lnTo>
                  <a:lnTo>
                    <a:pt x="228997" y="723014"/>
                  </a:lnTo>
                  <a:lnTo>
                    <a:pt x="229665" y="714966"/>
                  </a:lnTo>
                  <a:lnTo>
                    <a:pt x="230333" y="724221"/>
                  </a:lnTo>
                  <a:lnTo>
                    <a:pt x="231001" y="724623"/>
                  </a:lnTo>
                  <a:lnTo>
                    <a:pt x="231669" y="709333"/>
                  </a:lnTo>
                  <a:lnTo>
                    <a:pt x="232337" y="691225"/>
                  </a:lnTo>
                  <a:lnTo>
                    <a:pt x="233005" y="675117"/>
                  </a:lnTo>
                  <a:lnTo>
                    <a:pt x="233673" y="659123"/>
                  </a:lnTo>
                  <a:lnTo>
                    <a:pt x="234341" y="643975"/>
                  </a:lnTo>
                  <a:lnTo>
                    <a:pt x="235009" y="629774"/>
                  </a:lnTo>
                  <a:lnTo>
                    <a:pt x="235677" y="615108"/>
                  </a:lnTo>
                  <a:lnTo>
                    <a:pt x="236345" y="588003"/>
                  </a:lnTo>
                  <a:lnTo>
                    <a:pt x="237013" y="566111"/>
                  </a:lnTo>
                  <a:lnTo>
                    <a:pt x="237681" y="588003"/>
                  </a:lnTo>
                  <a:lnTo>
                    <a:pt x="238350" y="611459"/>
                  </a:lnTo>
                  <a:lnTo>
                    <a:pt x="239018" y="610417"/>
                  </a:lnTo>
                  <a:lnTo>
                    <a:pt x="239686" y="610764"/>
                  </a:lnTo>
                  <a:lnTo>
                    <a:pt x="240354" y="554669"/>
                  </a:lnTo>
                  <a:lnTo>
                    <a:pt x="241022" y="569839"/>
                  </a:lnTo>
                  <a:lnTo>
                    <a:pt x="241690" y="589257"/>
                  </a:lnTo>
                  <a:lnTo>
                    <a:pt x="242358" y="594718"/>
                  </a:lnTo>
                  <a:lnTo>
                    <a:pt x="243026" y="587436"/>
                  </a:lnTo>
                  <a:lnTo>
                    <a:pt x="243694" y="583950"/>
                  </a:lnTo>
                  <a:lnTo>
                    <a:pt x="244362" y="575549"/>
                  </a:lnTo>
                  <a:lnTo>
                    <a:pt x="245030" y="562347"/>
                  </a:lnTo>
                  <a:lnTo>
                    <a:pt x="245698" y="571327"/>
                  </a:lnTo>
                  <a:lnTo>
                    <a:pt x="246366" y="540085"/>
                  </a:lnTo>
                  <a:lnTo>
                    <a:pt x="247034" y="517634"/>
                  </a:lnTo>
                  <a:lnTo>
                    <a:pt x="247702" y="474983"/>
                  </a:lnTo>
                  <a:lnTo>
                    <a:pt x="248370" y="408712"/>
                  </a:lnTo>
                  <a:lnTo>
                    <a:pt x="249038" y="394984"/>
                  </a:lnTo>
                  <a:lnTo>
                    <a:pt x="249706" y="409185"/>
                  </a:lnTo>
                  <a:lnTo>
                    <a:pt x="250374" y="412972"/>
                  </a:lnTo>
                  <a:lnTo>
                    <a:pt x="251042" y="412972"/>
                  </a:lnTo>
                  <a:lnTo>
                    <a:pt x="251710" y="415812"/>
                  </a:lnTo>
                  <a:lnTo>
                    <a:pt x="252378" y="432380"/>
                  </a:lnTo>
                  <a:lnTo>
                    <a:pt x="253046" y="433327"/>
                  </a:lnTo>
                  <a:lnTo>
                    <a:pt x="253714" y="435220"/>
                  </a:lnTo>
                  <a:lnTo>
                    <a:pt x="254382" y="454155"/>
                  </a:lnTo>
                  <a:lnTo>
                    <a:pt x="255050" y="450457"/>
                  </a:lnTo>
                  <a:lnTo>
                    <a:pt x="255718" y="393868"/>
                  </a:lnTo>
                  <a:lnTo>
                    <a:pt x="256386" y="469331"/>
                  </a:lnTo>
                  <a:lnTo>
                    <a:pt x="257054" y="418219"/>
                  </a:lnTo>
                  <a:lnTo>
                    <a:pt x="257722" y="609534"/>
                  </a:lnTo>
                  <a:lnTo>
                    <a:pt x="258390" y="680569"/>
                  </a:lnTo>
                  <a:lnTo>
                    <a:pt x="259058" y="666164"/>
                  </a:lnTo>
                  <a:lnTo>
                    <a:pt x="259726" y="648161"/>
                  </a:lnTo>
                  <a:lnTo>
                    <a:pt x="260394" y="632946"/>
                  </a:lnTo>
                  <a:lnTo>
                    <a:pt x="261062" y="605640"/>
                  </a:lnTo>
                  <a:lnTo>
                    <a:pt x="261730" y="583189"/>
                  </a:lnTo>
                  <a:lnTo>
                    <a:pt x="262399" y="574087"/>
                  </a:lnTo>
                  <a:lnTo>
                    <a:pt x="263067" y="593504"/>
                  </a:lnTo>
                  <a:lnTo>
                    <a:pt x="263735" y="602606"/>
                  </a:lnTo>
                  <a:lnTo>
                    <a:pt x="264403" y="611708"/>
                  </a:lnTo>
                  <a:lnTo>
                    <a:pt x="265071" y="628698"/>
                  </a:lnTo>
                  <a:lnTo>
                    <a:pt x="265739" y="640228"/>
                  </a:lnTo>
                  <a:lnTo>
                    <a:pt x="266407" y="623844"/>
                  </a:lnTo>
                  <a:lnTo>
                    <a:pt x="267075" y="561951"/>
                  </a:lnTo>
                  <a:lnTo>
                    <a:pt x="267743" y="531021"/>
                  </a:lnTo>
                  <a:lnTo>
                    <a:pt x="268411" y="448885"/>
                  </a:lnTo>
                  <a:lnTo>
                    <a:pt x="269079" y="483514"/>
                  </a:lnTo>
                  <a:lnTo>
                    <a:pt x="269747" y="472806"/>
                  </a:lnTo>
                  <a:lnTo>
                    <a:pt x="270415" y="359007"/>
                  </a:lnTo>
                  <a:lnTo>
                    <a:pt x="271083" y="406107"/>
                  </a:lnTo>
                  <a:lnTo>
                    <a:pt x="271751" y="433320"/>
                  </a:lnTo>
                  <a:lnTo>
                    <a:pt x="272419" y="408200"/>
                  </a:lnTo>
                  <a:lnTo>
                    <a:pt x="273087" y="470945"/>
                  </a:lnTo>
                  <a:lnTo>
                    <a:pt x="273755" y="437755"/>
                  </a:lnTo>
                  <a:lnTo>
                    <a:pt x="274423" y="411831"/>
                  </a:lnTo>
                  <a:lnTo>
                    <a:pt x="275091" y="479533"/>
                  </a:lnTo>
                  <a:lnTo>
                    <a:pt x="275759" y="461223"/>
                  </a:lnTo>
                  <a:lnTo>
                    <a:pt x="276427" y="484281"/>
                  </a:lnTo>
                  <a:lnTo>
                    <a:pt x="277095" y="546174"/>
                  </a:lnTo>
                  <a:lnTo>
                    <a:pt x="277763" y="572873"/>
                  </a:lnTo>
                  <a:lnTo>
                    <a:pt x="278431" y="545567"/>
                  </a:lnTo>
                  <a:lnTo>
                    <a:pt x="279099" y="532825"/>
                  </a:lnTo>
                  <a:lnTo>
                    <a:pt x="279767" y="532825"/>
                  </a:lnTo>
                  <a:lnTo>
                    <a:pt x="280435" y="514621"/>
                  </a:lnTo>
                  <a:lnTo>
                    <a:pt x="281103" y="481854"/>
                  </a:lnTo>
                  <a:lnTo>
                    <a:pt x="281771" y="432097"/>
                  </a:lnTo>
                  <a:lnTo>
                    <a:pt x="282439" y="434524"/>
                  </a:lnTo>
                  <a:lnTo>
                    <a:pt x="283107" y="471131"/>
                  </a:lnTo>
                  <a:lnTo>
                    <a:pt x="283775" y="376758"/>
                  </a:lnTo>
                  <a:lnTo>
                    <a:pt x="284443" y="399632"/>
                  </a:lnTo>
                  <a:lnTo>
                    <a:pt x="285111" y="402500"/>
                  </a:lnTo>
                  <a:lnTo>
                    <a:pt x="285779" y="243873"/>
                  </a:lnTo>
                  <a:lnTo>
                    <a:pt x="286447" y="212473"/>
                  </a:lnTo>
                  <a:lnTo>
                    <a:pt x="287116" y="212473"/>
                  </a:lnTo>
                  <a:lnTo>
                    <a:pt x="287784" y="225033"/>
                  </a:lnTo>
                  <a:lnTo>
                    <a:pt x="288452" y="258527"/>
                  </a:lnTo>
                  <a:lnTo>
                    <a:pt x="289120" y="264807"/>
                  </a:lnTo>
                  <a:lnTo>
                    <a:pt x="289788" y="251200"/>
                  </a:lnTo>
                  <a:lnTo>
                    <a:pt x="290456" y="233407"/>
                  </a:lnTo>
                  <a:lnTo>
                    <a:pt x="291124" y="219800"/>
                  </a:lnTo>
                  <a:lnTo>
                    <a:pt x="291792" y="298300"/>
                  </a:lnTo>
                  <a:lnTo>
                    <a:pt x="292460" y="338074"/>
                  </a:lnTo>
                  <a:lnTo>
                    <a:pt x="293128" y="371567"/>
                  </a:lnTo>
                  <a:lnTo>
                    <a:pt x="293796" y="407154"/>
                  </a:lnTo>
                  <a:lnTo>
                    <a:pt x="294464" y="395640"/>
                  </a:lnTo>
                  <a:lnTo>
                    <a:pt x="295132" y="402967"/>
                  </a:lnTo>
                  <a:lnTo>
                    <a:pt x="295800" y="469954"/>
                  </a:lnTo>
                  <a:lnTo>
                    <a:pt x="296468" y="505541"/>
                  </a:lnTo>
                  <a:lnTo>
                    <a:pt x="297136" y="488794"/>
                  </a:lnTo>
                  <a:lnTo>
                    <a:pt x="297804" y="492981"/>
                  </a:lnTo>
                  <a:lnTo>
                    <a:pt x="298472" y="526474"/>
                  </a:lnTo>
                  <a:lnTo>
                    <a:pt x="299140" y="553687"/>
                  </a:lnTo>
                  <a:lnTo>
                    <a:pt x="299808" y="581947"/>
                  </a:lnTo>
                  <a:lnTo>
                    <a:pt x="300476" y="613347"/>
                  </a:lnTo>
                  <a:lnTo>
                    <a:pt x="301144" y="675101"/>
                  </a:lnTo>
                  <a:lnTo>
                    <a:pt x="301812" y="680334"/>
                  </a:lnTo>
                  <a:lnTo>
                    <a:pt x="302480" y="652074"/>
                  </a:lnTo>
                  <a:lnTo>
                    <a:pt x="303148" y="652074"/>
                  </a:lnTo>
                  <a:lnTo>
                    <a:pt x="303816" y="636374"/>
                  </a:lnTo>
                  <a:lnTo>
                    <a:pt x="304484" y="657308"/>
                  </a:lnTo>
                  <a:lnTo>
                    <a:pt x="305152" y="673008"/>
                  </a:lnTo>
                  <a:lnTo>
                    <a:pt x="305820" y="666728"/>
                  </a:lnTo>
                  <a:lnTo>
                    <a:pt x="306488" y="652074"/>
                  </a:lnTo>
                  <a:lnTo>
                    <a:pt x="307156" y="668821"/>
                  </a:lnTo>
                  <a:lnTo>
                    <a:pt x="307824" y="673008"/>
                  </a:lnTo>
                  <a:lnTo>
                    <a:pt x="308492" y="673008"/>
                  </a:lnTo>
                  <a:lnTo>
                    <a:pt x="309160" y="652074"/>
                  </a:lnTo>
                  <a:lnTo>
                    <a:pt x="309828" y="653121"/>
                  </a:lnTo>
                  <a:lnTo>
                    <a:pt x="310496" y="664634"/>
                  </a:lnTo>
                  <a:lnTo>
                    <a:pt x="311164" y="662541"/>
                  </a:lnTo>
                  <a:lnTo>
                    <a:pt x="311833" y="665681"/>
                  </a:lnTo>
                  <a:lnTo>
                    <a:pt x="312501" y="658354"/>
                  </a:lnTo>
                  <a:lnTo>
                    <a:pt x="313169" y="586134"/>
                  </a:lnTo>
                  <a:lnTo>
                    <a:pt x="313837" y="546361"/>
                  </a:lnTo>
                  <a:lnTo>
                    <a:pt x="314505" y="482514"/>
                  </a:lnTo>
                  <a:lnTo>
                    <a:pt x="315173" y="423901"/>
                  </a:lnTo>
                  <a:lnTo>
                    <a:pt x="315841" y="407154"/>
                  </a:lnTo>
                  <a:lnTo>
                    <a:pt x="316509" y="400874"/>
                  </a:lnTo>
                  <a:lnTo>
                    <a:pt x="317177" y="356914"/>
                  </a:lnTo>
                  <a:lnTo>
                    <a:pt x="317845" y="338074"/>
                  </a:lnTo>
                  <a:lnTo>
                    <a:pt x="318513" y="307720"/>
                  </a:lnTo>
                  <a:lnTo>
                    <a:pt x="319181" y="299347"/>
                  </a:lnTo>
                  <a:lnTo>
                    <a:pt x="319849" y="289927"/>
                  </a:lnTo>
                  <a:lnTo>
                    <a:pt x="320517" y="288880"/>
                  </a:lnTo>
                  <a:lnTo>
                    <a:pt x="321185" y="285740"/>
                  </a:lnTo>
                  <a:lnTo>
                    <a:pt x="321853" y="262713"/>
                  </a:lnTo>
                  <a:lnTo>
                    <a:pt x="322521" y="260620"/>
                  </a:lnTo>
                  <a:lnTo>
                    <a:pt x="323189" y="254340"/>
                  </a:lnTo>
                  <a:lnTo>
                    <a:pt x="323857" y="274227"/>
                  </a:lnTo>
                  <a:lnTo>
                    <a:pt x="324525" y="333887"/>
                  </a:lnTo>
                  <a:lnTo>
                    <a:pt x="325193" y="377847"/>
                  </a:lnTo>
                  <a:lnTo>
                    <a:pt x="325861" y="400874"/>
                  </a:lnTo>
                  <a:lnTo>
                    <a:pt x="326529" y="414480"/>
                  </a:lnTo>
                  <a:lnTo>
                    <a:pt x="327197" y="401920"/>
                  </a:lnTo>
                  <a:lnTo>
                    <a:pt x="327865" y="385174"/>
                  </a:lnTo>
                  <a:lnTo>
                    <a:pt x="328533" y="390407"/>
                  </a:lnTo>
                  <a:lnTo>
                    <a:pt x="329201" y="391454"/>
                  </a:lnTo>
                  <a:lnTo>
                    <a:pt x="329869" y="502630"/>
                  </a:lnTo>
                  <a:lnTo>
                    <a:pt x="330537" y="515583"/>
                  </a:lnTo>
                  <a:lnTo>
                    <a:pt x="331205" y="567162"/>
                  </a:lnTo>
                  <a:lnTo>
                    <a:pt x="331873" y="585751"/>
                  </a:lnTo>
                  <a:lnTo>
                    <a:pt x="332541" y="600753"/>
                  </a:lnTo>
                  <a:lnTo>
                    <a:pt x="333209" y="622631"/>
                  </a:lnTo>
                  <a:lnTo>
                    <a:pt x="333877" y="643262"/>
                  </a:lnTo>
                  <a:lnTo>
                    <a:pt x="334545" y="648723"/>
                  </a:lnTo>
                  <a:lnTo>
                    <a:pt x="335213" y="657218"/>
                  </a:lnTo>
                  <a:lnTo>
                    <a:pt x="335881" y="647509"/>
                  </a:lnTo>
                  <a:lnTo>
                    <a:pt x="336550" y="629912"/>
                  </a:lnTo>
                  <a:lnTo>
                    <a:pt x="337218" y="634766"/>
                  </a:lnTo>
                  <a:lnTo>
                    <a:pt x="337886" y="654184"/>
                  </a:lnTo>
                  <a:lnTo>
                    <a:pt x="338554" y="668747"/>
                  </a:lnTo>
                  <a:lnTo>
                    <a:pt x="339222" y="685130"/>
                  </a:lnTo>
                  <a:lnTo>
                    <a:pt x="339890" y="709972"/>
                  </a:lnTo>
                  <a:lnTo>
                    <a:pt x="340558" y="712348"/>
                  </a:lnTo>
                  <a:lnTo>
                    <a:pt x="341226" y="698755"/>
                  </a:lnTo>
                  <a:lnTo>
                    <a:pt x="341894" y="697184"/>
                  </a:lnTo>
                  <a:lnTo>
                    <a:pt x="342562" y="664191"/>
                  </a:lnTo>
                  <a:lnTo>
                    <a:pt x="343230" y="688543"/>
                  </a:lnTo>
                  <a:lnTo>
                    <a:pt x="343898" y="688543"/>
                  </a:lnTo>
                  <a:lnTo>
                    <a:pt x="344566" y="683269"/>
                  </a:lnTo>
                  <a:lnTo>
                    <a:pt x="345234" y="662682"/>
                  </a:lnTo>
                  <a:lnTo>
                    <a:pt x="345902" y="645908"/>
                  </a:lnTo>
                  <a:lnTo>
                    <a:pt x="346570" y="653533"/>
                  </a:lnTo>
                  <a:lnTo>
                    <a:pt x="347238" y="677932"/>
                  </a:lnTo>
                  <a:lnTo>
                    <a:pt x="347906" y="653533"/>
                  </a:lnTo>
                  <a:lnTo>
                    <a:pt x="348574" y="634471"/>
                  </a:lnTo>
                  <a:lnTo>
                    <a:pt x="349242" y="634471"/>
                  </a:lnTo>
                  <a:lnTo>
                    <a:pt x="349910" y="634471"/>
                  </a:lnTo>
                  <a:lnTo>
                    <a:pt x="350578" y="634471"/>
                  </a:lnTo>
                  <a:lnTo>
                    <a:pt x="351246" y="626847"/>
                  </a:lnTo>
                  <a:lnTo>
                    <a:pt x="351914" y="629134"/>
                  </a:lnTo>
                  <a:lnTo>
                    <a:pt x="352582" y="655550"/>
                  </a:lnTo>
                  <a:lnTo>
                    <a:pt x="353250" y="657121"/>
                  </a:lnTo>
                  <a:lnTo>
                    <a:pt x="353918" y="657121"/>
                  </a:lnTo>
                  <a:lnTo>
                    <a:pt x="354586" y="585087"/>
                  </a:lnTo>
                  <a:lnTo>
                    <a:pt x="355254" y="613348"/>
                  </a:lnTo>
                  <a:lnTo>
                    <a:pt x="355922" y="653121"/>
                  </a:lnTo>
                  <a:lnTo>
                    <a:pt x="356590" y="679288"/>
                  </a:lnTo>
                  <a:lnTo>
                    <a:pt x="357258" y="649981"/>
                  </a:lnTo>
                  <a:lnTo>
                    <a:pt x="357926" y="648934"/>
                  </a:lnTo>
                  <a:lnTo>
                    <a:pt x="358594" y="655214"/>
                  </a:lnTo>
                  <a:lnTo>
                    <a:pt x="359262" y="631141"/>
                  </a:lnTo>
                  <a:lnTo>
                    <a:pt x="359930" y="631141"/>
                  </a:lnTo>
                  <a:lnTo>
                    <a:pt x="360599" y="697125"/>
                  </a:lnTo>
                  <a:lnTo>
                    <a:pt x="361267" y="712109"/>
                  </a:lnTo>
                  <a:lnTo>
                    <a:pt x="361935" y="724442"/>
                  </a:lnTo>
                  <a:lnTo>
                    <a:pt x="362603" y="721392"/>
                  </a:lnTo>
                  <a:lnTo>
                    <a:pt x="363271" y="710718"/>
                  </a:lnTo>
                  <a:lnTo>
                    <a:pt x="363939" y="710718"/>
                  </a:lnTo>
                  <a:lnTo>
                    <a:pt x="364607" y="710718"/>
                  </a:lnTo>
                  <a:lnTo>
                    <a:pt x="365275" y="707668"/>
                  </a:lnTo>
                  <a:lnTo>
                    <a:pt x="365943" y="695469"/>
                  </a:lnTo>
                  <a:lnTo>
                    <a:pt x="366611" y="684032"/>
                  </a:lnTo>
                  <a:lnTo>
                    <a:pt x="367279" y="700806"/>
                  </a:lnTo>
                  <a:lnTo>
                    <a:pt x="367947" y="715293"/>
                  </a:lnTo>
                  <a:lnTo>
                    <a:pt x="368615" y="712243"/>
                  </a:lnTo>
                  <a:lnTo>
                    <a:pt x="369283" y="719867"/>
                  </a:lnTo>
                  <a:lnTo>
                    <a:pt x="369951" y="710718"/>
                  </a:lnTo>
                  <a:lnTo>
                    <a:pt x="370619" y="695613"/>
                  </a:lnTo>
                  <a:lnTo>
                    <a:pt x="371287" y="668904"/>
                  </a:lnTo>
                  <a:lnTo>
                    <a:pt x="371955" y="575667"/>
                  </a:lnTo>
                  <a:lnTo>
                    <a:pt x="372623" y="554734"/>
                  </a:lnTo>
                  <a:lnTo>
                    <a:pt x="373291" y="544267"/>
                  </a:lnTo>
                  <a:lnTo>
                    <a:pt x="373959" y="526474"/>
                  </a:lnTo>
                  <a:lnTo>
                    <a:pt x="374627" y="502401"/>
                  </a:lnTo>
                  <a:lnTo>
                    <a:pt x="375295" y="459487"/>
                  </a:lnTo>
                  <a:lnTo>
                    <a:pt x="375963" y="439600"/>
                  </a:lnTo>
                  <a:lnTo>
                    <a:pt x="376631" y="419714"/>
                  </a:lnTo>
                  <a:lnTo>
                    <a:pt x="377299" y="434367"/>
                  </a:lnTo>
                  <a:lnTo>
                    <a:pt x="377967" y="546965"/>
                  </a:lnTo>
                  <a:lnTo>
                    <a:pt x="378635" y="583049"/>
                  </a:lnTo>
                  <a:lnTo>
                    <a:pt x="379303" y="594823"/>
                  </a:lnTo>
                  <a:lnTo>
                    <a:pt x="379971" y="590248"/>
                  </a:lnTo>
                  <a:lnTo>
                    <a:pt x="380639" y="586436"/>
                  </a:lnTo>
                  <a:lnTo>
                    <a:pt x="381307" y="592536"/>
                  </a:lnTo>
                  <a:lnTo>
                    <a:pt x="381975" y="591011"/>
                  </a:lnTo>
                  <a:lnTo>
                    <a:pt x="382643" y="600160"/>
                  </a:lnTo>
                  <a:lnTo>
                    <a:pt x="383311" y="606260"/>
                  </a:lnTo>
                  <a:lnTo>
                    <a:pt x="383979" y="619222"/>
                  </a:lnTo>
                  <a:lnTo>
                    <a:pt x="384647" y="613885"/>
                  </a:lnTo>
                  <a:lnTo>
                    <a:pt x="385316" y="640571"/>
                  </a:lnTo>
                  <a:lnTo>
                    <a:pt x="385984" y="641334"/>
                  </a:lnTo>
                  <a:lnTo>
                    <a:pt x="386652" y="663445"/>
                  </a:lnTo>
                  <a:lnTo>
                    <a:pt x="387320" y="668020"/>
                  </a:lnTo>
                  <a:lnTo>
                    <a:pt x="387988" y="672832"/>
                  </a:lnTo>
                  <a:lnTo>
                    <a:pt x="388656" y="664684"/>
                  </a:lnTo>
                  <a:lnTo>
                    <a:pt x="389324" y="589274"/>
                  </a:lnTo>
                  <a:lnTo>
                    <a:pt x="389992" y="590321"/>
                  </a:lnTo>
                  <a:lnTo>
                    <a:pt x="390660" y="603927"/>
                  </a:lnTo>
                  <a:lnTo>
                    <a:pt x="391328" y="625908"/>
                  </a:lnTo>
                  <a:lnTo>
                    <a:pt x="391996" y="635328"/>
                  </a:lnTo>
                  <a:lnTo>
                    <a:pt x="392664" y="645794"/>
                  </a:lnTo>
                  <a:lnTo>
                    <a:pt x="393332" y="652074"/>
                  </a:lnTo>
                  <a:lnTo>
                    <a:pt x="394000" y="622768"/>
                  </a:lnTo>
                  <a:lnTo>
                    <a:pt x="394668" y="641608"/>
                  </a:lnTo>
                  <a:lnTo>
                    <a:pt x="395336" y="652074"/>
                  </a:lnTo>
                  <a:lnTo>
                    <a:pt x="396004" y="687661"/>
                  </a:lnTo>
                  <a:lnTo>
                    <a:pt x="396672" y="651028"/>
                  </a:lnTo>
                  <a:lnTo>
                    <a:pt x="397340" y="617534"/>
                  </a:lnTo>
                  <a:lnTo>
                    <a:pt x="398008" y="571481"/>
                  </a:lnTo>
                  <a:lnTo>
                    <a:pt x="398676" y="551594"/>
                  </a:lnTo>
                  <a:lnTo>
                    <a:pt x="399344" y="478327"/>
                  </a:lnTo>
                  <a:lnTo>
                    <a:pt x="400012" y="468907"/>
                  </a:lnTo>
                  <a:lnTo>
                    <a:pt x="400680" y="463674"/>
                  </a:lnTo>
                  <a:lnTo>
                    <a:pt x="401348" y="468907"/>
                  </a:lnTo>
                  <a:lnTo>
                    <a:pt x="402016" y="484607"/>
                  </a:lnTo>
                  <a:lnTo>
                    <a:pt x="402684" y="571418"/>
                  </a:lnTo>
                  <a:lnTo>
                    <a:pt x="403352" y="569139"/>
                  </a:lnTo>
                  <a:lnTo>
                    <a:pt x="404020" y="564325"/>
                  </a:lnTo>
                  <a:lnTo>
                    <a:pt x="404688" y="623866"/>
                  </a:lnTo>
                  <a:lnTo>
                    <a:pt x="405356" y="573749"/>
                  </a:lnTo>
                  <a:lnTo>
                    <a:pt x="406024" y="547995"/>
                  </a:lnTo>
                  <a:lnTo>
                    <a:pt x="406692" y="572873"/>
                  </a:lnTo>
                  <a:lnTo>
                    <a:pt x="407360" y="589257"/>
                  </a:lnTo>
                  <a:lnTo>
                    <a:pt x="408028" y="600786"/>
                  </a:lnTo>
                  <a:lnTo>
                    <a:pt x="408696" y="594718"/>
                  </a:lnTo>
                  <a:lnTo>
                    <a:pt x="409364" y="602606"/>
                  </a:lnTo>
                  <a:lnTo>
                    <a:pt x="410033" y="584402"/>
                  </a:lnTo>
                  <a:lnTo>
                    <a:pt x="410701" y="550422"/>
                  </a:lnTo>
                  <a:lnTo>
                    <a:pt x="411369" y="501878"/>
                  </a:lnTo>
                  <a:lnTo>
                    <a:pt x="412037" y="468504"/>
                  </a:lnTo>
                  <a:lnTo>
                    <a:pt x="412705" y="471731"/>
                  </a:lnTo>
                  <a:lnTo>
                    <a:pt x="413373" y="475332"/>
                  </a:lnTo>
                  <a:lnTo>
                    <a:pt x="414041" y="390482"/>
                  </a:lnTo>
                  <a:lnTo>
                    <a:pt x="414709" y="391604"/>
                  </a:lnTo>
                  <a:lnTo>
                    <a:pt x="415377" y="450235"/>
                  </a:lnTo>
                  <a:lnTo>
                    <a:pt x="416045" y="469231"/>
                  </a:lnTo>
                  <a:lnTo>
                    <a:pt x="416713" y="452092"/>
                  </a:lnTo>
                  <a:lnTo>
                    <a:pt x="417381" y="400245"/>
                  </a:lnTo>
                  <a:lnTo>
                    <a:pt x="418049" y="394746"/>
                  </a:lnTo>
                  <a:lnTo>
                    <a:pt x="418717" y="417452"/>
                  </a:lnTo>
                  <a:lnTo>
                    <a:pt x="419385" y="457579"/>
                  </a:lnTo>
                  <a:lnTo>
                    <a:pt x="420053" y="567412"/>
                  </a:lnTo>
                  <a:lnTo>
                    <a:pt x="420721" y="591684"/>
                  </a:lnTo>
                  <a:lnTo>
                    <a:pt x="421389" y="621417"/>
                  </a:lnTo>
                  <a:lnTo>
                    <a:pt x="422057" y="640228"/>
                  </a:lnTo>
                  <a:lnTo>
                    <a:pt x="422725" y="609888"/>
                  </a:lnTo>
                  <a:lnTo>
                    <a:pt x="423393" y="577121"/>
                  </a:lnTo>
                  <a:lnTo>
                    <a:pt x="424061" y="546174"/>
                  </a:lnTo>
                  <a:lnTo>
                    <a:pt x="424729" y="515835"/>
                  </a:lnTo>
                  <a:lnTo>
                    <a:pt x="425397" y="497024"/>
                  </a:lnTo>
                  <a:lnTo>
                    <a:pt x="426065" y="504137"/>
                  </a:lnTo>
                  <a:lnTo>
                    <a:pt x="426733" y="516739"/>
                  </a:lnTo>
                  <a:lnTo>
                    <a:pt x="427401" y="559346"/>
                  </a:lnTo>
                  <a:lnTo>
                    <a:pt x="428069" y="563547"/>
                  </a:lnTo>
                  <a:lnTo>
                    <a:pt x="428737" y="451480"/>
                  </a:lnTo>
                  <a:lnTo>
                    <a:pt x="429405" y="413619"/>
                  </a:lnTo>
                  <a:lnTo>
                    <a:pt x="430073" y="355294"/>
                  </a:lnTo>
                  <a:lnTo>
                    <a:pt x="430741" y="191540"/>
                  </a:lnTo>
                  <a:lnTo>
                    <a:pt x="431409" y="194680"/>
                  </a:lnTo>
                  <a:lnTo>
                    <a:pt x="432077" y="133973"/>
                  </a:lnTo>
                  <a:lnTo>
                    <a:pt x="432745" y="157000"/>
                  </a:lnTo>
                  <a:lnTo>
                    <a:pt x="433413" y="213520"/>
                  </a:lnTo>
                  <a:lnTo>
                    <a:pt x="434082" y="174793"/>
                  </a:lnTo>
                  <a:lnTo>
                    <a:pt x="434750" y="113040"/>
                  </a:lnTo>
                  <a:lnTo>
                    <a:pt x="435418" y="108853"/>
                  </a:lnTo>
                  <a:lnTo>
                    <a:pt x="436086" y="103620"/>
                  </a:lnTo>
                  <a:lnTo>
                    <a:pt x="436754" y="107806"/>
                  </a:lnTo>
                  <a:lnTo>
                    <a:pt x="437422" y="94200"/>
                  </a:lnTo>
                  <a:lnTo>
                    <a:pt x="438090" y="105713"/>
                  </a:lnTo>
                  <a:lnTo>
                    <a:pt x="438758" y="100480"/>
                  </a:lnTo>
                  <a:lnTo>
                    <a:pt x="439426" y="118273"/>
                  </a:lnTo>
                  <a:lnTo>
                    <a:pt x="440094" y="103620"/>
                  </a:lnTo>
                  <a:lnTo>
                    <a:pt x="440762" y="70126"/>
                  </a:lnTo>
                  <a:lnTo>
                    <a:pt x="441430" y="0"/>
                  </a:lnTo>
                  <a:lnTo>
                    <a:pt x="442098" y="29306"/>
                  </a:lnTo>
                  <a:lnTo>
                    <a:pt x="442766" y="35586"/>
                  </a:lnTo>
                  <a:lnTo>
                    <a:pt x="443434" y="14653"/>
                  </a:lnTo>
                  <a:lnTo>
                    <a:pt x="444102" y="91060"/>
                  </a:lnTo>
                  <a:lnTo>
                    <a:pt x="444770" y="199913"/>
                  </a:lnTo>
                  <a:lnTo>
                    <a:pt x="445438" y="249107"/>
                  </a:lnTo>
                  <a:lnTo>
                    <a:pt x="446106" y="220847"/>
                  </a:lnTo>
                  <a:lnTo>
                    <a:pt x="446774" y="157000"/>
                  </a:lnTo>
                  <a:lnTo>
                    <a:pt x="447442" y="142347"/>
                  </a:lnTo>
                  <a:lnTo>
                    <a:pt x="448110" y="138160"/>
                  </a:lnTo>
                  <a:lnTo>
                    <a:pt x="448778" y="154907"/>
                  </a:lnTo>
                  <a:lnTo>
                    <a:pt x="449446" y="159093"/>
                  </a:lnTo>
                  <a:lnTo>
                    <a:pt x="450114" y="218753"/>
                  </a:lnTo>
                  <a:lnTo>
                    <a:pt x="450782" y="275273"/>
                  </a:lnTo>
                  <a:lnTo>
                    <a:pt x="451450" y="373660"/>
                  </a:lnTo>
                  <a:lnTo>
                    <a:pt x="452118" y="389360"/>
                  </a:lnTo>
                  <a:lnTo>
                    <a:pt x="452786" y="438554"/>
                  </a:lnTo>
                  <a:lnTo>
                    <a:pt x="453454" y="447974"/>
                  </a:lnTo>
                  <a:lnTo>
                    <a:pt x="454122" y="424947"/>
                  </a:lnTo>
                  <a:lnTo>
                    <a:pt x="454790" y="363194"/>
                  </a:lnTo>
                  <a:lnTo>
                    <a:pt x="455458" y="316093"/>
                  </a:lnTo>
                  <a:lnTo>
                    <a:pt x="456126" y="305627"/>
                  </a:lnTo>
                  <a:lnTo>
                    <a:pt x="456794" y="304580"/>
                  </a:lnTo>
                  <a:lnTo>
                    <a:pt x="457462" y="243873"/>
                  </a:lnTo>
                  <a:lnTo>
                    <a:pt x="458130" y="196773"/>
                  </a:lnTo>
                  <a:lnTo>
                    <a:pt x="458799" y="192587"/>
                  </a:lnTo>
                  <a:lnTo>
                    <a:pt x="459467" y="190493"/>
                  </a:lnTo>
                  <a:lnTo>
                    <a:pt x="460135" y="209333"/>
                  </a:lnTo>
                  <a:lnTo>
                    <a:pt x="460803" y="207240"/>
                  </a:lnTo>
                  <a:lnTo>
                    <a:pt x="461471" y="153860"/>
                  </a:lnTo>
                  <a:lnTo>
                    <a:pt x="462139" y="108853"/>
                  </a:lnTo>
                  <a:lnTo>
                    <a:pt x="462807" y="90013"/>
                  </a:lnTo>
                  <a:lnTo>
                    <a:pt x="463475" y="262423"/>
                  </a:lnTo>
                  <a:lnTo>
                    <a:pt x="464143" y="237636"/>
                  </a:lnTo>
                  <a:lnTo>
                    <a:pt x="464811" y="285262"/>
                  </a:lnTo>
                  <a:lnTo>
                    <a:pt x="465479" y="439926"/>
                  </a:lnTo>
                  <a:lnTo>
                    <a:pt x="466147" y="447727"/>
                  </a:lnTo>
                  <a:lnTo>
                    <a:pt x="466815" y="466331"/>
                  </a:lnTo>
                  <a:lnTo>
                    <a:pt x="467483" y="545207"/>
                  </a:lnTo>
                  <a:lnTo>
                    <a:pt x="468151" y="553601"/>
                  </a:lnTo>
                  <a:lnTo>
                    <a:pt x="468819" y="555164"/>
                  </a:lnTo>
                  <a:lnTo>
                    <a:pt x="469487" y="550473"/>
                  </a:lnTo>
                  <a:lnTo>
                    <a:pt x="470155" y="537963"/>
                  </a:lnTo>
                  <a:lnTo>
                    <a:pt x="470823" y="562083"/>
                  </a:lnTo>
                  <a:lnTo>
                    <a:pt x="471491" y="581964"/>
                  </a:lnTo>
                  <a:lnTo>
                    <a:pt x="472159" y="620780"/>
                  </a:lnTo>
                  <a:lnTo>
                    <a:pt x="472827" y="624094"/>
                  </a:lnTo>
                  <a:lnTo>
                    <a:pt x="473495" y="635928"/>
                  </a:lnTo>
                  <a:lnTo>
                    <a:pt x="474163" y="680898"/>
                  </a:lnTo>
                  <a:lnTo>
                    <a:pt x="474831" y="667754"/>
                  </a:lnTo>
                  <a:lnTo>
                    <a:pt x="475499" y="672224"/>
                  </a:lnTo>
                  <a:lnTo>
                    <a:pt x="476167" y="689637"/>
                  </a:lnTo>
                  <a:lnTo>
                    <a:pt x="476835" y="674208"/>
                  </a:lnTo>
                  <a:lnTo>
                    <a:pt x="477503" y="704571"/>
                  </a:lnTo>
                  <a:lnTo>
                    <a:pt x="478171" y="668020"/>
                  </a:lnTo>
                  <a:lnTo>
                    <a:pt x="478839" y="687081"/>
                  </a:lnTo>
                  <a:lnTo>
                    <a:pt x="479507" y="711480"/>
                  </a:lnTo>
                  <a:lnTo>
                    <a:pt x="480175" y="723680"/>
                  </a:lnTo>
                  <a:lnTo>
                    <a:pt x="480843" y="722689"/>
                  </a:lnTo>
                  <a:lnTo>
                    <a:pt x="481511" y="671961"/>
                  </a:lnTo>
                  <a:lnTo>
                    <a:pt x="482179" y="652074"/>
                  </a:lnTo>
                  <a:lnTo>
                    <a:pt x="482847" y="666728"/>
                  </a:lnTo>
                  <a:lnTo>
                    <a:pt x="483516" y="693941"/>
                  </a:lnTo>
                  <a:lnTo>
                    <a:pt x="484184" y="693941"/>
                  </a:lnTo>
                  <a:lnTo>
                    <a:pt x="484852" y="687661"/>
                  </a:lnTo>
                  <a:lnTo>
                    <a:pt x="485520" y="693941"/>
                  </a:lnTo>
                  <a:lnTo>
                    <a:pt x="486188" y="693941"/>
                  </a:lnTo>
                  <a:lnTo>
                    <a:pt x="486856" y="693941"/>
                  </a:lnTo>
                  <a:lnTo>
                    <a:pt x="487524" y="710688"/>
                  </a:lnTo>
                  <a:lnTo>
                    <a:pt x="488192" y="714874"/>
                  </a:lnTo>
                  <a:lnTo>
                    <a:pt x="488860" y="700221"/>
                  </a:lnTo>
                  <a:lnTo>
                    <a:pt x="489528" y="705454"/>
                  </a:lnTo>
                  <a:lnTo>
                    <a:pt x="490196" y="698128"/>
                  </a:lnTo>
                  <a:lnTo>
                    <a:pt x="490864" y="714874"/>
                  </a:lnTo>
                  <a:lnTo>
                    <a:pt x="491532" y="715921"/>
                  </a:lnTo>
                  <a:lnTo>
                    <a:pt x="492200" y="735808"/>
                  </a:lnTo>
                  <a:lnTo>
                    <a:pt x="492868" y="735808"/>
                  </a:lnTo>
                  <a:lnTo>
                    <a:pt x="493536" y="735808"/>
                  </a:lnTo>
                  <a:lnTo>
                    <a:pt x="494204" y="735808"/>
                  </a:lnTo>
                  <a:lnTo>
                    <a:pt x="494872" y="748368"/>
                  </a:lnTo>
                  <a:lnTo>
                    <a:pt x="495540" y="738948"/>
                  </a:lnTo>
                  <a:lnTo>
                    <a:pt x="496208" y="728481"/>
                  </a:lnTo>
                  <a:lnTo>
                    <a:pt x="496876" y="714874"/>
                  </a:lnTo>
                  <a:lnTo>
                    <a:pt x="497544" y="714874"/>
                  </a:lnTo>
                  <a:lnTo>
                    <a:pt x="498212" y="714874"/>
                  </a:lnTo>
                  <a:lnTo>
                    <a:pt x="498880" y="719061"/>
                  </a:lnTo>
                  <a:lnTo>
                    <a:pt x="499548" y="715921"/>
                  </a:lnTo>
                  <a:lnTo>
                    <a:pt x="500216" y="714874"/>
                  </a:lnTo>
                  <a:lnTo>
                    <a:pt x="500884" y="693941"/>
                  </a:lnTo>
                  <a:lnTo>
                    <a:pt x="501552" y="670914"/>
                  </a:lnTo>
                  <a:lnTo>
                    <a:pt x="502220" y="652074"/>
                  </a:lnTo>
                  <a:lnTo>
                    <a:pt x="502888" y="619627"/>
                  </a:lnTo>
                  <a:lnTo>
                    <a:pt x="503556" y="609161"/>
                  </a:lnTo>
                  <a:lnTo>
                    <a:pt x="504224" y="578807"/>
                  </a:lnTo>
                  <a:lnTo>
                    <a:pt x="504892" y="555781"/>
                  </a:lnTo>
                  <a:lnTo>
                    <a:pt x="505560" y="544267"/>
                  </a:lnTo>
                  <a:lnTo>
                    <a:pt x="506228" y="548454"/>
                  </a:lnTo>
                  <a:lnTo>
                    <a:pt x="506896" y="547407"/>
                  </a:lnTo>
                  <a:lnTo>
                    <a:pt x="507564" y="547407"/>
                  </a:lnTo>
                  <a:lnTo>
                    <a:pt x="508233" y="547407"/>
                  </a:lnTo>
                  <a:lnTo>
                    <a:pt x="508901" y="557874"/>
                  </a:lnTo>
                  <a:lnTo>
                    <a:pt x="509569" y="568341"/>
                  </a:lnTo>
                  <a:lnTo>
                    <a:pt x="510237" y="589274"/>
                  </a:lnTo>
                  <a:lnTo>
                    <a:pt x="510905" y="610208"/>
                  </a:lnTo>
                  <a:lnTo>
                    <a:pt x="511573" y="633234"/>
                  </a:lnTo>
                  <a:lnTo>
                    <a:pt x="512241" y="623814"/>
                  </a:lnTo>
                  <a:lnTo>
                    <a:pt x="512909" y="629048"/>
                  </a:lnTo>
                  <a:lnTo>
                    <a:pt x="513577" y="632188"/>
                  </a:lnTo>
                  <a:lnTo>
                    <a:pt x="514245" y="662541"/>
                  </a:lnTo>
                  <a:lnTo>
                    <a:pt x="514913" y="685568"/>
                  </a:lnTo>
                  <a:lnTo>
                    <a:pt x="515581" y="714874"/>
                  </a:lnTo>
                  <a:lnTo>
                    <a:pt x="516249" y="721154"/>
                  </a:lnTo>
                  <a:lnTo>
                    <a:pt x="516917" y="735808"/>
                  </a:lnTo>
                  <a:lnTo>
                    <a:pt x="517585" y="735808"/>
                  </a:lnTo>
                  <a:lnTo>
                    <a:pt x="518253" y="735808"/>
                  </a:lnTo>
                  <a:lnTo>
                    <a:pt x="518921" y="735808"/>
                  </a:lnTo>
                  <a:lnTo>
                    <a:pt x="519589" y="694988"/>
                  </a:lnTo>
                  <a:lnTo>
                    <a:pt x="520257" y="689754"/>
                  </a:lnTo>
                  <a:lnTo>
                    <a:pt x="520925" y="673008"/>
                  </a:lnTo>
                  <a:lnTo>
                    <a:pt x="521593" y="655214"/>
                  </a:lnTo>
                  <a:lnTo>
                    <a:pt x="522261" y="660448"/>
                  </a:lnTo>
                  <a:lnTo>
                    <a:pt x="522929" y="686614"/>
                  </a:lnTo>
                  <a:lnTo>
                    <a:pt x="523597" y="693941"/>
                  </a:lnTo>
                  <a:lnTo>
                    <a:pt x="524265" y="677194"/>
                  </a:lnTo>
                  <a:lnTo>
                    <a:pt x="524933" y="673008"/>
                  </a:lnTo>
                  <a:lnTo>
                    <a:pt x="525601" y="645794"/>
                  </a:lnTo>
                  <a:lnTo>
                    <a:pt x="526269" y="593461"/>
                  </a:lnTo>
                  <a:lnTo>
                    <a:pt x="526937" y="571481"/>
                  </a:lnTo>
                  <a:lnTo>
                    <a:pt x="527605" y="568341"/>
                  </a:lnTo>
                  <a:lnTo>
                    <a:pt x="528273" y="556827"/>
                  </a:lnTo>
                  <a:lnTo>
                    <a:pt x="528941" y="547407"/>
                  </a:lnTo>
                  <a:lnTo>
                    <a:pt x="529609" y="571481"/>
                  </a:lnTo>
                  <a:lnTo>
                    <a:pt x="530277" y="545314"/>
                  </a:lnTo>
                  <a:lnTo>
                    <a:pt x="530945" y="526474"/>
                  </a:lnTo>
                  <a:lnTo>
                    <a:pt x="531613" y="506587"/>
                  </a:lnTo>
                  <a:lnTo>
                    <a:pt x="532282" y="525427"/>
                  </a:lnTo>
                  <a:lnTo>
                    <a:pt x="532950" y="526474"/>
                  </a:lnTo>
                  <a:lnTo>
                    <a:pt x="533618" y="526474"/>
                  </a:lnTo>
                  <a:lnTo>
                    <a:pt x="534286" y="539034"/>
                  </a:lnTo>
                  <a:lnTo>
                    <a:pt x="534954" y="526474"/>
                  </a:lnTo>
                  <a:lnTo>
                    <a:pt x="535622" y="551594"/>
                  </a:lnTo>
                  <a:lnTo>
                    <a:pt x="536290" y="585087"/>
                  </a:lnTo>
                  <a:lnTo>
                    <a:pt x="536958" y="586134"/>
                  </a:lnTo>
                  <a:lnTo>
                    <a:pt x="537626" y="589274"/>
                  </a:lnTo>
                  <a:lnTo>
                    <a:pt x="538294" y="566247"/>
                  </a:lnTo>
                  <a:lnTo>
                    <a:pt x="538962" y="568341"/>
                  </a:lnTo>
                  <a:lnTo>
                    <a:pt x="539630" y="570434"/>
                  </a:lnTo>
                  <a:lnTo>
                    <a:pt x="540298" y="585087"/>
                  </a:lnTo>
                  <a:lnTo>
                    <a:pt x="540966" y="659009"/>
                  </a:lnTo>
                  <a:lnTo>
                    <a:pt x="541634" y="648214"/>
                  </a:lnTo>
                  <a:lnTo>
                    <a:pt x="542302" y="686568"/>
                  </a:lnTo>
                  <a:lnTo>
                    <a:pt x="542970" y="673601"/>
                  </a:lnTo>
                  <a:lnTo>
                    <a:pt x="543638" y="657825"/>
                  </a:lnTo>
                  <a:lnTo>
                    <a:pt x="544306" y="700905"/>
                  </a:lnTo>
                  <a:lnTo>
                    <a:pt x="544974" y="709099"/>
                  </a:lnTo>
                  <a:lnTo>
                    <a:pt x="545642" y="701635"/>
                  </a:lnTo>
                  <a:lnTo>
                    <a:pt x="546310" y="702678"/>
                  </a:lnTo>
                  <a:lnTo>
                    <a:pt x="546978" y="688604"/>
                  </a:lnTo>
                  <a:lnTo>
                    <a:pt x="547646" y="684434"/>
                  </a:lnTo>
                  <a:lnTo>
                    <a:pt x="548314" y="691731"/>
                  </a:lnTo>
                  <a:lnTo>
                    <a:pt x="548982" y="683913"/>
                  </a:lnTo>
                  <a:lnTo>
                    <a:pt x="549650" y="681306"/>
                  </a:lnTo>
                  <a:lnTo>
                    <a:pt x="550318" y="677658"/>
                  </a:lnTo>
                  <a:lnTo>
                    <a:pt x="550986" y="679906"/>
                  </a:lnTo>
                  <a:lnTo>
                    <a:pt x="551654" y="666927"/>
                  </a:lnTo>
                  <a:lnTo>
                    <a:pt x="552322" y="670365"/>
                  </a:lnTo>
                  <a:lnTo>
                    <a:pt x="552990" y="585674"/>
                  </a:lnTo>
                  <a:lnTo>
                    <a:pt x="553658" y="593782"/>
                  </a:lnTo>
                  <a:lnTo>
                    <a:pt x="554326" y="547929"/>
                  </a:lnTo>
                  <a:lnTo>
                    <a:pt x="554994" y="537717"/>
                  </a:lnTo>
                  <a:lnTo>
                    <a:pt x="555662" y="386220"/>
                  </a:lnTo>
                  <a:lnTo>
                    <a:pt x="556330" y="363194"/>
                  </a:lnTo>
                  <a:lnTo>
                    <a:pt x="556999" y="343307"/>
                  </a:lnTo>
                  <a:lnTo>
                    <a:pt x="557667" y="317140"/>
                  </a:lnTo>
                  <a:lnTo>
                    <a:pt x="558335" y="334934"/>
                  </a:lnTo>
                  <a:lnTo>
                    <a:pt x="559003" y="315047"/>
                  </a:lnTo>
                  <a:lnTo>
                    <a:pt x="559671" y="284694"/>
                  </a:lnTo>
                  <a:lnTo>
                    <a:pt x="560339" y="290973"/>
                  </a:lnTo>
                  <a:lnTo>
                    <a:pt x="561007" y="323420"/>
                  </a:lnTo>
                  <a:lnTo>
                    <a:pt x="561675" y="326560"/>
                  </a:lnTo>
                  <a:lnTo>
                    <a:pt x="562343" y="321327"/>
                  </a:lnTo>
                  <a:lnTo>
                    <a:pt x="563011" y="309814"/>
                  </a:lnTo>
                  <a:lnTo>
                    <a:pt x="563679" y="261667"/>
                  </a:lnTo>
                  <a:lnTo>
                    <a:pt x="564347" y="249107"/>
                  </a:lnTo>
                  <a:lnTo>
                    <a:pt x="565015" y="177933"/>
                  </a:lnTo>
                  <a:lnTo>
                    <a:pt x="565683" y="153860"/>
                  </a:lnTo>
                  <a:lnTo>
                    <a:pt x="566351" y="171653"/>
                  </a:lnTo>
                  <a:lnTo>
                    <a:pt x="567019" y="240734"/>
                  </a:lnTo>
                  <a:lnTo>
                    <a:pt x="567687" y="275273"/>
                  </a:lnTo>
                  <a:lnTo>
                    <a:pt x="568355" y="277367"/>
                  </a:lnTo>
                  <a:lnTo>
                    <a:pt x="569023" y="320280"/>
                  </a:lnTo>
                  <a:lnTo>
                    <a:pt x="569691" y="353774"/>
                  </a:lnTo>
                  <a:lnTo>
                    <a:pt x="570359" y="367380"/>
                  </a:lnTo>
                  <a:lnTo>
                    <a:pt x="571027" y="379940"/>
                  </a:lnTo>
                  <a:lnTo>
                    <a:pt x="571695" y="379940"/>
                  </a:lnTo>
                  <a:lnTo>
                    <a:pt x="572363" y="416574"/>
                  </a:lnTo>
                  <a:lnTo>
                    <a:pt x="573031" y="467861"/>
                  </a:lnTo>
                  <a:lnTo>
                    <a:pt x="573699" y="529614"/>
                  </a:lnTo>
                  <a:lnTo>
                    <a:pt x="574367" y="593461"/>
                  </a:lnTo>
                  <a:lnTo>
                    <a:pt x="575035" y="678241"/>
                  </a:lnTo>
                  <a:lnTo>
                    <a:pt x="575703" y="727434"/>
                  </a:lnTo>
                  <a:lnTo>
                    <a:pt x="576371" y="735808"/>
                  </a:lnTo>
                  <a:lnTo>
                    <a:pt x="577039" y="732668"/>
                  </a:lnTo>
                  <a:lnTo>
                    <a:pt x="577707" y="693941"/>
                  </a:lnTo>
                  <a:lnTo>
                    <a:pt x="578375" y="670914"/>
                  </a:lnTo>
                  <a:lnTo>
                    <a:pt x="579043" y="714628"/>
                  </a:lnTo>
                  <a:lnTo>
                    <a:pt x="579711" y="730177"/>
                  </a:lnTo>
                  <a:lnTo>
                    <a:pt x="580379" y="701113"/>
                  </a:lnTo>
                  <a:lnTo>
                    <a:pt x="581047" y="664207"/>
                  </a:lnTo>
                  <a:lnTo>
                    <a:pt x="581716" y="658108"/>
                  </a:lnTo>
                  <a:lnTo>
                    <a:pt x="582384" y="658870"/>
                  </a:lnTo>
                  <a:lnTo>
                    <a:pt x="583052" y="645908"/>
                  </a:lnTo>
                  <a:lnTo>
                    <a:pt x="583720" y="624559"/>
                  </a:lnTo>
                  <a:lnTo>
                    <a:pt x="584388" y="676966"/>
                  </a:lnTo>
                  <a:lnTo>
                    <a:pt x="585056" y="672165"/>
                  </a:lnTo>
                  <a:lnTo>
                    <a:pt x="585724" y="670365"/>
                  </a:lnTo>
                  <a:lnTo>
                    <a:pt x="586392" y="672165"/>
                  </a:lnTo>
                  <a:lnTo>
                    <a:pt x="587060" y="667533"/>
                  </a:lnTo>
                  <a:lnTo>
                    <a:pt x="587728" y="681490"/>
                  </a:lnTo>
                  <a:lnTo>
                    <a:pt x="588396" y="691805"/>
                  </a:lnTo>
                  <a:lnTo>
                    <a:pt x="589064" y="682967"/>
                  </a:lnTo>
                  <a:lnTo>
                    <a:pt x="589732" y="673966"/>
                  </a:lnTo>
                  <a:lnTo>
                    <a:pt x="590400" y="686177"/>
                  </a:lnTo>
                  <a:lnTo>
                    <a:pt x="591068" y="665732"/>
                  </a:lnTo>
                  <a:lnTo>
                    <a:pt x="591736" y="680219"/>
                  </a:lnTo>
                  <a:lnTo>
                    <a:pt x="592404" y="686319"/>
                  </a:lnTo>
                  <a:lnTo>
                    <a:pt x="593072" y="699281"/>
                  </a:lnTo>
                  <a:lnTo>
                    <a:pt x="593740" y="719512"/>
                  </a:lnTo>
                  <a:lnTo>
                    <a:pt x="594408" y="729391"/>
                  </a:lnTo>
                  <a:lnTo>
                    <a:pt x="595076" y="729391"/>
                  </a:lnTo>
                  <a:lnTo>
                    <a:pt x="595744" y="716037"/>
                  </a:lnTo>
                  <a:lnTo>
                    <a:pt x="596412" y="687393"/>
                  </a:lnTo>
                  <a:lnTo>
                    <a:pt x="597080" y="603927"/>
                  </a:lnTo>
                  <a:lnTo>
                    <a:pt x="597748" y="610208"/>
                  </a:lnTo>
                  <a:lnTo>
                    <a:pt x="598416" y="615441"/>
                  </a:lnTo>
                  <a:lnTo>
                    <a:pt x="599084" y="654168"/>
                  </a:lnTo>
                  <a:lnTo>
                    <a:pt x="599752" y="673008"/>
                  </a:lnTo>
                  <a:lnTo>
                    <a:pt x="600420" y="664634"/>
                  </a:lnTo>
                  <a:lnTo>
                    <a:pt x="601088" y="652074"/>
                  </a:lnTo>
                  <a:lnTo>
                    <a:pt x="601756" y="652074"/>
                  </a:lnTo>
                  <a:lnTo>
                    <a:pt x="602424" y="652074"/>
                  </a:lnTo>
                  <a:lnTo>
                    <a:pt x="603092" y="652074"/>
                  </a:lnTo>
                  <a:lnTo>
                    <a:pt x="603760" y="652074"/>
                  </a:lnTo>
                  <a:lnTo>
                    <a:pt x="604428" y="652074"/>
                  </a:lnTo>
                  <a:lnTo>
                    <a:pt x="605096" y="639514"/>
                  </a:lnTo>
                  <a:lnTo>
                    <a:pt x="605764" y="660448"/>
                  </a:lnTo>
                  <a:lnTo>
                    <a:pt x="606433" y="685568"/>
                  </a:lnTo>
                  <a:lnTo>
                    <a:pt x="607101" y="701268"/>
                  </a:lnTo>
                  <a:lnTo>
                    <a:pt x="607769" y="676148"/>
                  </a:lnTo>
                  <a:lnTo>
                    <a:pt x="608437" y="673008"/>
                  </a:lnTo>
                  <a:lnTo>
                    <a:pt x="609105" y="673008"/>
                  </a:lnTo>
                  <a:lnTo>
                    <a:pt x="609773" y="673008"/>
                  </a:lnTo>
                  <a:lnTo>
                    <a:pt x="610441" y="694988"/>
                  </a:lnTo>
                  <a:lnTo>
                    <a:pt x="611109" y="714874"/>
                  </a:lnTo>
                  <a:lnTo>
                    <a:pt x="611777" y="714874"/>
                  </a:lnTo>
                  <a:lnTo>
                    <a:pt x="612445" y="714874"/>
                  </a:lnTo>
                  <a:lnTo>
                    <a:pt x="613113" y="714874"/>
                  </a:lnTo>
                  <a:lnTo>
                    <a:pt x="613781" y="697081"/>
                  </a:lnTo>
                  <a:lnTo>
                    <a:pt x="614449" y="693941"/>
                  </a:lnTo>
                  <a:lnTo>
                    <a:pt x="615117" y="714874"/>
                  </a:lnTo>
                  <a:lnTo>
                    <a:pt x="615785" y="722201"/>
                  </a:lnTo>
                  <a:lnTo>
                    <a:pt x="616453" y="735808"/>
                  </a:lnTo>
                  <a:lnTo>
                    <a:pt x="617121" y="741041"/>
                  </a:lnTo>
                  <a:lnTo>
                    <a:pt x="617789" y="774534"/>
                  </a:lnTo>
                  <a:lnTo>
                    <a:pt x="618457" y="777674"/>
                  </a:lnTo>
                  <a:lnTo>
                    <a:pt x="619125" y="777674"/>
                  </a:lnTo>
                  <a:lnTo>
                    <a:pt x="619793" y="777674"/>
                  </a:lnTo>
                  <a:lnTo>
                    <a:pt x="620461" y="777674"/>
                  </a:lnTo>
                  <a:lnTo>
                    <a:pt x="621129" y="777674"/>
                  </a:lnTo>
                  <a:lnTo>
                    <a:pt x="621797" y="777674"/>
                  </a:lnTo>
                  <a:lnTo>
                    <a:pt x="622465" y="777674"/>
                  </a:lnTo>
                  <a:lnTo>
                    <a:pt x="623133" y="777674"/>
                  </a:lnTo>
                  <a:lnTo>
                    <a:pt x="623801" y="795468"/>
                  </a:lnTo>
                  <a:lnTo>
                    <a:pt x="624469" y="798608"/>
                  </a:lnTo>
                  <a:lnTo>
                    <a:pt x="625137" y="798608"/>
                  </a:lnTo>
                  <a:lnTo>
                    <a:pt x="625805" y="798608"/>
                  </a:lnTo>
                  <a:lnTo>
                    <a:pt x="626473" y="798608"/>
                  </a:lnTo>
                  <a:lnTo>
                    <a:pt x="627141" y="798608"/>
                  </a:lnTo>
                  <a:lnTo>
                    <a:pt x="627809" y="798608"/>
                  </a:lnTo>
                  <a:lnTo>
                    <a:pt x="628477" y="798608"/>
                  </a:lnTo>
                  <a:lnTo>
                    <a:pt x="629145" y="798608"/>
                  </a:lnTo>
                  <a:lnTo>
                    <a:pt x="629813" y="798608"/>
                  </a:lnTo>
                  <a:lnTo>
                    <a:pt x="630482" y="798608"/>
                  </a:lnTo>
                  <a:lnTo>
                    <a:pt x="631150" y="798608"/>
                  </a:lnTo>
                  <a:lnTo>
                    <a:pt x="631818" y="798608"/>
                  </a:lnTo>
                  <a:lnTo>
                    <a:pt x="632486" y="798608"/>
                  </a:lnTo>
                  <a:lnTo>
                    <a:pt x="633154" y="798608"/>
                  </a:lnTo>
                  <a:lnTo>
                    <a:pt x="633822" y="798608"/>
                  </a:lnTo>
                  <a:lnTo>
                    <a:pt x="634490" y="798608"/>
                  </a:lnTo>
                  <a:lnTo>
                    <a:pt x="635158" y="798608"/>
                  </a:lnTo>
                  <a:lnTo>
                    <a:pt x="635826" y="798608"/>
                  </a:lnTo>
                  <a:lnTo>
                    <a:pt x="636494" y="798608"/>
                  </a:lnTo>
                  <a:lnTo>
                    <a:pt x="637162" y="798608"/>
                  </a:lnTo>
                  <a:lnTo>
                    <a:pt x="637830" y="798608"/>
                  </a:lnTo>
                  <a:lnTo>
                    <a:pt x="638498" y="798608"/>
                  </a:lnTo>
                  <a:lnTo>
                    <a:pt x="639166" y="798608"/>
                  </a:lnTo>
                  <a:lnTo>
                    <a:pt x="639834" y="798608"/>
                  </a:lnTo>
                  <a:lnTo>
                    <a:pt x="640502" y="798608"/>
                  </a:lnTo>
                  <a:lnTo>
                    <a:pt x="641170" y="798608"/>
                  </a:lnTo>
                  <a:lnTo>
                    <a:pt x="641838" y="798608"/>
                  </a:lnTo>
                  <a:lnTo>
                    <a:pt x="642506" y="798608"/>
                  </a:lnTo>
                  <a:lnTo>
                    <a:pt x="643174" y="798608"/>
                  </a:lnTo>
                  <a:lnTo>
                    <a:pt x="643842" y="798608"/>
                  </a:lnTo>
                  <a:lnTo>
                    <a:pt x="644510" y="798608"/>
                  </a:lnTo>
                  <a:lnTo>
                    <a:pt x="645178" y="798608"/>
                  </a:lnTo>
                  <a:lnTo>
                    <a:pt x="645846" y="798608"/>
                  </a:lnTo>
                  <a:lnTo>
                    <a:pt x="646514" y="798608"/>
                  </a:lnTo>
                  <a:lnTo>
                    <a:pt x="647182" y="798608"/>
                  </a:lnTo>
                  <a:lnTo>
                    <a:pt x="647850" y="798608"/>
                  </a:lnTo>
                  <a:lnTo>
                    <a:pt x="648518" y="798608"/>
                  </a:lnTo>
                  <a:lnTo>
                    <a:pt x="649186" y="798608"/>
                  </a:lnTo>
                  <a:lnTo>
                    <a:pt x="649854" y="798608"/>
                  </a:lnTo>
                  <a:lnTo>
                    <a:pt x="650522" y="798608"/>
                  </a:lnTo>
                  <a:lnTo>
                    <a:pt x="651190" y="798608"/>
                  </a:lnTo>
                  <a:lnTo>
                    <a:pt x="651858" y="798608"/>
                  </a:lnTo>
                  <a:lnTo>
                    <a:pt x="652526" y="798608"/>
                  </a:lnTo>
                  <a:lnTo>
                    <a:pt x="653194" y="798608"/>
                  </a:lnTo>
                  <a:lnTo>
                    <a:pt x="653862" y="798608"/>
                  </a:lnTo>
                  <a:lnTo>
                    <a:pt x="654530" y="798608"/>
                  </a:lnTo>
                  <a:lnTo>
                    <a:pt x="655199" y="798608"/>
                  </a:lnTo>
                  <a:lnTo>
                    <a:pt x="655867" y="798608"/>
                  </a:lnTo>
                  <a:lnTo>
                    <a:pt x="656535" y="798608"/>
                  </a:lnTo>
                  <a:lnTo>
                    <a:pt x="657203" y="798608"/>
                  </a:lnTo>
                  <a:lnTo>
                    <a:pt x="657871" y="798608"/>
                  </a:lnTo>
                  <a:lnTo>
                    <a:pt x="658539" y="798608"/>
                  </a:lnTo>
                  <a:lnTo>
                    <a:pt x="659207" y="798608"/>
                  </a:lnTo>
                  <a:lnTo>
                    <a:pt x="659875" y="798608"/>
                  </a:lnTo>
                  <a:lnTo>
                    <a:pt x="660543" y="798608"/>
                  </a:lnTo>
                  <a:lnTo>
                    <a:pt x="661211" y="798608"/>
                  </a:lnTo>
                  <a:lnTo>
                    <a:pt x="661879" y="798608"/>
                  </a:lnTo>
                  <a:lnTo>
                    <a:pt x="662547" y="798608"/>
                  </a:lnTo>
                  <a:lnTo>
                    <a:pt x="663215" y="798608"/>
                  </a:lnTo>
                  <a:lnTo>
                    <a:pt x="663883" y="798608"/>
                  </a:lnTo>
                  <a:lnTo>
                    <a:pt x="664551" y="798608"/>
                  </a:lnTo>
                  <a:lnTo>
                    <a:pt x="665219" y="798608"/>
                  </a:lnTo>
                  <a:lnTo>
                    <a:pt x="665887" y="798608"/>
                  </a:lnTo>
                  <a:lnTo>
                    <a:pt x="666555" y="798608"/>
                  </a:lnTo>
                  <a:lnTo>
                    <a:pt x="667223" y="798608"/>
                  </a:lnTo>
                  <a:lnTo>
                    <a:pt x="667891" y="798608"/>
                  </a:lnTo>
                  <a:lnTo>
                    <a:pt x="668559" y="798608"/>
                  </a:lnTo>
                  <a:lnTo>
                    <a:pt x="669227" y="798608"/>
                  </a:lnTo>
                  <a:lnTo>
                    <a:pt x="669895" y="798608"/>
                  </a:lnTo>
                  <a:lnTo>
                    <a:pt x="670563" y="798608"/>
                  </a:lnTo>
                  <a:lnTo>
                    <a:pt x="671231" y="798608"/>
                  </a:lnTo>
                  <a:lnTo>
                    <a:pt x="671899" y="798608"/>
                  </a:lnTo>
                  <a:lnTo>
                    <a:pt x="672567" y="798608"/>
                  </a:lnTo>
                  <a:lnTo>
                    <a:pt x="673235" y="798608"/>
                  </a:lnTo>
                  <a:lnTo>
                    <a:pt x="673903" y="798608"/>
                  </a:lnTo>
                  <a:lnTo>
                    <a:pt x="674571" y="793375"/>
                  </a:lnTo>
                  <a:lnTo>
                    <a:pt x="675239" y="777674"/>
                  </a:lnTo>
                  <a:lnTo>
                    <a:pt x="675907" y="777674"/>
                  </a:lnTo>
                  <a:lnTo>
                    <a:pt x="676575" y="777674"/>
                  </a:lnTo>
                  <a:lnTo>
                    <a:pt x="677243" y="777674"/>
                  </a:lnTo>
                  <a:lnTo>
                    <a:pt x="677911" y="777674"/>
                  </a:lnTo>
                  <a:lnTo>
                    <a:pt x="678579" y="777674"/>
                  </a:lnTo>
                  <a:lnTo>
                    <a:pt x="679247" y="777674"/>
                  </a:lnTo>
                  <a:lnTo>
                    <a:pt x="679916" y="777674"/>
                  </a:lnTo>
                  <a:lnTo>
                    <a:pt x="680584" y="764068"/>
                  </a:lnTo>
                  <a:lnTo>
                    <a:pt x="681252" y="756741"/>
                  </a:lnTo>
                  <a:lnTo>
                    <a:pt x="681920" y="756741"/>
                  </a:lnTo>
                  <a:lnTo>
                    <a:pt x="682588" y="756741"/>
                  </a:lnTo>
                  <a:lnTo>
                    <a:pt x="683256" y="756741"/>
                  </a:lnTo>
                  <a:lnTo>
                    <a:pt x="683924" y="756741"/>
                  </a:lnTo>
                  <a:lnTo>
                    <a:pt x="684592" y="761974"/>
                  </a:lnTo>
                  <a:lnTo>
                    <a:pt x="685260" y="756741"/>
                  </a:lnTo>
                  <a:lnTo>
                    <a:pt x="685928" y="736854"/>
                  </a:lnTo>
                  <a:lnTo>
                    <a:pt x="686596" y="735808"/>
                  </a:lnTo>
                  <a:lnTo>
                    <a:pt x="687264" y="735808"/>
                  </a:lnTo>
                  <a:lnTo>
                    <a:pt x="687932" y="735808"/>
                  </a:lnTo>
                  <a:lnTo>
                    <a:pt x="688600" y="735808"/>
                  </a:lnTo>
                  <a:lnTo>
                    <a:pt x="689268" y="735808"/>
                  </a:lnTo>
                  <a:lnTo>
                    <a:pt x="689936" y="735808"/>
                  </a:lnTo>
                  <a:lnTo>
                    <a:pt x="690604" y="749414"/>
                  </a:lnTo>
                  <a:lnTo>
                    <a:pt x="691272" y="756741"/>
                  </a:lnTo>
                  <a:lnTo>
                    <a:pt x="691940" y="756741"/>
                  </a:lnTo>
                  <a:lnTo>
                    <a:pt x="692608" y="756741"/>
                  </a:lnTo>
                  <a:lnTo>
                    <a:pt x="693276" y="756741"/>
                  </a:lnTo>
                  <a:lnTo>
                    <a:pt x="693944" y="756741"/>
                  </a:lnTo>
                  <a:lnTo>
                    <a:pt x="694612" y="756741"/>
                  </a:lnTo>
                  <a:lnTo>
                    <a:pt x="695280" y="777674"/>
                  </a:lnTo>
                  <a:lnTo>
                    <a:pt x="695948" y="797561"/>
                  </a:lnTo>
                  <a:lnTo>
                    <a:pt x="696616" y="798608"/>
                  </a:lnTo>
                  <a:lnTo>
                    <a:pt x="697284" y="798608"/>
                  </a:lnTo>
                  <a:lnTo>
                    <a:pt x="697952" y="794421"/>
                  </a:lnTo>
                  <a:lnTo>
                    <a:pt x="698620" y="777674"/>
                  </a:lnTo>
                  <a:lnTo>
                    <a:pt x="699288" y="777674"/>
                  </a:lnTo>
                  <a:lnTo>
                    <a:pt x="699956" y="777674"/>
                  </a:lnTo>
                  <a:lnTo>
                    <a:pt x="700624" y="777674"/>
                  </a:lnTo>
                  <a:lnTo>
                    <a:pt x="701292" y="777674"/>
                  </a:lnTo>
                  <a:lnTo>
                    <a:pt x="701960" y="777674"/>
                  </a:lnTo>
                  <a:lnTo>
                    <a:pt x="702351" y="79902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4461288" y="3836625"/>
              <a:ext cx="21352" cy="187773"/>
            </a:xfrm>
            <a:custGeom>
              <a:avLst/>
              <a:pathLst>
                <a:path w="21352" h="187773">
                  <a:moveTo>
                    <a:pt x="0" y="187773"/>
                  </a:moveTo>
                  <a:lnTo>
                    <a:pt x="634" y="142161"/>
                  </a:lnTo>
                  <a:lnTo>
                    <a:pt x="1302" y="105563"/>
                  </a:lnTo>
                  <a:lnTo>
                    <a:pt x="1970" y="99463"/>
                  </a:lnTo>
                  <a:lnTo>
                    <a:pt x="2638" y="84976"/>
                  </a:lnTo>
                  <a:lnTo>
                    <a:pt x="3306" y="68965"/>
                  </a:lnTo>
                  <a:lnTo>
                    <a:pt x="3974" y="68965"/>
                  </a:lnTo>
                  <a:lnTo>
                    <a:pt x="4642" y="72014"/>
                  </a:lnTo>
                  <a:lnTo>
                    <a:pt x="5310" y="84214"/>
                  </a:lnTo>
                  <a:lnTo>
                    <a:pt x="5978" y="84214"/>
                  </a:lnTo>
                  <a:lnTo>
                    <a:pt x="6646" y="84214"/>
                  </a:lnTo>
                  <a:lnTo>
                    <a:pt x="7314" y="84214"/>
                  </a:lnTo>
                  <a:lnTo>
                    <a:pt x="7982" y="84214"/>
                  </a:lnTo>
                  <a:lnTo>
                    <a:pt x="8650" y="84214"/>
                  </a:lnTo>
                  <a:lnTo>
                    <a:pt x="9318" y="57427"/>
                  </a:lnTo>
                  <a:lnTo>
                    <a:pt x="9986" y="0"/>
                  </a:lnTo>
                  <a:lnTo>
                    <a:pt x="10654" y="58613"/>
                  </a:lnTo>
                  <a:lnTo>
                    <a:pt x="11322" y="95246"/>
                  </a:lnTo>
                  <a:lnTo>
                    <a:pt x="11990" y="103620"/>
                  </a:lnTo>
                  <a:lnTo>
                    <a:pt x="12658" y="123506"/>
                  </a:lnTo>
                  <a:lnTo>
                    <a:pt x="13326" y="145486"/>
                  </a:lnTo>
                  <a:lnTo>
                    <a:pt x="13994" y="145486"/>
                  </a:lnTo>
                  <a:lnTo>
                    <a:pt x="14662" y="145486"/>
                  </a:lnTo>
                  <a:lnTo>
                    <a:pt x="15330" y="145486"/>
                  </a:lnTo>
                  <a:lnTo>
                    <a:pt x="15998" y="145486"/>
                  </a:lnTo>
                  <a:lnTo>
                    <a:pt x="16666" y="145486"/>
                  </a:lnTo>
                  <a:lnTo>
                    <a:pt x="17335" y="145486"/>
                  </a:lnTo>
                  <a:lnTo>
                    <a:pt x="18003" y="145486"/>
                  </a:lnTo>
                  <a:lnTo>
                    <a:pt x="18671" y="145486"/>
                  </a:lnTo>
                  <a:lnTo>
                    <a:pt x="19339" y="163280"/>
                  </a:lnTo>
                  <a:lnTo>
                    <a:pt x="20007" y="166420"/>
                  </a:lnTo>
                  <a:lnTo>
                    <a:pt x="20675" y="173747"/>
                  </a:lnTo>
                  <a:lnTo>
                    <a:pt x="21343" y="187353"/>
                  </a:lnTo>
                  <a:lnTo>
                    <a:pt x="21352" y="18777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4494889" y="3922452"/>
              <a:ext cx="49879" cy="101947"/>
            </a:xfrm>
            <a:custGeom>
              <a:avLst/>
              <a:pathLst>
                <a:path w="49879" h="101947">
                  <a:moveTo>
                    <a:pt x="0" y="101947"/>
                  </a:moveTo>
                  <a:lnTo>
                    <a:pt x="435" y="77630"/>
                  </a:lnTo>
                  <a:lnTo>
                    <a:pt x="1103" y="70016"/>
                  </a:lnTo>
                  <a:lnTo>
                    <a:pt x="1771" y="64347"/>
                  </a:lnTo>
                  <a:lnTo>
                    <a:pt x="2439" y="17793"/>
                  </a:lnTo>
                  <a:lnTo>
                    <a:pt x="3107" y="17793"/>
                  </a:lnTo>
                  <a:lnTo>
                    <a:pt x="3775" y="23026"/>
                  </a:lnTo>
                  <a:lnTo>
                    <a:pt x="4443" y="76556"/>
                  </a:lnTo>
                  <a:lnTo>
                    <a:pt x="5111" y="67660"/>
                  </a:lnTo>
                  <a:lnTo>
                    <a:pt x="5779" y="55091"/>
                  </a:lnTo>
                  <a:lnTo>
                    <a:pt x="6447" y="38594"/>
                  </a:lnTo>
                  <a:lnTo>
                    <a:pt x="7115" y="22431"/>
                  </a:lnTo>
                  <a:lnTo>
                    <a:pt x="7783" y="38945"/>
                  </a:lnTo>
                  <a:lnTo>
                    <a:pt x="8451" y="24892"/>
                  </a:lnTo>
                  <a:lnTo>
                    <a:pt x="9119" y="20816"/>
                  </a:lnTo>
                  <a:lnTo>
                    <a:pt x="9787" y="20816"/>
                  </a:lnTo>
                  <a:lnTo>
                    <a:pt x="10455" y="29918"/>
                  </a:lnTo>
                  <a:lnTo>
                    <a:pt x="11123" y="32952"/>
                  </a:lnTo>
                  <a:lnTo>
                    <a:pt x="11791" y="32952"/>
                  </a:lnTo>
                  <a:lnTo>
                    <a:pt x="12459" y="32952"/>
                  </a:lnTo>
                  <a:lnTo>
                    <a:pt x="13127" y="32952"/>
                  </a:lnTo>
                  <a:lnTo>
                    <a:pt x="13795" y="32952"/>
                  </a:lnTo>
                  <a:lnTo>
                    <a:pt x="14463" y="38095"/>
                  </a:lnTo>
                  <a:lnTo>
                    <a:pt x="15131" y="58498"/>
                  </a:lnTo>
                  <a:lnTo>
                    <a:pt x="15799" y="78901"/>
                  </a:lnTo>
                  <a:lnTo>
                    <a:pt x="16467" y="69300"/>
                  </a:lnTo>
                  <a:lnTo>
                    <a:pt x="17135" y="69478"/>
                  </a:lnTo>
                  <a:lnTo>
                    <a:pt x="17803" y="55876"/>
                  </a:lnTo>
                  <a:lnTo>
                    <a:pt x="18471" y="78712"/>
                  </a:lnTo>
                  <a:lnTo>
                    <a:pt x="19139" y="38726"/>
                  </a:lnTo>
                  <a:lnTo>
                    <a:pt x="19807" y="38726"/>
                  </a:lnTo>
                  <a:lnTo>
                    <a:pt x="20475" y="38726"/>
                  </a:lnTo>
                  <a:lnTo>
                    <a:pt x="21143" y="64924"/>
                  </a:lnTo>
                  <a:lnTo>
                    <a:pt x="21811" y="86925"/>
                  </a:lnTo>
                  <a:lnTo>
                    <a:pt x="22479" y="83262"/>
                  </a:lnTo>
                  <a:lnTo>
                    <a:pt x="23148" y="83474"/>
                  </a:lnTo>
                  <a:lnTo>
                    <a:pt x="23816" y="99398"/>
                  </a:lnTo>
                  <a:lnTo>
                    <a:pt x="24484" y="92717"/>
                  </a:lnTo>
                  <a:lnTo>
                    <a:pt x="25152" y="68203"/>
                  </a:lnTo>
                  <a:lnTo>
                    <a:pt x="25820" y="67073"/>
                  </a:lnTo>
                  <a:lnTo>
                    <a:pt x="26488" y="60380"/>
                  </a:lnTo>
                  <a:lnTo>
                    <a:pt x="27156" y="55087"/>
                  </a:lnTo>
                  <a:lnTo>
                    <a:pt x="27824" y="49793"/>
                  </a:lnTo>
                  <a:lnTo>
                    <a:pt x="28492" y="50456"/>
                  </a:lnTo>
                  <a:lnTo>
                    <a:pt x="29160" y="43742"/>
                  </a:lnTo>
                  <a:lnTo>
                    <a:pt x="29828" y="32621"/>
                  </a:lnTo>
                  <a:lnTo>
                    <a:pt x="30496" y="29264"/>
                  </a:lnTo>
                  <a:lnTo>
                    <a:pt x="31164" y="21710"/>
                  </a:lnTo>
                  <a:lnTo>
                    <a:pt x="31832" y="26746"/>
                  </a:lnTo>
                  <a:lnTo>
                    <a:pt x="32500" y="36188"/>
                  </a:lnTo>
                  <a:lnTo>
                    <a:pt x="33168" y="41191"/>
                  </a:lnTo>
                  <a:lnTo>
                    <a:pt x="33836" y="28643"/>
                  </a:lnTo>
                  <a:lnTo>
                    <a:pt x="34504" y="31020"/>
                  </a:lnTo>
                  <a:lnTo>
                    <a:pt x="35172" y="55533"/>
                  </a:lnTo>
                  <a:lnTo>
                    <a:pt x="35840" y="41599"/>
                  </a:lnTo>
                  <a:lnTo>
                    <a:pt x="36508" y="57721"/>
                  </a:lnTo>
                  <a:lnTo>
                    <a:pt x="37176" y="74219"/>
                  </a:lnTo>
                  <a:lnTo>
                    <a:pt x="37844" y="58608"/>
                  </a:lnTo>
                  <a:lnTo>
                    <a:pt x="38512" y="34166"/>
                  </a:lnTo>
                  <a:lnTo>
                    <a:pt x="39180" y="48915"/>
                  </a:lnTo>
                  <a:lnTo>
                    <a:pt x="39848" y="44093"/>
                  </a:lnTo>
                  <a:lnTo>
                    <a:pt x="40516" y="0"/>
                  </a:lnTo>
                  <a:lnTo>
                    <a:pt x="41184" y="58613"/>
                  </a:lnTo>
                  <a:lnTo>
                    <a:pt x="41852" y="59660"/>
                  </a:lnTo>
                  <a:lnTo>
                    <a:pt x="42520" y="65940"/>
                  </a:lnTo>
                  <a:lnTo>
                    <a:pt x="43188" y="80593"/>
                  </a:lnTo>
                  <a:lnTo>
                    <a:pt x="43856" y="80593"/>
                  </a:lnTo>
                  <a:lnTo>
                    <a:pt x="44524" y="80593"/>
                  </a:lnTo>
                  <a:lnTo>
                    <a:pt x="45192" y="80593"/>
                  </a:lnTo>
                  <a:lnTo>
                    <a:pt x="45860" y="88966"/>
                  </a:lnTo>
                  <a:lnTo>
                    <a:pt x="46528" y="101526"/>
                  </a:lnTo>
                  <a:lnTo>
                    <a:pt x="47196" y="101526"/>
                  </a:lnTo>
                  <a:lnTo>
                    <a:pt x="47865" y="101526"/>
                  </a:lnTo>
                  <a:lnTo>
                    <a:pt x="48533" y="101526"/>
                  </a:lnTo>
                  <a:lnTo>
                    <a:pt x="49201" y="101526"/>
                  </a:lnTo>
                  <a:lnTo>
                    <a:pt x="49869" y="101526"/>
                  </a:lnTo>
                  <a:lnTo>
                    <a:pt x="49879" y="10194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554237" y="3697418"/>
              <a:ext cx="40246" cy="326980"/>
            </a:xfrm>
            <a:custGeom>
              <a:avLst/>
              <a:pathLst>
                <a:path w="40246" h="326980">
                  <a:moveTo>
                    <a:pt x="0" y="326980"/>
                  </a:moveTo>
                  <a:lnTo>
                    <a:pt x="541" y="313392"/>
                  </a:lnTo>
                  <a:lnTo>
                    <a:pt x="1209" y="296530"/>
                  </a:lnTo>
                  <a:lnTo>
                    <a:pt x="1877" y="279339"/>
                  </a:lnTo>
                  <a:lnTo>
                    <a:pt x="2545" y="279339"/>
                  </a:lnTo>
                  <a:lnTo>
                    <a:pt x="3213" y="269683"/>
                  </a:lnTo>
                  <a:lnTo>
                    <a:pt x="3881" y="210380"/>
                  </a:lnTo>
                  <a:lnTo>
                    <a:pt x="4549" y="189447"/>
                  </a:lnTo>
                  <a:lnTo>
                    <a:pt x="5217" y="150720"/>
                  </a:lnTo>
                  <a:lnTo>
                    <a:pt x="5885" y="107806"/>
                  </a:lnTo>
                  <a:lnTo>
                    <a:pt x="6553" y="75360"/>
                  </a:lnTo>
                  <a:lnTo>
                    <a:pt x="7221" y="27213"/>
                  </a:lnTo>
                  <a:lnTo>
                    <a:pt x="7889" y="12560"/>
                  </a:lnTo>
                  <a:lnTo>
                    <a:pt x="8557" y="0"/>
                  </a:lnTo>
                  <a:lnTo>
                    <a:pt x="9225" y="12560"/>
                  </a:lnTo>
                  <a:lnTo>
                    <a:pt x="9893" y="12560"/>
                  </a:lnTo>
                  <a:lnTo>
                    <a:pt x="10561" y="35586"/>
                  </a:lnTo>
                  <a:lnTo>
                    <a:pt x="11229" y="57566"/>
                  </a:lnTo>
                  <a:lnTo>
                    <a:pt x="11897" y="75360"/>
                  </a:lnTo>
                  <a:lnTo>
                    <a:pt x="12565" y="62800"/>
                  </a:lnTo>
                  <a:lnTo>
                    <a:pt x="13233" y="59660"/>
                  </a:lnTo>
                  <a:lnTo>
                    <a:pt x="13901" y="75360"/>
                  </a:lnTo>
                  <a:lnTo>
                    <a:pt x="14569" y="107806"/>
                  </a:lnTo>
                  <a:lnTo>
                    <a:pt x="15237" y="146533"/>
                  </a:lnTo>
                  <a:lnTo>
                    <a:pt x="15905" y="174793"/>
                  </a:lnTo>
                  <a:lnTo>
                    <a:pt x="16573" y="200960"/>
                  </a:lnTo>
                  <a:lnTo>
                    <a:pt x="17241" y="249107"/>
                  </a:lnTo>
                  <a:lnTo>
                    <a:pt x="17909" y="263760"/>
                  </a:lnTo>
                  <a:lnTo>
                    <a:pt x="18577" y="282600"/>
                  </a:lnTo>
                  <a:lnTo>
                    <a:pt x="19245" y="284693"/>
                  </a:lnTo>
                  <a:lnTo>
                    <a:pt x="19913" y="284693"/>
                  </a:lnTo>
                  <a:lnTo>
                    <a:pt x="20581" y="284693"/>
                  </a:lnTo>
                  <a:lnTo>
                    <a:pt x="21250" y="284693"/>
                  </a:lnTo>
                  <a:lnTo>
                    <a:pt x="21918" y="284693"/>
                  </a:lnTo>
                  <a:lnTo>
                    <a:pt x="22586" y="293067"/>
                  </a:lnTo>
                  <a:lnTo>
                    <a:pt x="23254" y="322399"/>
                  </a:lnTo>
                  <a:lnTo>
                    <a:pt x="23922" y="303691"/>
                  </a:lnTo>
                  <a:lnTo>
                    <a:pt x="24590" y="293568"/>
                  </a:lnTo>
                  <a:lnTo>
                    <a:pt x="25258" y="272219"/>
                  </a:lnTo>
                  <a:lnTo>
                    <a:pt x="25926" y="264594"/>
                  </a:lnTo>
                  <a:lnTo>
                    <a:pt x="26594" y="269169"/>
                  </a:lnTo>
                  <a:lnTo>
                    <a:pt x="27262" y="269169"/>
                  </a:lnTo>
                  <a:lnTo>
                    <a:pt x="27930" y="255444"/>
                  </a:lnTo>
                  <a:lnTo>
                    <a:pt x="28598" y="253920"/>
                  </a:lnTo>
                  <a:lnTo>
                    <a:pt x="29266" y="250870"/>
                  </a:lnTo>
                  <a:lnTo>
                    <a:pt x="29934" y="237908"/>
                  </a:lnTo>
                  <a:lnTo>
                    <a:pt x="30602" y="223421"/>
                  </a:lnTo>
                  <a:lnTo>
                    <a:pt x="31270" y="223421"/>
                  </a:lnTo>
                  <a:lnTo>
                    <a:pt x="31938" y="223421"/>
                  </a:lnTo>
                  <a:lnTo>
                    <a:pt x="32606" y="226471"/>
                  </a:lnTo>
                  <a:lnTo>
                    <a:pt x="33274" y="237498"/>
                  </a:lnTo>
                  <a:lnTo>
                    <a:pt x="33942" y="249835"/>
                  </a:lnTo>
                  <a:lnTo>
                    <a:pt x="34610" y="209333"/>
                  </a:lnTo>
                  <a:lnTo>
                    <a:pt x="35278" y="238640"/>
                  </a:lnTo>
                  <a:lnTo>
                    <a:pt x="35946" y="263760"/>
                  </a:lnTo>
                  <a:lnTo>
                    <a:pt x="36614" y="263760"/>
                  </a:lnTo>
                  <a:lnTo>
                    <a:pt x="37282" y="263760"/>
                  </a:lnTo>
                  <a:lnTo>
                    <a:pt x="37950" y="282600"/>
                  </a:lnTo>
                  <a:lnTo>
                    <a:pt x="38618" y="284693"/>
                  </a:lnTo>
                  <a:lnTo>
                    <a:pt x="39286" y="288880"/>
                  </a:lnTo>
                  <a:lnTo>
                    <a:pt x="39954" y="306674"/>
                  </a:lnTo>
                  <a:lnTo>
                    <a:pt x="40246" y="32698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597211" y="3730911"/>
              <a:ext cx="28801" cy="293487"/>
            </a:xfrm>
            <a:custGeom>
              <a:avLst/>
              <a:pathLst>
                <a:path w="28801" h="293487">
                  <a:moveTo>
                    <a:pt x="0" y="293487"/>
                  </a:moveTo>
                  <a:lnTo>
                    <a:pt x="321" y="285236"/>
                  </a:lnTo>
                  <a:lnTo>
                    <a:pt x="989" y="273036"/>
                  </a:lnTo>
                  <a:lnTo>
                    <a:pt x="1657" y="258549"/>
                  </a:lnTo>
                  <a:lnTo>
                    <a:pt x="2325" y="250925"/>
                  </a:lnTo>
                  <a:lnTo>
                    <a:pt x="2993" y="284844"/>
                  </a:lnTo>
                  <a:lnTo>
                    <a:pt x="3661" y="262641"/>
                  </a:lnTo>
                  <a:lnTo>
                    <a:pt x="4329" y="260900"/>
                  </a:lnTo>
                  <a:lnTo>
                    <a:pt x="4997" y="246944"/>
                  </a:lnTo>
                  <a:lnTo>
                    <a:pt x="5665" y="232987"/>
                  </a:lnTo>
                  <a:lnTo>
                    <a:pt x="6333" y="224492"/>
                  </a:lnTo>
                  <a:lnTo>
                    <a:pt x="7001" y="224492"/>
                  </a:lnTo>
                  <a:lnTo>
                    <a:pt x="7669" y="221234"/>
                  </a:lnTo>
                  <a:lnTo>
                    <a:pt x="8337" y="221834"/>
                  </a:lnTo>
                  <a:lnTo>
                    <a:pt x="9005" y="199630"/>
                  </a:lnTo>
                  <a:lnTo>
                    <a:pt x="9673" y="166305"/>
                  </a:lnTo>
                  <a:lnTo>
                    <a:pt x="10341" y="109869"/>
                  </a:lnTo>
                  <a:lnTo>
                    <a:pt x="11009" y="104531"/>
                  </a:lnTo>
                  <a:lnTo>
                    <a:pt x="11677" y="106056"/>
                  </a:lnTo>
                  <a:lnTo>
                    <a:pt x="12345" y="109106"/>
                  </a:lnTo>
                  <a:lnTo>
                    <a:pt x="13013" y="91092"/>
                  </a:lnTo>
                  <a:lnTo>
                    <a:pt x="13681" y="108050"/>
                  </a:lnTo>
                  <a:lnTo>
                    <a:pt x="14349" y="0"/>
                  </a:lnTo>
                  <a:lnTo>
                    <a:pt x="15017" y="10466"/>
                  </a:lnTo>
                  <a:lnTo>
                    <a:pt x="15685" y="24073"/>
                  </a:lnTo>
                  <a:lnTo>
                    <a:pt x="16353" y="14653"/>
                  </a:lnTo>
                  <a:lnTo>
                    <a:pt x="17021" y="0"/>
                  </a:lnTo>
                  <a:lnTo>
                    <a:pt x="17689" y="6280"/>
                  </a:lnTo>
                  <a:lnTo>
                    <a:pt x="18357" y="102685"/>
                  </a:lnTo>
                  <a:lnTo>
                    <a:pt x="19025" y="125656"/>
                  </a:lnTo>
                  <a:lnTo>
                    <a:pt x="19693" y="167972"/>
                  </a:lnTo>
                  <a:lnTo>
                    <a:pt x="20361" y="189927"/>
                  </a:lnTo>
                  <a:lnTo>
                    <a:pt x="21029" y="194502"/>
                  </a:lnTo>
                  <a:lnTo>
                    <a:pt x="21697" y="205177"/>
                  </a:lnTo>
                  <a:lnTo>
                    <a:pt x="22365" y="209751"/>
                  </a:lnTo>
                  <a:lnTo>
                    <a:pt x="23033" y="215851"/>
                  </a:lnTo>
                  <a:lnTo>
                    <a:pt x="23701" y="207464"/>
                  </a:lnTo>
                  <a:lnTo>
                    <a:pt x="24370" y="220426"/>
                  </a:lnTo>
                  <a:lnTo>
                    <a:pt x="25038" y="223476"/>
                  </a:lnTo>
                  <a:lnTo>
                    <a:pt x="25706" y="258526"/>
                  </a:lnTo>
                  <a:lnTo>
                    <a:pt x="26374" y="274043"/>
                  </a:lnTo>
                  <a:lnTo>
                    <a:pt x="27042" y="274643"/>
                  </a:lnTo>
                  <a:lnTo>
                    <a:pt x="27710" y="278497"/>
                  </a:lnTo>
                  <a:lnTo>
                    <a:pt x="28378" y="286645"/>
                  </a:lnTo>
                  <a:lnTo>
                    <a:pt x="28801" y="2934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626324" y="3700558"/>
              <a:ext cx="120499" cy="323840"/>
            </a:xfrm>
            <a:custGeom>
              <a:avLst/>
              <a:pathLst>
                <a:path w="120499" h="323840">
                  <a:moveTo>
                    <a:pt x="0" y="323840"/>
                  </a:moveTo>
                  <a:lnTo>
                    <a:pt x="601" y="288140"/>
                  </a:lnTo>
                  <a:lnTo>
                    <a:pt x="1269" y="269841"/>
                  </a:lnTo>
                  <a:lnTo>
                    <a:pt x="1937" y="256117"/>
                  </a:lnTo>
                  <a:lnTo>
                    <a:pt x="2605" y="227906"/>
                  </a:lnTo>
                  <a:lnTo>
                    <a:pt x="3273" y="197407"/>
                  </a:lnTo>
                  <a:lnTo>
                    <a:pt x="3941" y="194357"/>
                  </a:lnTo>
                  <a:lnTo>
                    <a:pt x="4609" y="205032"/>
                  </a:lnTo>
                  <a:lnTo>
                    <a:pt x="5277" y="205032"/>
                  </a:lnTo>
                  <a:lnTo>
                    <a:pt x="5945" y="184445"/>
                  </a:lnTo>
                  <a:lnTo>
                    <a:pt x="6613" y="167660"/>
                  </a:lnTo>
                  <a:lnTo>
                    <a:pt x="7281" y="149725"/>
                  </a:lnTo>
                  <a:lnTo>
                    <a:pt x="7949" y="128202"/>
                  </a:lnTo>
                  <a:lnTo>
                    <a:pt x="8617" y="30353"/>
                  </a:lnTo>
                  <a:lnTo>
                    <a:pt x="9285" y="25120"/>
                  </a:lnTo>
                  <a:lnTo>
                    <a:pt x="9953" y="9420"/>
                  </a:lnTo>
                  <a:lnTo>
                    <a:pt x="10621" y="0"/>
                  </a:lnTo>
                  <a:lnTo>
                    <a:pt x="11289" y="25120"/>
                  </a:lnTo>
                  <a:lnTo>
                    <a:pt x="11957" y="61753"/>
                  </a:lnTo>
                  <a:lnTo>
                    <a:pt x="12625" y="94200"/>
                  </a:lnTo>
                  <a:lnTo>
                    <a:pt x="13293" y="124553"/>
                  </a:lnTo>
                  <a:lnTo>
                    <a:pt x="13961" y="135020"/>
                  </a:lnTo>
                  <a:lnTo>
                    <a:pt x="14629" y="135020"/>
                  </a:lnTo>
                  <a:lnTo>
                    <a:pt x="15297" y="135020"/>
                  </a:lnTo>
                  <a:lnTo>
                    <a:pt x="15965" y="172700"/>
                  </a:lnTo>
                  <a:lnTo>
                    <a:pt x="16633" y="205147"/>
                  </a:lnTo>
                  <a:lnTo>
                    <a:pt x="17302" y="273031"/>
                  </a:lnTo>
                  <a:lnTo>
                    <a:pt x="17970" y="290339"/>
                  </a:lnTo>
                  <a:lnTo>
                    <a:pt x="18638" y="291910"/>
                  </a:lnTo>
                  <a:lnTo>
                    <a:pt x="19306" y="288768"/>
                  </a:lnTo>
                  <a:lnTo>
                    <a:pt x="19974" y="283566"/>
                  </a:lnTo>
                  <a:lnTo>
                    <a:pt x="20642" y="274416"/>
                  </a:lnTo>
                  <a:lnTo>
                    <a:pt x="21310" y="256117"/>
                  </a:lnTo>
                  <a:lnTo>
                    <a:pt x="21978" y="250780"/>
                  </a:lnTo>
                  <a:lnTo>
                    <a:pt x="22646" y="255354"/>
                  </a:lnTo>
                  <a:lnTo>
                    <a:pt x="23314" y="248492"/>
                  </a:lnTo>
                  <a:lnTo>
                    <a:pt x="23982" y="221043"/>
                  </a:lnTo>
                  <a:lnTo>
                    <a:pt x="24650" y="205032"/>
                  </a:lnTo>
                  <a:lnTo>
                    <a:pt x="25318" y="197407"/>
                  </a:lnTo>
                  <a:lnTo>
                    <a:pt x="25986" y="242710"/>
                  </a:lnTo>
                  <a:lnTo>
                    <a:pt x="26654" y="265666"/>
                  </a:lnTo>
                  <a:lnTo>
                    <a:pt x="27322" y="267202"/>
                  </a:lnTo>
                  <a:lnTo>
                    <a:pt x="27990" y="274885"/>
                  </a:lnTo>
                  <a:lnTo>
                    <a:pt x="28658" y="274373"/>
                  </a:lnTo>
                  <a:lnTo>
                    <a:pt x="29326" y="260032"/>
                  </a:lnTo>
                  <a:lnTo>
                    <a:pt x="29994" y="228754"/>
                  </a:lnTo>
                  <a:lnTo>
                    <a:pt x="30662" y="248171"/>
                  </a:lnTo>
                  <a:lnTo>
                    <a:pt x="31330" y="262734"/>
                  </a:lnTo>
                  <a:lnTo>
                    <a:pt x="31998" y="266982"/>
                  </a:lnTo>
                  <a:lnTo>
                    <a:pt x="32666" y="268802"/>
                  </a:lnTo>
                  <a:lnTo>
                    <a:pt x="33334" y="280938"/>
                  </a:lnTo>
                  <a:lnTo>
                    <a:pt x="34002" y="302783"/>
                  </a:lnTo>
                  <a:lnTo>
                    <a:pt x="34670" y="315525"/>
                  </a:lnTo>
                  <a:lnTo>
                    <a:pt x="35338" y="322999"/>
                  </a:lnTo>
                  <a:lnTo>
                    <a:pt x="36006" y="296527"/>
                  </a:lnTo>
                  <a:lnTo>
                    <a:pt x="36674" y="296672"/>
                  </a:lnTo>
                  <a:lnTo>
                    <a:pt x="37342" y="239687"/>
                  </a:lnTo>
                  <a:lnTo>
                    <a:pt x="38010" y="237593"/>
                  </a:lnTo>
                  <a:lnTo>
                    <a:pt x="38678" y="219800"/>
                  </a:lnTo>
                  <a:lnTo>
                    <a:pt x="39346" y="258527"/>
                  </a:lnTo>
                  <a:lnTo>
                    <a:pt x="40014" y="281553"/>
                  </a:lnTo>
                  <a:lnTo>
                    <a:pt x="40682" y="281553"/>
                  </a:lnTo>
                  <a:lnTo>
                    <a:pt x="41350" y="281553"/>
                  </a:lnTo>
                  <a:lnTo>
                    <a:pt x="42019" y="281553"/>
                  </a:lnTo>
                  <a:lnTo>
                    <a:pt x="42687" y="323332"/>
                  </a:lnTo>
                  <a:lnTo>
                    <a:pt x="43355" y="323290"/>
                  </a:lnTo>
                  <a:lnTo>
                    <a:pt x="44023" y="306439"/>
                  </a:lnTo>
                  <a:lnTo>
                    <a:pt x="44691" y="296527"/>
                  </a:lnTo>
                  <a:lnTo>
                    <a:pt x="45359" y="296527"/>
                  </a:lnTo>
                  <a:lnTo>
                    <a:pt x="46027" y="296527"/>
                  </a:lnTo>
                  <a:lnTo>
                    <a:pt x="46695" y="288903"/>
                  </a:lnTo>
                  <a:lnTo>
                    <a:pt x="47363" y="291953"/>
                  </a:lnTo>
                  <a:lnTo>
                    <a:pt x="48031" y="281278"/>
                  </a:lnTo>
                  <a:lnTo>
                    <a:pt x="48699" y="272129"/>
                  </a:lnTo>
                  <a:lnTo>
                    <a:pt x="49367" y="266029"/>
                  </a:lnTo>
                  <a:lnTo>
                    <a:pt x="50035" y="266029"/>
                  </a:lnTo>
                  <a:lnTo>
                    <a:pt x="50703" y="266029"/>
                  </a:lnTo>
                  <a:lnTo>
                    <a:pt x="51371" y="266029"/>
                  </a:lnTo>
                  <a:lnTo>
                    <a:pt x="52039" y="266029"/>
                  </a:lnTo>
                  <a:lnTo>
                    <a:pt x="52707" y="260488"/>
                  </a:lnTo>
                  <a:lnTo>
                    <a:pt x="53375" y="256941"/>
                  </a:lnTo>
                  <a:lnTo>
                    <a:pt x="54043" y="186307"/>
                  </a:lnTo>
                  <a:lnTo>
                    <a:pt x="54711" y="183167"/>
                  </a:lnTo>
                  <a:lnTo>
                    <a:pt x="55379" y="176887"/>
                  </a:lnTo>
                  <a:lnTo>
                    <a:pt x="56047" y="176887"/>
                  </a:lnTo>
                  <a:lnTo>
                    <a:pt x="56715" y="194680"/>
                  </a:lnTo>
                  <a:lnTo>
                    <a:pt x="57383" y="204100"/>
                  </a:lnTo>
                  <a:lnTo>
                    <a:pt x="58051" y="202007"/>
                  </a:lnTo>
                  <a:lnTo>
                    <a:pt x="58719" y="231313"/>
                  </a:lnTo>
                  <a:lnTo>
                    <a:pt x="59387" y="217707"/>
                  </a:lnTo>
                  <a:lnTo>
                    <a:pt x="60055" y="177933"/>
                  </a:lnTo>
                  <a:lnTo>
                    <a:pt x="60723" y="176887"/>
                  </a:lnTo>
                  <a:lnTo>
                    <a:pt x="61391" y="176887"/>
                  </a:lnTo>
                  <a:lnTo>
                    <a:pt x="62059" y="160140"/>
                  </a:lnTo>
                  <a:lnTo>
                    <a:pt x="62727" y="139206"/>
                  </a:lnTo>
                  <a:lnTo>
                    <a:pt x="63395" y="124553"/>
                  </a:lnTo>
                  <a:lnTo>
                    <a:pt x="64063" y="143393"/>
                  </a:lnTo>
                  <a:lnTo>
                    <a:pt x="64731" y="145487"/>
                  </a:lnTo>
                  <a:lnTo>
                    <a:pt x="65399" y="118273"/>
                  </a:lnTo>
                  <a:lnTo>
                    <a:pt x="66068" y="93153"/>
                  </a:lnTo>
                  <a:lnTo>
                    <a:pt x="66736" y="69080"/>
                  </a:lnTo>
                  <a:lnTo>
                    <a:pt x="67404" y="141870"/>
                  </a:lnTo>
                  <a:lnTo>
                    <a:pt x="68072" y="148940"/>
                  </a:lnTo>
                  <a:lnTo>
                    <a:pt x="68740" y="159284"/>
                  </a:lnTo>
                  <a:lnTo>
                    <a:pt x="69408" y="175295"/>
                  </a:lnTo>
                  <a:lnTo>
                    <a:pt x="70076" y="204269"/>
                  </a:lnTo>
                  <a:lnTo>
                    <a:pt x="70744" y="231184"/>
                  </a:lnTo>
                  <a:lnTo>
                    <a:pt x="71412" y="208980"/>
                  </a:lnTo>
                  <a:lnTo>
                    <a:pt x="72080" y="203268"/>
                  </a:lnTo>
                  <a:lnTo>
                    <a:pt x="72748" y="203875"/>
                  </a:lnTo>
                  <a:lnTo>
                    <a:pt x="73416" y="207516"/>
                  </a:lnTo>
                  <a:lnTo>
                    <a:pt x="74084" y="212370"/>
                  </a:lnTo>
                  <a:lnTo>
                    <a:pt x="74752" y="199627"/>
                  </a:lnTo>
                  <a:lnTo>
                    <a:pt x="75420" y="203875"/>
                  </a:lnTo>
                  <a:lnTo>
                    <a:pt x="76088" y="218438"/>
                  </a:lnTo>
                  <a:lnTo>
                    <a:pt x="76756" y="232394"/>
                  </a:lnTo>
                  <a:lnTo>
                    <a:pt x="77424" y="251587"/>
                  </a:lnTo>
                  <a:lnTo>
                    <a:pt x="78092" y="256988"/>
                  </a:lnTo>
                  <a:lnTo>
                    <a:pt x="78760" y="193595"/>
                  </a:lnTo>
                  <a:lnTo>
                    <a:pt x="79428" y="177583"/>
                  </a:lnTo>
                  <a:lnTo>
                    <a:pt x="80096" y="174533"/>
                  </a:lnTo>
                  <a:lnTo>
                    <a:pt x="80764" y="200001"/>
                  </a:lnTo>
                  <a:lnTo>
                    <a:pt x="81432" y="229066"/>
                  </a:lnTo>
                  <a:lnTo>
                    <a:pt x="82100" y="224385"/>
                  </a:lnTo>
                  <a:lnTo>
                    <a:pt x="82768" y="176887"/>
                  </a:lnTo>
                  <a:lnTo>
                    <a:pt x="83436" y="185260"/>
                  </a:lnTo>
                  <a:lnTo>
                    <a:pt x="84104" y="197820"/>
                  </a:lnTo>
                  <a:lnTo>
                    <a:pt x="84772" y="234453"/>
                  </a:lnTo>
                  <a:lnTo>
                    <a:pt x="85440" y="260620"/>
                  </a:lnTo>
                  <a:lnTo>
                    <a:pt x="86108" y="260620"/>
                  </a:lnTo>
                  <a:lnTo>
                    <a:pt x="86776" y="260620"/>
                  </a:lnTo>
                  <a:lnTo>
                    <a:pt x="87444" y="260620"/>
                  </a:lnTo>
                  <a:lnTo>
                    <a:pt x="88112" y="260620"/>
                  </a:lnTo>
                  <a:lnTo>
                    <a:pt x="88780" y="276320"/>
                  </a:lnTo>
                  <a:lnTo>
                    <a:pt x="89448" y="298300"/>
                  </a:lnTo>
                  <a:lnTo>
                    <a:pt x="90116" y="302487"/>
                  </a:lnTo>
                  <a:lnTo>
                    <a:pt x="90785" y="302487"/>
                  </a:lnTo>
                  <a:lnTo>
                    <a:pt x="91453" y="302487"/>
                  </a:lnTo>
                  <a:lnTo>
                    <a:pt x="92121" y="320280"/>
                  </a:lnTo>
                  <a:lnTo>
                    <a:pt x="92789" y="323420"/>
                  </a:lnTo>
                  <a:lnTo>
                    <a:pt x="93457" y="323420"/>
                  </a:lnTo>
                  <a:lnTo>
                    <a:pt x="94125" y="323420"/>
                  </a:lnTo>
                  <a:lnTo>
                    <a:pt x="94793" y="323420"/>
                  </a:lnTo>
                  <a:lnTo>
                    <a:pt x="95461" y="323420"/>
                  </a:lnTo>
                  <a:lnTo>
                    <a:pt x="96129" y="323420"/>
                  </a:lnTo>
                  <a:lnTo>
                    <a:pt x="96797" y="323420"/>
                  </a:lnTo>
                  <a:lnTo>
                    <a:pt x="97465" y="323420"/>
                  </a:lnTo>
                  <a:lnTo>
                    <a:pt x="98133" y="323420"/>
                  </a:lnTo>
                  <a:lnTo>
                    <a:pt x="98801" y="323420"/>
                  </a:lnTo>
                  <a:lnTo>
                    <a:pt x="99469" y="323420"/>
                  </a:lnTo>
                  <a:lnTo>
                    <a:pt x="100137" y="323420"/>
                  </a:lnTo>
                  <a:lnTo>
                    <a:pt x="100805" y="323420"/>
                  </a:lnTo>
                  <a:lnTo>
                    <a:pt x="101473" y="323420"/>
                  </a:lnTo>
                  <a:lnTo>
                    <a:pt x="102141" y="322374"/>
                  </a:lnTo>
                  <a:lnTo>
                    <a:pt x="102809" y="302487"/>
                  </a:lnTo>
                  <a:lnTo>
                    <a:pt x="103477" y="280507"/>
                  </a:lnTo>
                  <a:lnTo>
                    <a:pt x="104145" y="260620"/>
                  </a:lnTo>
                  <a:lnTo>
                    <a:pt x="104813" y="260620"/>
                  </a:lnTo>
                  <a:lnTo>
                    <a:pt x="105481" y="260620"/>
                  </a:lnTo>
                  <a:lnTo>
                    <a:pt x="106149" y="260620"/>
                  </a:lnTo>
                  <a:lnTo>
                    <a:pt x="106817" y="257480"/>
                  </a:lnTo>
                  <a:lnTo>
                    <a:pt x="107485" y="239687"/>
                  </a:lnTo>
                  <a:lnTo>
                    <a:pt x="108153" y="239687"/>
                  </a:lnTo>
                  <a:lnTo>
                    <a:pt x="108821" y="239687"/>
                  </a:lnTo>
                  <a:lnTo>
                    <a:pt x="109489" y="226080"/>
                  </a:lnTo>
                  <a:lnTo>
                    <a:pt x="110157" y="218753"/>
                  </a:lnTo>
                  <a:lnTo>
                    <a:pt x="110825" y="218753"/>
                  </a:lnTo>
                  <a:lnTo>
                    <a:pt x="111493" y="218753"/>
                  </a:lnTo>
                  <a:lnTo>
                    <a:pt x="112161" y="213520"/>
                  </a:lnTo>
                  <a:lnTo>
                    <a:pt x="112829" y="218753"/>
                  </a:lnTo>
                  <a:lnTo>
                    <a:pt x="113497" y="222940"/>
                  </a:lnTo>
                  <a:lnTo>
                    <a:pt x="114165" y="239687"/>
                  </a:lnTo>
                  <a:lnTo>
                    <a:pt x="114833" y="239687"/>
                  </a:lnTo>
                  <a:lnTo>
                    <a:pt x="115502" y="239687"/>
                  </a:lnTo>
                  <a:lnTo>
                    <a:pt x="116170" y="239687"/>
                  </a:lnTo>
                  <a:lnTo>
                    <a:pt x="116838" y="242827"/>
                  </a:lnTo>
                  <a:lnTo>
                    <a:pt x="117506" y="260620"/>
                  </a:lnTo>
                  <a:lnTo>
                    <a:pt x="118174" y="260620"/>
                  </a:lnTo>
                  <a:lnTo>
                    <a:pt x="118842" y="302519"/>
                  </a:lnTo>
                  <a:lnTo>
                    <a:pt x="119510" y="314691"/>
                  </a:lnTo>
                  <a:lnTo>
                    <a:pt x="120178" y="311777"/>
                  </a:lnTo>
                  <a:lnTo>
                    <a:pt x="120499" y="3238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4757078" y="3875091"/>
              <a:ext cx="36862" cy="149307"/>
            </a:xfrm>
            <a:custGeom>
              <a:avLst/>
              <a:pathLst>
                <a:path w="36862" h="149307">
                  <a:moveTo>
                    <a:pt x="0" y="149307"/>
                  </a:moveTo>
                  <a:lnTo>
                    <a:pt x="112" y="148799"/>
                  </a:lnTo>
                  <a:lnTo>
                    <a:pt x="780" y="143097"/>
                  </a:lnTo>
                  <a:lnTo>
                    <a:pt x="1448" y="86087"/>
                  </a:lnTo>
                  <a:lnTo>
                    <a:pt x="2116" y="86087"/>
                  </a:lnTo>
                  <a:lnTo>
                    <a:pt x="2784" y="73527"/>
                  </a:lnTo>
                  <a:lnTo>
                    <a:pt x="3452" y="62013"/>
                  </a:lnTo>
                  <a:lnTo>
                    <a:pt x="4120" y="37940"/>
                  </a:lnTo>
                  <a:lnTo>
                    <a:pt x="4788" y="78885"/>
                  </a:lnTo>
                  <a:lnTo>
                    <a:pt x="5456" y="67887"/>
                  </a:lnTo>
                  <a:lnTo>
                    <a:pt x="6124" y="37360"/>
                  </a:lnTo>
                  <a:lnTo>
                    <a:pt x="6792" y="15249"/>
                  </a:lnTo>
                  <a:lnTo>
                    <a:pt x="7460" y="7624"/>
                  </a:lnTo>
                  <a:lnTo>
                    <a:pt x="8128" y="15249"/>
                  </a:lnTo>
                  <a:lnTo>
                    <a:pt x="8796" y="14486"/>
                  </a:lnTo>
                  <a:lnTo>
                    <a:pt x="9464" y="0"/>
                  </a:lnTo>
                  <a:lnTo>
                    <a:pt x="10132" y="0"/>
                  </a:lnTo>
                  <a:lnTo>
                    <a:pt x="10800" y="2287"/>
                  </a:lnTo>
                  <a:lnTo>
                    <a:pt x="11468" y="15249"/>
                  </a:lnTo>
                  <a:lnTo>
                    <a:pt x="12136" y="15249"/>
                  </a:lnTo>
                  <a:lnTo>
                    <a:pt x="12804" y="24398"/>
                  </a:lnTo>
                  <a:lnTo>
                    <a:pt x="13472" y="32786"/>
                  </a:lnTo>
                  <a:lnTo>
                    <a:pt x="14140" y="35073"/>
                  </a:lnTo>
                  <a:lnTo>
                    <a:pt x="14808" y="45892"/>
                  </a:lnTo>
                  <a:lnTo>
                    <a:pt x="15476" y="56889"/>
                  </a:lnTo>
                  <a:lnTo>
                    <a:pt x="16144" y="34800"/>
                  </a:lnTo>
                  <a:lnTo>
                    <a:pt x="16812" y="65153"/>
                  </a:lnTo>
                  <a:lnTo>
                    <a:pt x="17480" y="79807"/>
                  </a:lnTo>
                  <a:lnTo>
                    <a:pt x="18148" y="86087"/>
                  </a:lnTo>
                  <a:lnTo>
                    <a:pt x="18817" y="105973"/>
                  </a:lnTo>
                  <a:lnTo>
                    <a:pt x="19485" y="127953"/>
                  </a:lnTo>
                  <a:lnTo>
                    <a:pt x="20153" y="127953"/>
                  </a:lnTo>
                  <a:lnTo>
                    <a:pt x="20821" y="127953"/>
                  </a:lnTo>
                  <a:lnTo>
                    <a:pt x="21489" y="127953"/>
                  </a:lnTo>
                  <a:lnTo>
                    <a:pt x="22157" y="127953"/>
                  </a:lnTo>
                  <a:lnTo>
                    <a:pt x="22825" y="127953"/>
                  </a:lnTo>
                  <a:lnTo>
                    <a:pt x="23493" y="127953"/>
                  </a:lnTo>
                  <a:lnTo>
                    <a:pt x="24161" y="148887"/>
                  </a:lnTo>
                  <a:lnTo>
                    <a:pt x="24829" y="148887"/>
                  </a:lnTo>
                  <a:lnTo>
                    <a:pt x="25497" y="148887"/>
                  </a:lnTo>
                  <a:lnTo>
                    <a:pt x="26165" y="148887"/>
                  </a:lnTo>
                  <a:lnTo>
                    <a:pt x="26833" y="148887"/>
                  </a:lnTo>
                  <a:lnTo>
                    <a:pt x="27501" y="148887"/>
                  </a:lnTo>
                  <a:lnTo>
                    <a:pt x="28169" y="148887"/>
                  </a:lnTo>
                  <a:lnTo>
                    <a:pt x="28837" y="148887"/>
                  </a:lnTo>
                  <a:lnTo>
                    <a:pt x="29505" y="148887"/>
                  </a:lnTo>
                  <a:lnTo>
                    <a:pt x="30173" y="148887"/>
                  </a:lnTo>
                  <a:lnTo>
                    <a:pt x="30841" y="148887"/>
                  </a:lnTo>
                  <a:lnTo>
                    <a:pt x="31509" y="148887"/>
                  </a:lnTo>
                  <a:lnTo>
                    <a:pt x="32177" y="148887"/>
                  </a:lnTo>
                  <a:lnTo>
                    <a:pt x="32845" y="148887"/>
                  </a:lnTo>
                  <a:lnTo>
                    <a:pt x="33513" y="148887"/>
                  </a:lnTo>
                  <a:lnTo>
                    <a:pt x="34181" y="148887"/>
                  </a:lnTo>
                  <a:lnTo>
                    <a:pt x="34849" y="148887"/>
                  </a:lnTo>
                  <a:lnTo>
                    <a:pt x="35517" y="148887"/>
                  </a:lnTo>
                  <a:lnTo>
                    <a:pt x="36185" y="148887"/>
                  </a:lnTo>
                  <a:lnTo>
                    <a:pt x="36853" y="148887"/>
                  </a:lnTo>
                  <a:lnTo>
                    <a:pt x="36862" y="14930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805947" y="3876398"/>
              <a:ext cx="80462" cy="148000"/>
            </a:xfrm>
            <a:custGeom>
              <a:avLst/>
              <a:pathLst>
                <a:path w="80462" h="148000">
                  <a:moveTo>
                    <a:pt x="0" y="148000"/>
                  </a:moveTo>
                  <a:lnTo>
                    <a:pt x="9" y="147580"/>
                  </a:lnTo>
                  <a:lnTo>
                    <a:pt x="677" y="147580"/>
                  </a:lnTo>
                  <a:lnTo>
                    <a:pt x="1345" y="147580"/>
                  </a:lnTo>
                  <a:lnTo>
                    <a:pt x="2013" y="147580"/>
                  </a:lnTo>
                  <a:lnTo>
                    <a:pt x="2681" y="144440"/>
                  </a:lnTo>
                  <a:lnTo>
                    <a:pt x="3349" y="126646"/>
                  </a:lnTo>
                  <a:lnTo>
                    <a:pt x="4017" y="126646"/>
                  </a:lnTo>
                  <a:lnTo>
                    <a:pt x="4685" y="118273"/>
                  </a:lnTo>
                  <a:lnTo>
                    <a:pt x="5353" y="105713"/>
                  </a:lnTo>
                  <a:lnTo>
                    <a:pt x="6021" y="105713"/>
                  </a:lnTo>
                  <a:lnTo>
                    <a:pt x="6689" y="105713"/>
                  </a:lnTo>
                  <a:lnTo>
                    <a:pt x="7358" y="105713"/>
                  </a:lnTo>
                  <a:lnTo>
                    <a:pt x="8026" y="105713"/>
                  </a:lnTo>
                  <a:lnTo>
                    <a:pt x="8694" y="105713"/>
                  </a:lnTo>
                  <a:lnTo>
                    <a:pt x="9362" y="105713"/>
                  </a:lnTo>
                  <a:lnTo>
                    <a:pt x="10030" y="105713"/>
                  </a:lnTo>
                  <a:lnTo>
                    <a:pt x="10698" y="105713"/>
                  </a:lnTo>
                  <a:lnTo>
                    <a:pt x="11366" y="105713"/>
                  </a:lnTo>
                  <a:lnTo>
                    <a:pt x="12034" y="105713"/>
                  </a:lnTo>
                  <a:lnTo>
                    <a:pt x="12702" y="108853"/>
                  </a:lnTo>
                  <a:lnTo>
                    <a:pt x="13370" y="126646"/>
                  </a:lnTo>
                  <a:lnTo>
                    <a:pt x="14038" y="126646"/>
                  </a:lnTo>
                  <a:lnTo>
                    <a:pt x="14706" y="135020"/>
                  </a:lnTo>
                  <a:lnTo>
                    <a:pt x="15374" y="147580"/>
                  </a:lnTo>
                  <a:lnTo>
                    <a:pt x="16042" y="147580"/>
                  </a:lnTo>
                  <a:lnTo>
                    <a:pt x="16710" y="147580"/>
                  </a:lnTo>
                  <a:lnTo>
                    <a:pt x="17378" y="147580"/>
                  </a:lnTo>
                  <a:lnTo>
                    <a:pt x="18046" y="147580"/>
                  </a:lnTo>
                  <a:lnTo>
                    <a:pt x="18714" y="147580"/>
                  </a:lnTo>
                  <a:lnTo>
                    <a:pt x="19382" y="128740"/>
                  </a:lnTo>
                  <a:lnTo>
                    <a:pt x="20050" y="126646"/>
                  </a:lnTo>
                  <a:lnTo>
                    <a:pt x="20718" y="126646"/>
                  </a:lnTo>
                  <a:lnTo>
                    <a:pt x="21386" y="126646"/>
                  </a:lnTo>
                  <a:lnTo>
                    <a:pt x="22054" y="126646"/>
                  </a:lnTo>
                  <a:lnTo>
                    <a:pt x="22722" y="126646"/>
                  </a:lnTo>
                  <a:lnTo>
                    <a:pt x="23390" y="124553"/>
                  </a:lnTo>
                  <a:lnTo>
                    <a:pt x="24058" y="105713"/>
                  </a:lnTo>
                  <a:lnTo>
                    <a:pt x="24726" y="105713"/>
                  </a:lnTo>
                  <a:lnTo>
                    <a:pt x="25394" y="105713"/>
                  </a:lnTo>
                  <a:lnTo>
                    <a:pt x="26062" y="105713"/>
                  </a:lnTo>
                  <a:lnTo>
                    <a:pt x="26730" y="105713"/>
                  </a:lnTo>
                  <a:lnTo>
                    <a:pt x="27398" y="105713"/>
                  </a:lnTo>
                  <a:lnTo>
                    <a:pt x="28066" y="105713"/>
                  </a:lnTo>
                  <a:lnTo>
                    <a:pt x="28734" y="105713"/>
                  </a:lnTo>
                  <a:lnTo>
                    <a:pt x="29402" y="124553"/>
                  </a:lnTo>
                  <a:lnTo>
                    <a:pt x="30070" y="126646"/>
                  </a:lnTo>
                  <a:lnTo>
                    <a:pt x="30738" y="126646"/>
                  </a:lnTo>
                  <a:lnTo>
                    <a:pt x="31407" y="126646"/>
                  </a:lnTo>
                  <a:lnTo>
                    <a:pt x="32075" y="126646"/>
                  </a:lnTo>
                  <a:lnTo>
                    <a:pt x="32743" y="126646"/>
                  </a:lnTo>
                  <a:lnTo>
                    <a:pt x="33411" y="128740"/>
                  </a:lnTo>
                  <a:lnTo>
                    <a:pt x="34079" y="147580"/>
                  </a:lnTo>
                  <a:lnTo>
                    <a:pt x="34747" y="147580"/>
                  </a:lnTo>
                  <a:lnTo>
                    <a:pt x="35415" y="147580"/>
                  </a:lnTo>
                  <a:lnTo>
                    <a:pt x="36083" y="147580"/>
                  </a:lnTo>
                  <a:lnTo>
                    <a:pt x="36751" y="147580"/>
                  </a:lnTo>
                  <a:lnTo>
                    <a:pt x="37419" y="147580"/>
                  </a:lnTo>
                  <a:lnTo>
                    <a:pt x="38087" y="147580"/>
                  </a:lnTo>
                  <a:lnTo>
                    <a:pt x="38755" y="147580"/>
                  </a:lnTo>
                  <a:lnTo>
                    <a:pt x="39423" y="147580"/>
                  </a:lnTo>
                  <a:lnTo>
                    <a:pt x="40091" y="147580"/>
                  </a:lnTo>
                  <a:lnTo>
                    <a:pt x="40759" y="145486"/>
                  </a:lnTo>
                  <a:lnTo>
                    <a:pt x="41427" y="126646"/>
                  </a:lnTo>
                  <a:lnTo>
                    <a:pt x="42095" y="126646"/>
                  </a:lnTo>
                  <a:lnTo>
                    <a:pt x="42763" y="126646"/>
                  </a:lnTo>
                  <a:lnTo>
                    <a:pt x="43431" y="126646"/>
                  </a:lnTo>
                  <a:lnTo>
                    <a:pt x="44099" y="126646"/>
                  </a:lnTo>
                  <a:lnTo>
                    <a:pt x="44767" y="126646"/>
                  </a:lnTo>
                  <a:lnTo>
                    <a:pt x="45435" y="126646"/>
                  </a:lnTo>
                  <a:lnTo>
                    <a:pt x="46103" y="121413"/>
                  </a:lnTo>
                  <a:lnTo>
                    <a:pt x="46771" y="105713"/>
                  </a:lnTo>
                  <a:lnTo>
                    <a:pt x="47439" y="105713"/>
                  </a:lnTo>
                  <a:lnTo>
                    <a:pt x="48107" y="87920"/>
                  </a:lnTo>
                  <a:lnTo>
                    <a:pt x="48775" y="84780"/>
                  </a:lnTo>
                  <a:lnTo>
                    <a:pt x="49443" y="84780"/>
                  </a:lnTo>
                  <a:lnTo>
                    <a:pt x="50111" y="84780"/>
                  </a:lnTo>
                  <a:lnTo>
                    <a:pt x="50779" y="86873"/>
                  </a:lnTo>
                  <a:lnTo>
                    <a:pt x="51447" y="105713"/>
                  </a:lnTo>
                  <a:lnTo>
                    <a:pt x="52115" y="105713"/>
                  </a:lnTo>
                  <a:lnTo>
                    <a:pt x="52783" y="105713"/>
                  </a:lnTo>
                  <a:lnTo>
                    <a:pt x="53451" y="105713"/>
                  </a:lnTo>
                  <a:lnTo>
                    <a:pt x="54119" y="103620"/>
                  </a:lnTo>
                  <a:lnTo>
                    <a:pt x="54787" y="84780"/>
                  </a:lnTo>
                  <a:lnTo>
                    <a:pt x="55455" y="64893"/>
                  </a:lnTo>
                  <a:lnTo>
                    <a:pt x="56124" y="25120"/>
                  </a:lnTo>
                  <a:lnTo>
                    <a:pt x="56792" y="4186"/>
                  </a:lnTo>
                  <a:lnTo>
                    <a:pt x="57460" y="1046"/>
                  </a:lnTo>
                  <a:lnTo>
                    <a:pt x="58128" y="18840"/>
                  </a:lnTo>
                  <a:lnTo>
                    <a:pt x="58796" y="21980"/>
                  </a:lnTo>
                  <a:lnTo>
                    <a:pt x="59464" y="21980"/>
                  </a:lnTo>
                  <a:lnTo>
                    <a:pt x="60132" y="21980"/>
                  </a:lnTo>
                  <a:lnTo>
                    <a:pt x="60800" y="21980"/>
                  </a:lnTo>
                  <a:lnTo>
                    <a:pt x="61468" y="6280"/>
                  </a:lnTo>
                  <a:lnTo>
                    <a:pt x="62136" y="1046"/>
                  </a:lnTo>
                  <a:lnTo>
                    <a:pt x="62804" y="1046"/>
                  </a:lnTo>
                  <a:lnTo>
                    <a:pt x="63472" y="1046"/>
                  </a:lnTo>
                  <a:lnTo>
                    <a:pt x="64140" y="3140"/>
                  </a:lnTo>
                  <a:lnTo>
                    <a:pt x="64808" y="4186"/>
                  </a:lnTo>
                  <a:lnTo>
                    <a:pt x="65476" y="0"/>
                  </a:lnTo>
                  <a:lnTo>
                    <a:pt x="66144" y="45006"/>
                  </a:lnTo>
                  <a:lnTo>
                    <a:pt x="66812" y="81640"/>
                  </a:lnTo>
                  <a:lnTo>
                    <a:pt x="67480" y="84780"/>
                  </a:lnTo>
                  <a:lnTo>
                    <a:pt x="68148" y="84780"/>
                  </a:lnTo>
                  <a:lnTo>
                    <a:pt x="68816" y="84780"/>
                  </a:lnTo>
                  <a:lnTo>
                    <a:pt x="69484" y="84780"/>
                  </a:lnTo>
                  <a:lnTo>
                    <a:pt x="70152" y="84780"/>
                  </a:lnTo>
                  <a:lnTo>
                    <a:pt x="70820" y="63846"/>
                  </a:lnTo>
                  <a:lnTo>
                    <a:pt x="71488" y="79546"/>
                  </a:lnTo>
                  <a:lnTo>
                    <a:pt x="72156" y="84780"/>
                  </a:lnTo>
                  <a:lnTo>
                    <a:pt x="72824" y="84780"/>
                  </a:lnTo>
                  <a:lnTo>
                    <a:pt x="73492" y="84780"/>
                  </a:lnTo>
                  <a:lnTo>
                    <a:pt x="74160" y="84780"/>
                  </a:lnTo>
                  <a:lnTo>
                    <a:pt x="74828" y="102573"/>
                  </a:lnTo>
                  <a:lnTo>
                    <a:pt x="75496" y="126646"/>
                  </a:lnTo>
                  <a:lnTo>
                    <a:pt x="76164" y="126646"/>
                  </a:lnTo>
                  <a:lnTo>
                    <a:pt x="76832" y="126646"/>
                  </a:lnTo>
                  <a:lnTo>
                    <a:pt x="77500" y="126646"/>
                  </a:lnTo>
                  <a:lnTo>
                    <a:pt x="78168" y="126646"/>
                  </a:lnTo>
                  <a:lnTo>
                    <a:pt x="78836" y="126646"/>
                  </a:lnTo>
                  <a:lnTo>
                    <a:pt x="79504" y="126646"/>
                  </a:lnTo>
                  <a:lnTo>
                    <a:pt x="80172" y="126646"/>
                  </a:lnTo>
                  <a:lnTo>
                    <a:pt x="80462" y="14800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897712" y="3919312"/>
              <a:ext cx="125107" cy="105087"/>
            </a:xfrm>
            <a:custGeom>
              <a:avLst/>
              <a:pathLst>
                <a:path w="125107" h="105087">
                  <a:moveTo>
                    <a:pt x="0" y="105087"/>
                  </a:moveTo>
                  <a:lnTo>
                    <a:pt x="432" y="83733"/>
                  </a:lnTo>
                  <a:lnTo>
                    <a:pt x="1100" y="79546"/>
                  </a:lnTo>
                  <a:lnTo>
                    <a:pt x="1768" y="62800"/>
                  </a:lnTo>
                  <a:lnTo>
                    <a:pt x="2436" y="62800"/>
                  </a:lnTo>
                  <a:lnTo>
                    <a:pt x="3104" y="62800"/>
                  </a:lnTo>
                  <a:lnTo>
                    <a:pt x="3772" y="62800"/>
                  </a:lnTo>
                  <a:lnTo>
                    <a:pt x="4440" y="62800"/>
                  </a:lnTo>
                  <a:lnTo>
                    <a:pt x="5108" y="62800"/>
                  </a:lnTo>
                  <a:lnTo>
                    <a:pt x="5776" y="62800"/>
                  </a:lnTo>
                  <a:lnTo>
                    <a:pt x="6444" y="62800"/>
                  </a:lnTo>
                  <a:lnTo>
                    <a:pt x="7112" y="62800"/>
                  </a:lnTo>
                  <a:lnTo>
                    <a:pt x="7780" y="70126"/>
                  </a:lnTo>
                  <a:lnTo>
                    <a:pt x="8448" y="83733"/>
                  </a:lnTo>
                  <a:lnTo>
                    <a:pt x="9116" y="83733"/>
                  </a:lnTo>
                  <a:lnTo>
                    <a:pt x="9784" y="83733"/>
                  </a:lnTo>
                  <a:lnTo>
                    <a:pt x="10452" y="83733"/>
                  </a:lnTo>
                  <a:lnTo>
                    <a:pt x="11120" y="87920"/>
                  </a:lnTo>
                  <a:lnTo>
                    <a:pt x="11788" y="85826"/>
                  </a:lnTo>
                  <a:lnTo>
                    <a:pt x="12456" y="83733"/>
                  </a:lnTo>
                  <a:lnTo>
                    <a:pt x="13124" y="83733"/>
                  </a:lnTo>
                  <a:lnTo>
                    <a:pt x="13792" y="83733"/>
                  </a:lnTo>
                  <a:lnTo>
                    <a:pt x="14460" y="83733"/>
                  </a:lnTo>
                  <a:lnTo>
                    <a:pt x="15128" y="83733"/>
                  </a:lnTo>
                  <a:lnTo>
                    <a:pt x="15796" y="83733"/>
                  </a:lnTo>
                  <a:lnTo>
                    <a:pt x="16465" y="83733"/>
                  </a:lnTo>
                  <a:lnTo>
                    <a:pt x="17133" y="77453"/>
                  </a:lnTo>
                  <a:lnTo>
                    <a:pt x="17801" y="88340"/>
                  </a:lnTo>
                  <a:lnTo>
                    <a:pt x="18469" y="88867"/>
                  </a:lnTo>
                  <a:lnTo>
                    <a:pt x="19137" y="80770"/>
                  </a:lnTo>
                  <a:lnTo>
                    <a:pt x="19805" y="77774"/>
                  </a:lnTo>
                  <a:lnTo>
                    <a:pt x="20473" y="77774"/>
                  </a:lnTo>
                  <a:lnTo>
                    <a:pt x="21141" y="77774"/>
                  </a:lnTo>
                  <a:lnTo>
                    <a:pt x="21809" y="91498"/>
                  </a:lnTo>
                  <a:lnTo>
                    <a:pt x="22477" y="93023"/>
                  </a:lnTo>
                  <a:lnTo>
                    <a:pt x="23145" y="79299"/>
                  </a:lnTo>
                  <a:lnTo>
                    <a:pt x="23813" y="60999"/>
                  </a:lnTo>
                  <a:lnTo>
                    <a:pt x="24481" y="80241"/>
                  </a:lnTo>
                  <a:lnTo>
                    <a:pt x="25149" y="55509"/>
                  </a:lnTo>
                  <a:lnTo>
                    <a:pt x="25817" y="40340"/>
                  </a:lnTo>
                  <a:lnTo>
                    <a:pt x="26485" y="57733"/>
                  </a:lnTo>
                  <a:lnTo>
                    <a:pt x="27153" y="46266"/>
                  </a:lnTo>
                  <a:lnTo>
                    <a:pt x="27821" y="55107"/>
                  </a:lnTo>
                  <a:lnTo>
                    <a:pt x="28489" y="56131"/>
                  </a:lnTo>
                  <a:lnTo>
                    <a:pt x="29157" y="33058"/>
                  </a:lnTo>
                  <a:lnTo>
                    <a:pt x="29825" y="36092"/>
                  </a:lnTo>
                  <a:lnTo>
                    <a:pt x="30493" y="36092"/>
                  </a:lnTo>
                  <a:lnTo>
                    <a:pt x="31161" y="36092"/>
                  </a:lnTo>
                  <a:lnTo>
                    <a:pt x="31829" y="33058"/>
                  </a:lnTo>
                  <a:lnTo>
                    <a:pt x="32497" y="23956"/>
                  </a:lnTo>
                  <a:lnTo>
                    <a:pt x="33165" y="34878"/>
                  </a:lnTo>
                  <a:lnTo>
                    <a:pt x="33833" y="49441"/>
                  </a:lnTo>
                  <a:lnTo>
                    <a:pt x="34501" y="24401"/>
                  </a:lnTo>
                  <a:lnTo>
                    <a:pt x="35169" y="53375"/>
                  </a:lnTo>
                  <a:lnTo>
                    <a:pt x="35837" y="72436"/>
                  </a:lnTo>
                  <a:lnTo>
                    <a:pt x="36505" y="32446"/>
                  </a:lnTo>
                  <a:lnTo>
                    <a:pt x="37173" y="61753"/>
                  </a:lnTo>
                  <a:lnTo>
                    <a:pt x="37841" y="80593"/>
                  </a:lnTo>
                  <a:lnTo>
                    <a:pt x="38509" y="83733"/>
                  </a:lnTo>
                  <a:lnTo>
                    <a:pt x="39177" y="83733"/>
                  </a:lnTo>
                  <a:lnTo>
                    <a:pt x="39845" y="83733"/>
                  </a:lnTo>
                  <a:lnTo>
                    <a:pt x="40514" y="83733"/>
                  </a:lnTo>
                  <a:lnTo>
                    <a:pt x="41182" y="83733"/>
                  </a:lnTo>
                  <a:lnTo>
                    <a:pt x="41850" y="88966"/>
                  </a:lnTo>
                  <a:lnTo>
                    <a:pt x="42518" y="104666"/>
                  </a:lnTo>
                  <a:lnTo>
                    <a:pt x="43186" y="104666"/>
                  </a:lnTo>
                  <a:lnTo>
                    <a:pt x="43854" y="104666"/>
                  </a:lnTo>
                  <a:lnTo>
                    <a:pt x="44522" y="104666"/>
                  </a:lnTo>
                  <a:lnTo>
                    <a:pt x="45190" y="104666"/>
                  </a:lnTo>
                  <a:lnTo>
                    <a:pt x="45858" y="95246"/>
                  </a:lnTo>
                  <a:lnTo>
                    <a:pt x="46526" y="83733"/>
                  </a:lnTo>
                  <a:lnTo>
                    <a:pt x="47194" y="71173"/>
                  </a:lnTo>
                  <a:lnTo>
                    <a:pt x="47862" y="62800"/>
                  </a:lnTo>
                  <a:lnTo>
                    <a:pt x="48530" y="62800"/>
                  </a:lnTo>
                  <a:lnTo>
                    <a:pt x="49198" y="62800"/>
                  </a:lnTo>
                  <a:lnTo>
                    <a:pt x="49866" y="62800"/>
                  </a:lnTo>
                  <a:lnTo>
                    <a:pt x="50534" y="62800"/>
                  </a:lnTo>
                  <a:lnTo>
                    <a:pt x="51202" y="51286"/>
                  </a:lnTo>
                  <a:lnTo>
                    <a:pt x="51870" y="41866"/>
                  </a:lnTo>
                  <a:lnTo>
                    <a:pt x="52538" y="41866"/>
                  </a:lnTo>
                  <a:lnTo>
                    <a:pt x="53206" y="41866"/>
                  </a:lnTo>
                  <a:lnTo>
                    <a:pt x="53874" y="41866"/>
                  </a:lnTo>
                  <a:lnTo>
                    <a:pt x="54542" y="41866"/>
                  </a:lnTo>
                  <a:lnTo>
                    <a:pt x="55210" y="41866"/>
                  </a:lnTo>
                  <a:lnTo>
                    <a:pt x="55878" y="51286"/>
                  </a:lnTo>
                  <a:lnTo>
                    <a:pt x="56546" y="51286"/>
                  </a:lnTo>
                  <a:lnTo>
                    <a:pt x="57214" y="54426"/>
                  </a:lnTo>
                  <a:lnTo>
                    <a:pt x="57882" y="62800"/>
                  </a:lnTo>
                  <a:lnTo>
                    <a:pt x="58550" y="43960"/>
                  </a:lnTo>
                  <a:lnTo>
                    <a:pt x="59218" y="29306"/>
                  </a:lnTo>
                  <a:lnTo>
                    <a:pt x="59886" y="20933"/>
                  </a:lnTo>
                  <a:lnTo>
                    <a:pt x="60554" y="20933"/>
                  </a:lnTo>
                  <a:lnTo>
                    <a:pt x="61222" y="32446"/>
                  </a:lnTo>
                  <a:lnTo>
                    <a:pt x="61890" y="41866"/>
                  </a:lnTo>
                  <a:lnTo>
                    <a:pt x="62558" y="41866"/>
                  </a:lnTo>
                  <a:lnTo>
                    <a:pt x="63226" y="41866"/>
                  </a:lnTo>
                  <a:lnTo>
                    <a:pt x="63894" y="41866"/>
                  </a:lnTo>
                  <a:lnTo>
                    <a:pt x="64562" y="41866"/>
                  </a:lnTo>
                  <a:lnTo>
                    <a:pt x="65231" y="41866"/>
                  </a:lnTo>
                  <a:lnTo>
                    <a:pt x="65899" y="41866"/>
                  </a:lnTo>
                  <a:lnTo>
                    <a:pt x="66567" y="53380"/>
                  </a:lnTo>
                  <a:lnTo>
                    <a:pt x="67235" y="62800"/>
                  </a:lnTo>
                  <a:lnTo>
                    <a:pt x="67903" y="62800"/>
                  </a:lnTo>
                  <a:lnTo>
                    <a:pt x="68571" y="81640"/>
                  </a:lnTo>
                  <a:lnTo>
                    <a:pt x="69239" y="96293"/>
                  </a:lnTo>
                  <a:lnTo>
                    <a:pt x="69907" y="104666"/>
                  </a:lnTo>
                  <a:lnTo>
                    <a:pt x="70575" y="104666"/>
                  </a:lnTo>
                  <a:lnTo>
                    <a:pt x="71243" y="104666"/>
                  </a:lnTo>
                  <a:lnTo>
                    <a:pt x="71911" y="104666"/>
                  </a:lnTo>
                  <a:lnTo>
                    <a:pt x="72579" y="104666"/>
                  </a:lnTo>
                  <a:lnTo>
                    <a:pt x="73247" y="104666"/>
                  </a:lnTo>
                  <a:lnTo>
                    <a:pt x="73915" y="104666"/>
                  </a:lnTo>
                  <a:lnTo>
                    <a:pt x="74583" y="104666"/>
                  </a:lnTo>
                  <a:lnTo>
                    <a:pt x="75251" y="104666"/>
                  </a:lnTo>
                  <a:lnTo>
                    <a:pt x="75919" y="104666"/>
                  </a:lnTo>
                  <a:lnTo>
                    <a:pt x="76587" y="104666"/>
                  </a:lnTo>
                  <a:lnTo>
                    <a:pt x="77255" y="104666"/>
                  </a:lnTo>
                  <a:lnTo>
                    <a:pt x="77923" y="104666"/>
                  </a:lnTo>
                  <a:lnTo>
                    <a:pt x="78591" y="104666"/>
                  </a:lnTo>
                  <a:lnTo>
                    <a:pt x="79259" y="104666"/>
                  </a:lnTo>
                  <a:lnTo>
                    <a:pt x="79927" y="104666"/>
                  </a:lnTo>
                  <a:lnTo>
                    <a:pt x="80595" y="104666"/>
                  </a:lnTo>
                  <a:lnTo>
                    <a:pt x="81263" y="86873"/>
                  </a:lnTo>
                  <a:lnTo>
                    <a:pt x="81931" y="83733"/>
                  </a:lnTo>
                  <a:lnTo>
                    <a:pt x="82599" y="83733"/>
                  </a:lnTo>
                  <a:lnTo>
                    <a:pt x="83267" y="83733"/>
                  </a:lnTo>
                  <a:lnTo>
                    <a:pt x="83935" y="83733"/>
                  </a:lnTo>
                  <a:lnTo>
                    <a:pt x="84603" y="83733"/>
                  </a:lnTo>
                  <a:lnTo>
                    <a:pt x="85271" y="75360"/>
                  </a:lnTo>
                  <a:lnTo>
                    <a:pt x="85939" y="62800"/>
                  </a:lnTo>
                  <a:lnTo>
                    <a:pt x="86607" y="62800"/>
                  </a:lnTo>
                  <a:lnTo>
                    <a:pt x="87275" y="97508"/>
                  </a:lnTo>
                  <a:lnTo>
                    <a:pt x="87943" y="88867"/>
                  </a:lnTo>
                  <a:lnTo>
                    <a:pt x="88611" y="81797"/>
                  </a:lnTo>
                  <a:lnTo>
                    <a:pt x="89279" y="64049"/>
                  </a:lnTo>
                  <a:lnTo>
                    <a:pt x="89948" y="48800"/>
                  </a:lnTo>
                  <a:lnTo>
                    <a:pt x="90616" y="47275"/>
                  </a:lnTo>
                  <a:lnTo>
                    <a:pt x="91284" y="60237"/>
                  </a:lnTo>
                  <a:lnTo>
                    <a:pt x="91952" y="62524"/>
                  </a:lnTo>
                  <a:lnTo>
                    <a:pt x="92620" y="62524"/>
                  </a:lnTo>
                  <a:lnTo>
                    <a:pt x="93288" y="62524"/>
                  </a:lnTo>
                  <a:lnTo>
                    <a:pt x="93956" y="62524"/>
                  </a:lnTo>
                  <a:lnTo>
                    <a:pt x="94624" y="55662"/>
                  </a:lnTo>
                  <a:lnTo>
                    <a:pt x="95292" y="39650"/>
                  </a:lnTo>
                  <a:lnTo>
                    <a:pt x="95960" y="47275"/>
                  </a:lnTo>
                  <a:lnTo>
                    <a:pt x="96628" y="35838"/>
                  </a:lnTo>
                  <a:lnTo>
                    <a:pt x="97296" y="33093"/>
                  </a:lnTo>
                  <a:lnTo>
                    <a:pt x="97964" y="41734"/>
                  </a:lnTo>
                  <a:lnTo>
                    <a:pt x="98632" y="44063"/>
                  </a:lnTo>
                  <a:lnTo>
                    <a:pt x="99300" y="18840"/>
                  </a:lnTo>
                  <a:lnTo>
                    <a:pt x="99968" y="39773"/>
                  </a:lnTo>
                  <a:lnTo>
                    <a:pt x="100636" y="41866"/>
                  </a:lnTo>
                  <a:lnTo>
                    <a:pt x="101304" y="41866"/>
                  </a:lnTo>
                  <a:lnTo>
                    <a:pt x="101972" y="41866"/>
                  </a:lnTo>
                  <a:lnTo>
                    <a:pt x="102640" y="41866"/>
                  </a:lnTo>
                  <a:lnTo>
                    <a:pt x="103308" y="41866"/>
                  </a:lnTo>
                  <a:lnTo>
                    <a:pt x="103976" y="41866"/>
                  </a:lnTo>
                  <a:lnTo>
                    <a:pt x="104644" y="51286"/>
                  </a:lnTo>
                  <a:lnTo>
                    <a:pt x="105312" y="81640"/>
                  </a:lnTo>
                  <a:lnTo>
                    <a:pt x="105980" y="83733"/>
                  </a:lnTo>
                  <a:lnTo>
                    <a:pt x="106648" y="99433"/>
                  </a:lnTo>
                  <a:lnTo>
                    <a:pt x="107316" y="104666"/>
                  </a:lnTo>
                  <a:lnTo>
                    <a:pt x="107984" y="104666"/>
                  </a:lnTo>
                  <a:lnTo>
                    <a:pt x="108652" y="104666"/>
                  </a:lnTo>
                  <a:lnTo>
                    <a:pt x="109320" y="85826"/>
                  </a:lnTo>
                  <a:lnTo>
                    <a:pt x="109988" y="83733"/>
                  </a:lnTo>
                  <a:lnTo>
                    <a:pt x="110656" y="83733"/>
                  </a:lnTo>
                  <a:lnTo>
                    <a:pt x="111324" y="83733"/>
                  </a:lnTo>
                  <a:lnTo>
                    <a:pt x="111992" y="83733"/>
                  </a:lnTo>
                  <a:lnTo>
                    <a:pt x="112660" y="83733"/>
                  </a:lnTo>
                  <a:lnTo>
                    <a:pt x="113328" y="83733"/>
                  </a:lnTo>
                  <a:lnTo>
                    <a:pt x="113996" y="73266"/>
                  </a:lnTo>
                  <a:lnTo>
                    <a:pt x="114665" y="59660"/>
                  </a:lnTo>
                  <a:lnTo>
                    <a:pt x="115333" y="5233"/>
                  </a:lnTo>
                  <a:lnTo>
                    <a:pt x="116001" y="0"/>
                  </a:lnTo>
                  <a:lnTo>
                    <a:pt x="116669" y="0"/>
                  </a:lnTo>
                  <a:lnTo>
                    <a:pt x="117337" y="0"/>
                  </a:lnTo>
                  <a:lnTo>
                    <a:pt x="118005" y="0"/>
                  </a:lnTo>
                  <a:lnTo>
                    <a:pt x="118673" y="0"/>
                  </a:lnTo>
                  <a:lnTo>
                    <a:pt x="119341" y="18840"/>
                  </a:lnTo>
                  <a:lnTo>
                    <a:pt x="120009" y="20933"/>
                  </a:lnTo>
                  <a:lnTo>
                    <a:pt x="120677" y="16746"/>
                  </a:lnTo>
                  <a:lnTo>
                    <a:pt x="121345" y="0"/>
                  </a:lnTo>
                  <a:lnTo>
                    <a:pt x="122013" y="0"/>
                  </a:lnTo>
                  <a:lnTo>
                    <a:pt x="122681" y="57445"/>
                  </a:lnTo>
                  <a:lnTo>
                    <a:pt x="123349" y="57445"/>
                  </a:lnTo>
                  <a:lnTo>
                    <a:pt x="124017" y="70149"/>
                  </a:lnTo>
                  <a:lnTo>
                    <a:pt x="124685" y="80061"/>
                  </a:lnTo>
                  <a:lnTo>
                    <a:pt x="125107" y="1050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5031741" y="4023978"/>
              <a:ext cx="20727" cy="420"/>
            </a:xfrm>
            <a:custGeom>
              <a:avLst/>
              <a:pathLst>
                <a:path w="20727" h="420">
                  <a:moveTo>
                    <a:pt x="0" y="420"/>
                  </a:moveTo>
                  <a:lnTo>
                    <a:pt x="8" y="0"/>
                  </a:lnTo>
                  <a:lnTo>
                    <a:pt x="676" y="0"/>
                  </a:lnTo>
                  <a:lnTo>
                    <a:pt x="1345" y="0"/>
                  </a:lnTo>
                  <a:lnTo>
                    <a:pt x="2013" y="0"/>
                  </a:lnTo>
                  <a:lnTo>
                    <a:pt x="2681" y="0"/>
                  </a:lnTo>
                  <a:lnTo>
                    <a:pt x="3349" y="0"/>
                  </a:lnTo>
                  <a:lnTo>
                    <a:pt x="4017" y="0"/>
                  </a:lnTo>
                  <a:lnTo>
                    <a:pt x="4685" y="0"/>
                  </a:lnTo>
                  <a:lnTo>
                    <a:pt x="5353" y="0"/>
                  </a:lnTo>
                  <a:lnTo>
                    <a:pt x="6021" y="0"/>
                  </a:lnTo>
                  <a:lnTo>
                    <a:pt x="6689" y="0"/>
                  </a:lnTo>
                  <a:lnTo>
                    <a:pt x="7357" y="0"/>
                  </a:lnTo>
                  <a:lnTo>
                    <a:pt x="8025" y="0"/>
                  </a:lnTo>
                  <a:lnTo>
                    <a:pt x="8693" y="0"/>
                  </a:lnTo>
                  <a:lnTo>
                    <a:pt x="9361" y="0"/>
                  </a:lnTo>
                  <a:lnTo>
                    <a:pt x="10029" y="0"/>
                  </a:lnTo>
                  <a:lnTo>
                    <a:pt x="10697" y="0"/>
                  </a:lnTo>
                  <a:lnTo>
                    <a:pt x="11365" y="0"/>
                  </a:lnTo>
                  <a:lnTo>
                    <a:pt x="12033" y="0"/>
                  </a:lnTo>
                  <a:lnTo>
                    <a:pt x="12701" y="0"/>
                  </a:lnTo>
                  <a:lnTo>
                    <a:pt x="13369" y="0"/>
                  </a:lnTo>
                  <a:lnTo>
                    <a:pt x="14037" y="0"/>
                  </a:lnTo>
                  <a:lnTo>
                    <a:pt x="14705" y="0"/>
                  </a:lnTo>
                  <a:lnTo>
                    <a:pt x="15373" y="0"/>
                  </a:lnTo>
                  <a:lnTo>
                    <a:pt x="16041" y="0"/>
                  </a:lnTo>
                  <a:lnTo>
                    <a:pt x="16709" y="0"/>
                  </a:lnTo>
                  <a:lnTo>
                    <a:pt x="17377" y="0"/>
                  </a:lnTo>
                  <a:lnTo>
                    <a:pt x="18045" y="0"/>
                  </a:lnTo>
                  <a:lnTo>
                    <a:pt x="18713" y="0"/>
                  </a:lnTo>
                  <a:lnTo>
                    <a:pt x="19381" y="0"/>
                  </a:lnTo>
                  <a:lnTo>
                    <a:pt x="20049" y="0"/>
                  </a:lnTo>
                  <a:lnTo>
                    <a:pt x="20717" y="0"/>
                  </a:lnTo>
                  <a:lnTo>
                    <a:pt x="20727" y="4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070454" y="3751844"/>
              <a:ext cx="86649" cy="272554"/>
            </a:xfrm>
            <a:custGeom>
              <a:avLst/>
              <a:pathLst>
                <a:path w="86649" h="272554">
                  <a:moveTo>
                    <a:pt x="0" y="272554"/>
                  </a:moveTo>
                  <a:lnTo>
                    <a:pt x="41" y="272188"/>
                  </a:lnTo>
                  <a:lnTo>
                    <a:pt x="709" y="249097"/>
                  </a:lnTo>
                  <a:lnTo>
                    <a:pt x="1377" y="215695"/>
                  </a:lnTo>
                  <a:lnTo>
                    <a:pt x="2045" y="176619"/>
                  </a:lnTo>
                  <a:lnTo>
                    <a:pt x="2713" y="192631"/>
                  </a:lnTo>
                  <a:lnTo>
                    <a:pt x="3381" y="205304"/>
                  </a:lnTo>
                  <a:lnTo>
                    <a:pt x="4049" y="229043"/>
                  </a:lnTo>
                  <a:lnTo>
                    <a:pt x="4717" y="204100"/>
                  </a:lnTo>
                  <a:lnTo>
                    <a:pt x="5385" y="233407"/>
                  </a:lnTo>
                  <a:lnTo>
                    <a:pt x="6053" y="251200"/>
                  </a:lnTo>
                  <a:lnTo>
                    <a:pt x="6721" y="251200"/>
                  </a:lnTo>
                  <a:lnTo>
                    <a:pt x="7389" y="251200"/>
                  </a:lnTo>
                  <a:lnTo>
                    <a:pt x="8057" y="251200"/>
                  </a:lnTo>
                  <a:lnTo>
                    <a:pt x="8725" y="251200"/>
                  </a:lnTo>
                  <a:lnTo>
                    <a:pt x="9393" y="251200"/>
                  </a:lnTo>
                  <a:lnTo>
                    <a:pt x="10061" y="254340"/>
                  </a:lnTo>
                  <a:lnTo>
                    <a:pt x="10729" y="272133"/>
                  </a:lnTo>
                  <a:lnTo>
                    <a:pt x="11397" y="272133"/>
                  </a:lnTo>
                  <a:lnTo>
                    <a:pt x="12065" y="272133"/>
                  </a:lnTo>
                  <a:lnTo>
                    <a:pt x="12733" y="272133"/>
                  </a:lnTo>
                  <a:lnTo>
                    <a:pt x="13401" y="272133"/>
                  </a:lnTo>
                  <a:lnTo>
                    <a:pt x="14069" y="272133"/>
                  </a:lnTo>
                  <a:lnTo>
                    <a:pt x="14737" y="272133"/>
                  </a:lnTo>
                  <a:lnTo>
                    <a:pt x="15405" y="272133"/>
                  </a:lnTo>
                  <a:lnTo>
                    <a:pt x="16073" y="272133"/>
                  </a:lnTo>
                  <a:lnTo>
                    <a:pt x="16741" y="272133"/>
                  </a:lnTo>
                  <a:lnTo>
                    <a:pt x="17409" y="272133"/>
                  </a:lnTo>
                  <a:lnTo>
                    <a:pt x="18077" y="263760"/>
                  </a:lnTo>
                  <a:lnTo>
                    <a:pt x="18746" y="244920"/>
                  </a:lnTo>
                  <a:lnTo>
                    <a:pt x="19414" y="230267"/>
                  </a:lnTo>
                  <a:lnTo>
                    <a:pt x="20082" y="230267"/>
                  </a:lnTo>
                  <a:lnTo>
                    <a:pt x="20750" y="230267"/>
                  </a:lnTo>
                  <a:lnTo>
                    <a:pt x="21418" y="230267"/>
                  </a:lnTo>
                  <a:lnTo>
                    <a:pt x="22086" y="230267"/>
                  </a:lnTo>
                  <a:lnTo>
                    <a:pt x="22754" y="216660"/>
                  </a:lnTo>
                  <a:lnTo>
                    <a:pt x="23422" y="209333"/>
                  </a:lnTo>
                  <a:lnTo>
                    <a:pt x="24090" y="209333"/>
                  </a:lnTo>
                  <a:lnTo>
                    <a:pt x="24758" y="209333"/>
                  </a:lnTo>
                  <a:lnTo>
                    <a:pt x="25426" y="209333"/>
                  </a:lnTo>
                  <a:lnTo>
                    <a:pt x="26094" y="209333"/>
                  </a:lnTo>
                  <a:lnTo>
                    <a:pt x="26762" y="190493"/>
                  </a:lnTo>
                  <a:lnTo>
                    <a:pt x="27430" y="183167"/>
                  </a:lnTo>
                  <a:lnTo>
                    <a:pt x="28098" y="154907"/>
                  </a:lnTo>
                  <a:lnTo>
                    <a:pt x="28766" y="173747"/>
                  </a:lnTo>
                  <a:lnTo>
                    <a:pt x="29434" y="188400"/>
                  </a:lnTo>
                  <a:lnTo>
                    <a:pt x="30102" y="181073"/>
                  </a:lnTo>
                  <a:lnTo>
                    <a:pt x="30770" y="167467"/>
                  </a:lnTo>
                  <a:lnTo>
                    <a:pt x="31438" y="157000"/>
                  </a:lnTo>
                  <a:lnTo>
                    <a:pt x="32106" y="125600"/>
                  </a:lnTo>
                  <a:lnTo>
                    <a:pt x="32774" y="103620"/>
                  </a:lnTo>
                  <a:lnTo>
                    <a:pt x="33442" y="104666"/>
                  </a:lnTo>
                  <a:lnTo>
                    <a:pt x="34110" y="101526"/>
                  </a:lnTo>
                  <a:lnTo>
                    <a:pt x="34778" y="83733"/>
                  </a:lnTo>
                  <a:lnTo>
                    <a:pt x="35446" y="83733"/>
                  </a:lnTo>
                  <a:lnTo>
                    <a:pt x="36114" y="72220"/>
                  </a:lnTo>
                  <a:lnTo>
                    <a:pt x="36782" y="81640"/>
                  </a:lnTo>
                  <a:lnTo>
                    <a:pt x="37450" y="88966"/>
                  </a:lnTo>
                  <a:lnTo>
                    <a:pt x="38118" y="125600"/>
                  </a:lnTo>
                  <a:lnTo>
                    <a:pt x="38786" y="125600"/>
                  </a:lnTo>
                  <a:lnTo>
                    <a:pt x="39454" y="125600"/>
                  </a:lnTo>
                  <a:lnTo>
                    <a:pt x="40122" y="114086"/>
                  </a:lnTo>
                  <a:lnTo>
                    <a:pt x="40790" y="125600"/>
                  </a:lnTo>
                  <a:lnTo>
                    <a:pt x="41458" y="136067"/>
                  </a:lnTo>
                  <a:lnTo>
                    <a:pt x="42126" y="167467"/>
                  </a:lnTo>
                  <a:lnTo>
                    <a:pt x="42795" y="203053"/>
                  </a:lnTo>
                  <a:lnTo>
                    <a:pt x="43463" y="209333"/>
                  </a:lnTo>
                  <a:lnTo>
                    <a:pt x="44131" y="212473"/>
                  </a:lnTo>
                  <a:lnTo>
                    <a:pt x="44799" y="213520"/>
                  </a:lnTo>
                  <a:lnTo>
                    <a:pt x="45467" y="209333"/>
                  </a:lnTo>
                  <a:lnTo>
                    <a:pt x="46135" y="220847"/>
                  </a:lnTo>
                  <a:lnTo>
                    <a:pt x="46803" y="230267"/>
                  </a:lnTo>
                  <a:lnTo>
                    <a:pt x="47471" y="230267"/>
                  </a:lnTo>
                  <a:lnTo>
                    <a:pt x="48139" y="230267"/>
                  </a:lnTo>
                  <a:lnTo>
                    <a:pt x="48807" y="216660"/>
                  </a:lnTo>
                  <a:lnTo>
                    <a:pt x="49475" y="200960"/>
                  </a:lnTo>
                  <a:lnTo>
                    <a:pt x="50143" y="207240"/>
                  </a:lnTo>
                  <a:lnTo>
                    <a:pt x="50811" y="209333"/>
                  </a:lnTo>
                  <a:lnTo>
                    <a:pt x="51479" y="199913"/>
                  </a:lnTo>
                  <a:lnTo>
                    <a:pt x="52147" y="188400"/>
                  </a:lnTo>
                  <a:lnTo>
                    <a:pt x="52815" y="185260"/>
                  </a:lnTo>
                  <a:lnTo>
                    <a:pt x="53483" y="167467"/>
                  </a:lnTo>
                  <a:lnTo>
                    <a:pt x="54151" y="160140"/>
                  </a:lnTo>
                  <a:lnTo>
                    <a:pt x="54819" y="147580"/>
                  </a:lnTo>
                  <a:lnTo>
                    <a:pt x="55487" y="141300"/>
                  </a:lnTo>
                  <a:lnTo>
                    <a:pt x="56155" y="123506"/>
                  </a:lnTo>
                  <a:lnTo>
                    <a:pt x="56823" y="94200"/>
                  </a:lnTo>
                  <a:lnTo>
                    <a:pt x="57491" y="54426"/>
                  </a:lnTo>
                  <a:lnTo>
                    <a:pt x="58159" y="24073"/>
                  </a:lnTo>
                  <a:lnTo>
                    <a:pt x="58827" y="15700"/>
                  </a:lnTo>
                  <a:lnTo>
                    <a:pt x="59495" y="29306"/>
                  </a:lnTo>
                  <a:lnTo>
                    <a:pt x="60163" y="21980"/>
                  </a:lnTo>
                  <a:lnTo>
                    <a:pt x="60831" y="10466"/>
                  </a:lnTo>
                  <a:lnTo>
                    <a:pt x="61499" y="0"/>
                  </a:lnTo>
                  <a:lnTo>
                    <a:pt x="62167" y="73329"/>
                  </a:lnTo>
                  <a:lnTo>
                    <a:pt x="62835" y="63089"/>
                  </a:lnTo>
                  <a:lnTo>
                    <a:pt x="63503" y="63089"/>
                  </a:lnTo>
                  <a:lnTo>
                    <a:pt x="64171" y="49287"/>
                  </a:lnTo>
                  <a:lnTo>
                    <a:pt x="64839" y="58437"/>
                  </a:lnTo>
                  <a:lnTo>
                    <a:pt x="65507" y="66061"/>
                  </a:lnTo>
                  <a:lnTo>
                    <a:pt x="66175" y="79023"/>
                  </a:lnTo>
                  <a:lnTo>
                    <a:pt x="66843" y="85123"/>
                  </a:lnTo>
                  <a:lnTo>
                    <a:pt x="67512" y="114097"/>
                  </a:lnTo>
                  <a:lnTo>
                    <a:pt x="68180" y="127059"/>
                  </a:lnTo>
                  <a:lnTo>
                    <a:pt x="68848" y="114097"/>
                  </a:lnTo>
                  <a:lnTo>
                    <a:pt x="69516" y="92748"/>
                  </a:lnTo>
                  <a:lnTo>
                    <a:pt x="70184" y="107234"/>
                  </a:lnTo>
                  <a:lnTo>
                    <a:pt x="70852" y="108759"/>
                  </a:lnTo>
                  <a:lnTo>
                    <a:pt x="71520" y="114859"/>
                  </a:lnTo>
                  <a:lnTo>
                    <a:pt x="72188" y="137073"/>
                  </a:lnTo>
                  <a:lnTo>
                    <a:pt x="72856" y="153427"/>
                  </a:lnTo>
                  <a:lnTo>
                    <a:pt x="73524" y="166782"/>
                  </a:lnTo>
                  <a:lnTo>
                    <a:pt x="74192" y="129786"/>
                  </a:lnTo>
                  <a:lnTo>
                    <a:pt x="74860" y="146533"/>
                  </a:lnTo>
                  <a:lnTo>
                    <a:pt x="75528" y="146533"/>
                  </a:lnTo>
                  <a:lnTo>
                    <a:pt x="76196" y="146533"/>
                  </a:lnTo>
                  <a:lnTo>
                    <a:pt x="76864" y="167467"/>
                  </a:lnTo>
                  <a:lnTo>
                    <a:pt x="77532" y="167467"/>
                  </a:lnTo>
                  <a:lnTo>
                    <a:pt x="78200" y="180027"/>
                  </a:lnTo>
                  <a:lnTo>
                    <a:pt x="78868" y="219800"/>
                  </a:lnTo>
                  <a:lnTo>
                    <a:pt x="79536" y="251200"/>
                  </a:lnTo>
                  <a:lnTo>
                    <a:pt x="80204" y="233407"/>
                  </a:lnTo>
                  <a:lnTo>
                    <a:pt x="80872" y="239687"/>
                  </a:lnTo>
                  <a:lnTo>
                    <a:pt x="81540" y="251200"/>
                  </a:lnTo>
                  <a:lnTo>
                    <a:pt x="82208" y="251200"/>
                  </a:lnTo>
                  <a:lnTo>
                    <a:pt x="82876" y="251200"/>
                  </a:lnTo>
                  <a:lnTo>
                    <a:pt x="83544" y="251200"/>
                  </a:lnTo>
                  <a:lnTo>
                    <a:pt x="84212" y="251200"/>
                  </a:lnTo>
                  <a:lnTo>
                    <a:pt x="84880" y="251200"/>
                  </a:lnTo>
                  <a:lnTo>
                    <a:pt x="85548" y="251200"/>
                  </a:lnTo>
                  <a:lnTo>
                    <a:pt x="86216" y="251200"/>
                  </a:lnTo>
                  <a:lnTo>
                    <a:pt x="86649" y="2725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159575" y="3363530"/>
              <a:ext cx="379178" cy="660868"/>
            </a:xfrm>
            <a:custGeom>
              <a:avLst/>
              <a:pathLst>
                <a:path w="379178" h="660868">
                  <a:moveTo>
                    <a:pt x="0" y="660868"/>
                  </a:moveTo>
                  <a:lnTo>
                    <a:pt x="435" y="654904"/>
                  </a:lnTo>
                  <a:lnTo>
                    <a:pt x="1103" y="644229"/>
                  </a:lnTo>
                  <a:lnTo>
                    <a:pt x="1771" y="633555"/>
                  </a:lnTo>
                  <a:lnTo>
                    <a:pt x="2439" y="633555"/>
                  </a:lnTo>
                  <a:lnTo>
                    <a:pt x="3107" y="633555"/>
                  </a:lnTo>
                  <a:lnTo>
                    <a:pt x="3775" y="633555"/>
                  </a:lnTo>
                  <a:lnTo>
                    <a:pt x="4443" y="633555"/>
                  </a:lnTo>
                  <a:lnTo>
                    <a:pt x="5111" y="633555"/>
                  </a:lnTo>
                  <a:lnTo>
                    <a:pt x="5779" y="633555"/>
                  </a:lnTo>
                  <a:lnTo>
                    <a:pt x="6447" y="633555"/>
                  </a:lnTo>
                  <a:lnTo>
                    <a:pt x="7115" y="633555"/>
                  </a:lnTo>
                  <a:lnTo>
                    <a:pt x="7783" y="628937"/>
                  </a:lnTo>
                  <a:lnTo>
                    <a:pt x="8451" y="603069"/>
                  </a:lnTo>
                  <a:lnTo>
                    <a:pt x="9119" y="551594"/>
                  </a:lnTo>
                  <a:lnTo>
                    <a:pt x="9787" y="555781"/>
                  </a:lnTo>
                  <a:lnTo>
                    <a:pt x="10455" y="547407"/>
                  </a:lnTo>
                  <a:lnTo>
                    <a:pt x="11123" y="579854"/>
                  </a:lnTo>
                  <a:lnTo>
                    <a:pt x="11791" y="597647"/>
                  </a:lnTo>
                  <a:lnTo>
                    <a:pt x="12459" y="597647"/>
                  </a:lnTo>
                  <a:lnTo>
                    <a:pt x="13127" y="597647"/>
                  </a:lnTo>
                  <a:lnTo>
                    <a:pt x="13795" y="589274"/>
                  </a:lnTo>
                  <a:lnTo>
                    <a:pt x="14464" y="576714"/>
                  </a:lnTo>
                  <a:lnTo>
                    <a:pt x="15132" y="576714"/>
                  </a:lnTo>
                  <a:lnTo>
                    <a:pt x="15800" y="576714"/>
                  </a:lnTo>
                  <a:lnTo>
                    <a:pt x="16468" y="612741"/>
                  </a:lnTo>
                  <a:lnTo>
                    <a:pt x="17136" y="597515"/>
                  </a:lnTo>
                  <a:lnTo>
                    <a:pt x="17804" y="582590"/>
                  </a:lnTo>
                  <a:lnTo>
                    <a:pt x="18472" y="593144"/>
                  </a:lnTo>
                  <a:lnTo>
                    <a:pt x="19140" y="603056"/>
                  </a:lnTo>
                  <a:lnTo>
                    <a:pt x="19808" y="603056"/>
                  </a:lnTo>
                  <a:lnTo>
                    <a:pt x="20476" y="618305"/>
                  </a:lnTo>
                  <a:lnTo>
                    <a:pt x="21144" y="618305"/>
                  </a:lnTo>
                  <a:lnTo>
                    <a:pt x="21812" y="618305"/>
                  </a:lnTo>
                  <a:lnTo>
                    <a:pt x="22480" y="604581"/>
                  </a:lnTo>
                  <a:lnTo>
                    <a:pt x="23148" y="600006"/>
                  </a:lnTo>
                  <a:lnTo>
                    <a:pt x="23816" y="587044"/>
                  </a:lnTo>
                  <a:lnTo>
                    <a:pt x="24484" y="587807"/>
                  </a:lnTo>
                  <a:lnTo>
                    <a:pt x="25152" y="584757"/>
                  </a:lnTo>
                  <a:lnTo>
                    <a:pt x="25820" y="572557"/>
                  </a:lnTo>
                  <a:lnTo>
                    <a:pt x="26488" y="552739"/>
                  </a:lnTo>
                  <a:lnTo>
                    <a:pt x="27156" y="566093"/>
                  </a:lnTo>
                  <a:lnTo>
                    <a:pt x="27824" y="575662"/>
                  </a:lnTo>
                  <a:lnTo>
                    <a:pt x="28492" y="529614"/>
                  </a:lnTo>
                  <a:lnTo>
                    <a:pt x="29160" y="487747"/>
                  </a:lnTo>
                  <a:lnTo>
                    <a:pt x="29828" y="472047"/>
                  </a:lnTo>
                  <a:lnTo>
                    <a:pt x="30496" y="455300"/>
                  </a:lnTo>
                  <a:lnTo>
                    <a:pt x="31164" y="451114"/>
                  </a:lnTo>
                  <a:lnTo>
                    <a:pt x="31832" y="434367"/>
                  </a:lnTo>
                  <a:lnTo>
                    <a:pt x="32500" y="449020"/>
                  </a:lnTo>
                  <a:lnTo>
                    <a:pt x="33168" y="424947"/>
                  </a:lnTo>
                  <a:lnTo>
                    <a:pt x="33836" y="399827"/>
                  </a:lnTo>
                  <a:lnTo>
                    <a:pt x="34504" y="434444"/>
                  </a:lnTo>
                  <a:lnTo>
                    <a:pt x="35172" y="423114"/>
                  </a:lnTo>
                  <a:lnTo>
                    <a:pt x="35840" y="505800"/>
                  </a:lnTo>
                  <a:lnTo>
                    <a:pt x="36508" y="548404"/>
                  </a:lnTo>
                  <a:lnTo>
                    <a:pt x="37176" y="537934"/>
                  </a:lnTo>
                  <a:lnTo>
                    <a:pt x="37844" y="534285"/>
                  </a:lnTo>
                  <a:lnTo>
                    <a:pt x="38512" y="528030"/>
                  </a:lnTo>
                  <a:lnTo>
                    <a:pt x="39181" y="537412"/>
                  </a:lnTo>
                  <a:lnTo>
                    <a:pt x="39849" y="535849"/>
                  </a:lnTo>
                  <a:lnTo>
                    <a:pt x="40517" y="544189"/>
                  </a:lnTo>
                  <a:lnTo>
                    <a:pt x="41185" y="546274"/>
                  </a:lnTo>
                  <a:lnTo>
                    <a:pt x="41853" y="554614"/>
                  </a:lnTo>
                  <a:lnTo>
                    <a:pt x="42521" y="556699"/>
                  </a:lnTo>
                  <a:lnTo>
                    <a:pt x="43189" y="571815"/>
                  </a:lnTo>
                  <a:lnTo>
                    <a:pt x="43857" y="596835"/>
                  </a:lnTo>
                  <a:lnTo>
                    <a:pt x="44525" y="603717"/>
                  </a:lnTo>
                  <a:lnTo>
                    <a:pt x="45193" y="567601"/>
                  </a:lnTo>
                  <a:lnTo>
                    <a:pt x="45861" y="552008"/>
                  </a:lnTo>
                  <a:lnTo>
                    <a:pt x="46529" y="478012"/>
                  </a:lnTo>
                  <a:lnTo>
                    <a:pt x="47197" y="491654"/>
                  </a:lnTo>
                  <a:lnTo>
                    <a:pt x="47865" y="521223"/>
                  </a:lnTo>
                  <a:lnTo>
                    <a:pt x="48533" y="494398"/>
                  </a:lnTo>
                  <a:lnTo>
                    <a:pt x="49201" y="467994"/>
                  </a:lnTo>
                  <a:lnTo>
                    <a:pt x="49869" y="458378"/>
                  </a:lnTo>
                  <a:lnTo>
                    <a:pt x="50537" y="504870"/>
                  </a:lnTo>
                  <a:lnTo>
                    <a:pt x="51205" y="482335"/>
                  </a:lnTo>
                  <a:lnTo>
                    <a:pt x="51873" y="457751"/>
                  </a:lnTo>
                  <a:lnTo>
                    <a:pt x="52541" y="428471"/>
                  </a:lnTo>
                  <a:lnTo>
                    <a:pt x="53209" y="403973"/>
                  </a:lnTo>
                  <a:lnTo>
                    <a:pt x="53877" y="409721"/>
                  </a:lnTo>
                  <a:lnTo>
                    <a:pt x="54545" y="408301"/>
                  </a:lnTo>
                  <a:lnTo>
                    <a:pt x="55213" y="429206"/>
                  </a:lnTo>
                  <a:lnTo>
                    <a:pt x="55881" y="426152"/>
                  </a:lnTo>
                  <a:lnTo>
                    <a:pt x="56549" y="464137"/>
                  </a:lnTo>
                  <a:lnTo>
                    <a:pt x="57217" y="446834"/>
                  </a:lnTo>
                  <a:lnTo>
                    <a:pt x="57885" y="442006"/>
                  </a:lnTo>
                  <a:lnTo>
                    <a:pt x="58553" y="452468"/>
                  </a:lnTo>
                  <a:lnTo>
                    <a:pt x="59221" y="442293"/>
                  </a:lnTo>
                  <a:lnTo>
                    <a:pt x="59889" y="447528"/>
                  </a:lnTo>
                  <a:lnTo>
                    <a:pt x="60557" y="446219"/>
                  </a:lnTo>
                  <a:lnTo>
                    <a:pt x="61225" y="453199"/>
                  </a:lnTo>
                  <a:lnTo>
                    <a:pt x="61893" y="438123"/>
                  </a:lnTo>
                  <a:lnTo>
                    <a:pt x="62561" y="437176"/>
                  </a:lnTo>
                  <a:lnTo>
                    <a:pt x="63229" y="451377"/>
                  </a:lnTo>
                  <a:lnTo>
                    <a:pt x="63898" y="481200"/>
                  </a:lnTo>
                  <a:lnTo>
                    <a:pt x="64566" y="486851"/>
                  </a:lnTo>
                  <a:lnTo>
                    <a:pt x="65234" y="528942"/>
                  </a:lnTo>
                  <a:lnTo>
                    <a:pt x="65902" y="511201"/>
                  </a:lnTo>
                  <a:lnTo>
                    <a:pt x="66570" y="450563"/>
                  </a:lnTo>
                  <a:lnTo>
                    <a:pt x="67238" y="464076"/>
                  </a:lnTo>
                  <a:lnTo>
                    <a:pt x="67906" y="433320"/>
                  </a:lnTo>
                  <a:lnTo>
                    <a:pt x="68574" y="487747"/>
                  </a:lnTo>
                  <a:lnTo>
                    <a:pt x="69242" y="513914"/>
                  </a:lnTo>
                  <a:lnTo>
                    <a:pt x="69910" y="511821"/>
                  </a:lnTo>
                  <a:lnTo>
                    <a:pt x="70578" y="522287"/>
                  </a:lnTo>
                  <a:lnTo>
                    <a:pt x="71246" y="551594"/>
                  </a:lnTo>
                  <a:lnTo>
                    <a:pt x="71914" y="572527"/>
                  </a:lnTo>
                  <a:lnTo>
                    <a:pt x="72582" y="621721"/>
                  </a:lnTo>
                  <a:lnTo>
                    <a:pt x="73250" y="637421"/>
                  </a:lnTo>
                  <a:lnTo>
                    <a:pt x="73918" y="579854"/>
                  </a:lnTo>
                  <a:lnTo>
                    <a:pt x="74586" y="561014"/>
                  </a:lnTo>
                  <a:lnTo>
                    <a:pt x="75254" y="536941"/>
                  </a:lnTo>
                  <a:lnTo>
                    <a:pt x="75922" y="534847"/>
                  </a:lnTo>
                  <a:lnTo>
                    <a:pt x="76590" y="534847"/>
                  </a:lnTo>
                  <a:lnTo>
                    <a:pt x="77258" y="534847"/>
                  </a:lnTo>
                  <a:lnTo>
                    <a:pt x="77926" y="534847"/>
                  </a:lnTo>
                  <a:lnTo>
                    <a:pt x="78594" y="534847"/>
                  </a:lnTo>
                  <a:lnTo>
                    <a:pt x="79262" y="534847"/>
                  </a:lnTo>
                  <a:lnTo>
                    <a:pt x="79930" y="553687"/>
                  </a:lnTo>
                  <a:lnTo>
                    <a:pt x="80598" y="555781"/>
                  </a:lnTo>
                  <a:lnTo>
                    <a:pt x="81266" y="555781"/>
                  </a:lnTo>
                  <a:lnTo>
                    <a:pt x="81934" y="555781"/>
                  </a:lnTo>
                  <a:lnTo>
                    <a:pt x="82602" y="555781"/>
                  </a:lnTo>
                  <a:lnTo>
                    <a:pt x="83270" y="545314"/>
                  </a:lnTo>
                  <a:lnTo>
                    <a:pt x="83938" y="594507"/>
                  </a:lnTo>
                  <a:lnTo>
                    <a:pt x="84606" y="613347"/>
                  </a:lnTo>
                  <a:lnTo>
                    <a:pt x="85274" y="637421"/>
                  </a:lnTo>
                  <a:lnTo>
                    <a:pt x="85942" y="639514"/>
                  </a:lnTo>
                  <a:lnTo>
                    <a:pt x="86610" y="639514"/>
                  </a:lnTo>
                  <a:lnTo>
                    <a:pt x="87278" y="639514"/>
                  </a:lnTo>
                  <a:lnTo>
                    <a:pt x="87947" y="639514"/>
                  </a:lnTo>
                  <a:lnTo>
                    <a:pt x="88615" y="635327"/>
                  </a:lnTo>
                  <a:lnTo>
                    <a:pt x="89283" y="618581"/>
                  </a:lnTo>
                  <a:lnTo>
                    <a:pt x="89951" y="618581"/>
                  </a:lnTo>
                  <a:lnTo>
                    <a:pt x="90619" y="618581"/>
                  </a:lnTo>
                  <a:lnTo>
                    <a:pt x="91287" y="618581"/>
                  </a:lnTo>
                  <a:lnTo>
                    <a:pt x="91955" y="618581"/>
                  </a:lnTo>
                  <a:lnTo>
                    <a:pt x="92623" y="575667"/>
                  </a:lnTo>
                  <a:lnTo>
                    <a:pt x="93291" y="559967"/>
                  </a:lnTo>
                  <a:lnTo>
                    <a:pt x="93959" y="534847"/>
                  </a:lnTo>
                  <a:lnTo>
                    <a:pt x="94627" y="575248"/>
                  </a:lnTo>
                  <a:lnTo>
                    <a:pt x="95295" y="553525"/>
                  </a:lnTo>
                  <a:lnTo>
                    <a:pt x="95963" y="550382"/>
                  </a:lnTo>
                  <a:lnTo>
                    <a:pt x="96631" y="555286"/>
                  </a:lnTo>
                  <a:lnTo>
                    <a:pt x="97299" y="524522"/>
                  </a:lnTo>
                  <a:lnTo>
                    <a:pt x="97967" y="450563"/>
                  </a:lnTo>
                  <a:lnTo>
                    <a:pt x="98635" y="438364"/>
                  </a:lnTo>
                  <a:lnTo>
                    <a:pt x="99303" y="449801"/>
                  </a:lnTo>
                  <a:lnTo>
                    <a:pt x="99971" y="435314"/>
                  </a:lnTo>
                  <a:lnTo>
                    <a:pt x="100639" y="435314"/>
                  </a:lnTo>
                  <a:lnTo>
                    <a:pt x="101307" y="435314"/>
                  </a:lnTo>
                  <a:lnTo>
                    <a:pt x="101975" y="423114"/>
                  </a:lnTo>
                  <a:lnTo>
                    <a:pt x="102643" y="451325"/>
                  </a:lnTo>
                  <a:lnTo>
                    <a:pt x="103311" y="435314"/>
                  </a:lnTo>
                  <a:lnTo>
                    <a:pt x="103979" y="403290"/>
                  </a:lnTo>
                  <a:lnTo>
                    <a:pt x="104647" y="342924"/>
                  </a:lnTo>
                  <a:lnTo>
                    <a:pt x="105315" y="337498"/>
                  </a:lnTo>
                  <a:lnTo>
                    <a:pt x="105983" y="307647"/>
                  </a:lnTo>
                  <a:lnTo>
                    <a:pt x="106651" y="282245"/>
                  </a:lnTo>
                  <a:lnTo>
                    <a:pt x="107319" y="170607"/>
                  </a:lnTo>
                  <a:lnTo>
                    <a:pt x="107987" y="256434"/>
                  </a:lnTo>
                  <a:lnTo>
                    <a:pt x="108655" y="237593"/>
                  </a:lnTo>
                  <a:lnTo>
                    <a:pt x="109323" y="203053"/>
                  </a:lnTo>
                  <a:lnTo>
                    <a:pt x="109991" y="192587"/>
                  </a:lnTo>
                  <a:lnTo>
                    <a:pt x="110659" y="162233"/>
                  </a:lnTo>
                  <a:lnTo>
                    <a:pt x="111327" y="151766"/>
                  </a:lnTo>
                  <a:lnTo>
                    <a:pt x="111995" y="153860"/>
                  </a:lnTo>
                  <a:lnTo>
                    <a:pt x="112664" y="158046"/>
                  </a:lnTo>
                  <a:lnTo>
                    <a:pt x="113332" y="208287"/>
                  </a:lnTo>
                  <a:lnTo>
                    <a:pt x="114000" y="245967"/>
                  </a:lnTo>
                  <a:lnTo>
                    <a:pt x="114668" y="217707"/>
                  </a:lnTo>
                  <a:lnTo>
                    <a:pt x="115336" y="167467"/>
                  </a:lnTo>
                  <a:lnTo>
                    <a:pt x="116004" y="177933"/>
                  </a:lnTo>
                  <a:lnTo>
                    <a:pt x="116672" y="137113"/>
                  </a:lnTo>
                  <a:lnTo>
                    <a:pt x="117340" y="143393"/>
                  </a:lnTo>
                  <a:lnTo>
                    <a:pt x="118008" y="278355"/>
                  </a:lnTo>
                  <a:lnTo>
                    <a:pt x="118676" y="317859"/>
                  </a:lnTo>
                  <a:lnTo>
                    <a:pt x="119344" y="339855"/>
                  </a:lnTo>
                  <a:lnTo>
                    <a:pt x="120012" y="349918"/>
                  </a:lnTo>
                  <a:lnTo>
                    <a:pt x="120680" y="322469"/>
                  </a:lnTo>
                  <a:lnTo>
                    <a:pt x="121348" y="247747"/>
                  </a:lnTo>
                  <a:lnTo>
                    <a:pt x="122016" y="194375"/>
                  </a:lnTo>
                  <a:lnTo>
                    <a:pt x="122684" y="179125"/>
                  </a:lnTo>
                  <a:lnTo>
                    <a:pt x="123352" y="141002"/>
                  </a:lnTo>
                  <a:lnTo>
                    <a:pt x="124020" y="159301"/>
                  </a:lnTo>
                  <a:lnTo>
                    <a:pt x="124688" y="252322"/>
                  </a:lnTo>
                  <a:lnTo>
                    <a:pt x="125356" y="311794"/>
                  </a:lnTo>
                  <a:lnTo>
                    <a:pt x="126024" y="307220"/>
                  </a:lnTo>
                  <a:lnTo>
                    <a:pt x="126692" y="317132"/>
                  </a:lnTo>
                  <a:lnTo>
                    <a:pt x="127360" y="277483"/>
                  </a:lnTo>
                  <a:lnTo>
                    <a:pt x="128028" y="263192"/>
                  </a:lnTo>
                  <a:lnTo>
                    <a:pt x="128696" y="208667"/>
                  </a:lnTo>
                  <a:lnTo>
                    <a:pt x="129364" y="178266"/>
                  </a:lnTo>
                  <a:lnTo>
                    <a:pt x="130032" y="1046"/>
                  </a:lnTo>
                  <a:lnTo>
                    <a:pt x="130700" y="1046"/>
                  </a:lnTo>
                  <a:lnTo>
                    <a:pt x="131368" y="86873"/>
                  </a:lnTo>
                  <a:lnTo>
                    <a:pt x="132036" y="144440"/>
                  </a:lnTo>
                  <a:lnTo>
                    <a:pt x="132704" y="126646"/>
                  </a:lnTo>
                  <a:lnTo>
                    <a:pt x="133372" y="119320"/>
                  </a:lnTo>
                  <a:lnTo>
                    <a:pt x="134040" y="88966"/>
                  </a:lnTo>
                  <a:lnTo>
                    <a:pt x="134708" y="53380"/>
                  </a:lnTo>
                  <a:lnTo>
                    <a:pt x="135376" y="206175"/>
                  </a:lnTo>
                  <a:lnTo>
                    <a:pt x="136044" y="224379"/>
                  </a:lnTo>
                  <a:lnTo>
                    <a:pt x="136712" y="245559"/>
                  </a:lnTo>
                  <a:lnTo>
                    <a:pt x="137381" y="265284"/>
                  </a:lnTo>
                  <a:lnTo>
                    <a:pt x="138049" y="293495"/>
                  </a:lnTo>
                  <a:lnTo>
                    <a:pt x="138717" y="434988"/>
                  </a:lnTo>
                  <a:lnTo>
                    <a:pt x="139385" y="439567"/>
                  </a:lnTo>
                  <a:lnTo>
                    <a:pt x="140053" y="451703"/>
                  </a:lnTo>
                  <a:lnTo>
                    <a:pt x="140721" y="491145"/>
                  </a:lnTo>
                  <a:lnTo>
                    <a:pt x="141389" y="497213"/>
                  </a:lnTo>
                  <a:lnTo>
                    <a:pt x="142057" y="511169"/>
                  </a:lnTo>
                  <a:lnTo>
                    <a:pt x="142725" y="509956"/>
                  </a:lnTo>
                  <a:lnTo>
                    <a:pt x="143393" y="533014"/>
                  </a:lnTo>
                  <a:lnTo>
                    <a:pt x="144061" y="559106"/>
                  </a:lnTo>
                  <a:lnTo>
                    <a:pt x="144729" y="551825"/>
                  </a:lnTo>
                  <a:lnTo>
                    <a:pt x="145397" y="543007"/>
                  </a:lnTo>
                  <a:lnTo>
                    <a:pt x="146065" y="556209"/>
                  </a:lnTo>
                  <a:lnTo>
                    <a:pt x="146733" y="500123"/>
                  </a:lnTo>
                  <a:lnTo>
                    <a:pt x="147401" y="507748"/>
                  </a:lnTo>
                  <a:lnTo>
                    <a:pt x="148069" y="510054"/>
                  </a:lnTo>
                  <a:lnTo>
                    <a:pt x="148737" y="498536"/>
                  </a:lnTo>
                  <a:lnTo>
                    <a:pt x="149405" y="485720"/>
                  </a:lnTo>
                  <a:lnTo>
                    <a:pt x="150073" y="409247"/>
                  </a:lnTo>
                  <a:lnTo>
                    <a:pt x="150741" y="409247"/>
                  </a:lnTo>
                  <a:lnTo>
                    <a:pt x="151409" y="425994"/>
                  </a:lnTo>
                  <a:lnTo>
                    <a:pt x="152077" y="406107"/>
                  </a:lnTo>
                  <a:lnTo>
                    <a:pt x="152745" y="431227"/>
                  </a:lnTo>
                  <a:lnTo>
                    <a:pt x="153413" y="451114"/>
                  </a:lnTo>
                  <a:lnTo>
                    <a:pt x="154081" y="451114"/>
                  </a:lnTo>
                  <a:lnTo>
                    <a:pt x="154749" y="499261"/>
                  </a:lnTo>
                  <a:lnTo>
                    <a:pt x="155417" y="513914"/>
                  </a:lnTo>
                  <a:lnTo>
                    <a:pt x="156085" y="530661"/>
                  </a:lnTo>
                  <a:lnTo>
                    <a:pt x="156753" y="550547"/>
                  </a:lnTo>
                  <a:lnTo>
                    <a:pt x="157421" y="568341"/>
                  </a:lnTo>
                  <a:lnTo>
                    <a:pt x="158089" y="555781"/>
                  </a:lnTo>
                  <a:lnTo>
                    <a:pt x="158757" y="562061"/>
                  </a:lnTo>
                  <a:lnTo>
                    <a:pt x="159425" y="576714"/>
                  </a:lnTo>
                  <a:lnTo>
                    <a:pt x="160093" y="576714"/>
                  </a:lnTo>
                  <a:lnTo>
                    <a:pt x="160761" y="576714"/>
                  </a:lnTo>
                  <a:lnTo>
                    <a:pt x="161429" y="576714"/>
                  </a:lnTo>
                  <a:lnTo>
                    <a:pt x="162098" y="602881"/>
                  </a:lnTo>
                  <a:lnTo>
                    <a:pt x="162766" y="608114"/>
                  </a:lnTo>
                  <a:lnTo>
                    <a:pt x="163434" y="597647"/>
                  </a:lnTo>
                  <a:lnTo>
                    <a:pt x="164102" y="597647"/>
                  </a:lnTo>
                  <a:lnTo>
                    <a:pt x="164770" y="597647"/>
                  </a:lnTo>
                  <a:lnTo>
                    <a:pt x="165438" y="618581"/>
                  </a:lnTo>
                  <a:lnTo>
                    <a:pt x="166106" y="618581"/>
                  </a:lnTo>
                  <a:lnTo>
                    <a:pt x="166774" y="599741"/>
                  </a:lnTo>
                  <a:lnTo>
                    <a:pt x="167442" y="606021"/>
                  </a:lnTo>
                  <a:lnTo>
                    <a:pt x="168110" y="588227"/>
                  </a:lnTo>
                  <a:lnTo>
                    <a:pt x="168778" y="576714"/>
                  </a:lnTo>
                  <a:lnTo>
                    <a:pt x="169446" y="576714"/>
                  </a:lnTo>
                  <a:lnTo>
                    <a:pt x="170114" y="576714"/>
                  </a:lnTo>
                  <a:lnTo>
                    <a:pt x="170782" y="563107"/>
                  </a:lnTo>
                  <a:lnTo>
                    <a:pt x="171450" y="555781"/>
                  </a:lnTo>
                  <a:lnTo>
                    <a:pt x="172118" y="555781"/>
                  </a:lnTo>
                  <a:lnTo>
                    <a:pt x="172786" y="535894"/>
                  </a:lnTo>
                  <a:lnTo>
                    <a:pt x="173454" y="500307"/>
                  </a:lnTo>
                  <a:lnTo>
                    <a:pt x="174122" y="449020"/>
                  </a:lnTo>
                  <a:lnTo>
                    <a:pt x="174790" y="430180"/>
                  </a:lnTo>
                  <a:lnTo>
                    <a:pt x="175458" y="430180"/>
                  </a:lnTo>
                  <a:lnTo>
                    <a:pt x="176126" y="430180"/>
                  </a:lnTo>
                  <a:lnTo>
                    <a:pt x="176794" y="449020"/>
                  </a:lnTo>
                  <a:lnTo>
                    <a:pt x="177462" y="451114"/>
                  </a:lnTo>
                  <a:lnTo>
                    <a:pt x="178130" y="440647"/>
                  </a:lnTo>
                  <a:lnTo>
                    <a:pt x="178798" y="451114"/>
                  </a:lnTo>
                  <a:lnTo>
                    <a:pt x="179466" y="449020"/>
                  </a:lnTo>
                  <a:lnTo>
                    <a:pt x="180134" y="430180"/>
                  </a:lnTo>
                  <a:lnTo>
                    <a:pt x="180802" y="437507"/>
                  </a:lnTo>
                  <a:lnTo>
                    <a:pt x="181470" y="409247"/>
                  </a:lnTo>
                  <a:lnTo>
                    <a:pt x="182138" y="388314"/>
                  </a:lnTo>
                  <a:lnTo>
                    <a:pt x="182806" y="398780"/>
                  </a:lnTo>
                  <a:lnTo>
                    <a:pt x="183474" y="424947"/>
                  </a:lnTo>
                  <a:lnTo>
                    <a:pt x="184142" y="469954"/>
                  </a:lnTo>
                  <a:lnTo>
                    <a:pt x="184810" y="460534"/>
                  </a:lnTo>
                  <a:lnTo>
                    <a:pt x="185478" y="451114"/>
                  </a:lnTo>
                  <a:lnTo>
                    <a:pt x="186147" y="431227"/>
                  </a:lnTo>
                  <a:lnTo>
                    <a:pt x="186815" y="418667"/>
                  </a:lnTo>
                  <a:lnTo>
                    <a:pt x="187483" y="395640"/>
                  </a:lnTo>
                  <a:lnTo>
                    <a:pt x="188151" y="502194"/>
                  </a:lnTo>
                  <a:lnTo>
                    <a:pt x="188819" y="503154"/>
                  </a:lnTo>
                  <a:lnTo>
                    <a:pt x="189487" y="497836"/>
                  </a:lnTo>
                  <a:lnTo>
                    <a:pt x="190155" y="511560"/>
                  </a:lnTo>
                  <a:lnTo>
                    <a:pt x="190823" y="516135"/>
                  </a:lnTo>
                  <a:lnTo>
                    <a:pt x="191491" y="542059"/>
                  </a:lnTo>
                  <a:lnTo>
                    <a:pt x="192159" y="556546"/>
                  </a:lnTo>
                  <a:lnTo>
                    <a:pt x="192827" y="556546"/>
                  </a:lnTo>
                  <a:lnTo>
                    <a:pt x="193495" y="559596"/>
                  </a:lnTo>
                  <a:lnTo>
                    <a:pt x="194163" y="505461"/>
                  </a:lnTo>
                  <a:lnTo>
                    <a:pt x="194831" y="515373"/>
                  </a:lnTo>
                  <a:lnTo>
                    <a:pt x="195499" y="511560"/>
                  </a:lnTo>
                  <a:lnTo>
                    <a:pt x="196167" y="526047"/>
                  </a:lnTo>
                  <a:lnTo>
                    <a:pt x="196835" y="534434"/>
                  </a:lnTo>
                  <a:lnTo>
                    <a:pt x="197503" y="535197"/>
                  </a:lnTo>
                  <a:lnTo>
                    <a:pt x="198171" y="523853"/>
                  </a:lnTo>
                  <a:lnTo>
                    <a:pt x="198839" y="494895"/>
                  </a:lnTo>
                  <a:lnTo>
                    <a:pt x="199507" y="391454"/>
                  </a:lnTo>
                  <a:lnTo>
                    <a:pt x="200175" y="340167"/>
                  </a:lnTo>
                  <a:lnTo>
                    <a:pt x="200843" y="325513"/>
                  </a:lnTo>
                  <a:lnTo>
                    <a:pt x="201511" y="309814"/>
                  </a:lnTo>
                  <a:lnTo>
                    <a:pt x="202179" y="305627"/>
                  </a:lnTo>
                  <a:lnTo>
                    <a:pt x="202847" y="325513"/>
                  </a:lnTo>
                  <a:lnTo>
                    <a:pt x="203515" y="341214"/>
                  </a:lnTo>
                  <a:lnTo>
                    <a:pt x="204183" y="413434"/>
                  </a:lnTo>
                  <a:lnTo>
                    <a:pt x="204851" y="415527"/>
                  </a:lnTo>
                  <a:lnTo>
                    <a:pt x="205519" y="430180"/>
                  </a:lnTo>
                  <a:lnTo>
                    <a:pt x="206187" y="480022"/>
                  </a:lnTo>
                  <a:lnTo>
                    <a:pt x="206855" y="401913"/>
                  </a:lnTo>
                  <a:lnTo>
                    <a:pt x="207523" y="368134"/>
                  </a:lnTo>
                  <a:lnTo>
                    <a:pt x="208191" y="368979"/>
                  </a:lnTo>
                  <a:lnTo>
                    <a:pt x="208859" y="360592"/>
                  </a:lnTo>
                  <a:lnTo>
                    <a:pt x="209527" y="342293"/>
                  </a:lnTo>
                  <a:lnTo>
                    <a:pt x="210195" y="321706"/>
                  </a:lnTo>
                  <a:lnTo>
                    <a:pt x="210864" y="408584"/>
                  </a:lnTo>
                  <a:lnTo>
                    <a:pt x="211532" y="400126"/>
                  </a:lnTo>
                  <a:lnTo>
                    <a:pt x="212200" y="376461"/>
                  </a:lnTo>
                  <a:lnTo>
                    <a:pt x="212868" y="357650"/>
                  </a:lnTo>
                  <a:lnTo>
                    <a:pt x="213536" y="335805"/>
                  </a:lnTo>
                  <a:lnTo>
                    <a:pt x="214204" y="307286"/>
                  </a:lnTo>
                  <a:lnTo>
                    <a:pt x="214872" y="267844"/>
                  </a:lnTo>
                  <a:lnTo>
                    <a:pt x="215540" y="259956"/>
                  </a:lnTo>
                  <a:lnTo>
                    <a:pt x="216208" y="279562"/>
                  </a:lnTo>
                  <a:lnTo>
                    <a:pt x="216876" y="341372"/>
                  </a:lnTo>
                  <a:lnTo>
                    <a:pt x="217544" y="358589"/>
                  </a:lnTo>
                  <a:lnTo>
                    <a:pt x="218212" y="296545"/>
                  </a:lnTo>
                  <a:lnTo>
                    <a:pt x="218880" y="333143"/>
                  </a:lnTo>
                  <a:lnTo>
                    <a:pt x="219548" y="363642"/>
                  </a:lnTo>
                  <a:lnTo>
                    <a:pt x="220216" y="385090"/>
                  </a:lnTo>
                  <a:lnTo>
                    <a:pt x="220884" y="366563"/>
                  </a:lnTo>
                  <a:lnTo>
                    <a:pt x="221552" y="339218"/>
                  </a:lnTo>
                  <a:lnTo>
                    <a:pt x="222220" y="250153"/>
                  </a:lnTo>
                  <a:lnTo>
                    <a:pt x="222888" y="268993"/>
                  </a:lnTo>
                  <a:lnTo>
                    <a:pt x="223556" y="306673"/>
                  </a:lnTo>
                  <a:lnTo>
                    <a:pt x="224224" y="364240"/>
                  </a:lnTo>
                  <a:lnTo>
                    <a:pt x="224892" y="425994"/>
                  </a:lnTo>
                  <a:lnTo>
                    <a:pt x="225560" y="396687"/>
                  </a:lnTo>
                  <a:lnTo>
                    <a:pt x="226228" y="409247"/>
                  </a:lnTo>
                  <a:lnTo>
                    <a:pt x="226896" y="420760"/>
                  </a:lnTo>
                  <a:lnTo>
                    <a:pt x="227564" y="430180"/>
                  </a:lnTo>
                  <a:lnTo>
                    <a:pt x="228232" y="430180"/>
                  </a:lnTo>
                  <a:lnTo>
                    <a:pt x="228900" y="430180"/>
                  </a:lnTo>
                  <a:lnTo>
                    <a:pt x="229568" y="443787"/>
                  </a:lnTo>
                  <a:lnTo>
                    <a:pt x="230236" y="490887"/>
                  </a:lnTo>
                  <a:lnTo>
                    <a:pt x="230904" y="537987"/>
                  </a:lnTo>
                  <a:lnTo>
                    <a:pt x="231572" y="576714"/>
                  </a:lnTo>
                  <a:lnTo>
                    <a:pt x="232240" y="584041"/>
                  </a:lnTo>
                  <a:lnTo>
                    <a:pt x="232908" y="597647"/>
                  </a:lnTo>
                  <a:lnTo>
                    <a:pt x="233576" y="597647"/>
                  </a:lnTo>
                  <a:lnTo>
                    <a:pt x="234244" y="597647"/>
                  </a:lnTo>
                  <a:lnTo>
                    <a:pt x="234912" y="616487"/>
                  </a:lnTo>
                  <a:lnTo>
                    <a:pt x="235581" y="659401"/>
                  </a:lnTo>
                  <a:lnTo>
                    <a:pt x="236249" y="660448"/>
                  </a:lnTo>
                  <a:lnTo>
                    <a:pt x="236917" y="660448"/>
                  </a:lnTo>
                  <a:lnTo>
                    <a:pt x="237585" y="660448"/>
                  </a:lnTo>
                  <a:lnTo>
                    <a:pt x="238253" y="651028"/>
                  </a:lnTo>
                  <a:lnTo>
                    <a:pt x="238921" y="639514"/>
                  </a:lnTo>
                  <a:lnTo>
                    <a:pt x="239589" y="639514"/>
                  </a:lnTo>
                  <a:lnTo>
                    <a:pt x="240257" y="639514"/>
                  </a:lnTo>
                  <a:lnTo>
                    <a:pt x="240925" y="639514"/>
                  </a:lnTo>
                  <a:lnTo>
                    <a:pt x="241593" y="639514"/>
                  </a:lnTo>
                  <a:lnTo>
                    <a:pt x="242261" y="639514"/>
                  </a:lnTo>
                  <a:lnTo>
                    <a:pt x="242929" y="621721"/>
                  </a:lnTo>
                  <a:lnTo>
                    <a:pt x="243597" y="598694"/>
                  </a:lnTo>
                  <a:lnTo>
                    <a:pt x="244265" y="541127"/>
                  </a:lnTo>
                  <a:lnTo>
                    <a:pt x="244933" y="534847"/>
                  </a:lnTo>
                  <a:lnTo>
                    <a:pt x="245601" y="524381"/>
                  </a:lnTo>
                  <a:lnTo>
                    <a:pt x="246269" y="508681"/>
                  </a:lnTo>
                  <a:lnTo>
                    <a:pt x="246937" y="489841"/>
                  </a:lnTo>
                  <a:lnTo>
                    <a:pt x="247605" y="442740"/>
                  </a:lnTo>
                  <a:lnTo>
                    <a:pt x="248273" y="439600"/>
                  </a:lnTo>
                  <a:lnTo>
                    <a:pt x="248941" y="413434"/>
                  </a:lnTo>
                  <a:lnTo>
                    <a:pt x="249609" y="388314"/>
                  </a:lnTo>
                  <a:lnTo>
                    <a:pt x="250277" y="388314"/>
                  </a:lnTo>
                  <a:lnTo>
                    <a:pt x="250945" y="388314"/>
                  </a:lnTo>
                  <a:lnTo>
                    <a:pt x="251613" y="388314"/>
                  </a:lnTo>
                  <a:lnTo>
                    <a:pt x="252281" y="357960"/>
                  </a:lnTo>
                  <a:lnTo>
                    <a:pt x="252949" y="364240"/>
                  </a:lnTo>
                  <a:lnTo>
                    <a:pt x="253617" y="377847"/>
                  </a:lnTo>
                  <a:lnTo>
                    <a:pt x="254285" y="373660"/>
                  </a:lnTo>
                  <a:lnTo>
                    <a:pt x="254953" y="352727"/>
                  </a:lnTo>
                  <a:lnTo>
                    <a:pt x="255621" y="304580"/>
                  </a:lnTo>
                  <a:lnTo>
                    <a:pt x="256289" y="309814"/>
                  </a:lnTo>
                  <a:lnTo>
                    <a:pt x="256957" y="311907"/>
                  </a:lnTo>
                  <a:lnTo>
                    <a:pt x="257625" y="333887"/>
                  </a:lnTo>
                  <a:lnTo>
                    <a:pt x="258293" y="341214"/>
                  </a:lnTo>
                  <a:lnTo>
                    <a:pt x="258961" y="337027"/>
                  </a:lnTo>
                  <a:lnTo>
                    <a:pt x="259630" y="345400"/>
                  </a:lnTo>
                  <a:lnTo>
                    <a:pt x="260298" y="315047"/>
                  </a:lnTo>
                  <a:lnTo>
                    <a:pt x="260966" y="271087"/>
                  </a:lnTo>
                  <a:lnTo>
                    <a:pt x="261634" y="157000"/>
                  </a:lnTo>
                  <a:lnTo>
                    <a:pt x="262302" y="111993"/>
                  </a:lnTo>
                  <a:lnTo>
                    <a:pt x="262970" y="40820"/>
                  </a:lnTo>
                  <a:lnTo>
                    <a:pt x="263638" y="0"/>
                  </a:lnTo>
                  <a:lnTo>
                    <a:pt x="264306" y="61753"/>
                  </a:lnTo>
                  <a:lnTo>
                    <a:pt x="264974" y="88966"/>
                  </a:lnTo>
                  <a:lnTo>
                    <a:pt x="265642" y="115133"/>
                  </a:lnTo>
                  <a:lnTo>
                    <a:pt x="266310" y="116180"/>
                  </a:lnTo>
                  <a:lnTo>
                    <a:pt x="266978" y="129786"/>
                  </a:lnTo>
                  <a:lnTo>
                    <a:pt x="267646" y="118273"/>
                  </a:lnTo>
                  <a:lnTo>
                    <a:pt x="268314" y="121413"/>
                  </a:lnTo>
                  <a:lnTo>
                    <a:pt x="268982" y="163280"/>
                  </a:lnTo>
                  <a:lnTo>
                    <a:pt x="269650" y="180027"/>
                  </a:lnTo>
                  <a:lnTo>
                    <a:pt x="270318" y="208287"/>
                  </a:lnTo>
                  <a:lnTo>
                    <a:pt x="270986" y="233407"/>
                  </a:lnTo>
                  <a:lnTo>
                    <a:pt x="271654" y="347494"/>
                  </a:lnTo>
                  <a:lnTo>
                    <a:pt x="272322" y="422854"/>
                  </a:lnTo>
                  <a:lnTo>
                    <a:pt x="272990" y="505541"/>
                  </a:lnTo>
                  <a:lnTo>
                    <a:pt x="273658" y="539034"/>
                  </a:lnTo>
                  <a:lnTo>
                    <a:pt x="274326" y="534847"/>
                  </a:lnTo>
                  <a:lnTo>
                    <a:pt x="274994" y="534847"/>
                  </a:lnTo>
                  <a:lnTo>
                    <a:pt x="275662" y="552641"/>
                  </a:lnTo>
                  <a:lnTo>
                    <a:pt x="276330" y="533801"/>
                  </a:lnTo>
                  <a:lnTo>
                    <a:pt x="276998" y="517054"/>
                  </a:lnTo>
                  <a:lnTo>
                    <a:pt x="277666" y="553687"/>
                  </a:lnTo>
                  <a:lnTo>
                    <a:pt x="278334" y="532754"/>
                  </a:lnTo>
                  <a:lnTo>
                    <a:pt x="279002" y="512867"/>
                  </a:lnTo>
                  <a:lnTo>
                    <a:pt x="279670" y="492981"/>
                  </a:lnTo>
                  <a:lnTo>
                    <a:pt x="280338" y="477280"/>
                  </a:lnTo>
                  <a:lnTo>
                    <a:pt x="281006" y="492981"/>
                  </a:lnTo>
                  <a:lnTo>
                    <a:pt x="281674" y="492981"/>
                  </a:lnTo>
                  <a:lnTo>
                    <a:pt x="282342" y="492981"/>
                  </a:lnTo>
                  <a:lnTo>
                    <a:pt x="283010" y="492981"/>
                  </a:lnTo>
                  <a:lnTo>
                    <a:pt x="283678" y="509727"/>
                  </a:lnTo>
                  <a:lnTo>
                    <a:pt x="284347" y="504494"/>
                  </a:lnTo>
                  <a:lnTo>
                    <a:pt x="285015" y="492981"/>
                  </a:lnTo>
                  <a:lnTo>
                    <a:pt x="285683" y="489841"/>
                  </a:lnTo>
                  <a:lnTo>
                    <a:pt x="286351" y="514961"/>
                  </a:lnTo>
                  <a:lnTo>
                    <a:pt x="287019" y="534847"/>
                  </a:lnTo>
                  <a:lnTo>
                    <a:pt x="287687" y="534847"/>
                  </a:lnTo>
                  <a:lnTo>
                    <a:pt x="288355" y="557874"/>
                  </a:lnTo>
                  <a:lnTo>
                    <a:pt x="289023" y="572527"/>
                  </a:lnTo>
                  <a:lnTo>
                    <a:pt x="289691" y="554734"/>
                  </a:lnTo>
                  <a:lnTo>
                    <a:pt x="290359" y="552641"/>
                  </a:lnTo>
                  <a:lnTo>
                    <a:pt x="291027" y="555781"/>
                  </a:lnTo>
                  <a:lnTo>
                    <a:pt x="291695" y="555781"/>
                  </a:lnTo>
                  <a:lnTo>
                    <a:pt x="292363" y="555781"/>
                  </a:lnTo>
                  <a:lnTo>
                    <a:pt x="293031" y="554734"/>
                  </a:lnTo>
                  <a:lnTo>
                    <a:pt x="293699" y="518101"/>
                  </a:lnTo>
                  <a:lnTo>
                    <a:pt x="294367" y="563020"/>
                  </a:lnTo>
                  <a:lnTo>
                    <a:pt x="295035" y="520531"/>
                  </a:lnTo>
                  <a:lnTo>
                    <a:pt x="295703" y="498598"/>
                  </a:lnTo>
                  <a:lnTo>
                    <a:pt x="296371" y="469625"/>
                  </a:lnTo>
                  <a:lnTo>
                    <a:pt x="297039" y="433789"/>
                  </a:lnTo>
                  <a:lnTo>
                    <a:pt x="297707" y="385754"/>
                  </a:lnTo>
                  <a:lnTo>
                    <a:pt x="298375" y="374316"/>
                  </a:lnTo>
                  <a:lnTo>
                    <a:pt x="299043" y="352967"/>
                  </a:lnTo>
                  <a:lnTo>
                    <a:pt x="299711" y="375079"/>
                  </a:lnTo>
                  <a:lnTo>
                    <a:pt x="300379" y="388803"/>
                  </a:lnTo>
                  <a:lnTo>
                    <a:pt x="301047" y="372792"/>
                  </a:lnTo>
                  <a:lnTo>
                    <a:pt x="301715" y="341531"/>
                  </a:lnTo>
                  <a:lnTo>
                    <a:pt x="302383" y="394107"/>
                  </a:lnTo>
                  <a:lnTo>
                    <a:pt x="303051" y="387876"/>
                  </a:lnTo>
                  <a:lnTo>
                    <a:pt x="303719" y="396485"/>
                  </a:lnTo>
                  <a:lnTo>
                    <a:pt x="304387" y="394181"/>
                  </a:lnTo>
                  <a:lnTo>
                    <a:pt x="305055" y="405946"/>
                  </a:lnTo>
                  <a:lnTo>
                    <a:pt x="305723" y="324756"/>
                  </a:lnTo>
                  <a:lnTo>
                    <a:pt x="306391" y="355255"/>
                  </a:lnTo>
                  <a:lnTo>
                    <a:pt x="307059" y="382704"/>
                  </a:lnTo>
                  <a:lnTo>
                    <a:pt x="307727" y="408627"/>
                  </a:lnTo>
                  <a:lnTo>
                    <a:pt x="308395" y="391091"/>
                  </a:lnTo>
                  <a:lnTo>
                    <a:pt x="309064" y="399478"/>
                  </a:lnTo>
                  <a:lnTo>
                    <a:pt x="309732" y="404815"/>
                  </a:lnTo>
                  <a:lnTo>
                    <a:pt x="310400" y="405578"/>
                  </a:lnTo>
                  <a:lnTo>
                    <a:pt x="311068" y="421589"/>
                  </a:lnTo>
                  <a:lnTo>
                    <a:pt x="311736" y="452850"/>
                  </a:lnTo>
                  <a:lnTo>
                    <a:pt x="312404" y="483221"/>
                  </a:lnTo>
                  <a:lnTo>
                    <a:pt x="313072" y="471827"/>
                  </a:lnTo>
                  <a:lnTo>
                    <a:pt x="313740" y="407154"/>
                  </a:lnTo>
                  <a:lnTo>
                    <a:pt x="314408" y="447974"/>
                  </a:lnTo>
                  <a:lnTo>
                    <a:pt x="315076" y="480420"/>
                  </a:lnTo>
                  <a:lnTo>
                    <a:pt x="315744" y="533801"/>
                  </a:lnTo>
                  <a:lnTo>
                    <a:pt x="316412" y="534847"/>
                  </a:lnTo>
                  <a:lnTo>
                    <a:pt x="317080" y="546361"/>
                  </a:lnTo>
                  <a:lnTo>
                    <a:pt x="317748" y="576714"/>
                  </a:lnTo>
                  <a:lnTo>
                    <a:pt x="318416" y="616487"/>
                  </a:lnTo>
                  <a:lnTo>
                    <a:pt x="319084" y="639514"/>
                  </a:lnTo>
                  <a:lnTo>
                    <a:pt x="319752" y="639514"/>
                  </a:lnTo>
                  <a:lnTo>
                    <a:pt x="320420" y="639514"/>
                  </a:lnTo>
                  <a:lnTo>
                    <a:pt x="321088" y="639514"/>
                  </a:lnTo>
                  <a:lnTo>
                    <a:pt x="321756" y="639514"/>
                  </a:lnTo>
                  <a:lnTo>
                    <a:pt x="322424" y="643701"/>
                  </a:lnTo>
                  <a:lnTo>
                    <a:pt x="323092" y="660448"/>
                  </a:lnTo>
                  <a:lnTo>
                    <a:pt x="323760" y="660448"/>
                  </a:lnTo>
                  <a:lnTo>
                    <a:pt x="324428" y="660448"/>
                  </a:lnTo>
                  <a:lnTo>
                    <a:pt x="325096" y="641607"/>
                  </a:lnTo>
                  <a:lnTo>
                    <a:pt x="325764" y="621721"/>
                  </a:lnTo>
                  <a:lnTo>
                    <a:pt x="326432" y="649821"/>
                  </a:lnTo>
                  <a:lnTo>
                    <a:pt x="327100" y="620296"/>
                  </a:lnTo>
                  <a:lnTo>
                    <a:pt x="327768" y="593144"/>
                  </a:lnTo>
                  <a:lnTo>
                    <a:pt x="328436" y="577132"/>
                  </a:lnTo>
                  <a:lnTo>
                    <a:pt x="329104" y="512323"/>
                  </a:lnTo>
                  <a:lnTo>
                    <a:pt x="329772" y="488686"/>
                  </a:lnTo>
                  <a:lnTo>
                    <a:pt x="330440" y="447513"/>
                  </a:lnTo>
                  <a:lnTo>
                    <a:pt x="331108" y="435314"/>
                  </a:lnTo>
                  <a:lnTo>
                    <a:pt x="331776" y="418540"/>
                  </a:lnTo>
                  <a:lnTo>
                    <a:pt x="332444" y="404815"/>
                  </a:lnTo>
                  <a:lnTo>
                    <a:pt x="333112" y="404815"/>
                  </a:lnTo>
                  <a:lnTo>
                    <a:pt x="333781" y="404815"/>
                  </a:lnTo>
                  <a:lnTo>
                    <a:pt x="334449" y="404815"/>
                  </a:lnTo>
                  <a:lnTo>
                    <a:pt x="335117" y="417015"/>
                  </a:lnTo>
                  <a:lnTo>
                    <a:pt x="335785" y="410915"/>
                  </a:lnTo>
                  <a:lnTo>
                    <a:pt x="336453" y="384631"/>
                  </a:lnTo>
                  <a:lnTo>
                    <a:pt x="337121" y="403968"/>
                  </a:lnTo>
                  <a:lnTo>
                    <a:pt x="337789" y="297253"/>
                  </a:lnTo>
                  <a:lnTo>
                    <a:pt x="338457" y="261667"/>
                  </a:lnTo>
                  <a:lnTo>
                    <a:pt x="339125" y="329700"/>
                  </a:lnTo>
                  <a:lnTo>
                    <a:pt x="339793" y="348540"/>
                  </a:lnTo>
                  <a:lnTo>
                    <a:pt x="340461" y="392500"/>
                  </a:lnTo>
                  <a:lnTo>
                    <a:pt x="341129" y="409247"/>
                  </a:lnTo>
                  <a:lnTo>
                    <a:pt x="341797" y="393547"/>
                  </a:lnTo>
                  <a:lnTo>
                    <a:pt x="342465" y="385174"/>
                  </a:lnTo>
                  <a:lnTo>
                    <a:pt x="343133" y="351680"/>
                  </a:lnTo>
                  <a:lnTo>
                    <a:pt x="343801" y="340167"/>
                  </a:lnTo>
                  <a:lnTo>
                    <a:pt x="344469" y="281553"/>
                  </a:lnTo>
                  <a:lnTo>
                    <a:pt x="345137" y="264807"/>
                  </a:lnTo>
                  <a:lnTo>
                    <a:pt x="345805" y="293067"/>
                  </a:lnTo>
                  <a:lnTo>
                    <a:pt x="346473" y="316093"/>
                  </a:lnTo>
                  <a:lnTo>
                    <a:pt x="347141" y="297253"/>
                  </a:lnTo>
                  <a:lnTo>
                    <a:pt x="347809" y="325513"/>
                  </a:lnTo>
                  <a:lnTo>
                    <a:pt x="348477" y="383080"/>
                  </a:lnTo>
                  <a:lnTo>
                    <a:pt x="349145" y="404014"/>
                  </a:lnTo>
                  <a:lnTo>
                    <a:pt x="349813" y="417620"/>
                  </a:lnTo>
                  <a:lnTo>
                    <a:pt x="350481" y="416574"/>
                  </a:lnTo>
                  <a:lnTo>
                    <a:pt x="351149" y="409247"/>
                  </a:lnTo>
                  <a:lnTo>
                    <a:pt x="351817" y="447974"/>
                  </a:lnTo>
                  <a:lnTo>
                    <a:pt x="352485" y="475187"/>
                  </a:lnTo>
                  <a:lnTo>
                    <a:pt x="353153" y="508681"/>
                  </a:lnTo>
                  <a:lnTo>
                    <a:pt x="353821" y="520194"/>
                  </a:lnTo>
                  <a:lnTo>
                    <a:pt x="354489" y="578807"/>
                  </a:lnTo>
                  <a:lnTo>
                    <a:pt x="355157" y="597647"/>
                  </a:lnTo>
                  <a:lnTo>
                    <a:pt x="355825" y="597647"/>
                  </a:lnTo>
                  <a:lnTo>
                    <a:pt x="356493" y="607067"/>
                  </a:lnTo>
                  <a:lnTo>
                    <a:pt x="357161" y="631141"/>
                  </a:lnTo>
                  <a:lnTo>
                    <a:pt x="357830" y="639514"/>
                  </a:lnTo>
                  <a:lnTo>
                    <a:pt x="358498" y="639514"/>
                  </a:lnTo>
                  <a:lnTo>
                    <a:pt x="359166" y="639514"/>
                  </a:lnTo>
                  <a:lnTo>
                    <a:pt x="359834" y="639514"/>
                  </a:lnTo>
                  <a:lnTo>
                    <a:pt x="360502" y="653121"/>
                  </a:lnTo>
                  <a:lnTo>
                    <a:pt x="361170" y="660448"/>
                  </a:lnTo>
                  <a:lnTo>
                    <a:pt x="361838" y="660448"/>
                  </a:lnTo>
                  <a:lnTo>
                    <a:pt x="362506" y="660448"/>
                  </a:lnTo>
                  <a:lnTo>
                    <a:pt x="363174" y="660448"/>
                  </a:lnTo>
                  <a:lnTo>
                    <a:pt x="363842" y="660448"/>
                  </a:lnTo>
                  <a:lnTo>
                    <a:pt x="364510" y="660448"/>
                  </a:lnTo>
                  <a:lnTo>
                    <a:pt x="365178" y="660448"/>
                  </a:lnTo>
                  <a:lnTo>
                    <a:pt x="365846" y="660448"/>
                  </a:lnTo>
                  <a:lnTo>
                    <a:pt x="366514" y="660448"/>
                  </a:lnTo>
                  <a:lnTo>
                    <a:pt x="367182" y="660448"/>
                  </a:lnTo>
                  <a:lnTo>
                    <a:pt x="367850" y="660448"/>
                  </a:lnTo>
                  <a:lnTo>
                    <a:pt x="368518" y="660448"/>
                  </a:lnTo>
                  <a:lnTo>
                    <a:pt x="369186" y="653121"/>
                  </a:lnTo>
                  <a:lnTo>
                    <a:pt x="369854" y="639514"/>
                  </a:lnTo>
                  <a:lnTo>
                    <a:pt x="370522" y="622767"/>
                  </a:lnTo>
                  <a:lnTo>
                    <a:pt x="371190" y="618581"/>
                  </a:lnTo>
                  <a:lnTo>
                    <a:pt x="371858" y="618581"/>
                  </a:lnTo>
                  <a:lnTo>
                    <a:pt x="372526" y="618581"/>
                  </a:lnTo>
                  <a:lnTo>
                    <a:pt x="373194" y="618581"/>
                  </a:lnTo>
                  <a:lnTo>
                    <a:pt x="373862" y="618581"/>
                  </a:lnTo>
                  <a:lnTo>
                    <a:pt x="374530" y="618581"/>
                  </a:lnTo>
                  <a:lnTo>
                    <a:pt x="375198" y="618581"/>
                  </a:lnTo>
                  <a:lnTo>
                    <a:pt x="375866" y="618581"/>
                  </a:lnTo>
                  <a:lnTo>
                    <a:pt x="376534" y="618581"/>
                  </a:lnTo>
                  <a:lnTo>
                    <a:pt x="377202" y="618581"/>
                  </a:lnTo>
                  <a:lnTo>
                    <a:pt x="377870" y="618581"/>
                  </a:lnTo>
                  <a:lnTo>
                    <a:pt x="378538" y="618581"/>
                  </a:lnTo>
                  <a:lnTo>
                    <a:pt x="379178" y="66086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5540133" y="3751844"/>
              <a:ext cx="57384" cy="272554"/>
            </a:xfrm>
            <a:custGeom>
              <a:avLst/>
              <a:pathLst>
                <a:path w="57384" h="272554">
                  <a:moveTo>
                    <a:pt x="0" y="272554"/>
                  </a:moveTo>
                  <a:lnTo>
                    <a:pt x="653" y="266590"/>
                  </a:lnTo>
                  <a:lnTo>
                    <a:pt x="1321" y="212455"/>
                  </a:lnTo>
                  <a:lnTo>
                    <a:pt x="1989" y="175856"/>
                  </a:lnTo>
                  <a:lnTo>
                    <a:pt x="2657" y="168994"/>
                  </a:lnTo>
                  <a:lnTo>
                    <a:pt x="3325" y="168994"/>
                  </a:lnTo>
                  <a:lnTo>
                    <a:pt x="3993" y="168994"/>
                  </a:lnTo>
                  <a:lnTo>
                    <a:pt x="4661" y="168232"/>
                  </a:lnTo>
                  <a:lnTo>
                    <a:pt x="5329" y="138495"/>
                  </a:lnTo>
                  <a:lnTo>
                    <a:pt x="5997" y="123246"/>
                  </a:lnTo>
                  <a:lnTo>
                    <a:pt x="6665" y="107997"/>
                  </a:lnTo>
                  <a:lnTo>
                    <a:pt x="7333" y="103422"/>
                  </a:lnTo>
                  <a:lnTo>
                    <a:pt x="8001" y="77498"/>
                  </a:lnTo>
                  <a:lnTo>
                    <a:pt x="8669" y="67802"/>
                  </a:lnTo>
                  <a:lnTo>
                    <a:pt x="9337" y="70547"/>
                  </a:lnTo>
                  <a:lnTo>
                    <a:pt x="10005" y="0"/>
                  </a:lnTo>
                  <a:lnTo>
                    <a:pt x="10673" y="12560"/>
                  </a:lnTo>
                  <a:lnTo>
                    <a:pt x="11341" y="86873"/>
                  </a:lnTo>
                  <a:lnTo>
                    <a:pt x="12009" y="137113"/>
                  </a:lnTo>
                  <a:lnTo>
                    <a:pt x="12677" y="146533"/>
                  </a:lnTo>
                  <a:lnTo>
                    <a:pt x="13345" y="120366"/>
                  </a:lnTo>
                  <a:lnTo>
                    <a:pt x="14013" y="93153"/>
                  </a:lnTo>
                  <a:lnTo>
                    <a:pt x="14681" y="84780"/>
                  </a:lnTo>
                  <a:lnTo>
                    <a:pt x="15349" y="125600"/>
                  </a:lnTo>
                  <a:lnTo>
                    <a:pt x="16017" y="146533"/>
                  </a:lnTo>
                  <a:lnTo>
                    <a:pt x="16685" y="167467"/>
                  </a:lnTo>
                  <a:lnTo>
                    <a:pt x="17353" y="173747"/>
                  </a:lnTo>
                  <a:lnTo>
                    <a:pt x="18021" y="209333"/>
                  </a:lnTo>
                  <a:lnTo>
                    <a:pt x="18689" y="209333"/>
                  </a:lnTo>
                  <a:lnTo>
                    <a:pt x="19357" y="209333"/>
                  </a:lnTo>
                  <a:lnTo>
                    <a:pt x="20025" y="209333"/>
                  </a:lnTo>
                  <a:lnTo>
                    <a:pt x="20693" y="209333"/>
                  </a:lnTo>
                  <a:lnTo>
                    <a:pt x="21362" y="209333"/>
                  </a:lnTo>
                  <a:lnTo>
                    <a:pt x="22030" y="209333"/>
                  </a:lnTo>
                  <a:lnTo>
                    <a:pt x="22698" y="209333"/>
                  </a:lnTo>
                  <a:lnTo>
                    <a:pt x="23366" y="235500"/>
                  </a:lnTo>
                  <a:lnTo>
                    <a:pt x="24034" y="262713"/>
                  </a:lnTo>
                  <a:lnTo>
                    <a:pt x="24702" y="272133"/>
                  </a:lnTo>
                  <a:lnTo>
                    <a:pt x="25370" y="272133"/>
                  </a:lnTo>
                  <a:lnTo>
                    <a:pt x="26038" y="272133"/>
                  </a:lnTo>
                  <a:lnTo>
                    <a:pt x="26706" y="272133"/>
                  </a:lnTo>
                  <a:lnTo>
                    <a:pt x="27374" y="272133"/>
                  </a:lnTo>
                  <a:lnTo>
                    <a:pt x="28042" y="272133"/>
                  </a:lnTo>
                  <a:lnTo>
                    <a:pt x="28710" y="272133"/>
                  </a:lnTo>
                  <a:lnTo>
                    <a:pt x="29378" y="272133"/>
                  </a:lnTo>
                  <a:lnTo>
                    <a:pt x="30046" y="272133"/>
                  </a:lnTo>
                  <a:lnTo>
                    <a:pt x="30714" y="272133"/>
                  </a:lnTo>
                  <a:lnTo>
                    <a:pt x="31382" y="272133"/>
                  </a:lnTo>
                  <a:lnTo>
                    <a:pt x="32050" y="272133"/>
                  </a:lnTo>
                  <a:lnTo>
                    <a:pt x="32718" y="262713"/>
                  </a:lnTo>
                  <a:lnTo>
                    <a:pt x="33386" y="251200"/>
                  </a:lnTo>
                  <a:lnTo>
                    <a:pt x="34054" y="251200"/>
                  </a:lnTo>
                  <a:lnTo>
                    <a:pt x="34722" y="251200"/>
                  </a:lnTo>
                  <a:lnTo>
                    <a:pt x="35390" y="228173"/>
                  </a:lnTo>
                  <a:lnTo>
                    <a:pt x="36058" y="209333"/>
                  </a:lnTo>
                  <a:lnTo>
                    <a:pt x="36726" y="198867"/>
                  </a:lnTo>
                  <a:lnTo>
                    <a:pt x="37394" y="177933"/>
                  </a:lnTo>
                  <a:lnTo>
                    <a:pt x="38062" y="132926"/>
                  </a:lnTo>
                  <a:lnTo>
                    <a:pt x="38730" y="169138"/>
                  </a:lnTo>
                  <a:lnTo>
                    <a:pt x="39398" y="208306"/>
                  </a:lnTo>
                  <a:lnTo>
                    <a:pt x="40066" y="193099"/>
                  </a:lnTo>
                  <a:lnTo>
                    <a:pt x="40734" y="162297"/>
                  </a:lnTo>
                  <a:lnTo>
                    <a:pt x="41402" y="149554"/>
                  </a:lnTo>
                  <a:lnTo>
                    <a:pt x="42070" y="127103"/>
                  </a:lnTo>
                  <a:lnTo>
                    <a:pt x="42738" y="124069"/>
                  </a:lnTo>
                  <a:lnTo>
                    <a:pt x="43406" y="130744"/>
                  </a:lnTo>
                  <a:lnTo>
                    <a:pt x="44074" y="120428"/>
                  </a:lnTo>
                  <a:lnTo>
                    <a:pt x="44742" y="106472"/>
                  </a:lnTo>
                  <a:lnTo>
                    <a:pt x="45410" y="107685"/>
                  </a:lnTo>
                  <a:lnTo>
                    <a:pt x="46079" y="90088"/>
                  </a:lnTo>
                  <a:lnTo>
                    <a:pt x="46747" y="88268"/>
                  </a:lnTo>
                  <a:lnTo>
                    <a:pt x="47415" y="91302"/>
                  </a:lnTo>
                  <a:lnTo>
                    <a:pt x="48083" y="114360"/>
                  </a:lnTo>
                  <a:lnTo>
                    <a:pt x="48751" y="130417"/>
                  </a:lnTo>
                  <a:lnTo>
                    <a:pt x="49419" y="63474"/>
                  </a:lnTo>
                  <a:lnTo>
                    <a:pt x="50087" y="74140"/>
                  </a:lnTo>
                  <a:lnTo>
                    <a:pt x="50755" y="29306"/>
                  </a:lnTo>
                  <a:lnTo>
                    <a:pt x="51423" y="51286"/>
                  </a:lnTo>
                  <a:lnTo>
                    <a:pt x="52091" y="90013"/>
                  </a:lnTo>
                  <a:lnTo>
                    <a:pt x="52759" y="104666"/>
                  </a:lnTo>
                  <a:lnTo>
                    <a:pt x="53427" y="104666"/>
                  </a:lnTo>
                  <a:lnTo>
                    <a:pt x="54095" y="122460"/>
                  </a:lnTo>
                  <a:lnTo>
                    <a:pt x="54763" y="146533"/>
                  </a:lnTo>
                  <a:lnTo>
                    <a:pt x="55431" y="167467"/>
                  </a:lnTo>
                  <a:lnTo>
                    <a:pt x="56099" y="216660"/>
                  </a:lnTo>
                  <a:lnTo>
                    <a:pt x="56767" y="230267"/>
                  </a:lnTo>
                  <a:lnTo>
                    <a:pt x="57384" y="2725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598151" y="4023890"/>
              <a:ext cx="177" cy="508"/>
            </a:xfrm>
            <a:custGeom>
              <a:avLst/>
              <a:pathLst>
                <a:path w="177" h="508">
                  <a:moveTo>
                    <a:pt x="0" y="508"/>
                  </a:moveTo>
                  <a:lnTo>
                    <a:pt x="85" y="0"/>
                  </a:lnTo>
                  <a:lnTo>
                    <a:pt x="177" y="50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601806" y="3460871"/>
              <a:ext cx="330349" cy="563528"/>
            </a:xfrm>
            <a:custGeom>
              <a:avLst/>
              <a:pathLst>
                <a:path w="330349" h="563528">
                  <a:moveTo>
                    <a:pt x="0" y="563528"/>
                  </a:moveTo>
                  <a:lnTo>
                    <a:pt x="438" y="551572"/>
                  </a:lnTo>
                  <a:lnTo>
                    <a:pt x="1106" y="520625"/>
                  </a:lnTo>
                  <a:lnTo>
                    <a:pt x="1774" y="487251"/>
                  </a:lnTo>
                  <a:lnTo>
                    <a:pt x="2442" y="470868"/>
                  </a:lnTo>
                  <a:lnTo>
                    <a:pt x="3110" y="445989"/>
                  </a:lnTo>
                  <a:lnTo>
                    <a:pt x="3778" y="445989"/>
                  </a:lnTo>
                  <a:lnTo>
                    <a:pt x="4446" y="445989"/>
                  </a:lnTo>
                  <a:lnTo>
                    <a:pt x="5114" y="427785"/>
                  </a:lnTo>
                  <a:lnTo>
                    <a:pt x="5782" y="406060"/>
                  </a:lnTo>
                  <a:lnTo>
                    <a:pt x="6450" y="369049"/>
                  </a:lnTo>
                  <a:lnTo>
                    <a:pt x="7119" y="266302"/>
                  </a:lnTo>
                  <a:lnTo>
                    <a:pt x="7787" y="222876"/>
                  </a:lnTo>
                  <a:lnTo>
                    <a:pt x="8455" y="184104"/>
                  </a:lnTo>
                  <a:lnTo>
                    <a:pt x="9123" y="0"/>
                  </a:lnTo>
                  <a:lnTo>
                    <a:pt x="9791" y="56520"/>
                  </a:lnTo>
                  <a:lnTo>
                    <a:pt x="10459" y="87920"/>
                  </a:lnTo>
                  <a:lnTo>
                    <a:pt x="11127" y="141300"/>
                  </a:lnTo>
                  <a:lnTo>
                    <a:pt x="11795" y="198867"/>
                  </a:lnTo>
                  <a:lnTo>
                    <a:pt x="12463" y="227127"/>
                  </a:lnTo>
                  <a:lnTo>
                    <a:pt x="13131" y="270040"/>
                  </a:lnTo>
                  <a:lnTo>
                    <a:pt x="13799" y="270040"/>
                  </a:lnTo>
                  <a:lnTo>
                    <a:pt x="14467" y="262713"/>
                  </a:lnTo>
                  <a:lnTo>
                    <a:pt x="15135" y="280507"/>
                  </a:lnTo>
                  <a:lnTo>
                    <a:pt x="15803" y="329700"/>
                  </a:lnTo>
                  <a:lnTo>
                    <a:pt x="16471" y="388314"/>
                  </a:lnTo>
                  <a:lnTo>
                    <a:pt x="17139" y="431227"/>
                  </a:lnTo>
                  <a:lnTo>
                    <a:pt x="17807" y="472047"/>
                  </a:lnTo>
                  <a:lnTo>
                    <a:pt x="18475" y="506587"/>
                  </a:lnTo>
                  <a:lnTo>
                    <a:pt x="19143" y="542174"/>
                  </a:lnTo>
                  <a:lnTo>
                    <a:pt x="19811" y="542174"/>
                  </a:lnTo>
                  <a:lnTo>
                    <a:pt x="20479" y="542174"/>
                  </a:lnTo>
                  <a:lnTo>
                    <a:pt x="21147" y="542174"/>
                  </a:lnTo>
                  <a:lnTo>
                    <a:pt x="21815" y="542174"/>
                  </a:lnTo>
                  <a:lnTo>
                    <a:pt x="22483" y="542174"/>
                  </a:lnTo>
                  <a:lnTo>
                    <a:pt x="23151" y="542174"/>
                  </a:lnTo>
                  <a:lnTo>
                    <a:pt x="23819" y="542174"/>
                  </a:lnTo>
                  <a:lnTo>
                    <a:pt x="24487" y="549501"/>
                  </a:lnTo>
                  <a:lnTo>
                    <a:pt x="25155" y="545314"/>
                  </a:lnTo>
                  <a:lnTo>
                    <a:pt x="25823" y="549214"/>
                  </a:lnTo>
                  <a:lnTo>
                    <a:pt x="26491" y="492320"/>
                  </a:lnTo>
                  <a:lnTo>
                    <a:pt x="27159" y="418847"/>
                  </a:lnTo>
                  <a:lnTo>
                    <a:pt x="27827" y="420504"/>
                  </a:lnTo>
                  <a:lnTo>
                    <a:pt x="28495" y="420846"/>
                  </a:lnTo>
                  <a:lnTo>
                    <a:pt x="29163" y="366576"/>
                  </a:lnTo>
                  <a:lnTo>
                    <a:pt x="29831" y="296729"/>
                  </a:lnTo>
                  <a:lnTo>
                    <a:pt x="30499" y="247732"/>
                  </a:lnTo>
                  <a:lnTo>
                    <a:pt x="31167" y="199777"/>
                  </a:lnTo>
                  <a:lnTo>
                    <a:pt x="31836" y="180491"/>
                  </a:lnTo>
                  <a:lnTo>
                    <a:pt x="32504" y="177884"/>
                  </a:lnTo>
                  <a:lnTo>
                    <a:pt x="33172" y="177884"/>
                  </a:lnTo>
                  <a:lnTo>
                    <a:pt x="33840" y="177884"/>
                  </a:lnTo>
                  <a:lnTo>
                    <a:pt x="34508" y="169544"/>
                  </a:lnTo>
                  <a:lnTo>
                    <a:pt x="35176" y="176321"/>
                  </a:lnTo>
                  <a:lnTo>
                    <a:pt x="35844" y="193957"/>
                  </a:lnTo>
                  <a:lnTo>
                    <a:pt x="36512" y="224175"/>
                  </a:lnTo>
                  <a:lnTo>
                    <a:pt x="37180" y="186887"/>
                  </a:lnTo>
                  <a:lnTo>
                    <a:pt x="37848" y="126008"/>
                  </a:lnTo>
                  <a:lnTo>
                    <a:pt x="38516" y="172600"/>
                  </a:lnTo>
                  <a:lnTo>
                    <a:pt x="39184" y="100480"/>
                  </a:lnTo>
                  <a:lnTo>
                    <a:pt x="39852" y="240733"/>
                  </a:lnTo>
                  <a:lnTo>
                    <a:pt x="40520" y="339120"/>
                  </a:lnTo>
                  <a:lnTo>
                    <a:pt x="41188" y="419714"/>
                  </a:lnTo>
                  <a:lnTo>
                    <a:pt x="41856" y="432274"/>
                  </a:lnTo>
                  <a:lnTo>
                    <a:pt x="42524" y="437507"/>
                  </a:lnTo>
                  <a:lnTo>
                    <a:pt x="43192" y="489607"/>
                  </a:lnTo>
                  <a:lnTo>
                    <a:pt x="43860" y="473279"/>
                  </a:lnTo>
                  <a:lnTo>
                    <a:pt x="44528" y="511742"/>
                  </a:lnTo>
                  <a:lnTo>
                    <a:pt x="45196" y="505455"/>
                  </a:lnTo>
                  <a:lnTo>
                    <a:pt x="45864" y="493926"/>
                  </a:lnTo>
                  <a:lnTo>
                    <a:pt x="46532" y="503028"/>
                  </a:lnTo>
                  <a:lnTo>
                    <a:pt x="47200" y="506062"/>
                  </a:lnTo>
                  <a:lnTo>
                    <a:pt x="47868" y="506669"/>
                  </a:lnTo>
                  <a:lnTo>
                    <a:pt x="48536" y="506669"/>
                  </a:lnTo>
                  <a:lnTo>
                    <a:pt x="49204" y="506669"/>
                  </a:lnTo>
                  <a:lnTo>
                    <a:pt x="49872" y="506669"/>
                  </a:lnTo>
                  <a:lnTo>
                    <a:pt x="50540" y="506669"/>
                  </a:lnTo>
                  <a:lnTo>
                    <a:pt x="51208" y="515771"/>
                  </a:lnTo>
                  <a:lnTo>
                    <a:pt x="51876" y="530941"/>
                  </a:lnTo>
                  <a:lnTo>
                    <a:pt x="52544" y="524266"/>
                  </a:lnTo>
                  <a:lnTo>
                    <a:pt x="53212" y="518279"/>
                  </a:lnTo>
                  <a:lnTo>
                    <a:pt x="53880" y="475980"/>
                  </a:lnTo>
                  <a:lnTo>
                    <a:pt x="54548" y="461683"/>
                  </a:lnTo>
                  <a:lnTo>
                    <a:pt x="55216" y="446166"/>
                  </a:lnTo>
                  <a:lnTo>
                    <a:pt x="55885" y="395640"/>
                  </a:lnTo>
                  <a:lnTo>
                    <a:pt x="56553" y="356914"/>
                  </a:lnTo>
                  <a:lnTo>
                    <a:pt x="57221" y="364240"/>
                  </a:lnTo>
                  <a:lnTo>
                    <a:pt x="57889" y="332840"/>
                  </a:lnTo>
                  <a:lnTo>
                    <a:pt x="58557" y="306673"/>
                  </a:lnTo>
                  <a:lnTo>
                    <a:pt x="59225" y="351706"/>
                  </a:lnTo>
                  <a:lnTo>
                    <a:pt x="59893" y="283838"/>
                  </a:lnTo>
                  <a:lnTo>
                    <a:pt x="60561" y="340649"/>
                  </a:lnTo>
                  <a:lnTo>
                    <a:pt x="61229" y="337048"/>
                  </a:lnTo>
                  <a:lnTo>
                    <a:pt x="61897" y="328046"/>
                  </a:lnTo>
                  <a:lnTo>
                    <a:pt x="62565" y="317245"/>
                  </a:lnTo>
                  <a:lnTo>
                    <a:pt x="63233" y="319169"/>
                  </a:lnTo>
                  <a:lnTo>
                    <a:pt x="63901" y="330698"/>
                  </a:lnTo>
                  <a:lnTo>
                    <a:pt x="64569" y="340407"/>
                  </a:lnTo>
                  <a:lnTo>
                    <a:pt x="65237" y="329484"/>
                  </a:lnTo>
                  <a:lnTo>
                    <a:pt x="65905" y="359898"/>
                  </a:lnTo>
                  <a:lnTo>
                    <a:pt x="66573" y="356825"/>
                  </a:lnTo>
                  <a:lnTo>
                    <a:pt x="67241" y="343509"/>
                  </a:lnTo>
                  <a:lnTo>
                    <a:pt x="67909" y="344684"/>
                  </a:lnTo>
                  <a:lnTo>
                    <a:pt x="68577" y="357715"/>
                  </a:lnTo>
                  <a:lnTo>
                    <a:pt x="69245" y="396262"/>
                  </a:lnTo>
                  <a:lnTo>
                    <a:pt x="69913" y="404120"/>
                  </a:lnTo>
                  <a:lnTo>
                    <a:pt x="70581" y="428999"/>
                  </a:lnTo>
                  <a:lnTo>
                    <a:pt x="71249" y="402300"/>
                  </a:lnTo>
                  <a:lnTo>
                    <a:pt x="71917" y="425968"/>
                  </a:lnTo>
                  <a:lnTo>
                    <a:pt x="72585" y="379848"/>
                  </a:lnTo>
                  <a:lnTo>
                    <a:pt x="73253" y="385310"/>
                  </a:lnTo>
                  <a:lnTo>
                    <a:pt x="73921" y="391378"/>
                  </a:lnTo>
                  <a:lnTo>
                    <a:pt x="74589" y="393198"/>
                  </a:lnTo>
                  <a:lnTo>
                    <a:pt x="75257" y="416863"/>
                  </a:lnTo>
                  <a:lnTo>
                    <a:pt x="75925" y="457668"/>
                  </a:lnTo>
                  <a:lnTo>
                    <a:pt x="76593" y="477472"/>
                  </a:lnTo>
                  <a:lnTo>
                    <a:pt x="77261" y="440906"/>
                  </a:lnTo>
                  <a:lnTo>
                    <a:pt x="77929" y="444719"/>
                  </a:lnTo>
                  <a:lnTo>
                    <a:pt x="78597" y="444719"/>
                  </a:lnTo>
                  <a:lnTo>
                    <a:pt x="79265" y="444719"/>
                  </a:lnTo>
                  <a:lnTo>
                    <a:pt x="79933" y="444719"/>
                  </a:lnTo>
                  <a:lnTo>
                    <a:pt x="80602" y="443616"/>
                  </a:lnTo>
                  <a:lnTo>
                    <a:pt x="81270" y="477516"/>
                  </a:lnTo>
                  <a:lnTo>
                    <a:pt x="81938" y="473094"/>
                  </a:lnTo>
                  <a:lnTo>
                    <a:pt x="82606" y="499261"/>
                  </a:lnTo>
                  <a:lnTo>
                    <a:pt x="83274" y="500307"/>
                  </a:lnTo>
                  <a:lnTo>
                    <a:pt x="83942" y="500307"/>
                  </a:lnTo>
                  <a:lnTo>
                    <a:pt x="84610" y="509727"/>
                  </a:lnTo>
                  <a:lnTo>
                    <a:pt x="85278" y="500307"/>
                  </a:lnTo>
                  <a:lnTo>
                    <a:pt x="85946" y="506587"/>
                  </a:lnTo>
                  <a:lnTo>
                    <a:pt x="86614" y="521241"/>
                  </a:lnTo>
                  <a:lnTo>
                    <a:pt x="87282" y="530661"/>
                  </a:lnTo>
                  <a:lnTo>
                    <a:pt x="87950" y="542174"/>
                  </a:lnTo>
                  <a:lnTo>
                    <a:pt x="88618" y="542174"/>
                  </a:lnTo>
                  <a:lnTo>
                    <a:pt x="89286" y="542174"/>
                  </a:lnTo>
                  <a:lnTo>
                    <a:pt x="89954" y="542174"/>
                  </a:lnTo>
                  <a:lnTo>
                    <a:pt x="90622" y="542174"/>
                  </a:lnTo>
                  <a:lnTo>
                    <a:pt x="91290" y="542174"/>
                  </a:lnTo>
                  <a:lnTo>
                    <a:pt x="91958" y="542174"/>
                  </a:lnTo>
                  <a:lnTo>
                    <a:pt x="92626" y="542174"/>
                  </a:lnTo>
                  <a:lnTo>
                    <a:pt x="93294" y="542174"/>
                  </a:lnTo>
                  <a:lnTo>
                    <a:pt x="93962" y="542174"/>
                  </a:lnTo>
                  <a:lnTo>
                    <a:pt x="94630" y="543221"/>
                  </a:lnTo>
                  <a:lnTo>
                    <a:pt x="95298" y="563107"/>
                  </a:lnTo>
                  <a:lnTo>
                    <a:pt x="95966" y="563107"/>
                  </a:lnTo>
                  <a:lnTo>
                    <a:pt x="96634" y="563107"/>
                  </a:lnTo>
                  <a:lnTo>
                    <a:pt x="97302" y="563107"/>
                  </a:lnTo>
                  <a:lnTo>
                    <a:pt x="97970" y="563107"/>
                  </a:lnTo>
                  <a:lnTo>
                    <a:pt x="98638" y="550547"/>
                  </a:lnTo>
                  <a:lnTo>
                    <a:pt x="99306" y="542174"/>
                  </a:lnTo>
                  <a:lnTo>
                    <a:pt x="99974" y="542174"/>
                  </a:lnTo>
                  <a:lnTo>
                    <a:pt x="100642" y="542174"/>
                  </a:lnTo>
                  <a:lnTo>
                    <a:pt x="101310" y="542174"/>
                  </a:lnTo>
                  <a:lnTo>
                    <a:pt x="101978" y="542174"/>
                  </a:lnTo>
                  <a:lnTo>
                    <a:pt x="102646" y="542174"/>
                  </a:lnTo>
                  <a:lnTo>
                    <a:pt x="103314" y="542174"/>
                  </a:lnTo>
                  <a:lnTo>
                    <a:pt x="103982" y="521241"/>
                  </a:lnTo>
                  <a:lnTo>
                    <a:pt x="104650" y="508681"/>
                  </a:lnTo>
                  <a:lnTo>
                    <a:pt x="105319" y="500307"/>
                  </a:lnTo>
                  <a:lnTo>
                    <a:pt x="105987" y="500307"/>
                  </a:lnTo>
                  <a:lnTo>
                    <a:pt x="106655" y="500307"/>
                  </a:lnTo>
                  <a:lnTo>
                    <a:pt x="107323" y="500307"/>
                  </a:lnTo>
                  <a:lnTo>
                    <a:pt x="107991" y="489840"/>
                  </a:lnTo>
                  <a:lnTo>
                    <a:pt x="108659" y="467860"/>
                  </a:lnTo>
                  <a:lnTo>
                    <a:pt x="109327" y="439600"/>
                  </a:lnTo>
                  <a:lnTo>
                    <a:pt x="109995" y="408200"/>
                  </a:lnTo>
                  <a:lnTo>
                    <a:pt x="110663" y="430763"/>
                  </a:lnTo>
                  <a:lnTo>
                    <a:pt x="111331" y="437331"/>
                  </a:lnTo>
                  <a:lnTo>
                    <a:pt x="111999" y="444719"/>
                  </a:lnTo>
                  <a:lnTo>
                    <a:pt x="112667" y="444719"/>
                  </a:lnTo>
                  <a:lnTo>
                    <a:pt x="113335" y="442431"/>
                  </a:lnTo>
                  <a:lnTo>
                    <a:pt x="114003" y="444719"/>
                  </a:lnTo>
                  <a:lnTo>
                    <a:pt x="114671" y="453868"/>
                  </a:lnTo>
                  <a:lnTo>
                    <a:pt x="115339" y="459968"/>
                  </a:lnTo>
                  <a:lnTo>
                    <a:pt x="116007" y="459968"/>
                  </a:lnTo>
                  <a:lnTo>
                    <a:pt x="116675" y="450818"/>
                  </a:lnTo>
                  <a:lnTo>
                    <a:pt x="117343" y="444719"/>
                  </a:lnTo>
                  <a:lnTo>
                    <a:pt x="118011" y="452343"/>
                  </a:lnTo>
                  <a:lnTo>
                    <a:pt x="118679" y="477505"/>
                  </a:lnTo>
                  <a:lnTo>
                    <a:pt x="119347" y="504191"/>
                  </a:lnTo>
                  <a:lnTo>
                    <a:pt x="120015" y="527065"/>
                  </a:lnTo>
                  <a:lnTo>
                    <a:pt x="120683" y="563019"/>
                  </a:lnTo>
                  <a:lnTo>
                    <a:pt x="121351" y="563019"/>
                  </a:lnTo>
                  <a:lnTo>
                    <a:pt x="122019" y="521241"/>
                  </a:lnTo>
                  <a:lnTo>
                    <a:pt x="122687" y="521241"/>
                  </a:lnTo>
                  <a:lnTo>
                    <a:pt x="123355" y="524381"/>
                  </a:lnTo>
                  <a:lnTo>
                    <a:pt x="124023" y="542174"/>
                  </a:lnTo>
                  <a:lnTo>
                    <a:pt x="124691" y="542174"/>
                  </a:lnTo>
                  <a:lnTo>
                    <a:pt x="125359" y="542174"/>
                  </a:lnTo>
                  <a:lnTo>
                    <a:pt x="126027" y="534847"/>
                  </a:lnTo>
                  <a:lnTo>
                    <a:pt x="126695" y="533801"/>
                  </a:lnTo>
                  <a:lnTo>
                    <a:pt x="127363" y="542174"/>
                  </a:lnTo>
                  <a:lnTo>
                    <a:pt x="128031" y="542174"/>
                  </a:lnTo>
                  <a:lnTo>
                    <a:pt x="128699" y="542174"/>
                  </a:lnTo>
                  <a:lnTo>
                    <a:pt x="129367" y="528567"/>
                  </a:lnTo>
                  <a:lnTo>
                    <a:pt x="130036" y="521241"/>
                  </a:lnTo>
                  <a:lnTo>
                    <a:pt x="130704" y="508681"/>
                  </a:lnTo>
                  <a:lnTo>
                    <a:pt x="131372" y="500307"/>
                  </a:lnTo>
                  <a:lnTo>
                    <a:pt x="132040" y="500307"/>
                  </a:lnTo>
                  <a:lnTo>
                    <a:pt x="132708" y="500307"/>
                  </a:lnTo>
                  <a:lnTo>
                    <a:pt x="133376" y="500307"/>
                  </a:lnTo>
                  <a:lnTo>
                    <a:pt x="134044" y="490887"/>
                  </a:lnTo>
                  <a:lnTo>
                    <a:pt x="134712" y="479374"/>
                  </a:lnTo>
                  <a:lnTo>
                    <a:pt x="135380" y="479374"/>
                  </a:lnTo>
                  <a:lnTo>
                    <a:pt x="136048" y="466814"/>
                  </a:lnTo>
                  <a:lnTo>
                    <a:pt x="136716" y="456347"/>
                  </a:lnTo>
                  <a:lnTo>
                    <a:pt x="137384" y="416574"/>
                  </a:lnTo>
                  <a:lnTo>
                    <a:pt x="138052" y="416574"/>
                  </a:lnTo>
                  <a:lnTo>
                    <a:pt x="138720" y="416574"/>
                  </a:lnTo>
                  <a:lnTo>
                    <a:pt x="139388" y="430180"/>
                  </a:lnTo>
                  <a:lnTo>
                    <a:pt x="140056" y="437507"/>
                  </a:lnTo>
                  <a:lnTo>
                    <a:pt x="140724" y="450067"/>
                  </a:lnTo>
                  <a:lnTo>
                    <a:pt x="141392" y="510285"/>
                  </a:lnTo>
                  <a:lnTo>
                    <a:pt x="142060" y="513530"/>
                  </a:lnTo>
                  <a:lnTo>
                    <a:pt x="142728" y="505716"/>
                  </a:lnTo>
                  <a:lnTo>
                    <a:pt x="143396" y="493516"/>
                  </a:lnTo>
                  <a:lnTo>
                    <a:pt x="144064" y="497329"/>
                  </a:lnTo>
                  <a:lnTo>
                    <a:pt x="144732" y="504191"/>
                  </a:lnTo>
                  <a:lnTo>
                    <a:pt x="145400" y="485129"/>
                  </a:lnTo>
                  <a:lnTo>
                    <a:pt x="146068" y="487417"/>
                  </a:lnTo>
                  <a:lnTo>
                    <a:pt x="146736" y="474455"/>
                  </a:lnTo>
                  <a:lnTo>
                    <a:pt x="147404" y="490467"/>
                  </a:lnTo>
                  <a:lnTo>
                    <a:pt x="148072" y="483604"/>
                  </a:lnTo>
                  <a:lnTo>
                    <a:pt x="148740" y="475217"/>
                  </a:lnTo>
                  <a:lnTo>
                    <a:pt x="149408" y="458443"/>
                  </a:lnTo>
                  <a:lnTo>
                    <a:pt x="150076" y="424895"/>
                  </a:lnTo>
                  <a:lnTo>
                    <a:pt x="150744" y="414220"/>
                  </a:lnTo>
                  <a:lnTo>
                    <a:pt x="151412" y="405909"/>
                  </a:lnTo>
                  <a:lnTo>
                    <a:pt x="152080" y="400938"/>
                  </a:lnTo>
                  <a:lnTo>
                    <a:pt x="152748" y="325514"/>
                  </a:lnTo>
                  <a:lnTo>
                    <a:pt x="153416" y="311907"/>
                  </a:lnTo>
                  <a:lnTo>
                    <a:pt x="154085" y="311907"/>
                  </a:lnTo>
                  <a:lnTo>
                    <a:pt x="154753" y="314000"/>
                  </a:lnTo>
                  <a:lnTo>
                    <a:pt x="155421" y="337027"/>
                  </a:lnTo>
                  <a:lnTo>
                    <a:pt x="156089" y="335980"/>
                  </a:lnTo>
                  <a:lnTo>
                    <a:pt x="156757" y="375754"/>
                  </a:lnTo>
                  <a:lnTo>
                    <a:pt x="157425" y="374707"/>
                  </a:lnTo>
                  <a:lnTo>
                    <a:pt x="158093" y="361100"/>
                  </a:lnTo>
                  <a:lnTo>
                    <a:pt x="158761" y="353774"/>
                  </a:lnTo>
                  <a:lnTo>
                    <a:pt x="159429" y="348540"/>
                  </a:lnTo>
                  <a:lnTo>
                    <a:pt x="160097" y="380987"/>
                  </a:lnTo>
                  <a:lnTo>
                    <a:pt x="160765" y="377847"/>
                  </a:lnTo>
                  <a:lnTo>
                    <a:pt x="161433" y="374707"/>
                  </a:lnTo>
                  <a:lnTo>
                    <a:pt x="162101" y="353774"/>
                  </a:lnTo>
                  <a:lnTo>
                    <a:pt x="162769" y="355867"/>
                  </a:lnTo>
                  <a:lnTo>
                    <a:pt x="163437" y="337027"/>
                  </a:lnTo>
                  <a:lnTo>
                    <a:pt x="164105" y="297253"/>
                  </a:lnTo>
                  <a:lnTo>
                    <a:pt x="164773" y="264807"/>
                  </a:lnTo>
                  <a:lnTo>
                    <a:pt x="165441" y="252247"/>
                  </a:lnTo>
                  <a:lnTo>
                    <a:pt x="166109" y="270040"/>
                  </a:lnTo>
                  <a:lnTo>
                    <a:pt x="166777" y="272133"/>
                  </a:lnTo>
                  <a:lnTo>
                    <a:pt x="167445" y="290973"/>
                  </a:lnTo>
                  <a:lnTo>
                    <a:pt x="168113" y="314000"/>
                  </a:lnTo>
                  <a:lnTo>
                    <a:pt x="168781" y="293067"/>
                  </a:lnTo>
                  <a:lnTo>
                    <a:pt x="169449" y="294113"/>
                  </a:lnTo>
                  <a:lnTo>
                    <a:pt x="170117" y="290973"/>
                  </a:lnTo>
                  <a:lnTo>
                    <a:pt x="170785" y="308767"/>
                  </a:lnTo>
                  <a:lnTo>
                    <a:pt x="171453" y="311907"/>
                  </a:lnTo>
                  <a:lnTo>
                    <a:pt x="172121" y="332840"/>
                  </a:lnTo>
                  <a:lnTo>
                    <a:pt x="172789" y="338074"/>
                  </a:lnTo>
                  <a:lnTo>
                    <a:pt x="173457" y="387267"/>
                  </a:lnTo>
                  <a:lnTo>
                    <a:pt x="174125" y="431227"/>
                  </a:lnTo>
                  <a:lnTo>
                    <a:pt x="174793" y="463674"/>
                  </a:lnTo>
                  <a:lnTo>
                    <a:pt x="175461" y="479374"/>
                  </a:lnTo>
                  <a:lnTo>
                    <a:pt x="176129" y="479374"/>
                  </a:lnTo>
                  <a:lnTo>
                    <a:pt x="176797" y="479374"/>
                  </a:lnTo>
                  <a:lnTo>
                    <a:pt x="177465" y="469954"/>
                  </a:lnTo>
                  <a:lnTo>
                    <a:pt x="178133" y="440647"/>
                  </a:lnTo>
                  <a:lnTo>
                    <a:pt x="178802" y="473094"/>
                  </a:lnTo>
                  <a:lnTo>
                    <a:pt x="179470" y="439600"/>
                  </a:lnTo>
                  <a:lnTo>
                    <a:pt x="180138" y="405060"/>
                  </a:lnTo>
                  <a:lnTo>
                    <a:pt x="180806" y="395640"/>
                  </a:lnTo>
                  <a:lnTo>
                    <a:pt x="181474" y="395640"/>
                  </a:lnTo>
                  <a:lnTo>
                    <a:pt x="182142" y="395640"/>
                  </a:lnTo>
                  <a:lnTo>
                    <a:pt x="182810" y="394594"/>
                  </a:lnTo>
                  <a:lnTo>
                    <a:pt x="183478" y="368427"/>
                  </a:lnTo>
                  <a:lnTo>
                    <a:pt x="184146" y="353774"/>
                  </a:lnTo>
                  <a:lnTo>
                    <a:pt x="184814" y="353774"/>
                  </a:lnTo>
                  <a:lnTo>
                    <a:pt x="185482" y="312954"/>
                  </a:lnTo>
                  <a:lnTo>
                    <a:pt x="186150" y="266900"/>
                  </a:lnTo>
                  <a:lnTo>
                    <a:pt x="186818" y="249107"/>
                  </a:lnTo>
                  <a:lnTo>
                    <a:pt x="187486" y="243873"/>
                  </a:lnTo>
                  <a:lnTo>
                    <a:pt x="188154" y="266900"/>
                  </a:lnTo>
                  <a:lnTo>
                    <a:pt x="188822" y="266900"/>
                  </a:lnTo>
                  <a:lnTo>
                    <a:pt x="189490" y="314000"/>
                  </a:lnTo>
                  <a:lnTo>
                    <a:pt x="190158" y="353774"/>
                  </a:lnTo>
                  <a:lnTo>
                    <a:pt x="190826" y="307720"/>
                  </a:lnTo>
                  <a:lnTo>
                    <a:pt x="191494" y="241780"/>
                  </a:lnTo>
                  <a:lnTo>
                    <a:pt x="192162" y="222940"/>
                  </a:lnTo>
                  <a:lnTo>
                    <a:pt x="192830" y="305015"/>
                  </a:lnTo>
                  <a:lnTo>
                    <a:pt x="193498" y="332067"/>
                  </a:lnTo>
                  <a:lnTo>
                    <a:pt x="194166" y="348315"/>
                  </a:lnTo>
                  <a:lnTo>
                    <a:pt x="194834" y="335686"/>
                  </a:lnTo>
                  <a:lnTo>
                    <a:pt x="195502" y="349411"/>
                  </a:lnTo>
                  <a:lnTo>
                    <a:pt x="196170" y="357035"/>
                  </a:lnTo>
                  <a:lnTo>
                    <a:pt x="196838" y="340261"/>
                  </a:lnTo>
                  <a:lnTo>
                    <a:pt x="197506" y="280789"/>
                  </a:lnTo>
                  <a:lnTo>
                    <a:pt x="198174" y="262489"/>
                  </a:lnTo>
                  <a:lnTo>
                    <a:pt x="198842" y="229704"/>
                  </a:lnTo>
                  <a:lnTo>
                    <a:pt x="199510" y="231228"/>
                  </a:lnTo>
                  <a:lnTo>
                    <a:pt x="200178" y="300506"/>
                  </a:lnTo>
                  <a:lnTo>
                    <a:pt x="200846" y="322045"/>
                  </a:lnTo>
                  <a:lnTo>
                    <a:pt x="201514" y="348450"/>
                  </a:lnTo>
                  <a:lnTo>
                    <a:pt x="202182" y="339800"/>
                  </a:lnTo>
                  <a:lnTo>
                    <a:pt x="202850" y="362852"/>
                  </a:lnTo>
                  <a:lnTo>
                    <a:pt x="203519" y="364653"/>
                  </a:lnTo>
                  <a:lnTo>
                    <a:pt x="204187" y="274689"/>
                  </a:lnTo>
                  <a:lnTo>
                    <a:pt x="204855" y="279264"/>
                  </a:lnTo>
                  <a:lnTo>
                    <a:pt x="205523" y="295275"/>
                  </a:lnTo>
                  <a:lnTo>
                    <a:pt x="206191" y="321199"/>
                  </a:lnTo>
                  <a:lnTo>
                    <a:pt x="206859" y="337211"/>
                  </a:lnTo>
                  <a:lnTo>
                    <a:pt x="207527" y="389059"/>
                  </a:lnTo>
                  <a:lnTo>
                    <a:pt x="208195" y="373047"/>
                  </a:lnTo>
                  <a:lnTo>
                    <a:pt x="208863" y="398971"/>
                  </a:lnTo>
                  <a:lnTo>
                    <a:pt x="209531" y="398971"/>
                  </a:lnTo>
                  <a:lnTo>
                    <a:pt x="210199" y="415336"/>
                  </a:lnTo>
                  <a:lnTo>
                    <a:pt x="210867" y="431047"/>
                  </a:lnTo>
                  <a:lnTo>
                    <a:pt x="211535" y="423377"/>
                  </a:lnTo>
                  <a:lnTo>
                    <a:pt x="212203" y="374707"/>
                  </a:lnTo>
                  <a:lnTo>
                    <a:pt x="212871" y="374707"/>
                  </a:lnTo>
                  <a:lnTo>
                    <a:pt x="213539" y="359007"/>
                  </a:lnTo>
                  <a:lnTo>
                    <a:pt x="214207" y="361100"/>
                  </a:lnTo>
                  <a:lnTo>
                    <a:pt x="214875" y="374707"/>
                  </a:lnTo>
                  <a:lnTo>
                    <a:pt x="215543" y="370520"/>
                  </a:lnTo>
                  <a:lnTo>
                    <a:pt x="216211" y="316094"/>
                  </a:lnTo>
                  <a:lnTo>
                    <a:pt x="216879" y="315047"/>
                  </a:lnTo>
                  <a:lnTo>
                    <a:pt x="217547" y="286787"/>
                  </a:lnTo>
                  <a:lnTo>
                    <a:pt x="218215" y="325514"/>
                  </a:lnTo>
                  <a:lnTo>
                    <a:pt x="218883" y="342260"/>
                  </a:lnTo>
                  <a:lnTo>
                    <a:pt x="219551" y="353774"/>
                  </a:lnTo>
                  <a:lnTo>
                    <a:pt x="220219" y="334934"/>
                  </a:lnTo>
                  <a:lnTo>
                    <a:pt x="220887" y="335980"/>
                  </a:lnTo>
                  <a:lnTo>
                    <a:pt x="221555" y="334934"/>
                  </a:lnTo>
                  <a:lnTo>
                    <a:pt x="222223" y="401610"/>
                  </a:lnTo>
                  <a:lnTo>
                    <a:pt x="222891" y="357205"/>
                  </a:lnTo>
                  <a:lnTo>
                    <a:pt x="223559" y="334924"/>
                  </a:lnTo>
                  <a:lnTo>
                    <a:pt x="224227" y="320437"/>
                  </a:lnTo>
                  <a:lnTo>
                    <a:pt x="224895" y="307475"/>
                  </a:lnTo>
                  <a:lnTo>
                    <a:pt x="225563" y="310525"/>
                  </a:lnTo>
                  <a:lnTo>
                    <a:pt x="226231" y="350173"/>
                  </a:lnTo>
                  <a:lnTo>
                    <a:pt x="226899" y="364660"/>
                  </a:lnTo>
                  <a:lnTo>
                    <a:pt x="227567" y="389059"/>
                  </a:lnTo>
                  <a:lnTo>
                    <a:pt x="228236" y="398971"/>
                  </a:lnTo>
                  <a:lnTo>
                    <a:pt x="228904" y="398971"/>
                  </a:lnTo>
                  <a:lnTo>
                    <a:pt x="229572" y="398971"/>
                  </a:lnTo>
                  <a:lnTo>
                    <a:pt x="230240" y="414220"/>
                  </a:lnTo>
                  <a:lnTo>
                    <a:pt x="230908" y="429469"/>
                  </a:lnTo>
                  <a:lnTo>
                    <a:pt x="231576" y="434807"/>
                  </a:lnTo>
                  <a:lnTo>
                    <a:pt x="232244" y="423447"/>
                  </a:lnTo>
                  <a:lnTo>
                    <a:pt x="232912" y="470324"/>
                  </a:lnTo>
                  <a:lnTo>
                    <a:pt x="233580" y="457394"/>
                  </a:lnTo>
                  <a:lnTo>
                    <a:pt x="234248" y="473094"/>
                  </a:lnTo>
                  <a:lnTo>
                    <a:pt x="234916" y="479374"/>
                  </a:lnTo>
                  <a:lnTo>
                    <a:pt x="235584" y="479374"/>
                  </a:lnTo>
                  <a:lnTo>
                    <a:pt x="236252" y="479374"/>
                  </a:lnTo>
                  <a:lnTo>
                    <a:pt x="236920" y="447974"/>
                  </a:lnTo>
                  <a:lnTo>
                    <a:pt x="237588" y="499883"/>
                  </a:lnTo>
                  <a:lnTo>
                    <a:pt x="238256" y="500175"/>
                  </a:lnTo>
                  <a:lnTo>
                    <a:pt x="238924" y="492754"/>
                  </a:lnTo>
                  <a:lnTo>
                    <a:pt x="239592" y="490467"/>
                  </a:lnTo>
                  <a:lnTo>
                    <a:pt x="240260" y="490467"/>
                  </a:lnTo>
                  <a:lnTo>
                    <a:pt x="240928" y="490467"/>
                  </a:lnTo>
                  <a:lnTo>
                    <a:pt x="241596" y="498854"/>
                  </a:lnTo>
                  <a:lnTo>
                    <a:pt x="242264" y="509528"/>
                  </a:lnTo>
                  <a:lnTo>
                    <a:pt x="242932" y="505716"/>
                  </a:lnTo>
                  <a:lnTo>
                    <a:pt x="243600" y="505716"/>
                  </a:lnTo>
                  <a:lnTo>
                    <a:pt x="244268" y="511816"/>
                  </a:lnTo>
                  <a:lnTo>
                    <a:pt x="244936" y="505716"/>
                  </a:lnTo>
                  <a:lnTo>
                    <a:pt x="245604" y="505716"/>
                  </a:lnTo>
                  <a:lnTo>
                    <a:pt x="246272" y="494279"/>
                  </a:lnTo>
                  <a:lnTo>
                    <a:pt x="246940" y="513341"/>
                  </a:lnTo>
                  <a:lnTo>
                    <a:pt x="247608" y="528478"/>
                  </a:lnTo>
                  <a:lnTo>
                    <a:pt x="248276" y="527492"/>
                  </a:lnTo>
                  <a:lnTo>
                    <a:pt x="248944" y="486701"/>
                  </a:lnTo>
                  <a:lnTo>
                    <a:pt x="249612" y="479374"/>
                  </a:lnTo>
                  <a:lnTo>
                    <a:pt x="250280" y="473094"/>
                  </a:lnTo>
                  <a:lnTo>
                    <a:pt x="250948" y="458440"/>
                  </a:lnTo>
                  <a:lnTo>
                    <a:pt x="251616" y="458440"/>
                  </a:lnTo>
                  <a:lnTo>
                    <a:pt x="252285" y="474140"/>
                  </a:lnTo>
                  <a:lnTo>
                    <a:pt x="252953" y="479374"/>
                  </a:lnTo>
                  <a:lnTo>
                    <a:pt x="253621" y="479374"/>
                  </a:lnTo>
                  <a:lnTo>
                    <a:pt x="254289" y="480421"/>
                  </a:lnTo>
                  <a:lnTo>
                    <a:pt x="254957" y="480421"/>
                  </a:lnTo>
                  <a:lnTo>
                    <a:pt x="255625" y="525694"/>
                  </a:lnTo>
                  <a:lnTo>
                    <a:pt x="256293" y="516672"/>
                  </a:lnTo>
                  <a:lnTo>
                    <a:pt x="256961" y="520965"/>
                  </a:lnTo>
                  <a:lnTo>
                    <a:pt x="257629" y="520965"/>
                  </a:lnTo>
                  <a:lnTo>
                    <a:pt x="258297" y="540406"/>
                  </a:lnTo>
                  <a:lnTo>
                    <a:pt x="258965" y="536282"/>
                  </a:lnTo>
                  <a:lnTo>
                    <a:pt x="259633" y="510916"/>
                  </a:lnTo>
                  <a:lnTo>
                    <a:pt x="260301" y="498174"/>
                  </a:lnTo>
                  <a:lnTo>
                    <a:pt x="260969" y="495746"/>
                  </a:lnTo>
                  <a:lnTo>
                    <a:pt x="261637" y="493926"/>
                  </a:lnTo>
                  <a:lnTo>
                    <a:pt x="262305" y="477543"/>
                  </a:lnTo>
                  <a:lnTo>
                    <a:pt x="262973" y="470261"/>
                  </a:lnTo>
                  <a:lnTo>
                    <a:pt x="263641" y="466013"/>
                  </a:lnTo>
                  <a:lnTo>
                    <a:pt x="264309" y="458125"/>
                  </a:lnTo>
                  <a:lnTo>
                    <a:pt x="264977" y="452664"/>
                  </a:lnTo>
                  <a:lnTo>
                    <a:pt x="265645" y="449267"/>
                  </a:lnTo>
                  <a:lnTo>
                    <a:pt x="266313" y="469070"/>
                  </a:lnTo>
                  <a:lnTo>
                    <a:pt x="266981" y="409645"/>
                  </a:lnTo>
                  <a:lnTo>
                    <a:pt x="267649" y="375334"/>
                  </a:lnTo>
                  <a:lnTo>
                    <a:pt x="268317" y="372916"/>
                  </a:lnTo>
                  <a:lnTo>
                    <a:pt x="268985" y="383205"/>
                  </a:lnTo>
                  <a:lnTo>
                    <a:pt x="269653" y="325514"/>
                  </a:lnTo>
                  <a:lnTo>
                    <a:pt x="270321" y="353774"/>
                  </a:lnTo>
                  <a:lnTo>
                    <a:pt x="270989" y="372614"/>
                  </a:lnTo>
                  <a:lnTo>
                    <a:pt x="271657" y="344354"/>
                  </a:lnTo>
                  <a:lnTo>
                    <a:pt x="272325" y="341214"/>
                  </a:lnTo>
                  <a:lnTo>
                    <a:pt x="272993" y="353774"/>
                  </a:lnTo>
                  <a:lnTo>
                    <a:pt x="273661" y="341214"/>
                  </a:lnTo>
                  <a:lnTo>
                    <a:pt x="274329" y="297253"/>
                  </a:lnTo>
                  <a:lnTo>
                    <a:pt x="274997" y="320280"/>
                  </a:lnTo>
                  <a:lnTo>
                    <a:pt x="275665" y="332840"/>
                  </a:lnTo>
                  <a:lnTo>
                    <a:pt x="276333" y="326560"/>
                  </a:lnTo>
                  <a:lnTo>
                    <a:pt x="277002" y="318187"/>
                  </a:lnTo>
                  <a:lnTo>
                    <a:pt x="277670" y="352727"/>
                  </a:lnTo>
                  <a:lnTo>
                    <a:pt x="278338" y="338074"/>
                  </a:lnTo>
                  <a:lnTo>
                    <a:pt x="279006" y="328653"/>
                  </a:lnTo>
                  <a:lnTo>
                    <a:pt x="279674" y="331794"/>
                  </a:lnTo>
                  <a:lnTo>
                    <a:pt x="280342" y="301440"/>
                  </a:lnTo>
                  <a:lnTo>
                    <a:pt x="281010" y="290973"/>
                  </a:lnTo>
                  <a:lnTo>
                    <a:pt x="281678" y="302487"/>
                  </a:lnTo>
                  <a:lnTo>
                    <a:pt x="282346" y="320280"/>
                  </a:lnTo>
                  <a:lnTo>
                    <a:pt x="283014" y="311907"/>
                  </a:lnTo>
                  <a:lnTo>
                    <a:pt x="283682" y="311907"/>
                  </a:lnTo>
                  <a:lnTo>
                    <a:pt x="284350" y="327607"/>
                  </a:lnTo>
                  <a:lnTo>
                    <a:pt x="285018" y="302487"/>
                  </a:lnTo>
                  <a:lnTo>
                    <a:pt x="285686" y="265853"/>
                  </a:lnTo>
                  <a:lnTo>
                    <a:pt x="286354" y="255387"/>
                  </a:lnTo>
                  <a:lnTo>
                    <a:pt x="287022" y="268993"/>
                  </a:lnTo>
                  <a:lnTo>
                    <a:pt x="287690" y="261667"/>
                  </a:lnTo>
                  <a:lnTo>
                    <a:pt x="288358" y="275273"/>
                  </a:lnTo>
                  <a:lnTo>
                    <a:pt x="289026" y="239687"/>
                  </a:lnTo>
                  <a:lnTo>
                    <a:pt x="289694" y="217707"/>
                  </a:lnTo>
                  <a:lnTo>
                    <a:pt x="290362" y="223987"/>
                  </a:lnTo>
                  <a:lnTo>
                    <a:pt x="291030" y="207240"/>
                  </a:lnTo>
                  <a:lnTo>
                    <a:pt x="291698" y="227127"/>
                  </a:lnTo>
                  <a:lnTo>
                    <a:pt x="292366" y="240733"/>
                  </a:lnTo>
                  <a:lnTo>
                    <a:pt x="293034" y="249107"/>
                  </a:lnTo>
                  <a:lnTo>
                    <a:pt x="293702" y="257480"/>
                  </a:lnTo>
                  <a:lnTo>
                    <a:pt x="294370" y="237593"/>
                  </a:lnTo>
                  <a:lnTo>
                    <a:pt x="295038" y="191540"/>
                  </a:lnTo>
                  <a:lnTo>
                    <a:pt x="295706" y="205147"/>
                  </a:lnTo>
                  <a:lnTo>
                    <a:pt x="296374" y="186307"/>
                  </a:lnTo>
                  <a:lnTo>
                    <a:pt x="297042" y="178980"/>
                  </a:lnTo>
                  <a:lnTo>
                    <a:pt x="297710" y="151767"/>
                  </a:lnTo>
                  <a:lnTo>
                    <a:pt x="298378" y="154907"/>
                  </a:lnTo>
                  <a:lnTo>
                    <a:pt x="299046" y="203053"/>
                  </a:lnTo>
                  <a:lnTo>
                    <a:pt x="299714" y="208287"/>
                  </a:lnTo>
                  <a:lnTo>
                    <a:pt x="300382" y="215613"/>
                  </a:lnTo>
                  <a:lnTo>
                    <a:pt x="301050" y="202007"/>
                  </a:lnTo>
                  <a:lnTo>
                    <a:pt x="301719" y="186307"/>
                  </a:lnTo>
                  <a:lnTo>
                    <a:pt x="302387" y="186307"/>
                  </a:lnTo>
                  <a:lnTo>
                    <a:pt x="303055" y="158047"/>
                  </a:lnTo>
                  <a:lnTo>
                    <a:pt x="303723" y="135020"/>
                  </a:lnTo>
                  <a:lnTo>
                    <a:pt x="304391" y="194680"/>
                  </a:lnTo>
                  <a:lnTo>
                    <a:pt x="305059" y="253293"/>
                  </a:lnTo>
                  <a:lnTo>
                    <a:pt x="305727" y="257480"/>
                  </a:lnTo>
                  <a:lnTo>
                    <a:pt x="306395" y="290973"/>
                  </a:lnTo>
                  <a:lnTo>
                    <a:pt x="307063" y="299347"/>
                  </a:lnTo>
                  <a:lnTo>
                    <a:pt x="307731" y="344354"/>
                  </a:lnTo>
                  <a:lnTo>
                    <a:pt x="308399" y="332840"/>
                  </a:lnTo>
                  <a:lnTo>
                    <a:pt x="309067" y="321327"/>
                  </a:lnTo>
                  <a:lnTo>
                    <a:pt x="309735" y="312953"/>
                  </a:lnTo>
                  <a:lnTo>
                    <a:pt x="310403" y="318187"/>
                  </a:lnTo>
                  <a:lnTo>
                    <a:pt x="311071" y="339120"/>
                  </a:lnTo>
                  <a:lnTo>
                    <a:pt x="311739" y="353774"/>
                  </a:lnTo>
                  <a:lnTo>
                    <a:pt x="312407" y="353774"/>
                  </a:lnTo>
                  <a:lnTo>
                    <a:pt x="313075" y="368427"/>
                  </a:lnTo>
                  <a:lnTo>
                    <a:pt x="313743" y="374707"/>
                  </a:lnTo>
                  <a:lnTo>
                    <a:pt x="314411" y="355867"/>
                  </a:lnTo>
                  <a:lnTo>
                    <a:pt x="315079" y="365287"/>
                  </a:lnTo>
                  <a:lnTo>
                    <a:pt x="315747" y="360054"/>
                  </a:lnTo>
                  <a:lnTo>
                    <a:pt x="316415" y="353774"/>
                  </a:lnTo>
                  <a:lnTo>
                    <a:pt x="317083" y="321327"/>
                  </a:lnTo>
                  <a:lnTo>
                    <a:pt x="317751" y="274227"/>
                  </a:lnTo>
                  <a:lnTo>
                    <a:pt x="318419" y="214567"/>
                  </a:lnTo>
                  <a:lnTo>
                    <a:pt x="319087" y="323555"/>
                  </a:lnTo>
                  <a:lnTo>
                    <a:pt x="319755" y="328925"/>
                  </a:lnTo>
                  <a:lnTo>
                    <a:pt x="320423" y="309286"/>
                  </a:lnTo>
                  <a:lnTo>
                    <a:pt x="321091" y="388988"/>
                  </a:lnTo>
                  <a:lnTo>
                    <a:pt x="321759" y="400659"/>
                  </a:lnTo>
                  <a:lnTo>
                    <a:pt x="322427" y="400659"/>
                  </a:lnTo>
                  <a:lnTo>
                    <a:pt x="323095" y="408460"/>
                  </a:lnTo>
                  <a:lnTo>
                    <a:pt x="323763" y="421717"/>
                  </a:lnTo>
                  <a:lnTo>
                    <a:pt x="324431" y="425965"/>
                  </a:lnTo>
                  <a:lnTo>
                    <a:pt x="325099" y="415649"/>
                  </a:lnTo>
                  <a:lnTo>
                    <a:pt x="325767" y="428999"/>
                  </a:lnTo>
                  <a:lnTo>
                    <a:pt x="326436" y="426572"/>
                  </a:lnTo>
                  <a:lnTo>
                    <a:pt x="327104" y="440528"/>
                  </a:lnTo>
                  <a:lnTo>
                    <a:pt x="327772" y="469047"/>
                  </a:lnTo>
                  <a:lnTo>
                    <a:pt x="328440" y="514557"/>
                  </a:lnTo>
                  <a:lnTo>
                    <a:pt x="329108" y="523080"/>
                  </a:lnTo>
                  <a:lnTo>
                    <a:pt x="329776" y="548884"/>
                  </a:lnTo>
                  <a:lnTo>
                    <a:pt x="330349" y="56352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932337" y="3936088"/>
              <a:ext cx="25258" cy="88310"/>
            </a:xfrm>
            <a:custGeom>
              <a:avLst/>
              <a:pathLst>
                <a:path w="25258" h="88310">
                  <a:moveTo>
                    <a:pt x="0" y="88310"/>
                  </a:moveTo>
                  <a:lnTo>
                    <a:pt x="581" y="72091"/>
                  </a:lnTo>
                  <a:lnTo>
                    <a:pt x="1249" y="72091"/>
                  </a:lnTo>
                  <a:lnTo>
                    <a:pt x="1917" y="72091"/>
                  </a:lnTo>
                  <a:lnTo>
                    <a:pt x="2585" y="67377"/>
                  </a:lnTo>
                  <a:lnTo>
                    <a:pt x="3253" y="4156"/>
                  </a:lnTo>
                  <a:lnTo>
                    <a:pt x="3921" y="17763"/>
                  </a:lnTo>
                  <a:lnTo>
                    <a:pt x="4589" y="24043"/>
                  </a:lnTo>
                  <a:lnTo>
                    <a:pt x="5257" y="4156"/>
                  </a:lnTo>
                  <a:lnTo>
                    <a:pt x="5925" y="16716"/>
                  </a:lnTo>
                  <a:lnTo>
                    <a:pt x="6593" y="25089"/>
                  </a:lnTo>
                  <a:lnTo>
                    <a:pt x="7261" y="25089"/>
                  </a:lnTo>
                  <a:lnTo>
                    <a:pt x="7929" y="10436"/>
                  </a:lnTo>
                  <a:lnTo>
                    <a:pt x="8597" y="35067"/>
                  </a:lnTo>
                  <a:lnTo>
                    <a:pt x="9265" y="40669"/>
                  </a:lnTo>
                  <a:lnTo>
                    <a:pt x="9933" y="29671"/>
                  </a:lnTo>
                  <a:lnTo>
                    <a:pt x="10601" y="29494"/>
                  </a:lnTo>
                  <a:lnTo>
                    <a:pt x="11269" y="30498"/>
                  </a:lnTo>
                  <a:lnTo>
                    <a:pt x="11937" y="21349"/>
                  </a:lnTo>
                  <a:lnTo>
                    <a:pt x="12605" y="762"/>
                  </a:lnTo>
                  <a:lnTo>
                    <a:pt x="13273" y="0"/>
                  </a:lnTo>
                  <a:lnTo>
                    <a:pt x="13941" y="28058"/>
                  </a:lnTo>
                  <a:lnTo>
                    <a:pt x="14609" y="23563"/>
                  </a:lnTo>
                  <a:lnTo>
                    <a:pt x="15277" y="39354"/>
                  </a:lnTo>
                  <a:lnTo>
                    <a:pt x="15945" y="35223"/>
                  </a:lnTo>
                  <a:lnTo>
                    <a:pt x="16613" y="25840"/>
                  </a:lnTo>
                  <a:lnTo>
                    <a:pt x="17281" y="22713"/>
                  </a:lnTo>
                  <a:lnTo>
                    <a:pt x="17949" y="40238"/>
                  </a:lnTo>
                  <a:lnTo>
                    <a:pt x="18617" y="52545"/>
                  </a:lnTo>
                  <a:lnTo>
                    <a:pt x="19285" y="52545"/>
                  </a:lnTo>
                  <a:lnTo>
                    <a:pt x="19953" y="59172"/>
                  </a:lnTo>
                  <a:lnTo>
                    <a:pt x="20621" y="28447"/>
                  </a:lnTo>
                  <a:lnTo>
                    <a:pt x="21289" y="25840"/>
                  </a:lnTo>
                  <a:lnTo>
                    <a:pt x="21957" y="32095"/>
                  </a:lnTo>
                  <a:lnTo>
                    <a:pt x="22626" y="49297"/>
                  </a:lnTo>
                  <a:lnTo>
                    <a:pt x="23294" y="57115"/>
                  </a:lnTo>
                  <a:lnTo>
                    <a:pt x="23962" y="74693"/>
                  </a:lnTo>
                  <a:lnTo>
                    <a:pt x="24630" y="63611"/>
                  </a:lnTo>
                  <a:lnTo>
                    <a:pt x="25258" y="883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957660" y="3520531"/>
              <a:ext cx="61215" cy="503867"/>
            </a:xfrm>
            <a:custGeom>
              <a:avLst/>
              <a:pathLst>
                <a:path w="61215" h="503867">
                  <a:moveTo>
                    <a:pt x="0" y="503867"/>
                  </a:moveTo>
                  <a:lnTo>
                    <a:pt x="643" y="462830"/>
                  </a:lnTo>
                  <a:lnTo>
                    <a:pt x="1311" y="476554"/>
                  </a:lnTo>
                  <a:lnTo>
                    <a:pt x="1979" y="480317"/>
                  </a:lnTo>
                  <a:lnTo>
                    <a:pt x="2647" y="487648"/>
                  </a:lnTo>
                  <a:lnTo>
                    <a:pt x="3315" y="482546"/>
                  </a:lnTo>
                  <a:lnTo>
                    <a:pt x="3983" y="440647"/>
                  </a:lnTo>
                  <a:lnTo>
                    <a:pt x="4651" y="440647"/>
                  </a:lnTo>
                  <a:lnTo>
                    <a:pt x="5319" y="477281"/>
                  </a:lnTo>
                  <a:lnTo>
                    <a:pt x="5987" y="482514"/>
                  </a:lnTo>
                  <a:lnTo>
                    <a:pt x="6655" y="482514"/>
                  </a:lnTo>
                  <a:lnTo>
                    <a:pt x="7323" y="482514"/>
                  </a:lnTo>
                  <a:lnTo>
                    <a:pt x="7991" y="482514"/>
                  </a:lnTo>
                  <a:lnTo>
                    <a:pt x="8659" y="482514"/>
                  </a:lnTo>
                  <a:lnTo>
                    <a:pt x="9327" y="482514"/>
                  </a:lnTo>
                  <a:lnTo>
                    <a:pt x="9995" y="472047"/>
                  </a:lnTo>
                  <a:lnTo>
                    <a:pt x="10663" y="482514"/>
                  </a:lnTo>
                  <a:lnTo>
                    <a:pt x="11332" y="477281"/>
                  </a:lnTo>
                  <a:lnTo>
                    <a:pt x="12000" y="446927"/>
                  </a:lnTo>
                  <a:lnTo>
                    <a:pt x="12668" y="487648"/>
                  </a:lnTo>
                  <a:lnTo>
                    <a:pt x="13336" y="470455"/>
                  </a:lnTo>
                  <a:lnTo>
                    <a:pt x="14004" y="472022"/>
                  </a:lnTo>
                  <a:lnTo>
                    <a:pt x="14672" y="451256"/>
                  </a:lnTo>
                  <a:lnTo>
                    <a:pt x="15340" y="467716"/>
                  </a:lnTo>
                  <a:lnTo>
                    <a:pt x="16008" y="447132"/>
                  </a:lnTo>
                  <a:lnTo>
                    <a:pt x="16676" y="425761"/>
                  </a:lnTo>
                  <a:lnTo>
                    <a:pt x="17344" y="393965"/>
                  </a:lnTo>
                  <a:lnTo>
                    <a:pt x="18012" y="365296"/>
                  </a:lnTo>
                  <a:lnTo>
                    <a:pt x="18680" y="357998"/>
                  </a:lnTo>
                  <a:lnTo>
                    <a:pt x="19348" y="355392"/>
                  </a:lnTo>
                  <a:lnTo>
                    <a:pt x="20016" y="348814"/>
                  </a:lnTo>
                  <a:lnTo>
                    <a:pt x="20684" y="322779"/>
                  </a:lnTo>
                  <a:lnTo>
                    <a:pt x="21352" y="275916"/>
                  </a:lnTo>
                  <a:lnTo>
                    <a:pt x="22020" y="271182"/>
                  </a:lnTo>
                  <a:lnTo>
                    <a:pt x="22688" y="258875"/>
                  </a:lnTo>
                  <a:lnTo>
                    <a:pt x="23356" y="217783"/>
                  </a:lnTo>
                  <a:lnTo>
                    <a:pt x="24024" y="217268"/>
                  </a:lnTo>
                  <a:lnTo>
                    <a:pt x="24692" y="153167"/>
                  </a:lnTo>
                  <a:lnTo>
                    <a:pt x="25360" y="148366"/>
                  </a:lnTo>
                  <a:lnTo>
                    <a:pt x="26028" y="26700"/>
                  </a:lnTo>
                  <a:lnTo>
                    <a:pt x="26696" y="15263"/>
                  </a:lnTo>
                  <a:lnTo>
                    <a:pt x="27364" y="42712"/>
                  </a:lnTo>
                  <a:lnTo>
                    <a:pt x="28032" y="84647"/>
                  </a:lnTo>
                  <a:lnTo>
                    <a:pt x="28700" y="95322"/>
                  </a:lnTo>
                  <a:lnTo>
                    <a:pt x="29368" y="99134"/>
                  </a:lnTo>
                  <a:lnTo>
                    <a:pt x="30036" y="135721"/>
                  </a:lnTo>
                  <a:lnTo>
                    <a:pt x="30704" y="133025"/>
                  </a:lnTo>
                  <a:lnTo>
                    <a:pt x="31372" y="153003"/>
                  </a:lnTo>
                  <a:lnTo>
                    <a:pt x="32040" y="157558"/>
                  </a:lnTo>
                  <a:lnTo>
                    <a:pt x="32708" y="173093"/>
                  </a:lnTo>
                  <a:lnTo>
                    <a:pt x="33376" y="199779"/>
                  </a:lnTo>
                  <a:lnTo>
                    <a:pt x="34044" y="242478"/>
                  </a:lnTo>
                  <a:lnTo>
                    <a:pt x="34712" y="229516"/>
                  </a:lnTo>
                  <a:lnTo>
                    <a:pt x="35380" y="239428"/>
                  </a:lnTo>
                  <a:lnTo>
                    <a:pt x="36049" y="218841"/>
                  </a:lnTo>
                  <a:lnTo>
                    <a:pt x="36717" y="217316"/>
                  </a:lnTo>
                  <a:lnTo>
                    <a:pt x="37385" y="179955"/>
                  </a:lnTo>
                  <a:lnTo>
                    <a:pt x="38053" y="157844"/>
                  </a:lnTo>
                  <a:lnTo>
                    <a:pt x="38721" y="156319"/>
                  </a:lnTo>
                  <a:lnTo>
                    <a:pt x="39389" y="144882"/>
                  </a:lnTo>
                  <a:lnTo>
                    <a:pt x="40057" y="150658"/>
                  </a:lnTo>
                  <a:lnTo>
                    <a:pt x="40725" y="197780"/>
                  </a:lnTo>
                  <a:lnTo>
                    <a:pt x="41393" y="218204"/>
                  </a:lnTo>
                  <a:lnTo>
                    <a:pt x="42061" y="229219"/>
                  </a:lnTo>
                  <a:lnTo>
                    <a:pt x="42729" y="57566"/>
                  </a:lnTo>
                  <a:lnTo>
                    <a:pt x="43397" y="21980"/>
                  </a:lnTo>
                  <a:lnTo>
                    <a:pt x="44065" y="0"/>
                  </a:lnTo>
                  <a:lnTo>
                    <a:pt x="44733" y="32446"/>
                  </a:lnTo>
                  <a:lnTo>
                    <a:pt x="45401" y="50240"/>
                  </a:lnTo>
                  <a:lnTo>
                    <a:pt x="46069" y="102573"/>
                  </a:lnTo>
                  <a:lnTo>
                    <a:pt x="46737" y="270344"/>
                  </a:lnTo>
                  <a:lnTo>
                    <a:pt x="47405" y="337608"/>
                  </a:lnTo>
                  <a:lnTo>
                    <a:pt x="48073" y="352273"/>
                  </a:lnTo>
                  <a:lnTo>
                    <a:pt x="48741" y="318724"/>
                  </a:lnTo>
                  <a:lnTo>
                    <a:pt x="49409" y="279838"/>
                  </a:lnTo>
                  <a:lnTo>
                    <a:pt x="50077" y="255439"/>
                  </a:lnTo>
                  <a:lnTo>
                    <a:pt x="50745" y="249340"/>
                  </a:lnTo>
                  <a:lnTo>
                    <a:pt x="51413" y="300665"/>
                  </a:lnTo>
                  <a:lnTo>
                    <a:pt x="52081" y="315794"/>
                  </a:lnTo>
                  <a:lnTo>
                    <a:pt x="52749" y="396525"/>
                  </a:lnTo>
                  <a:lnTo>
                    <a:pt x="53417" y="410123"/>
                  </a:lnTo>
                  <a:lnTo>
                    <a:pt x="54085" y="422633"/>
                  </a:lnTo>
                  <a:lnTo>
                    <a:pt x="54753" y="430973"/>
                  </a:lnTo>
                  <a:lnTo>
                    <a:pt x="55421" y="425761"/>
                  </a:lnTo>
                  <a:lnTo>
                    <a:pt x="56089" y="420548"/>
                  </a:lnTo>
                  <a:lnTo>
                    <a:pt x="56757" y="419060"/>
                  </a:lnTo>
                  <a:lnTo>
                    <a:pt x="57425" y="404720"/>
                  </a:lnTo>
                  <a:lnTo>
                    <a:pt x="58093" y="368125"/>
                  </a:lnTo>
                  <a:lnTo>
                    <a:pt x="58761" y="390577"/>
                  </a:lnTo>
                  <a:lnTo>
                    <a:pt x="59429" y="430625"/>
                  </a:lnTo>
                  <a:lnTo>
                    <a:pt x="60097" y="475398"/>
                  </a:lnTo>
                  <a:lnTo>
                    <a:pt x="60766" y="473194"/>
                  </a:lnTo>
                  <a:lnTo>
                    <a:pt x="61215" y="50386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6020474" y="3051623"/>
              <a:ext cx="135979" cy="972775"/>
            </a:xfrm>
            <a:custGeom>
              <a:avLst/>
              <a:pathLst>
                <a:path w="135979" h="972775">
                  <a:moveTo>
                    <a:pt x="0" y="972775"/>
                  </a:moveTo>
                  <a:lnTo>
                    <a:pt x="623" y="954525"/>
                  </a:lnTo>
                  <a:lnTo>
                    <a:pt x="1291" y="940797"/>
                  </a:lnTo>
                  <a:lnTo>
                    <a:pt x="1960" y="937010"/>
                  </a:lnTo>
                  <a:lnTo>
                    <a:pt x="2628" y="941744"/>
                  </a:lnTo>
                  <a:lnTo>
                    <a:pt x="3296" y="946478"/>
                  </a:lnTo>
                  <a:lnTo>
                    <a:pt x="3964" y="944111"/>
                  </a:lnTo>
                  <a:lnTo>
                    <a:pt x="4632" y="945531"/>
                  </a:lnTo>
                  <a:lnTo>
                    <a:pt x="5300" y="944584"/>
                  </a:lnTo>
                  <a:lnTo>
                    <a:pt x="5968" y="946477"/>
                  </a:lnTo>
                  <a:lnTo>
                    <a:pt x="6636" y="937957"/>
                  </a:lnTo>
                  <a:lnTo>
                    <a:pt x="7304" y="902487"/>
                  </a:lnTo>
                  <a:lnTo>
                    <a:pt x="7972" y="899881"/>
                  </a:lnTo>
                  <a:lnTo>
                    <a:pt x="8640" y="862715"/>
                  </a:lnTo>
                  <a:lnTo>
                    <a:pt x="9308" y="795128"/>
                  </a:lnTo>
                  <a:lnTo>
                    <a:pt x="9976" y="774024"/>
                  </a:lnTo>
                  <a:lnTo>
                    <a:pt x="10644" y="682427"/>
                  </a:lnTo>
                  <a:lnTo>
                    <a:pt x="11312" y="712781"/>
                  </a:lnTo>
                  <a:lnTo>
                    <a:pt x="11980" y="690801"/>
                  </a:lnTo>
                  <a:lnTo>
                    <a:pt x="12648" y="642654"/>
                  </a:lnTo>
                  <a:lnTo>
                    <a:pt x="13316" y="637421"/>
                  </a:lnTo>
                  <a:lnTo>
                    <a:pt x="13984" y="643701"/>
                  </a:lnTo>
                  <a:lnTo>
                    <a:pt x="14652" y="658354"/>
                  </a:lnTo>
                  <a:lnTo>
                    <a:pt x="15320" y="663587"/>
                  </a:lnTo>
                  <a:lnTo>
                    <a:pt x="15988" y="642654"/>
                  </a:lnTo>
                  <a:lnTo>
                    <a:pt x="16656" y="619627"/>
                  </a:lnTo>
                  <a:lnTo>
                    <a:pt x="17324" y="648934"/>
                  </a:lnTo>
                  <a:lnTo>
                    <a:pt x="17992" y="637421"/>
                  </a:lnTo>
                  <a:lnTo>
                    <a:pt x="18660" y="621721"/>
                  </a:lnTo>
                  <a:lnTo>
                    <a:pt x="19328" y="610207"/>
                  </a:lnTo>
                  <a:lnTo>
                    <a:pt x="19996" y="660447"/>
                  </a:lnTo>
                  <a:lnTo>
                    <a:pt x="20664" y="678241"/>
                  </a:lnTo>
                  <a:lnTo>
                    <a:pt x="21332" y="658354"/>
                  </a:lnTo>
                  <a:lnTo>
                    <a:pt x="22000" y="666727"/>
                  </a:lnTo>
                  <a:lnTo>
                    <a:pt x="22668" y="667774"/>
                  </a:lnTo>
                  <a:lnTo>
                    <a:pt x="23336" y="633234"/>
                  </a:lnTo>
                  <a:lnTo>
                    <a:pt x="24004" y="567294"/>
                  </a:lnTo>
                  <a:lnTo>
                    <a:pt x="24672" y="504494"/>
                  </a:lnTo>
                  <a:lnTo>
                    <a:pt x="25340" y="462627"/>
                  </a:lnTo>
                  <a:lnTo>
                    <a:pt x="26008" y="478327"/>
                  </a:lnTo>
                  <a:lnTo>
                    <a:pt x="26677" y="495074"/>
                  </a:lnTo>
                  <a:lnTo>
                    <a:pt x="27345" y="497167"/>
                  </a:lnTo>
                  <a:lnTo>
                    <a:pt x="28013" y="499260"/>
                  </a:lnTo>
                  <a:lnTo>
                    <a:pt x="28681" y="508680"/>
                  </a:lnTo>
                  <a:lnTo>
                    <a:pt x="29349" y="491934"/>
                  </a:lnTo>
                  <a:lnTo>
                    <a:pt x="30017" y="469953"/>
                  </a:lnTo>
                  <a:lnTo>
                    <a:pt x="30685" y="436460"/>
                  </a:lnTo>
                  <a:lnTo>
                    <a:pt x="31353" y="424947"/>
                  </a:lnTo>
                  <a:lnTo>
                    <a:pt x="32021" y="420760"/>
                  </a:lnTo>
                  <a:lnTo>
                    <a:pt x="32689" y="443787"/>
                  </a:lnTo>
                  <a:lnTo>
                    <a:pt x="33357" y="474140"/>
                  </a:lnTo>
                  <a:lnTo>
                    <a:pt x="34025" y="549500"/>
                  </a:lnTo>
                  <a:lnTo>
                    <a:pt x="34693" y="606021"/>
                  </a:lnTo>
                  <a:lnTo>
                    <a:pt x="35361" y="638467"/>
                  </a:lnTo>
                  <a:lnTo>
                    <a:pt x="36029" y="644747"/>
                  </a:lnTo>
                  <a:lnTo>
                    <a:pt x="36697" y="669867"/>
                  </a:lnTo>
                  <a:lnTo>
                    <a:pt x="37365" y="654167"/>
                  </a:lnTo>
                  <a:lnTo>
                    <a:pt x="38033" y="611254"/>
                  </a:lnTo>
                  <a:lnTo>
                    <a:pt x="38701" y="604974"/>
                  </a:lnTo>
                  <a:lnTo>
                    <a:pt x="39369" y="622767"/>
                  </a:lnTo>
                  <a:lnTo>
                    <a:pt x="40037" y="599740"/>
                  </a:lnTo>
                  <a:lnTo>
                    <a:pt x="40705" y="561014"/>
                  </a:lnTo>
                  <a:lnTo>
                    <a:pt x="41373" y="556827"/>
                  </a:lnTo>
                  <a:lnTo>
                    <a:pt x="42041" y="582994"/>
                  </a:lnTo>
                  <a:lnTo>
                    <a:pt x="42709" y="592414"/>
                  </a:lnTo>
                  <a:lnTo>
                    <a:pt x="43377" y="527520"/>
                  </a:lnTo>
                  <a:lnTo>
                    <a:pt x="44045" y="458440"/>
                  </a:lnTo>
                  <a:lnTo>
                    <a:pt x="44713" y="404014"/>
                  </a:lnTo>
                  <a:lnTo>
                    <a:pt x="45381" y="390407"/>
                  </a:lnTo>
                  <a:lnTo>
                    <a:pt x="46049" y="264807"/>
                  </a:lnTo>
                  <a:lnTo>
                    <a:pt x="46717" y="148626"/>
                  </a:lnTo>
                  <a:lnTo>
                    <a:pt x="47385" y="133973"/>
                  </a:lnTo>
                  <a:lnTo>
                    <a:pt x="48053" y="83733"/>
                  </a:lnTo>
                  <a:lnTo>
                    <a:pt x="48721" y="26166"/>
                  </a:lnTo>
                  <a:lnTo>
                    <a:pt x="49389" y="14653"/>
                  </a:lnTo>
                  <a:lnTo>
                    <a:pt x="50057" y="27213"/>
                  </a:lnTo>
                  <a:lnTo>
                    <a:pt x="50726" y="73266"/>
                  </a:lnTo>
                  <a:lnTo>
                    <a:pt x="51394" y="71173"/>
                  </a:lnTo>
                  <a:lnTo>
                    <a:pt x="52062" y="33493"/>
                  </a:lnTo>
                  <a:lnTo>
                    <a:pt x="52730" y="0"/>
                  </a:lnTo>
                  <a:lnTo>
                    <a:pt x="53398" y="25119"/>
                  </a:lnTo>
                  <a:lnTo>
                    <a:pt x="54066" y="47100"/>
                  </a:lnTo>
                  <a:lnTo>
                    <a:pt x="54734" y="94199"/>
                  </a:lnTo>
                  <a:lnTo>
                    <a:pt x="55402" y="107806"/>
                  </a:lnTo>
                  <a:lnTo>
                    <a:pt x="56070" y="197820"/>
                  </a:lnTo>
                  <a:lnTo>
                    <a:pt x="56738" y="309813"/>
                  </a:lnTo>
                  <a:lnTo>
                    <a:pt x="57406" y="357960"/>
                  </a:lnTo>
                  <a:lnTo>
                    <a:pt x="58074" y="476234"/>
                  </a:lnTo>
                  <a:lnTo>
                    <a:pt x="58742" y="541127"/>
                  </a:lnTo>
                  <a:lnTo>
                    <a:pt x="59410" y="546360"/>
                  </a:lnTo>
                  <a:lnTo>
                    <a:pt x="60078" y="551594"/>
                  </a:lnTo>
                  <a:lnTo>
                    <a:pt x="60746" y="542174"/>
                  </a:lnTo>
                  <a:lnTo>
                    <a:pt x="61414" y="575667"/>
                  </a:lnTo>
                  <a:lnTo>
                    <a:pt x="62082" y="604974"/>
                  </a:lnTo>
                  <a:lnTo>
                    <a:pt x="62750" y="640561"/>
                  </a:lnTo>
                  <a:lnTo>
                    <a:pt x="63418" y="689754"/>
                  </a:lnTo>
                  <a:lnTo>
                    <a:pt x="64086" y="708594"/>
                  </a:lnTo>
                  <a:lnTo>
                    <a:pt x="64754" y="682427"/>
                  </a:lnTo>
                  <a:lnTo>
                    <a:pt x="65422" y="694987"/>
                  </a:lnTo>
                  <a:lnTo>
                    <a:pt x="66090" y="709641"/>
                  </a:lnTo>
                  <a:lnTo>
                    <a:pt x="66758" y="658354"/>
                  </a:lnTo>
                  <a:lnTo>
                    <a:pt x="67426" y="616487"/>
                  </a:lnTo>
                  <a:lnTo>
                    <a:pt x="68094" y="616487"/>
                  </a:lnTo>
                  <a:lnTo>
                    <a:pt x="68762" y="634281"/>
                  </a:lnTo>
                  <a:lnTo>
                    <a:pt x="69430" y="674054"/>
                  </a:lnTo>
                  <a:lnTo>
                    <a:pt x="70098" y="701267"/>
                  </a:lnTo>
                  <a:lnTo>
                    <a:pt x="70766" y="735807"/>
                  </a:lnTo>
                  <a:lnTo>
                    <a:pt x="71434" y="710687"/>
                  </a:lnTo>
                  <a:lnTo>
                    <a:pt x="72102" y="703361"/>
                  </a:lnTo>
                  <a:lnTo>
                    <a:pt x="72770" y="680334"/>
                  </a:lnTo>
                  <a:lnTo>
                    <a:pt x="73438" y="634281"/>
                  </a:lnTo>
                  <a:lnTo>
                    <a:pt x="74106" y="577761"/>
                  </a:lnTo>
                  <a:lnTo>
                    <a:pt x="74774" y="612301"/>
                  </a:lnTo>
                  <a:lnTo>
                    <a:pt x="75443" y="689468"/>
                  </a:lnTo>
                  <a:lnTo>
                    <a:pt x="76111" y="654200"/>
                  </a:lnTo>
                  <a:lnTo>
                    <a:pt x="76779" y="749896"/>
                  </a:lnTo>
                  <a:lnTo>
                    <a:pt x="77447" y="756936"/>
                  </a:lnTo>
                  <a:lnTo>
                    <a:pt x="78115" y="735091"/>
                  </a:lnTo>
                  <a:lnTo>
                    <a:pt x="78783" y="723562"/>
                  </a:lnTo>
                  <a:lnTo>
                    <a:pt x="79451" y="721741"/>
                  </a:lnTo>
                  <a:lnTo>
                    <a:pt x="80119" y="715067"/>
                  </a:lnTo>
                  <a:lnTo>
                    <a:pt x="80787" y="710819"/>
                  </a:lnTo>
                  <a:lnTo>
                    <a:pt x="81455" y="727809"/>
                  </a:lnTo>
                  <a:lnTo>
                    <a:pt x="82123" y="736911"/>
                  </a:lnTo>
                  <a:lnTo>
                    <a:pt x="82791" y="757542"/>
                  </a:lnTo>
                  <a:lnTo>
                    <a:pt x="83459" y="784241"/>
                  </a:lnTo>
                  <a:lnTo>
                    <a:pt x="84127" y="833392"/>
                  </a:lnTo>
                  <a:lnTo>
                    <a:pt x="84795" y="843101"/>
                  </a:lnTo>
                  <a:lnTo>
                    <a:pt x="85463" y="875502"/>
                  </a:lnTo>
                  <a:lnTo>
                    <a:pt x="86131" y="891327"/>
                  </a:lnTo>
                  <a:lnTo>
                    <a:pt x="86799" y="910139"/>
                  </a:lnTo>
                  <a:lnTo>
                    <a:pt x="87467" y="837334"/>
                  </a:lnTo>
                  <a:lnTo>
                    <a:pt x="88135" y="865594"/>
                  </a:lnTo>
                  <a:lnTo>
                    <a:pt x="88803" y="885481"/>
                  </a:lnTo>
                  <a:lnTo>
                    <a:pt x="89471" y="888621"/>
                  </a:lnTo>
                  <a:lnTo>
                    <a:pt x="90139" y="900134"/>
                  </a:lnTo>
                  <a:lnTo>
                    <a:pt x="90807" y="909555"/>
                  </a:lnTo>
                  <a:lnTo>
                    <a:pt x="91475" y="898041"/>
                  </a:lnTo>
                  <a:lnTo>
                    <a:pt x="92143" y="875014"/>
                  </a:lnTo>
                  <a:lnTo>
                    <a:pt x="92811" y="867688"/>
                  </a:lnTo>
                  <a:lnTo>
                    <a:pt x="93479" y="854081"/>
                  </a:lnTo>
                  <a:lnTo>
                    <a:pt x="94147" y="846754"/>
                  </a:lnTo>
                  <a:lnTo>
                    <a:pt x="94815" y="846754"/>
                  </a:lnTo>
                  <a:lnTo>
                    <a:pt x="95483" y="846754"/>
                  </a:lnTo>
                  <a:lnTo>
                    <a:pt x="96151" y="846754"/>
                  </a:lnTo>
                  <a:lnTo>
                    <a:pt x="96819" y="859314"/>
                  </a:lnTo>
                  <a:lnTo>
                    <a:pt x="97487" y="879201"/>
                  </a:lnTo>
                  <a:lnTo>
                    <a:pt x="98155" y="888621"/>
                  </a:lnTo>
                  <a:lnTo>
                    <a:pt x="98823" y="871874"/>
                  </a:lnTo>
                  <a:lnTo>
                    <a:pt x="99491" y="857221"/>
                  </a:lnTo>
                  <a:lnTo>
                    <a:pt x="100160" y="808028"/>
                  </a:lnTo>
                  <a:lnTo>
                    <a:pt x="100828" y="804888"/>
                  </a:lnTo>
                  <a:lnTo>
                    <a:pt x="101496" y="816401"/>
                  </a:lnTo>
                  <a:lnTo>
                    <a:pt x="102164" y="839428"/>
                  </a:lnTo>
                  <a:lnTo>
                    <a:pt x="102832" y="846754"/>
                  </a:lnTo>
                  <a:lnTo>
                    <a:pt x="103500" y="854081"/>
                  </a:lnTo>
                  <a:lnTo>
                    <a:pt x="104168" y="804888"/>
                  </a:lnTo>
                  <a:lnTo>
                    <a:pt x="104836" y="800701"/>
                  </a:lnTo>
                  <a:lnTo>
                    <a:pt x="105504" y="754647"/>
                  </a:lnTo>
                  <a:lnTo>
                    <a:pt x="106172" y="721154"/>
                  </a:lnTo>
                  <a:lnTo>
                    <a:pt x="106840" y="705454"/>
                  </a:lnTo>
                  <a:lnTo>
                    <a:pt x="107508" y="683474"/>
                  </a:lnTo>
                  <a:lnTo>
                    <a:pt x="108176" y="654167"/>
                  </a:lnTo>
                  <a:lnTo>
                    <a:pt x="108844" y="619627"/>
                  </a:lnTo>
                  <a:lnTo>
                    <a:pt x="109512" y="626954"/>
                  </a:lnTo>
                  <a:lnTo>
                    <a:pt x="110180" y="642654"/>
                  </a:lnTo>
                  <a:lnTo>
                    <a:pt x="110848" y="595554"/>
                  </a:lnTo>
                  <a:lnTo>
                    <a:pt x="111516" y="586134"/>
                  </a:lnTo>
                  <a:lnTo>
                    <a:pt x="112184" y="573574"/>
                  </a:lnTo>
                  <a:lnTo>
                    <a:pt x="112852" y="534847"/>
                  </a:lnTo>
                  <a:lnTo>
                    <a:pt x="113520" y="500307"/>
                  </a:lnTo>
                  <a:lnTo>
                    <a:pt x="114188" y="547407"/>
                  </a:lnTo>
                  <a:lnTo>
                    <a:pt x="114856" y="511820"/>
                  </a:lnTo>
                  <a:lnTo>
                    <a:pt x="115524" y="541127"/>
                  </a:lnTo>
                  <a:lnTo>
                    <a:pt x="116192" y="574621"/>
                  </a:lnTo>
                  <a:lnTo>
                    <a:pt x="116860" y="591367"/>
                  </a:lnTo>
                  <a:lnTo>
                    <a:pt x="117528" y="632187"/>
                  </a:lnTo>
                  <a:lnTo>
                    <a:pt x="118196" y="625907"/>
                  </a:lnTo>
                  <a:lnTo>
                    <a:pt x="118864" y="651027"/>
                  </a:lnTo>
                  <a:lnTo>
                    <a:pt x="119532" y="658354"/>
                  </a:lnTo>
                  <a:lnTo>
                    <a:pt x="120200" y="685567"/>
                  </a:lnTo>
                  <a:lnTo>
                    <a:pt x="120868" y="721154"/>
                  </a:lnTo>
                  <a:lnTo>
                    <a:pt x="121536" y="720107"/>
                  </a:lnTo>
                  <a:lnTo>
                    <a:pt x="122204" y="722201"/>
                  </a:lnTo>
                  <a:lnTo>
                    <a:pt x="122872" y="760927"/>
                  </a:lnTo>
                  <a:lnTo>
                    <a:pt x="123540" y="779768"/>
                  </a:lnTo>
                  <a:lnTo>
                    <a:pt x="124208" y="769301"/>
                  </a:lnTo>
                  <a:lnTo>
                    <a:pt x="124877" y="801748"/>
                  </a:lnTo>
                  <a:lnTo>
                    <a:pt x="125545" y="795468"/>
                  </a:lnTo>
                  <a:lnTo>
                    <a:pt x="126213" y="783954"/>
                  </a:lnTo>
                  <a:lnTo>
                    <a:pt x="126881" y="783954"/>
                  </a:lnTo>
                  <a:lnTo>
                    <a:pt x="127549" y="785001"/>
                  </a:lnTo>
                  <a:lnTo>
                    <a:pt x="128217" y="820588"/>
                  </a:lnTo>
                  <a:lnTo>
                    <a:pt x="128885" y="903312"/>
                  </a:lnTo>
                  <a:lnTo>
                    <a:pt x="129553" y="903138"/>
                  </a:lnTo>
                  <a:lnTo>
                    <a:pt x="130221" y="898425"/>
                  </a:lnTo>
                  <a:lnTo>
                    <a:pt x="130889" y="913959"/>
                  </a:lnTo>
                  <a:lnTo>
                    <a:pt x="131557" y="912676"/>
                  </a:lnTo>
                  <a:lnTo>
                    <a:pt x="132225" y="914963"/>
                  </a:lnTo>
                  <a:lnTo>
                    <a:pt x="132893" y="914963"/>
                  </a:lnTo>
                  <a:lnTo>
                    <a:pt x="133561" y="930975"/>
                  </a:lnTo>
                  <a:lnTo>
                    <a:pt x="134229" y="945462"/>
                  </a:lnTo>
                  <a:lnTo>
                    <a:pt x="134897" y="950799"/>
                  </a:lnTo>
                  <a:lnTo>
                    <a:pt x="135565" y="967573"/>
                  </a:lnTo>
                  <a:lnTo>
                    <a:pt x="135979" y="97277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6159288" y="4023890"/>
              <a:ext cx="145" cy="508"/>
            </a:xfrm>
            <a:custGeom>
              <a:avLst/>
              <a:pathLst>
                <a:path w="145" h="508">
                  <a:moveTo>
                    <a:pt x="0" y="508"/>
                  </a:moveTo>
                  <a:lnTo>
                    <a:pt x="91" y="0"/>
                  </a:lnTo>
                  <a:lnTo>
                    <a:pt x="145" y="50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161779" y="3437844"/>
              <a:ext cx="177895" cy="586554"/>
            </a:xfrm>
            <a:custGeom>
              <a:avLst/>
              <a:pathLst>
                <a:path w="177895" h="586554">
                  <a:moveTo>
                    <a:pt x="0" y="586554"/>
                  </a:moveTo>
                  <a:lnTo>
                    <a:pt x="272" y="578807"/>
                  </a:lnTo>
                  <a:lnTo>
                    <a:pt x="940" y="586134"/>
                  </a:lnTo>
                  <a:lnTo>
                    <a:pt x="1608" y="586134"/>
                  </a:lnTo>
                  <a:lnTo>
                    <a:pt x="2276" y="586134"/>
                  </a:lnTo>
                  <a:lnTo>
                    <a:pt x="2944" y="586134"/>
                  </a:lnTo>
                  <a:lnTo>
                    <a:pt x="3612" y="586134"/>
                  </a:lnTo>
                  <a:lnTo>
                    <a:pt x="4280" y="572527"/>
                  </a:lnTo>
                  <a:lnTo>
                    <a:pt x="4948" y="544267"/>
                  </a:lnTo>
                  <a:lnTo>
                    <a:pt x="5616" y="544267"/>
                  </a:lnTo>
                  <a:lnTo>
                    <a:pt x="6284" y="544267"/>
                  </a:lnTo>
                  <a:lnTo>
                    <a:pt x="6952" y="544267"/>
                  </a:lnTo>
                  <a:lnTo>
                    <a:pt x="7620" y="544267"/>
                  </a:lnTo>
                  <a:lnTo>
                    <a:pt x="8288" y="544267"/>
                  </a:lnTo>
                  <a:lnTo>
                    <a:pt x="8956" y="536941"/>
                  </a:lnTo>
                  <a:lnTo>
                    <a:pt x="9625" y="481467"/>
                  </a:lnTo>
                  <a:lnTo>
                    <a:pt x="10293" y="460534"/>
                  </a:lnTo>
                  <a:lnTo>
                    <a:pt x="10961" y="437507"/>
                  </a:lnTo>
                  <a:lnTo>
                    <a:pt x="11629" y="418667"/>
                  </a:lnTo>
                  <a:lnTo>
                    <a:pt x="12297" y="418667"/>
                  </a:lnTo>
                  <a:lnTo>
                    <a:pt x="12965" y="418667"/>
                  </a:lnTo>
                  <a:lnTo>
                    <a:pt x="13633" y="418667"/>
                  </a:lnTo>
                  <a:lnTo>
                    <a:pt x="14301" y="398780"/>
                  </a:lnTo>
                  <a:lnTo>
                    <a:pt x="14969" y="374707"/>
                  </a:lnTo>
                  <a:lnTo>
                    <a:pt x="15637" y="355867"/>
                  </a:lnTo>
                  <a:lnTo>
                    <a:pt x="16305" y="325514"/>
                  </a:lnTo>
                  <a:lnTo>
                    <a:pt x="16973" y="257480"/>
                  </a:lnTo>
                  <a:lnTo>
                    <a:pt x="17641" y="230267"/>
                  </a:lnTo>
                  <a:lnTo>
                    <a:pt x="18309" y="230267"/>
                  </a:lnTo>
                  <a:lnTo>
                    <a:pt x="18977" y="211427"/>
                  </a:lnTo>
                  <a:lnTo>
                    <a:pt x="19645" y="239687"/>
                  </a:lnTo>
                  <a:lnTo>
                    <a:pt x="20313" y="251200"/>
                  </a:lnTo>
                  <a:lnTo>
                    <a:pt x="20981" y="274227"/>
                  </a:lnTo>
                  <a:lnTo>
                    <a:pt x="21649" y="293067"/>
                  </a:lnTo>
                  <a:lnTo>
                    <a:pt x="22317" y="293067"/>
                  </a:lnTo>
                  <a:lnTo>
                    <a:pt x="22985" y="276320"/>
                  </a:lnTo>
                  <a:lnTo>
                    <a:pt x="23653" y="247013"/>
                  </a:lnTo>
                  <a:lnTo>
                    <a:pt x="24321" y="242827"/>
                  </a:lnTo>
                  <a:lnTo>
                    <a:pt x="24989" y="260620"/>
                  </a:lnTo>
                  <a:lnTo>
                    <a:pt x="25657" y="263760"/>
                  </a:lnTo>
                  <a:lnTo>
                    <a:pt x="26325" y="281553"/>
                  </a:lnTo>
                  <a:lnTo>
                    <a:pt x="26993" y="349587"/>
                  </a:lnTo>
                  <a:lnTo>
                    <a:pt x="27661" y="376800"/>
                  </a:lnTo>
                  <a:lnTo>
                    <a:pt x="28329" y="372614"/>
                  </a:lnTo>
                  <a:lnTo>
                    <a:pt x="28997" y="382034"/>
                  </a:lnTo>
                  <a:lnTo>
                    <a:pt x="29665" y="395640"/>
                  </a:lnTo>
                  <a:lnTo>
                    <a:pt x="30333" y="364240"/>
                  </a:lnTo>
                  <a:lnTo>
                    <a:pt x="31001" y="284693"/>
                  </a:lnTo>
                  <a:lnTo>
                    <a:pt x="31669" y="272133"/>
                  </a:lnTo>
                  <a:lnTo>
                    <a:pt x="32337" y="254340"/>
                  </a:lnTo>
                  <a:lnTo>
                    <a:pt x="33005" y="266900"/>
                  </a:lnTo>
                  <a:lnTo>
                    <a:pt x="33674" y="276320"/>
                  </a:lnTo>
                  <a:lnTo>
                    <a:pt x="34342" y="314000"/>
                  </a:lnTo>
                  <a:lnTo>
                    <a:pt x="35010" y="348540"/>
                  </a:lnTo>
                  <a:lnTo>
                    <a:pt x="35678" y="364240"/>
                  </a:lnTo>
                  <a:lnTo>
                    <a:pt x="36346" y="360054"/>
                  </a:lnTo>
                  <a:lnTo>
                    <a:pt x="37014" y="355867"/>
                  </a:lnTo>
                  <a:lnTo>
                    <a:pt x="37682" y="340167"/>
                  </a:lnTo>
                  <a:lnTo>
                    <a:pt x="38350" y="327607"/>
                  </a:lnTo>
                  <a:lnTo>
                    <a:pt x="39018" y="326560"/>
                  </a:lnTo>
                  <a:lnTo>
                    <a:pt x="39686" y="327607"/>
                  </a:lnTo>
                  <a:lnTo>
                    <a:pt x="40354" y="368427"/>
                  </a:lnTo>
                  <a:lnTo>
                    <a:pt x="41022" y="447974"/>
                  </a:lnTo>
                  <a:lnTo>
                    <a:pt x="41690" y="460534"/>
                  </a:lnTo>
                  <a:lnTo>
                    <a:pt x="42358" y="478327"/>
                  </a:lnTo>
                  <a:lnTo>
                    <a:pt x="43026" y="478327"/>
                  </a:lnTo>
                  <a:lnTo>
                    <a:pt x="43694" y="477280"/>
                  </a:lnTo>
                  <a:lnTo>
                    <a:pt x="44362" y="458440"/>
                  </a:lnTo>
                  <a:lnTo>
                    <a:pt x="45030" y="418667"/>
                  </a:lnTo>
                  <a:lnTo>
                    <a:pt x="45698" y="418667"/>
                  </a:lnTo>
                  <a:lnTo>
                    <a:pt x="46366" y="435414"/>
                  </a:lnTo>
                  <a:lnTo>
                    <a:pt x="47034" y="439600"/>
                  </a:lnTo>
                  <a:lnTo>
                    <a:pt x="47702" y="455300"/>
                  </a:lnTo>
                  <a:lnTo>
                    <a:pt x="48370" y="462627"/>
                  </a:lnTo>
                  <a:lnTo>
                    <a:pt x="49038" y="449020"/>
                  </a:lnTo>
                  <a:lnTo>
                    <a:pt x="49706" y="412387"/>
                  </a:lnTo>
                  <a:lnTo>
                    <a:pt x="50374" y="375754"/>
                  </a:lnTo>
                  <a:lnTo>
                    <a:pt x="51042" y="355867"/>
                  </a:lnTo>
                  <a:lnTo>
                    <a:pt x="51710" y="318187"/>
                  </a:lnTo>
                  <a:lnTo>
                    <a:pt x="52378" y="293067"/>
                  </a:lnTo>
                  <a:lnTo>
                    <a:pt x="53046" y="277367"/>
                  </a:lnTo>
                  <a:lnTo>
                    <a:pt x="53714" y="297254"/>
                  </a:lnTo>
                  <a:lnTo>
                    <a:pt x="54382" y="284693"/>
                  </a:lnTo>
                  <a:lnTo>
                    <a:pt x="55050" y="256433"/>
                  </a:lnTo>
                  <a:lnTo>
                    <a:pt x="55718" y="251200"/>
                  </a:lnTo>
                  <a:lnTo>
                    <a:pt x="56386" y="223987"/>
                  </a:lnTo>
                  <a:lnTo>
                    <a:pt x="57054" y="184213"/>
                  </a:lnTo>
                  <a:lnTo>
                    <a:pt x="57722" y="115133"/>
                  </a:lnTo>
                  <a:lnTo>
                    <a:pt x="58391" y="93153"/>
                  </a:lnTo>
                  <a:lnTo>
                    <a:pt x="59059" y="75360"/>
                  </a:lnTo>
                  <a:lnTo>
                    <a:pt x="59727" y="72220"/>
                  </a:lnTo>
                  <a:lnTo>
                    <a:pt x="60395" y="105713"/>
                  </a:lnTo>
                  <a:lnTo>
                    <a:pt x="61063" y="125600"/>
                  </a:lnTo>
                  <a:lnTo>
                    <a:pt x="61731" y="148627"/>
                  </a:lnTo>
                  <a:lnTo>
                    <a:pt x="62399" y="149673"/>
                  </a:lnTo>
                  <a:lnTo>
                    <a:pt x="63067" y="115133"/>
                  </a:lnTo>
                  <a:lnTo>
                    <a:pt x="63735" y="49193"/>
                  </a:lnTo>
                  <a:lnTo>
                    <a:pt x="64403" y="11513"/>
                  </a:lnTo>
                  <a:lnTo>
                    <a:pt x="65071" y="9420"/>
                  </a:lnTo>
                  <a:lnTo>
                    <a:pt x="65739" y="0"/>
                  </a:lnTo>
                  <a:lnTo>
                    <a:pt x="66407" y="13606"/>
                  </a:lnTo>
                  <a:lnTo>
                    <a:pt x="67075" y="46053"/>
                  </a:lnTo>
                  <a:lnTo>
                    <a:pt x="67743" y="115133"/>
                  </a:lnTo>
                  <a:lnTo>
                    <a:pt x="68411" y="146533"/>
                  </a:lnTo>
                  <a:lnTo>
                    <a:pt x="69079" y="195727"/>
                  </a:lnTo>
                  <a:lnTo>
                    <a:pt x="69747" y="228173"/>
                  </a:lnTo>
                  <a:lnTo>
                    <a:pt x="70415" y="230267"/>
                  </a:lnTo>
                  <a:lnTo>
                    <a:pt x="71083" y="219800"/>
                  </a:lnTo>
                  <a:lnTo>
                    <a:pt x="71751" y="190493"/>
                  </a:lnTo>
                  <a:lnTo>
                    <a:pt x="72419" y="206193"/>
                  </a:lnTo>
                  <a:lnTo>
                    <a:pt x="73087" y="260620"/>
                  </a:lnTo>
                  <a:lnTo>
                    <a:pt x="73755" y="327607"/>
                  </a:lnTo>
                  <a:lnTo>
                    <a:pt x="74423" y="396687"/>
                  </a:lnTo>
                  <a:lnTo>
                    <a:pt x="75091" y="466814"/>
                  </a:lnTo>
                  <a:lnTo>
                    <a:pt x="75759" y="477280"/>
                  </a:lnTo>
                  <a:lnTo>
                    <a:pt x="76427" y="474140"/>
                  </a:lnTo>
                  <a:lnTo>
                    <a:pt x="77095" y="481467"/>
                  </a:lnTo>
                  <a:lnTo>
                    <a:pt x="77763" y="481467"/>
                  </a:lnTo>
                  <a:lnTo>
                    <a:pt x="78431" y="481467"/>
                  </a:lnTo>
                  <a:lnTo>
                    <a:pt x="79099" y="481467"/>
                  </a:lnTo>
                  <a:lnTo>
                    <a:pt x="79767" y="501354"/>
                  </a:lnTo>
                  <a:lnTo>
                    <a:pt x="80435" y="502401"/>
                  </a:lnTo>
                  <a:lnTo>
                    <a:pt x="81103" y="512867"/>
                  </a:lnTo>
                  <a:lnTo>
                    <a:pt x="81771" y="556827"/>
                  </a:lnTo>
                  <a:lnTo>
                    <a:pt x="82439" y="565201"/>
                  </a:lnTo>
                  <a:lnTo>
                    <a:pt x="83108" y="565201"/>
                  </a:lnTo>
                  <a:lnTo>
                    <a:pt x="83776" y="565201"/>
                  </a:lnTo>
                  <a:lnTo>
                    <a:pt x="84444" y="565201"/>
                  </a:lnTo>
                  <a:lnTo>
                    <a:pt x="85112" y="565201"/>
                  </a:lnTo>
                  <a:lnTo>
                    <a:pt x="85780" y="556827"/>
                  </a:lnTo>
                  <a:lnTo>
                    <a:pt x="86448" y="565201"/>
                  </a:lnTo>
                  <a:lnTo>
                    <a:pt x="87116" y="547407"/>
                  </a:lnTo>
                  <a:lnTo>
                    <a:pt x="87784" y="523334"/>
                  </a:lnTo>
                  <a:lnTo>
                    <a:pt x="88452" y="500307"/>
                  </a:lnTo>
                  <a:lnTo>
                    <a:pt x="89120" y="477280"/>
                  </a:lnTo>
                  <a:lnTo>
                    <a:pt x="89788" y="457394"/>
                  </a:lnTo>
                  <a:lnTo>
                    <a:pt x="90456" y="398780"/>
                  </a:lnTo>
                  <a:lnTo>
                    <a:pt x="91124" y="352727"/>
                  </a:lnTo>
                  <a:lnTo>
                    <a:pt x="91792" y="398174"/>
                  </a:lnTo>
                  <a:lnTo>
                    <a:pt x="92460" y="373962"/>
                  </a:lnTo>
                  <a:lnTo>
                    <a:pt x="93128" y="403282"/>
                  </a:lnTo>
                  <a:lnTo>
                    <a:pt x="93796" y="384065"/>
                  </a:lnTo>
                  <a:lnTo>
                    <a:pt x="94464" y="381031"/>
                  </a:lnTo>
                  <a:lnTo>
                    <a:pt x="95132" y="363433"/>
                  </a:lnTo>
                  <a:lnTo>
                    <a:pt x="95800" y="357972"/>
                  </a:lnTo>
                  <a:lnTo>
                    <a:pt x="96468" y="343409"/>
                  </a:lnTo>
                  <a:lnTo>
                    <a:pt x="97136" y="319137"/>
                  </a:lnTo>
                  <a:lnTo>
                    <a:pt x="97804" y="317317"/>
                  </a:lnTo>
                  <a:lnTo>
                    <a:pt x="98472" y="302147"/>
                  </a:lnTo>
                  <a:lnTo>
                    <a:pt x="99140" y="299720"/>
                  </a:lnTo>
                  <a:lnTo>
                    <a:pt x="99808" y="357317"/>
                  </a:lnTo>
                  <a:lnTo>
                    <a:pt x="100476" y="355268"/>
                  </a:lnTo>
                  <a:lnTo>
                    <a:pt x="101144" y="346339"/>
                  </a:lnTo>
                  <a:lnTo>
                    <a:pt x="101812" y="309429"/>
                  </a:lnTo>
                  <a:lnTo>
                    <a:pt x="102480" y="303967"/>
                  </a:lnTo>
                  <a:lnTo>
                    <a:pt x="103148" y="334125"/>
                  </a:lnTo>
                  <a:lnTo>
                    <a:pt x="103816" y="269504"/>
                  </a:lnTo>
                  <a:lnTo>
                    <a:pt x="104484" y="273317"/>
                  </a:lnTo>
                  <a:lnTo>
                    <a:pt x="105152" y="295428"/>
                  </a:lnTo>
                  <a:lnTo>
                    <a:pt x="105820" y="311440"/>
                  </a:lnTo>
                  <a:lnTo>
                    <a:pt x="106488" y="326689"/>
                  </a:lnTo>
                  <a:lnTo>
                    <a:pt x="107156" y="353376"/>
                  </a:lnTo>
                  <a:lnTo>
                    <a:pt x="107825" y="368625"/>
                  </a:lnTo>
                  <a:lnTo>
                    <a:pt x="108493" y="402173"/>
                  </a:lnTo>
                  <a:lnTo>
                    <a:pt x="109161" y="392041"/>
                  </a:lnTo>
                  <a:lnTo>
                    <a:pt x="109829" y="409297"/>
                  </a:lnTo>
                  <a:lnTo>
                    <a:pt x="110497" y="448156"/>
                  </a:lnTo>
                  <a:lnTo>
                    <a:pt x="111165" y="404014"/>
                  </a:lnTo>
                  <a:lnTo>
                    <a:pt x="111833" y="395640"/>
                  </a:lnTo>
                  <a:lnTo>
                    <a:pt x="112501" y="412387"/>
                  </a:lnTo>
                  <a:lnTo>
                    <a:pt x="113169" y="397734"/>
                  </a:lnTo>
                  <a:lnTo>
                    <a:pt x="113837" y="397734"/>
                  </a:lnTo>
                  <a:lnTo>
                    <a:pt x="114505" y="377847"/>
                  </a:lnTo>
                  <a:lnTo>
                    <a:pt x="115173" y="349587"/>
                  </a:lnTo>
                  <a:lnTo>
                    <a:pt x="115841" y="282600"/>
                  </a:lnTo>
                  <a:lnTo>
                    <a:pt x="116509" y="263760"/>
                  </a:lnTo>
                  <a:lnTo>
                    <a:pt x="117177" y="286787"/>
                  </a:lnTo>
                  <a:lnTo>
                    <a:pt x="117845" y="284693"/>
                  </a:lnTo>
                  <a:lnTo>
                    <a:pt x="118513" y="258527"/>
                  </a:lnTo>
                  <a:lnTo>
                    <a:pt x="119181" y="266900"/>
                  </a:lnTo>
                  <a:lnTo>
                    <a:pt x="119849" y="340939"/>
                  </a:lnTo>
                  <a:lnTo>
                    <a:pt x="120517" y="354475"/>
                  </a:lnTo>
                  <a:lnTo>
                    <a:pt x="121185" y="353376"/>
                  </a:lnTo>
                  <a:lnTo>
                    <a:pt x="121853" y="441088"/>
                  </a:lnTo>
                  <a:lnTo>
                    <a:pt x="122521" y="448290"/>
                  </a:lnTo>
                  <a:lnTo>
                    <a:pt x="123189" y="456880"/>
                  </a:lnTo>
                  <a:lnTo>
                    <a:pt x="123857" y="456880"/>
                  </a:lnTo>
                  <a:lnTo>
                    <a:pt x="124525" y="461128"/>
                  </a:lnTo>
                  <a:lnTo>
                    <a:pt x="125193" y="464768"/>
                  </a:lnTo>
                  <a:lnTo>
                    <a:pt x="125861" y="499356"/>
                  </a:lnTo>
                  <a:lnTo>
                    <a:pt x="126529" y="517560"/>
                  </a:lnTo>
                  <a:lnTo>
                    <a:pt x="127197" y="517560"/>
                  </a:lnTo>
                  <a:lnTo>
                    <a:pt x="127865" y="522414"/>
                  </a:lnTo>
                  <a:lnTo>
                    <a:pt x="128533" y="539404"/>
                  </a:lnTo>
                  <a:lnTo>
                    <a:pt x="129201" y="550327"/>
                  </a:lnTo>
                  <a:lnTo>
                    <a:pt x="129869" y="567710"/>
                  </a:lnTo>
                  <a:lnTo>
                    <a:pt x="130537" y="529505"/>
                  </a:lnTo>
                  <a:lnTo>
                    <a:pt x="131205" y="533871"/>
                  </a:lnTo>
                  <a:lnTo>
                    <a:pt x="131874" y="542841"/>
                  </a:lnTo>
                  <a:lnTo>
                    <a:pt x="132542" y="536010"/>
                  </a:lnTo>
                  <a:lnTo>
                    <a:pt x="133210" y="477280"/>
                  </a:lnTo>
                  <a:lnTo>
                    <a:pt x="133878" y="460534"/>
                  </a:lnTo>
                  <a:lnTo>
                    <a:pt x="134546" y="464720"/>
                  </a:lnTo>
                  <a:lnTo>
                    <a:pt x="135214" y="474140"/>
                  </a:lnTo>
                  <a:lnTo>
                    <a:pt x="135882" y="481467"/>
                  </a:lnTo>
                  <a:lnTo>
                    <a:pt x="136550" y="467860"/>
                  </a:lnTo>
                  <a:lnTo>
                    <a:pt x="137218" y="500121"/>
                  </a:lnTo>
                  <a:lnTo>
                    <a:pt x="137886" y="494137"/>
                  </a:lnTo>
                  <a:lnTo>
                    <a:pt x="138554" y="498244"/>
                  </a:lnTo>
                  <a:lnTo>
                    <a:pt x="139222" y="550307"/>
                  </a:lnTo>
                  <a:lnTo>
                    <a:pt x="139890" y="553967"/>
                  </a:lnTo>
                  <a:lnTo>
                    <a:pt x="140558" y="571914"/>
                  </a:lnTo>
                  <a:lnTo>
                    <a:pt x="141226" y="578572"/>
                  </a:lnTo>
                  <a:lnTo>
                    <a:pt x="141894" y="576210"/>
                  </a:lnTo>
                  <a:lnTo>
                    <a:pt x="142562" y="579859"/>
                  </a:lnTo>
                  <a:lnTo>
                    <a:pt x="143230" y="578295"/>
                  </a:lnTo>
                  <a:lnTo>
                    <a:pt x="143898" y="586114"/>
                  </a:lnTo>
                  <a:lnTo>
                    <a:pt x="144566" y="572040"/>
                  </a:lnTo>
                  <a:lnTo>
                    <a:pt x="145234" y="556402"/>
                  </a:lnTo>
                  <a:lnTo>
                    <a:pt x="145902" y="550147"/>
                  </a:lnTo>
                  <a:lnTo>
                    <a:pt x="146570" y="551711"/>
                  </a:lnTo>
                  <a:lnTo>
                    <a:pt x="147238" y="568328"/>
                  </a:lnTo>
                  <a:lnTo>
                    <a:pt x="147906" y="577035"/>
                  </a:lnTo>
                  <a:lnTo>
                    <a:pt x="148574" y="553967"/>
                  </a:lnTo>
                  <a:lnTo>
                    <a:pt x="149242" y="549724"/>
                  </a:lnTo>
                  <a:lnTo>
                    <a:pt x="149910" y="512405"/>
                  </a:lnTo>
                  <a:lnTo>
                    <a:pt x="150578" y="521631"/>
                  </a:lnTo>
                  <a:lnTo>
                    <a:pt x="151246" y="517092"/>
                  </a:lnTo>
                  <a:lnTo>
                    <a:pt x="151914" y="460534"/>
                  </a:lnTo>
                  <a:lnTo>
                    <a:pt x="152582" y="472047"/>
                  </a:lnTo>
                  <a:lnTo>
                    <a:pt x="153250" y="481467"/>
                  </a:lnTo>
                  <a:lnTo>
                    <a:pt x="153918" y="482514"/>
                  </a:lnTo>
                  <a:lnTo>
                    <a:pt x="154586" y="519147"/>
                  </a:lnTo>
                  <a:lnTo>
                    <a:pt x="155254" y="563107"/>
                  </a:lnTo>
                  <a:lnTo>
                    <a:pt x="155922" y="575667"/>
                  </a:lnTo>
                  <a:lnTo>
                    <a:pt x="156591" y="586134"/>
                  </a:lnTo>
                  <a:lnTo>
                    <a:pt x="157259" y="586134"/>
                  </a:lnTo>
                  <a:lnTo>
                    <a:pt x="157927" y="586134"/>
                  </a:lnTo>
                  <a:lnTo>
                    <a:pt x="158595" y="586134"/>
                  </a:lnTo>
                  <a:lnTo>
                    <a:pt x="159263" y="586134"/>
                  </a:lnTo>
                  <a:lnTo>
                    <a:pt x="159931" y="586134"/>
                  </a:lnTo>
                  <a:lnTo>
                    <a:pt x="160599" y="586134"/>
                  </a:lnTo>
                  <a:lnTo>
                    <a:pt x="161267" y="586134"/>
                  </a:lnTo>
                  <a:lnTo>
                    <a:pt x="161935" y="586134"/>
                  </a:lnTo>
                  <a:lnTo>
                    <a:pt x="162603" y="586134"/>
                  </a:lnTo>
                  <a:lnTo>
                    <a:pt x="163271" y="571481"/>
                  </a:lnTo>
                  <a:lnTo>
                    <a:pt x="163939" y="565201"/>
                  </a:lnTo>
                  <a:lnTo>
                    <a:pt x="164607" y="565201"/>
                  </a:lnTo>
                  <a:lnTo>
                    <a:pt x="165275" y="565201"/>
                  </a:lnTo>
                  <a:lnTo>
                    <a:pt x="165943" y="557874"/>
                  </a:lnTo>
                  <a:lnTo>
                    <a:pt x="166611" y="544267"/>
                  </a:lnTo>
                  <a:lnTo>
                    <a:pt x="167279" y="525427"/>
                  </a:lnTo>
                  <a:lnTo>
                    <a:pt x="167947" y="504494"/>
                  </a:lnTo>
                  <a:lnTo>
                    <a:pt x="168615" y="502401"/>
                  </a:lnTo>
                  <a:lnTo>
                    <a:pt x="169283" y="502401"/>
                  </a:lnTo>
                  <a:lnTo>
                    <a:pt x="169951" y="502401"/>
                  </a:lnTo>
                  <a:lnTo>
                    <a:pt x="170619" y="502401"/>
                  </a:lnTo>
                  <a:lnTo>
                    <a:pt x="171287" y="502401"/>
                  </a:lnTo>
                  <a:lnTo>
                    <a:pt x="171955" y="536746"/>
                  </a:lnTo>
                  <a:lnTo>
                    <a:pt x="172623" y="538913"/>
                  </a:lnTo>
                  <a:lnTo>
                    <a:pt x="173291" y="547554"/>
                  </a:lnTo>
                  <a:lnTo>
                    <a:pt x="173959" y="543071"/>
                  </a:lnTo>
                  <a:lnTo>
                    <a:pt x="174627" y="543992"/>
                  </a:lnTo>
                  <a:lnTo>
                    <a:pt x="175295" y="543992"/>
                  </a:lnTo>
                  <a:lnTo>
                    <a:pt x="175963" y="549329"/>
                  </a:lnTo>
                  <a:lnTo>
                    <a:pt x="176631" y="559241"/>
                  </a:lnTo>
                  <a:lnTo>
                    <a:pt x="177299" y="572966"/>
                  </a:lnTo>
                  <a:lnTo>
                    <a:pt x="177895" y="5865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6346417" y="3772778"/>
              <a:ext cx="97143" cy="251620"/>
            </a:xfrm>
            <a:custGeom>
              <a:avLst/>
              <a:pathLst>
                <a:path w="97143" h="251620">
                  <a:moveTo>
                    <a:pt x="0" y="251620"/>
                  </a:moveTo>
                  <a:lnTo>
                    <a:pt x="10" y="251200"/>
                  </a:lnTo>
                  <a:lnTo>
                    <a:pt x="678" y="245967"/>
                  </a:lnTo>
                  <a:lnTo>
                    <a:pt x="1346" y="212473"/>
                  </a:lnTo>
                  <a:lnTo>
                    <a:pt x="2014" y="193633"/>
                  </a:lnTo>
                  <a:lnTo>
                    <a:pt x="2682" y="183167"/>
                  </a:lnTo>
                  <a:lnTo>
                    <a:pt x="3350" y="167466"/>
                  </a:lnTo>
                  <a:lnTo>
                    <a:pt x="4018" y="167466"/>
                  </a:lnTo>
                  <a:lnTo>
                    <a:pt x="4686" y="167466"/>
                  </a:lnTo>
                  <a:lnTo>
                    <a:pt x="5354" y="167466"/>
                  </a:lnTo>
                  <a:lnTo>
                    <a:pt x="6022" y="144440"/>
                  </a:lnTo>
                  <a:lnTo>
                    <a:pt x="6690" y="70126"/>
                  </a:lnTo>
                  <a:lnTo>
                    <a:pt x="7358" y="7326"/>
                  </a:lnTo>
                  <a:lnTo>
                    <a:pt x="8026" y="0"/>
                  </a:lnTo>
                  <a:lnTo>
                    <a:pt x="8694" y="0"/>
                  </a:lnTo>
                  <a:lnTo>
                    <a:pt x="9362" y="0"/>
                  </a:lnTo>
                  <a:lnTo>
                    <a:pt x="10030" y="79728"/>
                  </a:lnTo>
                  <a:lnTo>
                    <a:pt x="10698" y="82218"/>
                  </a:lnTo>
                  <a:lnTo>
                    <a:pt x="11366" y="163071"/>
                  </a:lnTo>
                  <a:lnTo>
                    <a:pt x="12034" y="168669"/>
                  </a:lnTo>
                  <a:lnTo>
                    <a:pt x="12702" y="190897"/>
                  </a:lnTo>
                  <a:lnTo>
                    <a:pt x="13370" y="184753"/>
                  </a:lnTo>
                  <a:lnTo>
                    <a:pt x="14038" y="142581"/>
                  </a:lnTo>
                  <a:lnTo>
                    <a:pt x="14706" y="88139"/>
                  </a:lnTo>
                  <a:lnTo>
                    <a:pt x="15374" y="50415"/>
                  </a:lnTo>
                  <a:lnTo>
                    <a:pt x="16042" y="60244"/>
                  </a:lnTo>
                  <a:lnTo>
                    <a:pt x="16710" y="78433"/>
                  </a:lnTo>
                  <a:lnTo>
                    <a:pt x="17378" y="79156"/>
                  </a:lnTo>
                  <a:lnTo>
                    <a:pt x="18046" y="92047"/>
                  </a:lnTo>
                  <a:lnTo>
                    <a:pt x="18714" y="93323"/>
                  </a:lnTo>
                  <a:lnTo>
                    <a:pt x="19382" y="77051"/>
                  </a:lnTo>
                  <a:lnTo>
                    <a:pt x="20050" y="61807"/>
                  </a:lnTo>
                  <a:lnTo>
                    <a:pt x="20718" y="80566"/>
                  </a:lnTo>
                  <a:lnTo>
                    <a:pt x="21386" y="68055"/>
                  </a:lnTo>
                  <a:lnTo>
                    <a:pt x="22054" y="56508"/>
                  </a:lnTo>
                  <a:lnTo>
                    <a:pt x="22722" y="68697"/>
                  </a:lnTo>
                  <a:lnTo>
                    <a:pt x="23391" y="86500"/>
                  </a:lnTo>
                  <a:lnTo>
                    <a:pt x="24059" y="90411"/>
                  </a:lnTo>
                  <a:lnTo>
                    <a:pt x="24727" y="126917"/>
                  </a:lnTo>
                  <a:lnTo>
                    <a:pt x="25395" y="137857"/>
                  </a:lnTo>
                  <a:lnTo>
                    <a:pt x="26063" y="167661"/>
                  </a:lnTo>
                  <a:lnTo>
                    <a:pt x="26731" y="175280"/>
                  </a:lnTo>
                  <a:lnTo>
                    <a:pt x="27399" y="179427"/>
                  </a:lnTo>
                  <a:lnTo>
                    <a:pt x="28067" y="177841"/>
                  </a:lnTo>
                  <a:lnTo>
                    <a:pt x="28735" y="170754"/>
                  </a:lnTo>
                  <a:lnTo>
                    <a:pt x="29403" y="169470"/>
                  </a:lnTo>
                  <a:lnTo>
                    <a:pt x="30071" y="163947"/>
                  </a:lnTo>
                  <a:lnTo>
                    <a:pt x="30739" y="130841"/>
                  </a:lnTo>
                  <a:lnTo>
                    <a:pt x="31407" y="152324"/>
                  </a:lnTo>
                  <a:lnTo>
                    <a:pt x="32075" y="142399"/>
                  </a:lnTo>
                  <a:lnTo>
                    <a:pt x="32743" y="139777"/>
                  </a:lnTo>
                  <a:lnTo>
                    <a:pt x="33411" y="145773"/>
                  </a:lnTo>
                  <a:lnTo>
                    <a:pt x="34079" y="156355"/>
                  </a:lnTo>
                  <a:lnTo>
                    <a:pt x="34747" y="167815"/>
                  </a:lnTo>
                  <a:lnTo>
                    <a:pt x="35415" y="169310"/>
                  </a:lnTo>
                  <a:lnTo>
                    <a:pt x="36083" y="149870"/>
                  </a:lnTo>
                  <a:lnTo>
                    <a:pt x="36751" y="127709"/>
                  </a:lnTo>
                  <a:lnTo>
                    <a:pt x="37419" y="114555"/>
                  </a:lnTo>
                  <a:lnTo>
                    <a:pt x="38087" y="108879"/>
                  </a:lnTo>
                  <a:lnTo>
                    <a:pt x="38755" y="137108"/>
                  </a:lnTo>
                  <a:lnTo>
                    <a:pt x="39423" y="118756"/>
                  </a:lnTo>
                  <a:lnTo>
                    <a:pt x="40091" y="150562"/>
                  </a:lnTo>
                  <a:lnTo>
                    <a:pt x="40759" y="100788"/>
                  </a:lnTo>
                  <a:lnTo>
                    <a:pt x="41427" y="87063"/>
                  </a:lnTo>
                  <a:lnTo>
                    <a:pt x="42095" y="73339"/>
                  </a:lnTo>
                  <a:lnTo>
                    <a:pt x="42763" y="71814"/>
                  </a:lnTo>
                  <a:lnTo>
                    <a:pt x="43431" y="86301"/>
                  </a:lnTo>
                  <a:lnTo>
                    <a:pt x="44099" y="94002"/>
                  </a:lnTo>
                  <a:lnTo>
                    <a:pt x="44767" y="86458"/>
                  </a:lnTo>
                  <a:lnTo>
                    <a:pt x="45435" y="57566"/>
                  </a:lnTo>
                  <a:lnTo>
                    <a:pt x="46103" y="111993"/>
                  </a:lnTo>
                  <a:lnTo>
                    <a:pt x="46771" y="132926"/>
                  </a:lnTo>
                  <a:lnTo>
                    <a:pt x="47439" y="182120"/>
                  </a:lnTo>
                  <a:lnTo>
                    <a:pt x="48108" y="188400"/>
                  </a:lnTo>
                  <a:lnTo>
                    <a:pt x="48776" y="193633"/>
                  </a:lnTo>
                  <a:lnTo>
                    <a:pt x="49444" y="209333"/>
                  </a:lnTo>
                  <a:lnTo>
                    <a:pt x="50112" y="209333"/>
                  </a:lnTo>
                  <a:lnTo>
                    <a:pt x="50780" y="211427"/>
                  </a:lnTo>
                  <a:lnTo>
                    <a:pt x="51448" y="230267"/>
                  </a:lnTo>
                  <a:lnTo>
                    <a:pt x="52116" y="249107"/>
                  </a:lnTo>
                  <a:lnTo>
                    <a:pt x="52784" y="251200"/>
                  </a:lnTo>
                  <a:lnTo>
                    <a:pt x="53452" y="251200"/>
                  </a:lnTo>
                  <a:lnTo>
                    <a:pt x="54120" y="251200"/>
                  </a:lnTo>
                  <a:lnTo>
                    <a:pt x="54788" y="251200"/>
                  </a:lnTo>
                  <a:lnTo>
                    <a:pt x="55456" y="251200"/>
                  </a:lnTo>
                  <a:lnTo>
                    <a:pt x="56124" y="251200"/>
                  </a:lnTo>
                  <a:lnTo>
                    <a:pt x="56792" y="251200"/>
                  </a:lnTo>
                  <a:lnTo>
                    <a:pt x="57460" y="251200"/>
                  </a:lnTo>
                  <a:lnTo>
                    <a:pt x="58128" y="251200"/>
                  </a:lnTo>
                  <a:lnTo>
                    <a:pt x="58796" y="251200"/>
                  </a:lnTo>
                  <a:lnTo>
                    <a:pt x="59464" y="251200"/>
                  </a:lnTo>
                  <a:lnTo>
                    <a:pt x="60132" y="251200"/>
                  </a:lnTo>
                  <a:lnTo>
                    <a:pt x="60800" y="251200"/>
                  </a:lnTo>
                  <a:lnTo>
                    <a:pt x="61468" y="251200"/>
                  </a:lnTo>
                  <a:lnTo>
                    <a:pt x="62136" y="251200"/>
                  </a:lnTo>
                  <a:lnTo>
                    <a:pt x="62804" y="251200"/>
                  </a:lnTo>
                  <a:lnTo>
                    <a:pt x="63472" y="251200"/>
                  </a:lnTo>
                  <a:lnTo>
                    <a:pt x="64140" y="251200"/>
                  </a:lnTo>
                  <a:lnTo>
                    <a:pt x="64808" y="251200"/>
                  </a:lnTo>
                  <a:lnTo>
                    <a:pt x="65476" y="251200"/>
                  </a:lnTo>
                  <a:lnTo>
                    <a:pt x="66144" y="251200"/>
                  </a:lnTo>
                  <a:lnTo>
                    <a:pt x="66812" y="251200"/>
                  </a:lnTo>
                  <a:lnTo>
                    <a:pt x="67480" y="251200"/>
                  </a:lnTo>
                  <a:lnTo>
                    <a:pt x="68148" y="251200"/>
                  </a:lnTo>
                  <a:lnTo>
                    <a:pt x="68816" y="251200"/>
                  </a:lnTo>
                  <a:lnTo>
                    <a:pt x="69484" y="251200"/>
                  </a:lnTo>
                  <a:lnTo>
                    <a:pt x="70152" y="251200"/>
                  </a:lnTo>
                  <a:lnTo>
                    <a:pt x="70820" y="251200"/>
                  </a:lnTo>
                  <a:lnTo>
                    <a:pt x="71488" y="251200"/>
                  </a:lnTo>
                  <a:lnTo>
                    <a:pt x="72156" y="251200"/>
                  </a:lnTo>
                  <a:lnTo>
                    <a:pt x="72825" y="240733"/>
                  </a:lnTo>
                  <a:lnTo>
                    <a:pt x="73493" y="230267"/>
                  </a:lnTo>
                  <a:lnTo>
                    <a:pt x="74161" y="230267"/>
                  </a:lnTo>
                  <a:lnTo>
                    <a:pt x="74829" y="230267"/>
                  </a:lnTo>
                  <a:lnTo>
                    <a:pt x="75497" y="230267"/>
                  </a:lnTo>
                  <a:lnTo>
                    <a:pt x="76165" y="230267"/>
                  </a:lnTo>
                  <a:lnTo>
                    <a:pt x="76833" y="230267"/>
                  </a:lnTo>
                  <a:lnTo>
                    <a:pt x="77501" y="208287"/>
                  </a:lnTo>
                  <a:lnTo>
                    <a:pt x="78169" y="188400"/>
                  </a:lnTo>
                  <a:lnTo>
                    <a:pt x="78837" y="188400"/>
                  </a:lnTo>
                  <a:lnTo>
                    <a:pt x="79505" y="165373"/>
                  </a:lnTo>
                  <a:lnTo>
                    <a:pt x="80173" y="146533"/>
                  </a:lnTo>
                  <a:lnTo>
                    <a:pt x="80841" y="146533"/>
                  </a:lnTo>
                  <a:lnTo>
                    <a:pt x="81509" y="144440"/>
                  </a:lnTo>
                  <a:lnTo>
                    <a:pt x="82177" y="118273"/>
                  </a:lnTo>
                  <a:lnTo>
                    <a:pt x="82845" y="115133"/>
                  </a:lnTo>
                  <a:lnTo>
                    <a:pt x="83513" y="117226"/>
                  </a:lnTo>
                  <a:lnTo>
                    <a:pt x="84181" y="104666"/>
                  </a:lnTo>
                  <a:lnTo>
                    <a:pt x="84849" y="104666"/>
                  </a:lnTo>
                  <a:lnTo>
                    <a:pt x="85517" y="81640"/>
                  </a:lnTo>
                  <a:lnTo>
                    <a:pt x="86185" y="62800"/>
                  </a:lnTo>
                  <a:lnTo>
                    <a:pt x="86853" y="49193"/>
                  </a:lnTo>
                  <a:lnTo>
                    <a:pt x="87521" y="63846"/>
                  </a:lnTo>
                  <a:lnTo>
                    <a:pt x="88189" y="82686"/>
                  </a:lnTo>
                  <a:lnTo>
                    <a:pt x="88857" y="42913"/>
                  </a:lnTo>
                  <a:lnTo>
                    <a:pt x="89525" y="64893"/>
                  </a:lnTo>
                  <a:lnTo>
                    <a:pt x="90193" y="83733"/>
                  </a:lnTo>
                  <a:lnTo>
                    <a:pt x="90861" y="83733"/>
                  </a:lnTo>
                  <a:lnTo>
                    <a:pt x="91529" y="85826"/>
                  </a:lnTo>
                  <a:lnTo>
                    <a:pt x="92197" y="111993"/>
                  </a:lnTo>
                  <a:lnTo>
                    <a:pt x="92865" y="182157"/>
                  </a:lnTo>
                  <a:lnTo>
                    <a:pt x="93533" y="194552"/>
                  </a:lnTo>
                  <a:lnTo>
                    <a:pt x="94201" y="208137"/>
                  </a:lnTo>
                  <a:lnTo>
                    <a:pt x="94869" y="209058"/>
                  </a:lnTo>
                  <a:lnTo>
                    <a:pt x="95537" y="225832"/>
                  </a:lnTo>
                  <a:lnTo>
                    <a:pt x="96205" y="239556"/>
                  </a:lnTo>
                  <a:lnTo>
                    <a:pt x="96873" y="249468"/>
                  </a:lnTo>
                  <a:lnTo>
                    <a:pt x="97143" y="2516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451297" y="3965365"/>
              <a:ext cx="17736" cy="59033"/>
            </a:xfrm>
            <a:custGeom>
              <a:avLst/>
              <a:pathLst>
                <a:path w="17736" h="59033">
                  <a:moveTo>
                    <a:pt x="0" y="59033"/>
                  </a:moveTo>
                  <a:lnTo>
                    <a:pt x="10" y="58613"/>
                  </a:lnTo>
                  <a:lnTo>
                    <a:pt x="678" y="58613"/>
                  </a:lnTo>
                  <a:lnTo>
                    <a:pt x="1346" y="58613"/>
                  </a:lnTo>
                  <a:lnTo>
                    <a:pt x="2014" y="51286"/>
                  </a:lnTo>
                  <a:lnTo>
                    <a:pt x="2682" y="37680"/>
                  </a:lnTo>
                  <a:lnTo>
                    <a:pt x="3350" y="37680"/>
                  </a:lnTo>
                  <a:lnTo>
                    <a:pt x="4018" y="37680"/>
                  </a:lnTo>
                  <a:lnTo>
                    <a:pt x="4686" y="37680"/>
                  </a:lnTo>
                  <a:lnTo>
                    <a:pt x="5354" y="37680"/>
                  </a:lnTo>
                  <a:lnTo>
                    <a:pt x="6022" y="37680"/>
                  </a:lnTo>
                  <a:lnTo>
                    <a:pt x="6690" y="37680"/>
                  </a:lnTo>
                  <a:lnTo>
                    <a:pt x="7358" y="26166"/>
                  </a:lnTo>
                  <a:lnTo>
                    <a:pt x="8026" y="16746"/>
                  </a:lnTo>
                  <a:lnTo>
                    <a:pt x="8694" y="16746"/>
                  </a:lnTo>
                  <a:lnTo>
                    <a:pt x="9362" y="16746"/>
                  </a:lnTo>
                  <a:lnTo>
                    <a:pt x="10030" y="16746"/>
                  </a:lnTo>
                  <a:lnTo>
                    <a:pt x="10698" y="16746"/>
                  </a:lnTo>
                  <a:lnTo>
                    <a:pt x="11366" y="0"/>
                  </a:lnTo>
                  <a:lnTo>
                    <a:pt x="12034" y="3140"/>
                  </a:lnTo>
                  <a:lnTo>
                    <a:pt x="12702" y="45530"/>
                  </a:lnTo>
                  <a:lnTo>
                    <a:pt x="13370" y="42814"/>
                  </a:lnTo>
                  <a:lnTo>
                    <a:pt x="14038" y="46969"/>
                  </a:lnTo>
                  <a:lnTo>
                    <a:pt x="14706" y="46969"/>
                  </a:lnTo>
                  <a:lnTo>
                    <a:pt x="15374" y="46969"/>
                  </a:lnTo>
                  <a:lnTo>
                    <a:pt x="16042" y="46969"/>
                  </a:lnTo>
                  <a:lnTo>
                    <a:pt x="16710" y="46969"/>
                  </a:lnTo>
                  <a:lnTo>
                    <a:pt x="17378" y="55357"/>
                  </a:lnTo>
                  <a:lnTo>
                    <a:pt x="17736" y="5903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469743" y="4012335"/>
              <a:ext cx="2933" cy="12063"/>
            </a:xfrm>
            <a:custGeom>
              <a:avLst/>
              <a:pathLst>
                <a:path w="2933" h="12063">
                  <a:moveTo>
                    <a:pt x="0" y="12063"/>
                  </a:moveTo>
                  <a:lnTo>
                    <a:pt x="269" y="9912"/>
                  </a:lnTo>
                  <a:lnTo>
                    <a:pt x="937" y="0"/>
                  </a:lnTo>
                  <a:lnTo>
                    <a:pt x="1605" y="0"/>
                  </a:lnTo>
                  <a:lnTo>
                    <a:pt x="2273" y="0"/>
                  </a:lnTo>
                  <a:lnTo>
                    <a:pt x="2933" y="120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6474924" y="3982112"/>
              <a:ext cx="10816" cy="42286"/>
            </a:xfrm>
            <a:custGeom>
              <a:avLst/>
              <a:pathLst>
                <a:path w="10816" h="42286">
                  <a:moveTo>
                    <a:pt x="0" y="42286"/>
                  </a:moveTo>
                  <a:lnTo>
                    <a:pt x="432" y="20933"/>
                  </a:lnTo>
                  <a:lnTo>
                    <a:pt x="1100" y="20933"/>
                  </a:lnTo>
                  <a:lnTo>
                    <a:pt x="1768" y="17793"/>
                  </a:lnTo>
                  <a:lnTo>
                    <a:pt x="2436" y="0"/>
                  </a:lnTo>
                  <a:lnTo>
                    <a:pt x="3104" y="0"/>
                  </a:lnTo>
                  <a:lnTo>
                    <a:pt x="3772" y="0"/>
                  </a:lnTo>
                  <a:lnTo>
                    <a:pt x="4440" y="0"/>
                  </a:lnTo>
                  <a:lnTo>
                    <a:pt x="5108" y="7326"/>
                  </a:lnTo>
                  <a:lnTo>
                    <a:pt x="5776" y="20933"/>
                  </a:lnTo>
                  <a:lnTo>
                    <a:pt x="6444" y="20933"/>
                  </a:lnTo>
                  <a:lnTo>
                    <a:pt x="7112" y="20933"/>
                  </a:lnTo>
                  <a:lnTo>
                    <a:pt x="7780" y="20933"/>
                  </a:lnTo>
                  <a:lnTo>
                    <a:pt x="8448" y="20933"/>
                  </a:lnTo>
                  <a:lnTo>
                    <a:pt x="9116" y="20933"/>
                  </a:lnTo>
                  <a:lnTo>
                    <a:pt x="9784" y="20933"/>
                  </a:lnTo>
                  <a:lnTo>
                    <a:pt x="10452" y="20933"/>
                  </a:lnTo>
                  <a:lnTo>
                    <a:pt x="10816" y="4228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490061" y="3838718"/>
              <a:ext cx="22024" cy="185680"/>
            </a:xfrm>
            <a:custGeom>
              <a:avLst/>
              <a:pathLst>
                <a:path w="22024" h="185680">
                  <a:moveTo>
                    <a:pt x="0" y="185680"/>
                  </a:moveTo>
                  <a:lnTo>
                    <a:pt x="660" y="170690"/>
                  </a:lnTo>
                  <a:lnTo>
                    <a:pt x="1328" y="153093"/>
                  </a:lnTo>
                  <a:lnTo>
                    <a:pt x="1996" y="153093"/>
                  </a:lnTo>
                  <a:lnTo>
                    <a:pt x="2664" y="153093"/>
                  </a:lnTo>
                  <a:lnTo>
                    <a:pt x="3332" y="153093"/>
                  </a:lnTo>
                  <a:lnTo>
                    <a:pt x="4000" y="150666"/>
                  </a:lnTo>
                  <a:lnTo>
                    <a:pt x="4668" y="132462"/>
                  </a:lnTo>
                  <a:lnTo>
                    <a:pt x="5336" y="119719"/>
                  </a:lnTo>
                  <a:lnTo>
                    <a:pt x="6004" y="66871"/>
                  </a:lnTo>
                  <a:lnTo>
                    <a:pt x="6672" y="55334"/>
                  </a:lnTo>
                  <a:lnTo>
                    <a:pt x="7340" y="0"/>
                  </a:lnTo>
                  <a:lnTo>
                    <a:pt x="8008" y="38726"/>
                  </a:lnTo>
                  <a:lnTo>
                    <a:pt x="8676" y="40820"/>
                  </a:lnTo>
                  <a:lnTo>
                    <a:pt x="9344" y="59660"/>
                  </a:lnTo>
                  <a:lnTo>
                    <a:pt x="10012" y="64893"/>
                  </a:lnTo>
                  <a:lnTo>
                    <a:pt x="10680" y="71173"/>
                  </a:lnTo>
                  <a:lnTo>
                    <a:pt x="11348" y="153750"/>
                  </a:lnTo>
                  <a:lnTo>
                    <a:pt x="12016" y="148330"/>
                  </a:lnTo>
                  <a:lnTo>
                    <a:pt x="12684" y="123294"/>
                  </a:lnTo>
                  <a:lnTo>
                    <a:pt x="13352" y="140957"/>
                  </a:lnTo>
                  <a:lnTo>
                    <a:pt x="14020" y="127001"/>
                  </a:lnTo>
                  <a:lnTo>
                    <a:pt x="14688" y="128215"/>
                  </a:lnTo>
                  <a:lnTo>
                    <a:pt x="15356" y="130642"/>
                  </a:lnTo>
                  <a:lnTo>
                    <a:pt x="16024" y="126394"/>
                  </a:lnTo>
                  <a:lnTo>
                    <a:pt x="16692" y="116685"/>
                  </a:lnTo>
                  <a:lnTo>
                    <a:pt x="17360" y="135700"/>
                  </a:lnTo>
                  <a:lnTo>
                    <a:pt x="18028" y="113828"/>
                  </a:lnTo>
                  <a:lnTo>
                    <a:pt x="18696" y="130981"/>
                  </a:lnTo>
                  <a:lnTo>
                    <a:pt x="19364" y="157952"/>
                  </a:lnTo>
                  <a:lnTo>
                    <a:pt x="20032" y="173452"/>
                  </a:lnTo>
                  <a:lnTo>
                    <a:pt x="20700" y="173971"/>
                  </a:lnTo>
                  <a:lnTo>
                    <a:pt x="21368" y="177082"/>
                  </a:lnTo>
                  <a:lnTo>
                    <a:pt x="22024" y="18568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512939" y="4017682"/>
              <a:ext cx="5068" cy="6717"/>
            </a:xfrm>
            <a:custGeom>
              <a:avLst/>
              <a:pathLst>
                <a:path w="5068" h="6717">
                  <a:moveTo>
                    <a:pt x="0" y="6717"/>
                  </a:moveTo>
                  <a:lnTo>
                    <a:pt x="494" y="2859"/>
                  </a:lnTo>
                  <a:lnTo>
                    <a:pt x="1162" y="6175"/>
                  </a:lnTo>
                  <a:lnTo>
                    <a:pt x="1830" y="5734"/>
                  </a:lnTo>
                  <a:lnTo>
                    <a:pt x="2498" y="5514"/>
                  </a:lnTo>
                  <a:lnTo>
                    <a:pt x="3166" y="441"/>
                  </a:lnTo>
                  <a:lnTo>
                    <a:pt x="3834" y="2867"/>
                  </a:lnTo>
                  <a:lnTo>
                    <a:pt x="4502" y="0"/>
                  </a:lnTo>
                  <a:lnTo>
                    <a:pt x="5068" y="671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518849" y="3842905"/>
              <a:ext cx="13222" cy="181493"/>
            </a:xfrm>
            <a:custGeom>
              <a:avLst/>
              <a:pathLst>
                <a:path w="13222" h="181493">
                  <a:moveTo>
                    <a:pt x="0" y="181493"/>
                  </a:moveTo>
                  <a:lnTo>
                    <a:pt x="597" y="169349"/>
                  </a:lnTo>
                  <a:lnTo>
                    <a:pt x="1265" y="169558"/>
                  </a:lnTo>
                  <a:lnTo>
                    <a:pt x="1933" y="172962"/>
                  </a:lnTo>
                  <a:lnTo>
                    <a:pt x="2601" y="163446"/>
                  </a:lnTo>
                  <a:lnTo>
                    <a:pt x="3269" y="150421"/>
                  </a:lnTo>
                  <a:lnTo>
                    <a:pt x="3937" y="118655"/>
                  </a:lnTo>
                  <a:lnTo>
                    <a:pt x="4605" y="111205"/>
                  </a:lnTo>
                  <a:lnTo>
                    <a:pt x="5273" y="60397"/>
                  </a:lnTo>
                  <a:lnTo>
                    <a:pt x="5941" y="0"/>
                  </a:lnTo>
                  <a:lnTo>
                    <a:pt x="6609" y="18839"/>
                  </a:lnTo>
                  <a:lnTo>
                    <a:pt x="7277" y="55473"/>
                  </a:lnTo>
                  <a:lnTo>
                    <a:pt x="7945" y="60706"/>
                  </a:lnTo>
                  <a:lnTo>
                    <a:pt x="8613" y="97340"/>
                  </a:lnTo>
                  <a:lnTo>
                    <a:pt x="9281" y="97340"/>
                  </a:lnTo>
                  <a:lnTo>
                    <a:pt x="9949" y="98386"/>
                  </a:lnTo>
                  <a:lnTo>
                    <a:pt x="10617" y="97340"/>
                  </a:lnTo>
                  <a:lnTo>
                    <a:pt x="11285" y="97340"/>
                  </a:lnTo>
                  <a:lnTo>
                    <a:pt x="11953" y="101526"/>
                  </a:lnTo>
                  <a:lnTo>
                    <a:pt x="12621" y="164804"/>
                  </a:lnTo>
                  <a:lnTo>
                    <a:pt x="13222" y="18149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534556" y="4015385"/>
              <a:ext cx="528" cy="9013"/>
            </a:xfrm>
            <a:custGeom>
              <a:avLst/>
              <a:pathLst>
                <a:path w="528" h="9013">
                  <a:moveTo>
                    <a:pt x="0" y="9013"/>
                  </a:moveTo>
                  <a:lnTo>
                    <a:pt x="254" y="0"/>
                  </a:lnTo>
                  <a:lnTo>
                    <a:pt x="528" y="901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6542506" y="3835578"/>
              <a:ext cx="22709" cy="188820"/>
            </a:xfrm>
            <a:custGeom>
              <a:avLst/>
              <a:pathLst>
                <a:path w="22709" h="188820">
                  <a:moveTo>
                    <a:pt x="0" y="188820"/>
                  </a:moveTo>
                  <a:lnTo>
                    <a:pt x="321" y="176756"/>
                  </a:lnTo>
                  <a:lnTo>
                    <a:pt x="989" y="169894"/>
                  </a:lnTo>
                  <a:lnTo>
                    <a:pt x="1657" y="155407"/>
                  </a:lnTo>
                  <a:lnTo>
                    <a:pt x="2325" y="172182"/>
                  </a:lnTo>
                  <a:lnTo>
                    <a:pt x="2993" y="149034"/>
                  </a:lnTo>
                  <a:lnTo>
                    <a:pt x="3661" y="136663"/>
                  </a:lnTo>
                  <a:lnTo>
                    <a:pt x="4329" y="75360"/>
                  </a:lnTo>
                  <a:lnTo>
                    <a:pt x="4997" y="62800"/>
                  </a:lnTo>
                  <a:lnTo>
                    <a:pt x="5665" y="62800"/>
                  </a:lnTo>
                  <a:lnTo>
                    <a:pt x="6333" y="62800"/>
                  </a:lnTo>
                  <a:lnTo>
                    <a:pt x="7001" y="58613"/>
                  </a:lnTo>
                  <a:lnTo>
                    <a:pt x="7669" y="62800"/>
                  </a:lnTo>
                  <a:lnTo>
                    <a:pt x="8337" y="45006"/>
                  </a:lnTo>
                  <a:lnTo>
                    <a:pt x="9005" y="40820"/>
                  </a:lnTo>
                  <a:lnTo>
                    <a:pt x="9673" y="2093"/>
                  </a:lnTo>
                  <a:lnTo>
                    <a:pt x="10341" y="0"/>
                  </a:lnTo>
                  <a:lnTo>
                    <a:pt x="11009" y="9419"/>
                  </a:lnTo>
                  <a:lnTo>
                    <a:pt x="11677" y="34540"/>
                  </a:lnTo>
                  <a:lnTo>
                    <a:pt x="12345" y="43960"/>
                  </a:lnTo>
                  <a:lnTo>
                    <a:pt x="13013" y="73266"/>
                  </a:lnTo>
                  <a:lnTo>
                    <a:pt x="13681" y="83733"/>
                  </a:lnTo>
                  <a:lnTo>
                    <a:pt x="14349" y="92106"/>
                  </a:lnTo>
                  <a:lnTo>
                    <a:pt x="15017" y="104666"/>
                  </a:lnTo>
                  <a:lnTo>
                    <a:pt x="15685" y="104666"/>
                  </a:lnTo>
                  <a:lnTo>
                    <a:pt x="16353" y="104666"/>
                  </a:lnTo>
                  <a:lnTo>
                    <a:pt x="17021" y="122460"/>
                  </a:lnTo>
                  <a:lnTo>
                    <a:pt x="17689" y="125600"/>
                  </a:lnTo>
                  <a:lnTo>
                    <a:pt x="18358" y="143393"/>
                  </a:lnTo>
                  <a:lnTo>
                    <a:pt x="19026" y="147580"/>
                  </a:lnTo>
                  <a:lnTo>
                    <a:pt x="19694" y="186307"/>
                  </a:lnTo>
                  <a:lnTo>
                    <a:pt x="20362" y="188400"/>
                  </a:lnTo>
                  <a:lnTo>
                    <a:pt x="21030" y="188400"/>
                  </a:lnTo>
                  <a:lnTo>
                    <a:pt x="21698" y="188400"/>
                  </a:lnTo>
                  <a:lnTo>
                    <a:pt x="22366" y="182120"/>
                  </a:lnTo>
                  <a:lnTo>
                    <a:pt x="22709" y="1888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6566039" y="4022247"/>
              <a:ext cx="220" cy="2151"/>
            </a:xfrm>
            <a:custGeom>
              <a:avLst/>
              <a:pathLst>
                <a:path w="220" h="2151">
                  <a:moveTo>
                    <a:pt x="0" y="2151"/>
                  </a:moveTo>
                  <a:lnTo>
                    <a:pt x="169" y="0"/>
                  </a:lnTo>
                  <a:lnTo>
                    <a:pt x="220" y="215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6587840" y="3955915"/>
              <a:ext cx="10906" cy="68483"/>
            </a:xfrm>
            <a:custGeom>
              <a:avLst/>
              <a:pathLst>
                <a:path w="10906" h="68483">
                  <a:moveTo>
                    <a:pt x="0" y="68483"/>
                  </a:moveTo>
                  <a:lnTo>
                    <a:pt x="412" y="52773"/>
                  </a:lnTo>
                  <a:lnTo>
                    <a:pt x="1080" y="36320"/>
                  </a:lnTo>
                  <a:lnTo>
                    <a:pt x="1748" y="36021"/>
                  </a:lnTo>
                  <a:lnTo>
                    <a:pt x="2416" y="12932"/>
                  </a:lnTo>
                  <a:lnTo>
                    <a:pt x="3084" y="11962"/>
                  </a:lnTo>
                  <a:lnTo>
                    <a:pt x="3752" y="0"/>
                  </a:lnTo>
                  <a:lnTo>
                    <a:pt x="4420" y="969"/>
                  </a:lnTo>
                  <a:lnTo>
                    <a:pt x="5088" y="6142"/>
                  </a:lnTo>
                  <a:lnTo>
                    <a:pt x="5756" y="6142"/>
                  </a:lnTo>
                  <a:lnTo>
                    <a:pt x="6425" y="20167"/>
                  </a:lnTo>
                  <a:lnTo>
                    <a:pt x="7093" y="21338"/>
                  </a:lnTo>
                  <a:lnTo>
                    <a:pt x="7761" y="25541"/>
                  </a:lnTo>
                  <a:lnTo>
                    <a:pt x="8429" y="13427"/>
                  </a:lnTo>
                  <a:lnTo>
                    <a:pt x="9097" y="27671"/>
                  </a:lnTo>
                  <a:lnTo>
                    <a:pt x="9765" y="30511"/>
                  </a:lnTo>
                  <a:lnTo>
                    <a:pt x="10433" y="43023"/>
                  </a:lnTo>
                  <a:lnTo>
                    <a:pt x="10906" y="6848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6606280" y="4023978"/>
              <a:ext cx="687" cy="420"/>
            </a:xfrm>
            <a:custGeom>
              <a:avLst/>
              <a:pathLst>
                <a:path w="687" h="420">
                  <a:moveTo>
                    <a:pt x="0" y="420"/>
                  </a:moveTo>
                  <a:lnTo>
                    <a:pt x="9" y="0"/>
                  </a:lnTo>
                  <a:lnTo>
                    <a:pt x="677" y="0"/>
                  </a:lnTo>
                  <a:lnTo>
                    <a:pt x="687" y="4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640519" y="3684858"/>
              <a:ext cx="54042" cy="339540"/>
            </a:xfrm>
            <a:custGeom>
              <a:avLst/>
              <a:pathLst>
                <a:path w="54042" h="339540">
                  <a:moveTo>
                    <a:pt x="0" y="339540"/>
                  </a:moveTo>
                  <a:lnTo>
                    <a:pt x="508" y="300394"/>
                  </a:lnTo>
                  <a:lnTo>
                    <a:pt x="1176" y="276320"/>
                  </a:lnTo>
                  <a:lnTo>
                    <a:pt x="1844" y="276320"/>
                  </a:lnTo>
                  <a:lnTo>
                    <a:pt x="2512" y="258527"/>
                  </a:lnTo>
                  <a:lnTo>
                    <a:pt x="3180" y="274269"/>
                  </a:lnTo>
                  <a:lnTo>
                    <a:pt x="3848" y="274617"/>
                  </a:lnTo>
                  <a:lnTo>
                    <a:pt x="4516" y="243606"/>
                  </a:lnTo>
                  <a:lnTo>
                    <a:pt x="5184" y="235981"/>
                  </a:lnTo>
                  <a:lnTo>
                    <a:pt x="5852" y="230644"/>
                  </a:lnTo>
                  <a:lnTo>
                    <a:pt x="6520" y="217682"/>
                  </a:lnTo>
                  <a:lnTo>
                    <a:pt x="7188" y="192520"/>
                  </a:lnTo>
                  <a:lnTo>
                    <a:pt x="7856" y="171934"/>
                  </a:lnTo>
                  <a:lnTo>
                    <a:pt x="8524" y="159734"/>
                  </a:lnTo>
                  <a:lnTo>
                    <a:pt x="9192" y="136098"/>
                  </a:lnTo>
                  <a:lnTo>
                    <a:pt x="9860" y="104074"/>
                  </a:lnTo>
                  <a:lnTo>
                    <a:pt x="10528" y="102549"/>
                  </a:lnTo>
                  <a:lnTo>
                    <a:pt x="11196" y="111699"/>
                  </a:lnTo>
                  <a:lnTo>
                    <a:pt x="11864" y="94925"/>
                  </a:lnTo>
                  <a:lnTo>
                    <a:pt x="12532" y="66714"/>
                  </a:lnTo>
                  <a:lnTo>
                    <a:pt x="13200" y="92128"/>
                  </a:lnTo>
                  <a:lnTo>
                    <a:pt x="13868" y="79416"/>
                  </a:lnTo>
                  <a:lnTo>
                    <a:pt x="14536" y="0"/>
                  </a:lnTo>
                  <a:lnTo>
                    <a:pt x="15204" y="106606"/>
                  </a:lnTo>
                  <a:lnTo>
                    <a:pt x="15872" y="119078"/>
                  </a:lnTo>
                  <a:lnTo>
                    <a:pt x="16540" y="131994"/>
                  </a:lnTo>
                  <a:lnTo>
                    <a:pt x="17208" y="147535"/>
                  </a:lnTo>
                  <a:lnTo>
                    <a:pt x="17876" y="149060"/>
                  </a:lnTo>
                  <a:lnTo>
                    <a:pt x="18544" y="159734"/>
                  </a:lnTo>
                  <a:lnTo>
                    <a:pt x="19212" y="183371"/>
                  </a:lnTo>
                  <a:lnTo>
                    <a:pt x="19880" y="215394"/>
                  </a:lnTo>
                  <a:lnTo>
                    <a:pt x="20548" y="229881"/>
                  </a:lnTo>
                  <a:lnTo>
                    <a:pt x="21216" y="238268"/>
                  </a:lnTo>
                  <a:lnTo>
                    <a:pt x="21884" y="255043"/>
                  </a:lnTo>
                  <a:lnTo>
                    <a:pt x="22552" y="296216"/>
                  </a:lnTo>
                  <a:lnTo>
                    <a:pt x="23220" y="296978"/>
                  </a:lnTo>
                  <a:lnTo>
                    <a:pt x="23888" y="296978"/>
                  </a:lnTo>
                  <a:lnTo>
                    <a:pt x="24557" y="292403"/>
                  </a:lnTo>
                  <a:lnTo>
                    <a:pt x="25225" y="285324"/>
                  </a:lnTo>
                  <a:lnTo>
                    <a:pt x="25893" y="280901"/>
                  </a:lnTo>
                  <a:lnTo>
                    <a:pt x="26561" y="275082"/>
                  </a:lnTo>
                  <a:lnTo>
                    <a:pt x="27229" y="248060"/>
                  </a:lnTo>
                  <a:lnTo>
                    <a:pt x="27897" y="270040"/>
                  </a:lnTo>
                  <a:lnTo>
                    <a:pt x="28565" y="252247"/>
                  </a:lnTo>
                  <a:lnTo>
                    <a:pt x="29233" y="232360"/>
                  </a:lnTo>
                  <a:lnTo>
                    <a:pt x="29901" y="211427"/>
                  </a:lnTo>
                  <a:lnTo>
                    <a:pt x="30569" y="192587"/>
                  </a:lnTo>
                  <a:lnTo>
                    <a:pt x="31237" y="192587"/>
                  </a:lnTo>
                  <a:lnTo>
                    <a:pt x="31905" y="183167"/>
                  </a:lnTo>
                  <a:lnTo>
                    <a:pt x="32573" y="162233"/>
                  </a:lnTo>
                  <a:lnTo>
                    <a:pt x="33241" y="135020"/>
                  </a:lnTo>
                  <a:lnTo>
                    <a:pt x="33909" y="108853"/>
                  </a:lnTo>
                  <a:lnTo>
                    <a:pt x="34577" y="129786"/>
                  </a:lnTo>
                  <a:lnTo>
                    <a:pt x="35245" y="144440"/>
                  </a:lnTo>
                  <a:lnTo>
                    <a:pt x="35913" y="151767"/>
                  </a:lnTo>
                  <a:lnTo>
                    <a:pt x="36581" y="151767"/>
                  </a:lnTo>
                  <a:lnTo>
                    <a:pt x="37249" y="150720"/>
                  </a:lnTo>
                  <a:lnTo>
                    <a:pt x="37917" y="154907"/>
                  </a:lnTo>
                  <a:lnTo>
                    <a:pt x="38585" y="164327"/>
                  </a:lnTo>
                  <a:lnTo>
                    <a:pt x="39253" y="173747"/>
                  </a:lnTo>
                  <a:lnTo>
                    <a:pt x="39921" y="194680"/>
                  </a:lnTo>
                  <a:lnTo>
                    <a:pt x="40589" y="213520"/>
                  </a:lnTo>
                  <a:lnTo>
                    <a:pt x="41257" y="213520"/>
                  </a:lnTo>
                  <a:lnTo>
                    <a:pt x="41925" y="222940"/>
                  </a:lnTo>
                  <a:lnTo>
                    <a:pt x="42593" y="243873"/>
                  </a:lnTo>
                  <a:lnTo>
                    <a:pt x="43261" y="271087"/>
                  </a:lnTo>
                  <a:lnTo>
                    <a:pt x="43929" y="297253"/>
                  </a:lnTo>
                  <a:lnTo>
                    <a:pt x="44597" y="297253"/>
                  </a:lnTo>
                  <a:lnTo>
                    <a:pt x="45265" y="297253"/>
                  </a:lnTo>
                  <a:lnTo>
                    <a:pt x="45933" y="297253"/>
                  </a:lnTo>
                  <a:lnTo>
                    <a:pt x="46601" y="317140"/>
                  </a:lnTo>
                  <a:lnTo>
                    <a:pt x="47269" y="318187"/>
                  </a:lnTo>
                  <a:lnTo>
                    <a:pt x="47937" y="318187"/>
                  </a:lnTo>
                  <a:lnTo>
                    <a:pt x="48605" y="328654"/>
                  </a:lnTo>
                  <a:lnTo>
                    <a:pt x="49274" y="339120"/>
                  </a:lnTo>
                  <a:lnTo>
                    <a:pt x="49942" y="339120"/>
                  </a:lnTo>
                  <a:lnTo>
                    <a:pt x="50610" y="321327"/>
                  </a:lnTo>
                  <a:lnTo>
                    <a:pt x="51278" y="303533"/>
                  </a:lnTo>
                  <a:lnTo>
                    <a:pt x="51946" y="297253"/>
                  </a:lnTo>
                  <a:lnTo>
                    <a:pt x="52614" y="297253"/>
                  </a:lnTo>
                  <a:lnTo>
                    <a:pt x="53282" y="339032"/>
                  </a:lnTo>
                  <a:lnTo>
                    <a:pt x="53950" y="339032"/>
                  </a:lnTo>
                  <a:lnTo>
                    <a:pt x="54042" y="3395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6696115" y="3883725"/>
              <a:ext cx="20650" cy="140673"/>
            </a:xfrm>
            <a:custGeom>
              <a:avLst/>
              <a:pathLst>
                <a:path w="20650" h="140673">
                  <a:moveTo>
                    <a:pt x="0" y="140673"/>
                  </a:moveTo>
                  <a:lnTo>
                    <a:pt x="357" y="136997"/>
                  </a:lnTo>
                  <a:lnTo>
                    <a:pt x="1025" y="125560"/>
                  </a:lnTo>
                  <a:lnTo>
                    <a:pt x="1693" y="101161"/>
                  </a:lnTo>
                  <a:lnTo>
                    <a:pt x="2361" y="98111"/>
                  </a:lnTo>
                  <a:lnTo>
                    <a:pt x="3030" y="85912"/>
                  </a:lnTo>
                  <a:lnTo>
                    <a:pt x="3698" y="82862"/>
                  </a:lnTo>
                  <a:lnTo>
                    <a:pt x="4366" y="82862"/>
                  </a:lnTo>
                  <a:lnTo>
                    <a:pt x="5034" y="95824"/>
                  </a:lnTo>
                  <a:lnTo>
                    <a:pt x="5702" y="108786"/>
                  </a:lnTo>
                  <a:lnTo>
                    <a:pt x="6370" y="113360"/>
                  </a:lnTo>
                  <a:lnTo>
                    <a:pt x="7038" y="99636"/>
                  </a:lnTo>
                  <a:lnTo>
                    <a:pt x="7706" y="93032"/>
                  </a:lnTo>
                  <a:lnTo>
                    <a:pt x="8374" y="88517"/>
                  </a:lnTo>
                  <a:lnTo>
                    <a:pt x="9042" y="35586"/>
                  </a:lnTo>
                  <a:lnTo>
                    <a:pt x="9710" y="35586"/>
                  </a:lnTo>
                  <a:lnTo>
                    <a:pt x="10378" y="25120"/>
                  </a:lnTo>
                  <a:lnTo>
                    <a:pt x="11046" y="0"/>
                  </a:lnTo>
                  <a:lnTo>
                    <a:pt x="11714" y="85691"/>
                  </a:lnTo>
                  <a:lnTo>
                    <a:pt x="12382" y="71425"/>
                  </a:lnTo>
                  <a:lnTo>
                    <a:pt x="13050" y="119429"/>
                  </a:lnTo>
                  <a:lnTo>
                    <a:pt x="13718" y="120222"/>
                  </a:lnTo>
                  <a:lnTo>
                    <a:pt x="14386" y="120222"/>
                  </a:lnTo>
                  <a:lnTo>
                    <a:pt x="15054" y="120222"/>
                  </a:lnTo>
                  <a:lnTo>
                    <a:pt x="15722" y="120222"/>
                  </a:lnTo>
                  <a:lnTo>
                    <a:pt x="16390" y="114761"/>
                  </a:lnTo>
                  <a:lnTo>
                    <a:pt x="17058" y="119009"/>
                  </a:lnTo>
                  <a:lnTo>
                    <a:pt x="17726" y="120222"/>
                  </a:lnTo>
                  <a:lnTo>
                    <a:pt x="18394" y="120222"/>
                  </a:lnTo>
                  <a:lnTo>
                    <a:pt x="19062" y="120222"/>
                  </a:lnTo>
                  <a:lnTo>
                    <a:pt x="19730" y="120222"/>
                  </a:lnTo>
                  <a:lnTo>
                    <a:pt x="20398" y="131751"/>
                  </a:lnTo>
                  <a:lnTo>
                    <a:pt x="20650" y="14067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6719422" y="4003045"/>
              <a:ext cx="10462" cy="21353"/>
            </a:xfrm>
            <a:custGeom>
              <a:avLst/>
              <a:pathLst>
                <a:path w="10462" h="21353">
                  <a:moveTo>
                    <a:pt x="0" y="21353"/>
                  </a:moveTo>
                  <a:lnTo>
                    <a:pt x="432" y="0"/>
                  </a:lnTo>
                  <a:lnTo>
                    <a:pt x="1100" y="0"/>
                  </a:lnTo>
                  <a:lnTo>
                    <a:pt x="1768" y="0"/>
                  </a:lnTo>
                  <a:lnTo>
                    <a:pt x="2436" y="0"/>
                  </a:lnTo>
                  <a:lnTo>
                    <a:pt x="3104" y="9420"/>
                  </a:lnTo>
                  <a:lnTo>
                    <a:pt x="3772" y="20933"/>
                  </a:lnTo>
                  <a:lnTo>
                    <a:pt x="4440" y="20933"/>
                  </a:lnTo>
                  <a:lnTo>
                    <a:pt x="5108" y="20933"/>
                  </a:lnTo>
                  <a:lnTo>
                    <a:pt x="5776" y="20933"/>
                  </a:lnTo>
                  <a:lnTo>
                    <a:pt x="6444" y="20933"/>
                  </a:lnTo>
                  <a:lnTo>
                    <a:pt x="7112" y="20933"/>
                  </a:lnTo>
                  <a:lnTo>
                    <a:pt x="7780" y="20933"/>
                  </a:lnTo>
                  <a:lnTo>
                    <a:pt x="8448" y="20933"/>
                  </a:lnTo>
                  <a:lnTo>
                    <a:pt x="9116" y="20933"/>
                  </a:lnTo>
                  <a:lnTo>
                    <a:pt x="9784" y="20933"/>
                  </a:lnTo>
                  <a:lnTo>
                    <a:pt x="10452" y="20933"/>
                  </a:lnTo>
                  <a:lnTo>
                    <a:pt x="10462" y="213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6742018" y="3389697"/>
              <a:ext cx="409666" cy="634701"/>
            </a:xfrm>
            <a:custGeom>
              <a:avLst/>
              <a:pathLst>
                <a:path w="409666" h="634701">
                  <a:moveTo>
                    <a:pt x="0" y="634701"/>
                  </a:moveTo>
                  <a:lnTo>
                    <a:pt x="548" y="582994"/>
                  </a:lnTo>
                  <a:lnTo>
                    <a:pt x="1216" y="571481"/>
                  </a:lnTo>
                  <a:lnTo>
                    <a:pt x="1884" y="571481"/>
                  </a:lnTo>
                  <a:lnTo>
                    <a:pt x="2552" y="571481"/>
                  </a:lnTo>
                  <a:lnTo>
                    <a:pt x="3220" y="571481"/>
                  </a:lnTo>
                  <a:lnTo>
                    <a:pt x="3888" y="571481"/>
                  </a:lnTo>
                  <a:lnTo>
                    <a:pt x="4556" y="571481"/>
                  </a:lnTo>
                  <a:lnTo>
                    <a:pt x="5224" y="557874"/>
                  </a:lnTo>
                  <a:lnTo>
                    <a:pt x="5893" y="506587"/>
                  </a:lnTo>
                  <a:lnTo>
                    <a:pt x="6561" y="487747"/>
                  </a:lnTo>
                  <a:lnTo>
                    <a:pt x="7229" y="487747"/>
                  </a:lnTo>
                  <a:lnTo>
                    <a:pt x="7897" y="486700"/>
                  </a:lnTo>
                  <a:lnTo>
                    <a:pt x="8565" y="466814"/>
                  </a:lnTo>
                  <a:lnTo>
                    <a:pt x="9233" y="477280"/>
                  </a:lnTo>
                  <a:lnTo>
                    <a:pt x="9901" y="487747"/>
                  </a:lnTo>
                  <a:lnTo>
                    <a:pt x="10569" y="573677"/>
                  </a:lnTo>
                  <a:lnTo>
                    <a:pt x="11237" y="581561"/>
                  </a:lnTo>
                  <a:lnTo>
                    <a:pt x="11905" y="549052"/>
                  </a:lnTo>
                  <a:lnTo>
                    <a:pt x="12573" y="540291"/>
                  </a:lnTo>
                  <a:lnTo>
                    <a:pt x="13241" y="531141"/>
                  </a:lnTo>
                  <a:lnTo>
                    <a:pt x="13909" y="531141"/>
                  </a:lnTo>
                  <a:lnTo>
                    <a:pt x="14577" y="531141"/>
                  </a:lnTo>
                  <a:lnTo>
                    <a:pt x="15245" y="541053"/>
                  </a:lnTo>
                  <a:lnTo>
                    <a:pt x="15913" y="578414"/>
                  </a:lnTo>
                  <a:lnTo>
                    <a:pt x="16581" y="592139"/>
                  </a:lnTo>
                  <a:lnTo>
                    <a:pt x="17249" y="579177"/>
                  </a:lnTo>
                  <a:lnTo>
                    <a:pt x="17917" y="563165"/>
                  </a:lnTo>
                  <a:lnTo>
                    <a:pt x="18585" y="576889"/>
                  </a:lnTo>
                  <a:lnTo>
                    <a:pt x="19253" y="576889"/>
                  </a:lnTo>
                  <a:lnTo>
                    <a:pt x="19921" y="576889"/>
                  </a:lnTo>
                  <a:lnTo>
                    <a:pt x="20589" y="571349"/>
                  </a:lnTo>
                  <a:lnTo>
                    <a:pt x="21257" y="576848"/>
                  </a:lnTo>
                  <a:lnTo>
                    <a:pt x="21925" y="609310"/>
                  </a:lnTo>
                  <a:lnTo>
                    <a:pt x="22593" y="568341"/>
                  </a:lnTo>
                  <a:lnTo>
                    <a:pt x="23261" y="571481"/>
                  </a:lnTo>
                  <a:lnTo>
                    <a:pt x="23929" y="557874"/>
                  </a:lnTo>
                  <a:lnTo>
                    <a:pt x="24597" y="550547"/>
                  </a:lnTo>
                  <a:lnTo>
                    <a:pt x="25265" y="543221"/>
                  </a:lnTo>
                  <a:lnTo>
                    <a:pt x="25933" y="506587"/>
                  </a:lnTo>
                  <a:lnTo>
                    <a:pt x="26601" y="473094"/>
                  </a:lnTo>
                  <a:lnTo>
                    <a:pt x="27269" y="466814"/>
                  </a:lnTo>
                  <a:lnTo>
                    <a:pt x="27937" y="472047"/>
                  </a:lnTo>
                  <a:lnTo>
                    <a:pt x="28605" y="451114"/>
                  </a:lnTo>
                  <a:lnTo>
                    <a:pt x="29273" y="430180"/>
                  </a:lnTo>
                  <a:lnTo>
                    <a:pt x="29941" y="424947"/>
                  </a:lnTo>
                  <a:lnTo>
                    <a:pt x="30610" y="417620"/>
                  </a:lnTo>
                  <a:lnTo>
                    <a:pt x="31278" y="363194"/>
                  </a:lnTo>
                  <a:lnTo>
                    <a:pt x="31946" y="362147"/>
                  </a:lnTo>
                  <a:lnTo>
                    <a:pt x="32614" y="363194"/>
                  </a:lnTo>
                  <a:lnTo>
                    <a:pt x="33282" y="362147"/>
                  </a:lnTo>
                  <a:lnTo>
                    <a:pt x="33950" y="361100"/>
                  </a:lnTo>
                  <a:lnTo>
                    <a:pt x="34618" y="362147"/>
                  </a:lnTo>
                  <a:lnTo>
                    <a:pt x="35286" y="352727"/>
                  </a:lnTo>
                  <a:lnTo>
                    <a:pt x="35954" y="352727"/>
                  </a:lnTo>
                  <a:lnTo>
                    <a:pt x="36622" y="355867"/>
                  </a:lnTo>
                  <a:lnTo>
                    <a:pt x="37290" y="335980"/>
                  </a:lnTo>
                  <a:lnTo>
                    <a:pt x="37958" y="307720"/>
                  </a:lnTo>
                  <a:lnTo>
                    <a:pt x="38626" y="275273"/>
                  </a:lnTo>
                  <a:lnTo>
                    <a:pt x="39294" y="254340"/>
                  </a:lnTo>
                  <a:lnTo>
                    <a:pt x="39962" y="236547"/>
                  </a:lnTo>
                  <a:lnTo>
                    <a:pt x="40630" y="243873"/>
                  </a:lnTo>
                  <a:lnTo>
                    <a:pt x="41298" y="285740"/>
                  </a:lnTo>
                  <a:lnTo>
                    <a:pt x="41966" y="277367"/>
                  </a:lnTo>
                  <a:lnTo>
                    <a:pt x="42634" y="262713"/>
                  </a:lnTo>
                  <a:lnTo>
                    <a:pt x="43302" y="225033"/>
                  </a:lnTo>
                  <a:lnTo>
                    <a:pt x="43970" y="230267"/>
                  </a:lnTo>
                  <a:lnTo>
                    <a:pt x="44638" y="212473"/>
                  </a:lnTo>
                  <a:lnTo>
                    <a:pt x="45306" y="190493"/>
                  </a:lnTo>
                  <a:lnTo>
                    <a:pt x="45974" y="227127"/>
                  </a:lnTo>
                  <a:lnTo>
                    <a:pt x="46642" y="256433"/>
                  </a:lnTo>
                  <a:lnTo>
                    <a:pt x="47310" y="259573"/>
                  </a:lnTo>
                  <a:lnTo>
                    <a:pt x="47978" y="305627"/>
                  </a:lnTo>
                  <a:lnTo>
                    <a:pt x="48646" y="360054"/>
                  </a:lnTo>
                  <a:lnTo>
                    <a:pt x="49314" y="382034"/>
                  </a:lnTo>
                  <a:lnTo>
                    <a:pt x="49982" y="383080"/>
                  </a:lnTo>
                  <a:lnTo>
                    <a:pt x="50650" y="383080"/>
                  </a:lnTo>
                  <a:lnTo>
                    <a:pt x="51318" y="395640"/>
                  </a:lnTo>
                  <a:lnTo>
                    <a:pt x="51986" y="368427"/>
                  </a:lnTo>
                  <a:lnTo>
                    <a:pt x="52654" y="367380"/>
                  </a:lnTo>
                  <a:lnTo>
                    <a:pt x="53322" y="408200"/>
                  </a:lnTo>
                  <a:lnTo>
                    <a:pt x="53990" y="404014"/>
                  </a:lnTo>
                  <a:lnTo>
                    <a:pt x="54658" y="428087"/>
                  </a:lnTo>
                  <a:lnTo>
                    <a:pt x="55327" y="466814"/>
                  </a:lnTo>
                  <a:lnTo>
                    <a:pt x="55995" y="466814"/>
                  </a:lnTo>
                  <a:lnTo>
                    <a:pt x="56663" y="452160"/>
                  </a:lnTo>
                  <a:lnTo>
                    <a:pt x="57331" y="487747"/>
                  </a:lnTo>
                  <a:lnTo>
                    <a:pt x="57999" y="487747"/>
                  </a:lnTo>
                  <a:lnTo>
                    <a:pt x="58667" y="487747"/>
                  </a:lnTo>
                  <a:lnTo>
                    <a:pt x="59335" y="507634"/>
                  </a:lnTo>
                  <a:lnTo>
                    <a:pt x="60003" y="529614"/>
                  </a:lnTo>
                  <a:lnTo>
                    <a:pt x="60671" y="529614"/>
                  </a:lnTo>
                  <a:lnTo>
                    <a:pt x="61339" y="529614"/>
                  </a:lnTo>
                  <a:lnTo>
                    <a:pt x="62007" y="566247"/>
                  </a:lnTo>
                  <a:lnTo>
                    <a:pt x="62675" y="592414"/>
                  </a:lnTo>
                  <a:lnTo>
                    <a:pt x="63343" y="599741"/>
                  </a:lnTo>
                  <a:lnTo>
                    <a:pt x="64011" y="586134"/>
                  </a:lnTo>
                  <a:lnTo>
                    <a:pt x="64679" y="571481"/>
                  </a:lnTo>
                  <a:lnTo>
                    <a:pt x="65347" y="571481"/>
                  </a:lnTo>
                  <a:lnTo>
                    <a:pt x="66015" y="571481"/>
                  </a:lnTo>
                  <a:lnTo>
                    <a:pt x="66683" y="587181"/>
                  </a:lnTo>
                  <a:lnTo>
                    <a:pt x="67351" y="592414"/>
                  </a:lnTo>
                  <a:lnTo>
                    <a:pt x="68019" y="568341"/>
                  </a:lnTo>
                  <a:lnTo>
                    <a:pt x="68687" y="529614"/>
                  </a:lnTo>
                  <a:lnTo>
                    <a:pt x="69355" y="529614"/>
                  </a:lnTo>
                  <a:lnTo>
                    <a:pt x="70023" y="525427"/>
                  </a:lnTo>
                  <a:lnTo>
                    <a:pt x="70691" y="495074"/>
                  </a:lnTo>
                  <a:lnTo>
                    <a:pt x="71359" y="487747"/>
                  </a:lnTo>
                  <a:lnTo>
                    <a:pt x="72027" y="480421"/>
                  </a:lnTo>
                  <a:lnTo>
                    <a:pt x="72695" y="466814"/>
                  </a:lnTo>
                  <a:lnTo>
                    <a:pt x="73363" y="466814"/>
                  </a:lnTo>
                  <a:lnTo>
                    <a:pt x="74031" y="494027"/>
                  </a:lnTo>
                  <a:lnTo>
                    <a:pt x="74699" y="487747"/>
                  </a:lnTo>
                  <a:lnTo>
                    <a:pt x="75367" y="487747"/>
                  </a:lnTo>
                  <a:lnTo>
                    <a:pt x="76035" y="486700"/>
                  </a:lnTo>
                  <a:lnTo>
                    <a:pt x="76703" y="430180"/>
                  </a:lnTo>
                  <a:lnTo>
                    <a:pt x="77371" y="424947"/>
                  </a:lnTo>
                  <a:lnTo>
                    <a:pt x="78039" y="436460"/>
                  </a:lnTo>
                  <a:lnTo>
                    <a:pt x="78707" y="447974"/>
                  </a:lnTo>
                  <a:lnTo>
                    <a:pt x="79376" y="445880"/>
                  </a:lnTo>
                  <a:lnTo>
                    <a:pt x="80044" y="441694"/>
                  </a:lnTo>
                  <a:lnTo>
                    <a:pt x="80712" y="455300"/>
                  </a:lnTo>
                  <a:lnTo>
                    <a:pt x="81380" y="409247"/>
                  </a:lnTo>
                  <a:lnTo>
                    <a:pt x="82048" y="371567"/>
                  </a:lnTo>
                  <a:lnTo>
                    <a:pt x="82716" y="380987"/>
                  </a:lnTo>
                  <a:lnTo>
                    <a:pt x="83384" y="346447"/>
                  </a:lnTo>
                  <a:lnTo>
                    <a:pt x="84052" y="248060"/>
                  </a:lnTo>
                  <a:lnTo>
                    <a:pt x="84720" y="226080"/>
                  </a:lnTo>
                  <a:lnTo>
                    <a:pt x="85388" y="210380"/>
                  </a:lnTo>
                  <a:lnTo>
                    <a:pt x="86056" y="178980"/>
                  </a:lnTo>
                  <a:lnTo>
                    <a:pt x="86724" y="204100"/>
                  </a:lnTo>
                  <a:lnTo>
                    <a:pt x="87392" y="183167"/>
                  </a:lnTo>
                  <a:lnTo>
                    <a:pt x="88060" y="164327"/>
                  </a:lnTo>
                  <a:lnTo>
                    <a:pt x="88728" y="132927"/>
                  </a:lnTo>
                  <a:lnTo>
                    <a:pt x="89396" y="56520"/>
                  </a:lnTo>
                  <a:lnTo>
                    <a:pt x="90064" y="33493"/>
                  </a:lnTo>
                  <a:lnTo>
                    <a:pt x="90732" y="15699"/>
                  </a:lnTo>
                  <a:lnTo>
                    <a:pt x="91400" y="50240"/>
                  </a:lnTo>
                  <a:lnTo>
                    <a:pt x="92068" y="25120"/>
                  </a:lnTo>
                  <a:lnTo>
                    <a:pt x="92736" y="8373"/>
                  </a:lnTo>
                  <a:lnTo>
                    <a:pt x="93404" y="0"/>
                  </a:lnTo>
                  <a:lnTo>
                    <a:pt x="94072" y="73266"/>
                  </a:lnTo>
                  <a:lnTo>
                    <a:pt x="94740" y="225964"/>
                  </a:lnTo>
                  <a:lnTo>
                    <a:pt x="95408" y="191927"/>
                  </a:lnTo>
                  <a:lnTo>
                    <a:pt x="96076" y="195626"/>
                  </a:lnTo>
                  <a:lnTo>
                    <a:pt x="96744" y="212431"/>
                  </a:lnTo>
                  <a:lnTo>
                    <a:pt x="97412" y="205569"/>
                  </a:lnTo>
                  <a:lnTo>
                    <a:pt x="98080" y="226918"/>
                  </a:lnTo>
                  <a:lnTo>
                    <a:pt x="98748" y="269616"/>
                  </a:lnTo>
                  <a:lnTo>
                    <a:pt x="99416" y="326801"/>
                  </a:lnTo>
                  <a:lnTo>
                    <a:pt x="100084" y="349675"/>
                  </a:lnTo>
                  <a:lnTo>
                    <a:pt x="100752" y="341288"/>
                  </a:lnTo>
                  <a:lnTo>
                    <a:pt x="101420" y="341288"/>
                  </a:lnTo>
                  <a:lnTo>
                    <a:pt x="102088" y="378648"/>
                  </a:lnTo>
                  <a:lnTo>
                    <a:pt x="102756" y="386273"/>
                  </a:lnTo>
                  <a:lnTo>
                    <a:pt x="103424" y="409910"/>
                  </a:lnTo>
                  <a:lnTo>
                    <a:pt x="104093" y="428209"/>
                  </a:lnTo>
                  <a:lnTo>
                    <a:pt x="104761" y="457821"/>
                  </a:lnTo>
                  <a:lnTo>
                    <a:pt x="105429" y="510076"/>
                  </a:lnTo>
                  <a:lnTo>
                    <a:pt x="106097" y="525479"/>
                  </a:lnTo>
                  <a:lnTo>
                    <a:pt x="106765" y="471000"/>
                  </a:lnTo>
                  <a:lnTo>
                    <a:pt x="107433" y="503447"/>
                  </a:lnTo>
                  <a:lnTo>
                    <a:pt x="108101" y="487747"/>
                  </a:lnTo>
                  <a:lnTo>
                    <a:pt x="108769" y="487747"/>
                  </a:lnTo>
                  <a:lnTo>
                    <a:pt x="109437" y="477280"/>
                  </a:lnTo>
                  <a:lnTo>
                    <a:pt x="110105" y="466814"/>
                  </a:lnTo>
                  <a:lnTo>
                    <a:pt x="110773" y="512867"/>
                  </a:lnTo>
                  <a:lnTo>
                    <a:pt x="111441" y="504494"/>
                  </a:lnTo>
                  <a:lnTo>
                    <a:pt x="112109" y="481467"/>
                  </a:lnTo>
                  <a:lnTo>
                    <a:pt x="112777" y="475187"/>
                  </a:lnTo>
                  <a:lnTo>
                    <a:pt x="113445" y="446927"/>
                  </a:lnTo>
                  <a:lnTo>
                    <a:pt x="114113" y="445880"/>
                  </a:lnTo>
                  <a:lnTo>
                    <a:pt x="114781" y="445880"/>
                  </a:lnTo>
                  <a:lnTo>
                    <a:pt x="115449" y="436460"/>
                  </a:lnTo>
                  <a:lnTo>
                    <a:pt x="116117" y="404014"/>
                  </a:lnTo>
                  <a:lnTo>
                    <a:pt x="116785" y="402967"/>
                  </a:lnTo>
                  <a:lnTo>
                    <a:pt x="117453" y="372614"/>
                  </a:lnTo>
                  <a:lnTo>
                    <a:pt x="118121" y="383080"/>
                  </a:lnTo>
                  <a:lnTo>
                    <a:pt x="118789" y="383080"/>
                  </a:lnTo>
                  <a:lnTo>
                    <a:pt x="119457" y="388314"/>
                  </a:lnTo>
                  <a:lnTo>
                    <a:pt x="120125" y="362147"/>
                  </a:lnTo>
                  <a:lnTo>
                    <a:pt x="120793" y="341214"/>
                  </a:lnTo>
                  <a:lnTo>
                    <a:pt x="121461" y="348540"/>
                  </a:lnTo>
                  <a:lnTo>
                    <a:pt x="122129" y="373660"/>
                  </a:lnTo>
                  <a:lnTo>
                    <a:pt x="122797" y="351680"/>
                  </a:lnTo>
                  <a:lnTo>
                    <a:pt x="123465" y="363194"/>
                  </a:lnTo>
                  <a:lnTo>
                    <a:pt x="124133" y="331793"/>
                  </a:lnTo>
                  <a:lnTo>
                    <a:pt x="124801" y="280507"/>
                  </a:lnTo>
                  <a:lnTo>
                    <a:pt x="125469" y="273180"/>
                  </a:lnTo>
                  <a:lnTo>
                    <a:pt x="126137" y="320280"/>
                  </a:lnTo>
                  <a:lnTo>
                    <a:pt x="126805" y="292020"/>
                  </a:lnTo>
                  <a:lnTo>
                    <a:pt x="127473" y="280507"/>
                  </a:lnTo>
                  <a:lnTo>
                    <a:pt x="128141" y="254340"/>
                  </a:lnTo>
                  <a:lnTo>
                    <a:pt x="128810" y="236547"/>
                  </a:lnTo>
                  <a:lnTo>
                    <a:pt x="129478" y="185260"/>
                  </a:lnTo>
                  <a:lnTo>
                    <a:pt x="130146" y="145487"/>
                  </a:lnTo>
                  <a:lnTo>
                    <a:pt x="130814" y="96293"/>
                  </a:lnTo>
                  <a:lnTo>
                    <a:pt x="131482" y="91060"/>
                  </a:lnTo>
                  <a:lnTo>
                    <a:pt x="132150" y="233513"/>
                  </a:lnTo>
                  <a:lnTo>
                    <a:pt x="132818" y="246130"/>
                  </a:lnTo>
                  <a:lnTo>
                    <a:pt x="133486" y="246130"/>
                  </a:lnTo>
                  <a:lnTo>
                    <a:pt x="134154" y="239326"/>
                  </a:lnTo>
                  <a:lnTo>
                    <a:pt x="134822" y="337408"/>
                  </a:lnTo>
                  <a:lnTo>
                    <a:pt x="135490" y="344611"/>
                  </a:lnTo>
                  <a:lnTo>
                    <a:pt x="136158" y="251386"/>
                  </a:lnTo>
                  <a:lnTo>
                    <a:pt x="136826" y="227721"/>
                  </a:lnTo>
                  <a:lnTo>
                    <a:pt x="137494" y="220440"/>
                  </a:lnTo>
                  <a:lnTo>
                    <a:pt x="138162" y="227721"/>
                  </a:lnTo>
                  <a:lnTo>
                    <a:pt x="138830" y="238037"/>
                  </a:lnTo>
                  <a:lnTo>
                    <a:pt x="139498" y="270804"/>
                  </a:lnTo>
                  <a:lnTo>
                    <a:pt x="140166" y="315100"/>
                  </a:lnTo>
                  <a:lnTo>
                    <a:pt x="140834" y="340585"/>
                  </a:lnTo>
                  <a:lnTo>
                    <a:pt x="141502" y="299930"/>
                  </a:lnTo>
                  <a:lnTo>
                    <a:pt x="142170" y="308605"/>
                  </a:lnTo>
                  <a:lnTo>
                    <a:pt x="142838" y="320007"/>
                  </a:lnTo>
                  <a:lnTo>
                    <a:pt x="143506" y="327208"/>
                  </a:lnTo>
                  <a:lnTo>
                    <a:pt x="144174" y="221580"/>
                  </a:lnTo>
                  <a:lnTo>
                    <a:pt x="144842" y="220207"/>
                  </a:lnTo>
                  <a:lnTo>
                    <a:pt x="145510" y="218125"/>
                  </a:lnTo>
                  <a:lnTo>
                    <a:pt x="146178" y="213520"/>
                  </a:lnTo>
                  <a:lnTo>
                    <a:pt x="146846" y="240733"/>
                  </a:lnTo>
                  <a:lnTo>
                    <a:pt x="147514" y="271087"/>
                  </a:lnTo>
                  <a:lnTo>
                    <a:pt x="148182" y="252247"/>
                  </a:lnTo>
                  <a:lnTo>
                    <a:pt x="148850" y="216660"/>
                  </a:lnTo>
                  <a:lnTo>
                    <a:pt x="149518" y="174793"/>
                  </a:lnTo>
                  <a:lnTo>
                    <a:pt x="150186" y="114086"/>
                  </a:lnTo>
                  <a:lnTo>
                    <a:pt x="150854" y="50240"/>
                  </a:lnTo>
                  <a:lnTo>
                    <a:pt x="151522" y="77453"/>
                  </a:lnTo>
                  <a:lnTo>
                    <a:pt x="152190" y="81640"/>
                  </a:lnTo>
                  <a:lnTo>
                    <a:pt x="152858" y="76406"/>
                  </a:lnTo>
                  <a:lnTo>
                    <a:pt x="153527" y="58613"/>
                  </a:lnTo>
                  <a:lnTo>
                    <a:pt x="154195" y="52333"/>
                  </a:lnTo>
                  <a:lnTo>
                    <a:pt x="154863" y="24073"/>
                  </a:lnTo>
                  <a:lnTo>
                    <a:pt x="155531" y="135368"/>
                  </a:lnTo>
                  <a:lnTo>
                    <a:pt x="156199" y="217389"/>
                  </a:lnTo>
                  <a:lnTo>
                    <a:pt x="156867" y="197988"/>
                  </a:lnTo>
                  <a:lnTo>
                    <a:pt x="157535" y="271471"/>
                  </a:lnTo>
                  <a:lnTo>
                    <a:pt x="158203" y="311603"/>
                  </a:lnTo>
                  <a:lnTo>
                    <a:pt x="158871" y="313496"/>
                  </a:lnTo>
                  <a:lnTo>
                    <a:pt x="159539" y="314443"/>
                  </a:lnTo>
                  <a:lnTo>
                    <a:pt x="160207" y="309236"/>
                  </a:lnTo>
                  <a:lnTo>
                    <a:pt x="160875" y="338585"/>
                  </a:lnTo>
                  <a:lnTo>
                    <a:pt x="161543" y="342372"/>
                  </a:lnTo>
                  <a:lnTo>
                    <a:pt x="162211" y="314443"/>
                  </a:lnTo>
                  <a:lnTo>
                    <a:pt x="162879" y="305449"/>
                  </a:lnTo>
                  <a:lnTo>
                    <a:pt x="163547" y="308762"/>
                  </a:lnTo>
                  <a:lnTo>
                    <a:pt x="164215" y="311603"/>
                  </a:lnTo>
                  <a:lnTo>
                    <a:pt x="164883" y="302609"/>
                  </a:lnTo>
                  <a:lnTo>
                    <a:pt x="165551" y="298576"/>
                  </a:lnTo>
                  <a:lnTo>
                    <a:pt x="166219" y="354247"/>
                  </a:lnTo>
                  <a:lnTo>
                    <a:pt x="166887" y="301403"/>
                  </a:lnTo>
                  <a:lnTo>
                    <a:pt x="167555" y="288805"/>
                  </a:lnTo>
                  <a:lnTo>
                    <a:pt x="168223" y="167575"/>
                  </a:lnTo>
                  <a:lnTo>
                    <a:pt x="168891" y="160505"/>
                  </a:lnTo>
                  <a:lnTo>
                    <a:pt x="169559" y="153721"/>
                  </a:lnTo>
                  <a:lnTo>
                    <a:pt x="170227" y="198707"/>
                  </a:lnTo>
                  <a:lnTo>
                    <a:pt x="170895" y="306875"/>
                  </a:lnTo>
                  <a:lnTo>
                    <a:pt x="171563" y="357813"/>
                  </a:lnTo>
                  <a:lnTo>
                    <a:pt x="172231" y="389129"/>
                  </a:lnTo>
                  <a:lnTo>
                    <a:pt x="172899" y="390949"/>
                  </a:lnTo>
                  <a:lnTo>
                    <a:pt x="173567" y="405512"/>
                  </a:lnTo>
                  <a:lnTo>
                    <a:pt x="174235" y="430391"/>
                  </a:lnTo>
                  <a:lnTo>
                    <a:pt x="174903" y="475901"/>
                  </a:lnTo>
                  <a:lnTo>
                    <a:pt x="175571" y="492891"/>
                  </a:lnTo>
                  <a:lnTo>
                    <a:pt x="176239" y="502600"/>
                  </a:lnTo>
                  <a:lnTo>
                    <a:pt x="176907" y="523837"/>
                  </a:lnTo>
                  <a:lnTo>
                    <a:pt x="177576" y="543844"/>
                  </a:lnTo>
                  <a:lnTo>
                    <a:pt x="178244" y="571449"/>
                  </a:lnTo>
                  <a:lnTo>
                    <a:pt x="178912" y="577931"/>
                  </a:lnTo>
                  <a:lnTo>
                    <a:pt x="179580" y="588326"/>
                  </a:lnTo>
                  <a:lnTo>
                    <a:pt x="180248" y="595951"/>
                  </a:lnTo>
                  <a:lnTo>
                    <a:pt x="180916" y="602771"/>
                  </a:lnTo>
                  <a:lnTo>
                    <a:pt x="181584" y="598666"/>
                  </a:lnTo>
                  <a:lnTo>
                    <a:pt x="182252" y="559967"/>
                  </a:lnTo>
                  <a:lnTo>
                    <a:pt x="182920" y="575667"/>
                  </a:lnTo>
                  <a:lnTo>
                    <a:pt x="183588" y="569387"/>
                  </a:lnTo>
                  <a:lnTo>
                    <a:pt x="184256" y="529614"/>
                  </a:lnTo>
                  <a:lnTo>
                    <a:pt x="184924" y="529614"/>
                  </a:lnTo>
                  <a:lnTo>
                    <a:pt x="185592" y="526474"/>
                  </a:lnTo>
                  <a:lnTo>
                    <a:pt x="186260" y="508681"/>
                  </a:lnTo>
                  <a:lnTo>
                    <a:pt x="186928" y="508681"/>
                  </a:lnTo>
                  <a:lnTo>
                    <a:pt x="187596" y="497167"/>
                  </a:lnTo>
                  <a:lnTo>
                    <a:pt x="188264" y="468907"/>
                  </a:lnTo>
                  <a:lnTo>
                    <a:pt x="188932" y="484607"/>
                  </a:lnTo>
                  <a:lnTo>
                    <a:pt x="189600" y="461580"/>
                  </a:lnTo>
                  <a:lnTo>
                    <a:pt x="190268" y="445880"/>
                  </a:lnTo>
                  <a:lnTo>
                    <a:pt x="190936" y="415527"/>
                  </a:lnTo>
                  <a:lnTo>
                    <a:pt x="191604" y="393547"/>
                  </a:lnTo>
                  <a:lnTo>
                    <a:pt x="192272" y="374707"/>
                  </a:lnTo>
                  <a:lnTo>
                    <a:pt x="192940" y="399827"/>
                  </a:lnTo>
                  <a:lnTo>
                    <a:pt x="193608" y="406107"/>
                  </a:lnTo>
                  <a:lnTo>
                    <a:pt x="194276" y="438554"/>
                  </a:lnTo>
                  <a:lnTo>
                    <a:pt x="194944" y="404014"/>
                  </a:lnTo>
                  <a:lnTo>
                    <a:pt x="195612" y="391454"/>
                  </a:lnTo>
                  <a:lnTo>
                    <a:pt x="196280" y="348540"/>
                  </a:lnTo>
                  <a:lnTo>
                    <a:pt x="196948" y="315047"/>
                  </a:lnTo>
                  <a:lnTo>
                    <a:pt x="197616" y="310860"/>
                  </a:lnTo>
                  <a:lnTo>
                    <a:pt x="198284" y="339120"/>
                  </a:lnTo>
                  <a:lnTo>
                    <a:pt x="198952" y="330747"/>
                  </a:lnTo>
                  <a:lnTo>
                    <a:pt x="199620" y="441481"/>
                  </a:lnTo>
                  <a:lnTo>
                    <a:pt x="200288" y="461372"/>
                  </a:lnTo>
                  <a:lnTo>
                    <a:pt x="200956" y="484631"/>
                  </a:lnTo>
                  <a:lnTo>
                    <a:pt x="201624" y="478531"/>
                  </a:lnTo>
                  <a:lnTo>
                    <a:pt x="202293" y="481581"/>
                  </a:lnTo>
                  <a:lnTo>
                    <a:pt x="202961" y="456420"/>
                  </a:lnTo>
                  <a:lnTo>
                    <a:pt x="203629" y="412959"/>
                  </a:lnTo>
                  <a:lnTo>
                    <a:pt x="204297" y="402285"/>
                  </a:lnTo>
                  <a:lnTo>
                    <a:pt x="204965" y="409147"/>
                  </a:lnTo>
                  <a:lnTo>
                    <a:pt x="205633" y="420584"/>
                  </a:lnTo>
                  <a:lnTo>
                    <a:pt x="206301" y="460232"/>
                  </a:lnTo>
                  <a:lnTo>
                    <a:pt x="206969" y="449558"/>
                  </a:lnTo>
                  <a:lnTo>
                    <a:pt x="207637" y="451083"/>
                  </a:lnTo>
                  <a:lnTo>
                    <a:pt x="208305" y="424396"/>
                  </a:lnTo>
                  <a:lnTo>
                    <a:pt x="208973" y="376361"/>
                  </a:lnTo>
                  <a:lnTo>
                    <a:pt x="209641" y="265392"/>
                  </a:lnTo>
                  <a:lnTo>
                    <a:pt x="210309" y="226155"/>
                  </a:lnTo>
                  <a:lnTo>
                    <a:pt x="210977" y="219293"/>
                  </a:lnTo>
                  <a:lnTo>
                    <a:pt x="211645" y="209381"/>
                  </a:lnTo>
                  <a:lnTo>
                    <a:pt x="212313" y="178120"/>
                  </a:lnTo>
                  <a:lnTo>
                    <a:pt x="212981" y="191082"/>
                  </a:lnTo>
                  <a:lnTo>
                    <a:pt x="213649" y="210906"/>
                  </a:lnTo>
                  <a:lnTo>
                    <a:pt x="214317" y="196419"/>
                  </a:lnTo>
                  <a:lnTo>
                    <a:pt x="214985" y="165158"/>
                  </a:lnTo>
                  <a:lnTo>
                    <a:pt x="215653" y="101111"/>
                  </a:lnTo>
                  <a:lnTo>
                    <a:pt x="216321" y="196583"/>
                  </a:lnTo>
                  <a:lnTo>
                    <a:pt x="216989" y="219189"/>
                  </a:lnTo>
                  <a:lnTo>
                    <a:pt x="217657" y="222790"/>
                  </a:lnTo>
                  <a:lnTo>
                    <a:pt x="218325" y="243794"/>
                  </a:lnTo>
                  <a:lnTo>
                    <a:pt x="218993" y="267163"/>
                  </a:lnTo>
                  <a:lnTo>
                    <a:pt x="219661" y="337551"/>
                  </a:lnTo>
                  <a:lnTo>
                    <a:pt x="220329" y="355148"/>
                  </a:lnTo>
                  <a:lnTo>
                    <a:pt x="220997" y="354541"/>
                  </a:lnTo>
                  <a:lnTo>
                    <a:pt x="221665" y="354541"/>
                  </a:lnTo>
                  <a:lnTo>
                    <a:pt x="222333" y="386702"/>
                  </a:lnTo>
                  <a:lnTo>
                    <a:pt x="223001" y="386095"/>
                  </a:lnTo>
                  <a:lnTo>
                    <a:pt x="223669" y="404905"/>
                  </a:lnTo>
                  <a:lnTo>
                    <a:pt x="224337" y="429177"/>
                  </a:lnTo>
                  <a:lnTo>
                    <a:pt x="225005" y="468619"/>
                  </a:lnTo>
                  <a:lnTo>
                    <a:pt x="225673" y="519590"/>
                  </a:lnTo>
                  <a:lnTo>
                    <a:pt x="226341" y="549845"/>
                  </a:lnTo>
                  <a:lnTo>
                    <a:pt x="227010" y="575650"/>
                  </a:lnTo>
                  <a:lnTo>
                    <a:pt x="227678" y="579851"/>
                  </a:lnTo>
                  <a:lnTo>
                    <a:pt x="228346" y="572946"/>
                  </a:lnTo>
                  <a:lnTo>
                    <a:pt x="229014" y="550203"/>
                  </a:lnTo>
                  <a:lnTo>
                    <a:pt x="229682" y="567421"/>
                  </a:lnTo>
                  <a:lnTo>
                    <a:pt x="230350" y="464720"/>
                  </a:lnTo>
                  <a:lnTo>
                    <a:pt x="231018" y="437507"/>
                  </a:lnTo>
                  <a:lnTo>
                    <a:pt x="231686" y="503791"/>
                  </a:lnTo>
                  <a:lnTo>
                    <a:pt x="232354" y="445745"/>
                  </a:lnTo>
                  <a:lnTo>
                    <a:pt x="233022" y="458030"/>
                  </a:lnTo>
                  <a:lnTo>
                    <a:pt x="233690" y="412209"/>
                  </a:lnTo>
                  <a:lnTo>
                    <a:pt x="234358" y="427469"/>
                  </a:lnTo>
                  <a:lnTo>
                    <a:pt x="235026" y="378014"/>
                  </a:lnTo>
                  <a:lnTo>
                    <a:pt x="235694" y="289891"/>
                  </a:lnTo>
                  <a:lnTo>
                    <a:pt x="236362" y="306292"/>
                  </a:lnTo>
                  <a:lnTo>
                    <a:pt x="237030" y="270387"/>
                  </a:lnTo>
                  <a:lnTo>
                    <a:pt x="237698" y="244845"/>
                  </a:lnTo>
                  <a:lnTo>
                    <a:pt x="238366" y="269007"/>
                  </a:lnTo>
                  <a:lnTo>
                    <a:pt x="239034" y="260931"/>
                  </a:lnTo>
                  <a:lnTo>
                    <a:pt x="239702" y="254649"/>
                  </a:lnTo>
                  <a:lnTo>
                    <a:pt x="240370" y="266016"/>
                  </a:lnTo>
                  <a:lnTo>
                    <a:pt x="241038" y="274392"/>
                  </a:lnTo>
                  <a:lnTo>
                    <a:pt x="241706" y="274990"/>
                  </a:lnTo>
                  <a:lnTo>
                    <a:pt x="242374" y="303108"/>
                  </a:lnTo>
                  <a:lnTo>
                    <a:pt x="243042" y="330030"/>
                  </a:lnTo>
                  <a:lnTo>
                    <a:pt x="243710" y="348305"/>
                  </a:lnTo>
                  <a:lnTo>
                    <a:pt x="244378" y="344385"/>
                  </a:lnTo>
                  <a:lnTo>
                    <a:pt x="245046" y="389390"/>
                  </a:lnTo>
                  <a:lnTo>
                    <a:pt x="245714" y="471264"/>
                  </a:lnTo>
                  <a:lnTo>
                    <a:pt x="246382" y="495914"/>
                  </a:lnTo>
                  <a:lnTo>
                    <a:pt x="247050" y="518022"/>
                  </a:lnTo>
                  <a:lnTo>
                    <a:pt x="247718" y="555552"/>
                  </a:lnTo>
                  <a:lnTo>
                    <a:pt x="248386" y="520197"/>
                  </a:lnTo>
                  <a:lnTo>
                    <a:pt x="249054" y="534153"/>
                  </a:lnTo>
                  <a:lnTo>
                    <a:pt x="249722" y="548109"/>
                  </a:lnTo>
                  <a:lnTo>
                    <a:pt x="250390" y="585745"/>
                  </a:lnTo>
                  <a:lnTo>
                    <a:pt x="251058" y="594964"/>
                  </a:lnTo>
                  <a:lnTo>
                    <a:pt x="251727" y="616475"/>
                  </a:lnTo>
                  <a:lnTo>
                    <a:pt x="252395" y="567527"/>
                  </a:lnTo>
                  <a:lnTo>
                    <a:pt x="253063" y="526871"/>
                  </a:lnTo>
                  <a:lnTo>
                    <a:pt x="253731" y="503813"/>
                  </a:lnTo>
                  <a:lnTo>
                    <a:pt x="254399" y="492891"/>
                  </a:lnTo>
                  <a:lnTo>
                    <a:pt x="255067" y="488643"/>
                  </a:lnTo>
                  <a:lnTo>
                    <a:pt x="255735" y="474080"/>
                  </a:lnTo>
                  <a:lnTo>
                    <a:pt x="256403" y="509945"/>
                  </a:lnTo>
                  <a:lnTo>
                    <a:pt x="257071" y="513018"/>
                  </a:lnTo>
                  <a:lnTo>
                    <a:pt x="257739" y="508409"/>
                  </a:lnTo>
                  <a:lnTo>
                    <a:pt x="258407" y="517501"/>
                  </a:lnTo>
                  <a:lnTo>
                    <a:pt x="259075" y="478407"/>
                  </a:lnTo>
                  <a:lnTo>
                    <a:pt x="259743" y="465387"/>
                  </a:lnTo>
                  <a:lnTo>
                    <a:pt x="260411" y="448486"/>
                  </a:lnTo>
                  <a:lnTo>
                    <a:pt x="261079" y="420317"/>
                  </a:lnTo>
                  <a:lnTo>
                    <a:pt x="261747" y="407000"/>
                  </a:lnTo>
                  <a:lnTo>
                    <a:pt x="262415" y="358182"/>
                  </a:lnTo>
                  <a:lnTo>
                    <a:pt x="263083" y="401265"/>
                  </a:lnTo>
                  <a:lnTo>
                    <a:pt x="263751" y="407939"/>
                  </a:lnTo>
                  <a:lnTo>
                    <a:pt x="264419" y="384881"/>
                  </a:lnTo>
                  <a:lnTo>
                    <a:pt x="265087" y="387915"/>
                  </a:lnTo>
                  <a:lnTo>
                    <a:pt x="265755" y="383668"/>
                  </a:lnTo>
                  <a:lnTo>
                    <a:pt x="266423" y="375816"/>
                  </a:lnTo>
                  <a:lnTo>
                    <a:pt x="267091" y="365448"/>
                  </a:lnTo>
                  <a:lnTo>
                    <a:pt x="267759" y="281491"/>
                  </a:lnTo>
                  <a:lnTo>
                    <a:pt x="268427" y="277041"/>
                  </a:lnTo>
                  <a:lnTo>
                    <a:pt x="269095" y="195727"/>
                  </a:lnTo>
                  <a:lnTo>
                    <a:pt x="269763" y="229220"/>
                  </a:lnTo>
                  <a:lnTo>
                    <a:pt x="270431" y="265853"/>
                  </a:lnTo>
                  <a:lnTo>
                    <a:pt x="271099" y="306673"/>
                  </a:lnTo>
                  <a:lnTo>
                    <a:pt x="271767" y="315047"/>
                  </a:lnTo>
                  <a:lnTo>
                    <a:pt x="272435" y="299347"/>
                  </a:lnTo>
                  <a:lnTo>
                    <a:pt x="273103" y="315047"/>
                  </a:lnTo>
                  <a:lnTo>
                    <a:pt x="273771" y="343307"/>
                  </a:lnTo>
                  <a:lnTo>
                    <a:pt x="274439" y="401920"/>
                  </a:lnTo>
                  <a:lnTo>
                    <a:pt x="275107" y="364240"/>
                  </a:lnTo>
                  <a:lnTo>
                    <a:pt x="275776" y="359007"/>
                  </a:lnTo>
                  <a:lnTo>
                    <a:pt x="276444" y="352727"/>
                  </a:lnTo>
                  <a:lnTo>
                    <a:pt x="277112" y="348540"/>
                  </a:lnTo>
                  <a:lnTo>
                    <a:pt x="277780" y="419737"/>
                  </a:lnTo>
                  <a:lnTo>
                    <a:pt x="278448" y="422555"/>
                  </a:lnTo>
                  <a:lnTo>
                    <a:pt x="279116" y="436596"/>
                  </a:lnTo>
                  <a:lnTo>
                    <a:pt x="279784" y="428971"/>
                  </a:lnTo>
                  <a:lnTo>
                    <a:pt x="280452" y="439646"/>
                  </a:lnTo>
                  <a:lnTo>
                    <a:pt x="281120" y="451845"/>
                  </a:lnTo>
                  <a:lnTo>
                    <a:pt x="281788" y="477769"/>
                  </a:lnTo>
                  <a:lnTo>
                    <a:pt x="282456" y="500643"/>
                  </a:lnTo>
                  <a:lnTo>
                    <a:pt x="283124" y="500643"/>
                  </a:lnTo>
                  <a:lnTo>
                    <a:pt x="283792" y="499880"/>
                  </a:lnTo>
                  <a:lnTo>
                    <a:pt x="284460" y="474719"/>
                  </a:lnTo>
                  <a:lnTo>
                    <a:pt x="285128" y="493018"/>
                  </a:lnTo>
                  <a:lnTo>
                    <a:pt x="285796" y="511317"/>
                  </a:lnTo>
                  <a:lnTo>
                    <a:pt x="286464" y="537241"/>
                  </a:lnTo>
                  <a:lnTo>
                    <a:pt x="287132" y="568584"/>
                  </a:lnTo>
                  <a:lnTo>
                    <a:pt x="287800" y="556303"/>
                  </a:lnTo>
                  <a:lnTo>
                    <a:pt x="288468" y="561640"/>
                  </a:lnTo>
                  <a:lnTo>
                    <a:pt x="289136" y="547153"/>
                  </a:lnTo>
                  <a:lnTo>
                    <a:pt x="289804" y="536479"/>
                  </a:lnTo>
                  <a:lnTo>
                    <a:pt x="290472" y="515892"/>
                  </a:lnTo>
                  <a:lnTo>
                    <a:pt x="291140" y="490731"/>
                  </a:lnTo>
                  <a:lnTo>
                    <a:pt x="291808" y="462520"/>
                  </a:lnTo>
                  <a:lnTo>
                    <a:pt x="292476" y="401522"/>
                  </a:lnTo>
                  <a:lnTo>
                    <a:pt x="293144" y="378648"/>
                  </a:lnTo>
                  <a:lnTo>
                    <a:pt x="293812" y="365686"/>
                  </a:lnTo>
                  <a:lnTo>
                    <a:pt x="294480" y="380173"/>
                  </a:lnTo>
                  <a:lnTo>
                    <a:pt x="295148" y="447076"/>
                  </a:lnTo>
                  <a:lnTo>
                    <a:pt x="295816" y="449628"/>
                  </a:lnTo>
                  <a:lnTo>
                    <a:pt x="296484" y="404021"/>
                  </a:lnTo>
                  <a:lnTo>
                    <a:pt x="297152" y="402820"/>
                  </a:lnTo>
                  <a:lnTo>
                    <a:pt x="297820" y="399220"/>
                  </a:lnTo>
                  <a:lnTo>
                    <a:pt x="298488" y="373548"/>
                  </a:lnTo>
                  <a:lnTo>
                    <a:pt x="299156" y="289440"/>
                  </a:lnTo>
                  <a:lnTo>
                    <a:pt x="299824" y="297065"/>
                  </a:lnTo>
                  <a:lnTo>
                    <a:pt x="300493" y="315364"/>
                  </a:lnTo>
                  <a:lnTo>
                    <a:pt x="301161" y="322988"/>
                  </a:lnTo>
                  <a:lnTo>
                    <a:pt x="301829" y="310026"/>
                  </a:lnTo>
                  <a:lnTo>
                    <a:pt x="302497" y="345862"/>
                  </a:lnTo>
                  <a:lnTo>
                    <a:pt x="303165" y="363399"/>
                  </a:lnTo>
                  <a:lnTo>
                    <a:pt x="303833" y="377123"/>
                  </a:lnTo>
                  <a:lnTo>
                    <a:pt x="304501" y="387798"/>
                  </a:lnTo>
                  <a:lnTo>
                    <a:pt x="305169" y="399555"/>
                  </a:lnTo>
                  <a:lnTo>
                    <a:pt x="305837" y="408740"/>
                  </a:lnTo>
                  <a:lnTo>
                    <a:pt x="306505" y="453856"/>
                  </a:lnTo>
                  <a:lnTo>
                    <a:pt x="307173" y="380987"/>
                  </a:lnTo>
                  <a:lnTo>
                    <a:pt x="307841" y="384127"/>
                  </a:lnTo>
                  <a:lnTo>
                    <a:pt x="308509" y="385174"/>
                  </a:lnTo>
                  <a:lnTo>
                    <a:pt x="309177" y="382034"/>
                  </a:lnTo>
                  <a:lnTo>
                    <a:pt x="309845" y="404014"/>
                  </a:lnTo>
                  <a:lnTo>
                    <a:pt x="310513" y="396687"/>
                  </a:lnTo>
                  <a:lnTo>
                    <a:pt x="311181" y="409247"/>
                  </a:lnTo>
                  <a:lnTo>
                    <a:pt x="311849" y="434367"/>
                  </a:lnTo>
                  <a:lnTo>
                    <a:pt x="312517" y="444834"/>
                  </a:lnTo>
                  <a:lnTo>
                    <a:pt x="313185" y="436460"/>
                  </a:lnTo>
                  <a:lnTo>
                    <a:pt x="313853" y="420760"/>
                  </a:lnTo>
                  <a:lnTo>
                    <a:pt x="314521" y="404014"/>
                  </a:lnTo>
                  <a:lnTo>
                    <a:pt x="315189" y="399827"/>
                  </a:lnTo>
                  <a:lnTo>
                    <a:pt x="315857" y="378894"/>
                  </a:lnTo>
                  <a:lnTo>
                    <a:pt x="316525" y="383080"/>
                  </a:lnTo>
                  <a:lnTo>
                    <a:pt x="317193" y="376800"/>
                  </a:lnTo>
                  <a:lnTo>
                    <a:pt x="317861" y="324467"/>
                  </a:lnTo>
                  <a:lnTo>
                    <a:pt x="318529" y="315047"/>
                  </a:lnTo>
                  <a:lnTo>
                    <a:pt x="319197" y="303533"/>
                  </a:lnTo>
                  <a:lnTo>
                    <a:pt x="319865" y="287833"/>
                  </a:lnTo>
                  <a:lnTo>
                    <a:pt x="320533" y="263760"/>
                  </a:lnTo>
                  <a:lnTo>
                    <a:pt x="321201" y="237593"/>
                  </a:lnTo>
                  <a:lnTo>
                    <a:pt x="321869" y="245967"/>
                  </a:lnTo>
                  <a:lnTo>
                    <a:pt x="322537" y="233407"/>
                  </a:lnTo>
                  <a:lnTo>
                    <a:pt x="323205" y="222940"/>
                  </a:lnTo>
                  <a:lnTo>
                    <a:pt x="323873" y="203053"/>
                  </a:lnTo>
                  <a:lnTo>
                    <a:pt x="324541" y="215613"/>
                  </a:lnTo>
                  <a:lnTo>
                    <a:pt x="325210" y="216660"/>
                  </a:lnTo>
                  <a:lnTo>
                    <a:pt x="325878" y="205147"/>
                  </a:lnTo>
                  <a:lnTo>
                    <a:pt x="326546" y="194680"/>
                  </a:lnTo>
                  <a:lnTo>
                    <a:pt x="327214" y="220847"/>
                  </a:lnTo>
                  <a:lnTo>
                    <a:pt x="327882" y="263760"/>
                  </a:lnTo>
                  <a:lnTo>
                    <a:pt x="328550" y="276320"/>
                  </a:lnTo>
                  <a:lnTo>
                    <a:pt x="329218" y="295160"/>
                  </a:lnTo>
                  <a:lnTo>
                    <a:pt x="329886" y="310860"/>
                  </a:lnTo>
                  <a:lnTo>
                    <a:pt x="330554" y="345400"/>
                  </a:lnTo>
                  <a:lnTo>
                    <a:pt x="331222" y="383080"/>
                  </a:lnTo>
                  <a:lnTo>
                    <a:pt x="331890" y="394594"/>
                  </a:lnTo>
                  <a:lnTo>
                    <a:pt x="332558" y="421807"/>
                  </a:lnTo>
                  <a:lnTo>
                    <a:pt x="333226" y="441694"/>
                  </a:lnTo>
                  <a:lnTo>
                    <a:pt x="333894" y="441694"/>
                  </a:lnTo>
                  <a:lnTo>
                    <a:pt x="334562" y="445880"/>
                  </a:lnTo>
                  <a:lnTo>
                    <a:pt x="335230" y="449020"/>
                  </a:lnTo>
                  <a:lnTo>
                    <a:pt x="335898" y="485654"/>
                  </a:lnTo>
                  <a:lnTo>
                    <a:pt x="336566" y="492981"/>
                  </a:lnTo>
                  <a:lnTo>
                    <a:pt x="337234" y="499260"/>
                  </a:lnTo>
                  <a:lnTo>
                    <a:pt x="337902" y="519147"/>
                  </a:lnTo>
                  <a:lnTo>
                    <a:pt x="338570" y="534847"/>
                  </a:lnTo>
                  <a:lnTo>
                    <a:pt x="339238" y="550547"/>
                  </a:lnTo>
                  <a:lnTo>
                    <a:pt x="339906" y="550547"/>
                  </a:lnTo>
                  <a:lnTo>
                    <a:pt x="340574" y="550547"/>
                  </a:lnTo>
                  <a:lnTo>
                    <a:pt x="341242" y="550547"/>
                  </a:lnTo>
                  <a:lnTo>
                    <a:pt x="341910" y="562061"/>
                  </a:lnTo>
                  <a:lnTo>
                    <a:pt x="342578" y="571481"/>
                  </a:lnTo>
                  <a:lnTo>
                    <a:pt x="343246" y="562061"/>
                  </a:lnTo>
                  <a:lnTo>
                    <a:pt x="343914" y="563107"/>
                  </a:lnTo>
                  <a:lnTo>
                    <a:pt x="344582" y="529614"/>
                  </a:lnTo>
                  <a:lnTo>
                    <a:pt x="345250" y="528567"/>
                  </a:lnTo>
                  <a:lnTo>
                    <a:pt x="345918" y="508681"/>
                  </a:lnTo>
                  <a:lnTo>
                    <a:pt x="346586" y="504494"/>
                  </a:lnTo>
                  <a:lnTo>
                    <a:pt x="347254" y="487747"/>
                  </a:lnTo>
                  <a:lnTo>
                    <a:pt x="347922" y="487747"/>
                  </a:lnTo>
                  <a:lnTo>
                    <a:pt x="348590" y="487747"/>
                  </a:lnTo>
                  <a:lnTo>
                    <a:pt x="349258" y="473094"/>
                  </a:lnTo>
                  <a:lnTo>
                    <a:pt x="349927" y="466814"/>
                  </a:lnTo>
                  <a:lnTo>
                    <a:pt x="350595" y="466814"/>
                  </a:lnTo>
                  <a:lnTo>
                    <a:pt x="351263" y="466814"/>
                  </a:lnTo>
                  <a:lnTo>
                    <a:pt x="351931" y="466814"/>
                  </a:lnTo>
                  <a:lnTo>
                    <a:pt x="352599" y="466814"/>
                  </a:lnTo>
                  <a:lnTo>
                    <a:pt x="353267" y="482514"/>
                  </a:lnTo>
                  <a:lnTo>
                    <a:pt x="353935" y="517054"/>
                  </a:lnTo>
                  <a:lnTo>
                    <a:pt x="354603" y="550547"/>
                  </a:lnTo>
                  <a:lnTo>
                    <a:pt x="355271" y="551594"/>
                  </a:lnTo>
                  <a:lnTo>
                    <a:pt x="355939" y="571481"/>
                  </a:lnTo>
                  <a:lnTo>
                    <a:pt x="356607" y="591367"/>
                  </a:lnTo>
                  <a:lnTo>
                    <a:pt x="357275" y="613347"/>
                  </a:lnTo>
                  <a:lnTo>
                    <a:pt x="357943" y="613347"/>
                  </a:lnTo>
                  <a:lnTo>
                    <a:pt x="358611" y="613347"/>
                  </a:lnTo>
                  <a:lnTo>
                    <a:pt x="359279" y="628001"/>
                  </a:lnTo>
                  <a:lnTo>
                    <a:pt x="359947" y="634281"/>
                  </a:lnTo>
                  <a:lnTo>
                    <a:pt x="360615" y="634281"/>
                  </a:lnTo>
                  <a:lnTo>
                    <a:pt x="361283" y="634281"/>
                  </a:lnTo>
                  <a:lnTo>
                    <a:pt x="361951" y="634281"/>
                  </a:lnTo>
                  <a:lnTo>
                    <a:pt x="362619" y="634281"/>
                  </a:lnTo>
                  <a:lnTo>
                    <a:pt x="363287" y="633234"/>
                  </a:lnTo>
                  <a:lnTo>
                    <a:pt x="363955" y="613347"/>
                  </a:lnTo>
                  <a:lnTo>
                    <a:pt x="364623" y="604974"/>
                  </a:lnTo>
                  <a:lnTo>
                    <a:pt x="365291" y="592414"/>
                  </a:lnTo>
                  <a:lnTo>
                    <a:pt x="365959" y="592414"/>
                  </a:lnTo>
                  <a:lnTo>
                    <a:pt x="366627" y="592414"/>
                  </a:lnTo>
                  <a:lnTo>
                    <a:pt x="367295" y="578807"/>
                  </a:lnTo>
                  <a:lnTo>
                    <a:pt x="367963" y="570434"/>
                  </a:lnTo>
                  <a:lnTo>
                    <a:pt x="368631" y="550547"/>
                  </a:lnTo>
                  <a:lnTo>
                    <a:pt x="369299" y="545314"/>
                  </a:lnTo>
                  <a:lnTo>
                    <a:pt x="369967" y="517054"/>
                  </a:lnTo>
                  <a:lnTo>
                    <a:pt x="370635" y="508681"/>
                  </a:lnTo>
                  <a:lnTo>
                    <a:pt x="371303" y="494027"/>
                  </a:lnTo>
                  <a:lnTo>
                    <a:pt x="371971" y="487747"/>
                  </a:lnTo>
                  <a:lnTo>
                    <a:pt x="372639" y="487747"/>
                  </a:lnTo>
                  <a:lnTo>
                    <a:pt x="373307" y="474140"/>
                  </a:lnTo>
                  <a:lnTo>
                    <a:pt x="373976" y="487747"/>
                  </a:lnTo>
                  <a:lnTo>
                    <a:pt x="374644" y="486700"/>
                  </a:lnTo>
                  <a:lnTo>
                    <a:pt x="375312" y="445880"/>
                  </a:lnTo>
                  <a:lnTo>
                    <a:pt x="375980" y="445880"/>
                  </a:lnTo>
                  <a:lnTo>
                    <a:pt x="376648" y="445880"/>
                  </a:lnTo>
                  <a:lnTo>
                    <a:pt x="377316" y="443787"/>
                  </a:lnTo>
                  <a:lnTo>
                    <a:pt x="377984" y="506034"/>
                  </a:lnTo>
                  <a:lnTo>
                    <a:pt x="378652" y="518942"/>
                  </a:lnTo>
                  <a:lnTo>
                    <a:pt x="379320" y="559447"/>
                  </a:lnTo>
                  <a:lnTo>
                    <a:pt x="379988" y="554784"/>
                  </a:lnTo>
                  <a:lnTo>
                    <a:pt x="380656" y="535973"/>
                  </a:lnTo>
                  <a:lnTo>
                    <a:pt x="381324" y="503206"/>
                  </a:lnTo>
                  <a:lnTo>
                    <a:pt x="381992" y="530532"/>
                  </a:lnTo>
                  <a:lnTo>
                    <a:pt x="382660" y="559648"/>
                  </a:lnTo>
                  <a:lnTo>
                    <a:pt x="383328" y="565930"/>
                  </a:lnTo>
                  <a:lnTo>
                    <a:pt x="383996" y="566598"/>
                  </a:lnTo>
                  <a:lnTo>
                    <a:pt x="384664" y="565476"/>
                  </a:lnTo>
                  <a:lnTo>
                    <a:pt x="385332" y="584935"/>
                  </a:lnTo>
                  <a:lnTo>
                    <a:pt x="386000" y="578939"/>
                  </a:lnTo>
                  <a:lnTo>
                    <a:pt x="386668" y="568358"/>
                  </a:lnTo>
                  <a:lnTo>
                    <a:pt x="387336" y="566594"/>
                  </a:lnTo>
                  <a:lnTo>
                    <a:pt x="388004" y="563067"/>
                  </a:lnTo>
                  <a:lnTo>
                    <a:pt x="388672" y="556503"/>
                  </a:lnTo>
                  <a:lnTo>
                    <a:pt x="389340" y="565102"/>
                  </a:lnTo>
                  <a:lnTo>
                    <a:pt x="390008" y="555870"/>
                  </a:lnTo>
                  <a:lnTo>
                    <a:pt x="390676" y="577813"/>
                  </a:lnTo>
                  <a:lnTo>
                    <a:pt x="391344" y="591272"/>
                  </a:lnTo>
                  <a:lnTo>
                    <a:pt x="392012" y="571966"/>
                  </a:lnTo>
                  <a:lnTo>
                    <a:pt x="392680" y="542199"/>
                  </a:lnTo>
                  <a:lnTo>
                    <a:pt x="393348" y="530772"/>
                  </a:lnTo>
                  <a:lnTo>
                    <a:pt x="394016" y="518543"/>
                  </a:lnTo>
                  <a:lnTo>
                    <a:pt x="394684" y="503287"/>
                  </a:lnTo>
                  <a:lnTo>
                    <a:pt x="395352" y="487268"/>
                  </a:lnTo>
                  <a:lnTo>
                    <a:pt x="396020" y="519884"/>
                  </a:lnTo>
                  <a:lnTo>
                    <a:pt x="396688" y="524618"/>
                  </a:lnTo>
                  <a:lnTo>
                    <a:pt x="397356" y="526494"/>
                  </a:lnTo>
                  <a:lnTo>
                    <a:pt x="398024" y="524749"/>
                  </a:lnTo>
                  <a:lnTo>
                    <a:pt x="398693" y="524313"/>
                  </a:lnTo>
                  <a:lnTo>
                    <a:pt x="399361" y="522874"/>
                  </a:lnTo>
                  <a:lnTo>
                    <a:pt x="400029" y="517241"/>
                  </a:lnTo>
                  <a:lnTo>
                    <a:pt x="400697" y="524886"/>
                  </a:lnTo>
                  <a:lnTo>
                    <a:pt x="401365" y="537763"/>
                  </a:lnTo>
                  <a:lnTo>
                    <a:pt x="402033" y="536092"/>
                  </a:lnTo>
                  <a:lnTo>
                    <a:pt x="402701" y="558340"/>
                  </a:lnTo>
                  <a:lnTo>
                    <a:pt x="403369" y="567501"/>
                  </a:lnTo>
                  <a:lnTo>
                    <a:pt x="404037" y="567937"/>
                  </a:lnTo>
                  <a:lnTo>
                    <a:pt x="404705" y="589749"/>
                  </a:lnTo>
                  <a:lnTo>
                    <a:pt x="405373" y="598463"/>
                  </a:lnTo>
                  <a:lnTo>
                    <a:pt x="406041" y="585745"/>
                  </a:lnTo>
                  <a:lnTo>
                    <a:pt x="406709" y="565706"/>
                  </a:lnTo>
                  <a:lnTo>
                    <a:pt x="407377" y="596624"/>
                  </a:lnTo>
                  <a:lnTo>
                    <a:pt x="408045" y="585276"/>
                  </a:lnTo>
                  <a:lnTo>
                    <a:pt x="408713" y="592139"/>
                  </a:lnTo>
                  <a:lnTo>
                    <a:pt x="409381" y="625552"/>
                  </a:lnTo>
                  <a:lnTo>
                    <a:pt x="409666" y="63470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152285" y="3816738"/>
              <a:ext cx="28390" cy="207660"/>
            </a:xfrm>
            <a:custGeom>
              <a:avLst/>
              <a:pathLst>
                <a:path w="28390" h="207660">
                  <a:moveTo>
                    <a:pt x="0" y="207660"/>
                  </a:moveTo>
                  <a:lnTo>
                    <a:pt x="450" y="182120"/>
                  </a:lnTo>
                  <a:lnTo>
                    <a:pt x="1118" y="165373"/>
                  </a:lnTo>
                  <a:lnTo>
                    <a:pt x="1786" y="165373"/>
                  </a:lnTo>
                  <a:lnTo>
                    <a:pt x="2454" y="165373"/>
                  </a:lnTo>
                  <a:lnTo>
                    <a:pt x="3122" y="164326"/>
                  </a:lnTo>
                  <a:lnTo>
                    <a:pt x="3790" y="161186"/>
                  </a:lnTo>
                  <a:lnTo>
                    <a:pt x="4458" y="144440"/>
                  </a:lnTo>
                  <a:lnTo>
                    <a:pt x="5126" y="126646"/>
                  </a:lnTo>
                  <a:lnTo>
                    <a:pt x="5794" y="123506"/>
                  </a:lnTo>
                  <a:lnTo>
                    <a:pt x="6462" y="123506"/>
                  </a:lnTo>
                  <a:lnTo>
                    <a:pt x="7130" y="120366"/>
                  </a:lnTo>
                  <a:lnTo>
                    <a:pt x="7798" y="100480"/>
                  </a:lnTo>
                  <a:lnTo>
                    <a:pt x="8466" y="72220"/>
                  </a:lnTo>
                  <a:lnTo>
                    <a:pt x="9134" y="52333"/>
                  </a:lnTo>
                  <a:lnTo>
                    <a:pt x="9802" y="34540"/>
                  </a:lnTo>
                  <a:lnTo>
                    <a:pt x="10470" y="23026"/>
                  </a:lnTo>
                  <a:lnTo>
                    <a:pt x="11138" y="39773"/>
                  </a:lnTo>
                  <a:lnTo>
                    <a:pt x="11806" y="39773"/>
                  </a:lnTo>
                  <a:lnTo>
                    <a:pt x="12475" y="34540"/>
                  </a:lnTo>
                  <a:lnTo>
                    <a:pt x="13143" y="0"/>
                  </a:lnTo>
                  <a:lnTo>
                    <a:pt x="13811" y="14653"/>
                  </a:lnTo>
                  <a:lnTo>
                    <a:pt x="14479" y="18840"/>
                  </a:lnTo>
                  <a:lnTo>
                    <a:pt x="15147" y="17793"/>
                  </a:lnTo>
                  <a:lnTo>
                    <a:pt x="15815" y="18840"/>
                  </a:lnTo>
                  <a:lnTo>
                    <a:pt x="16483" y="18840"/>
                  </a:lnTo>
                  <a:lnTo>
                    <a:pt x="17151" y="19886"/>
                  </a:lnTo>
                  <a:lnTo>
                    <a:pt x="17819" y="92630"/>
                  </a:lnTo>
                  <a:lnTo>
                    <a:pt x="18487" y="97175"/>
                  </a:lnTo>
                  <a:lnTo>
                    <a:pt x="19155" y="110200"/>
                  </a:lnTo>
                  <a:lnTo>
                    <a:pt x="19823" y="123162"/>
                  </a:lnTo>
                  <a:lnTo>
                    <a:pt x="20491" y="134599"/>
                  </a:lnTo>
                  <a:lnTo>
                    <a:pt x="21159" y="134599"/>
                  </a:lnTo>
                  <a:lnTo>
                    <a:pt x="21827" y="133074"/>
                  </a:lnTo>
                  <a:lnTo>
                    <a:pt x="22495" y="123162"/>
                  </a:lnTo>
                  <a:lnTo>
                    <a:pt x="23163" y="149849"/>
                  </a:lnTo>
                  <a:lnTo>
                    <a:pt x="23831" y="155948"/>
                  </a:lnTo>
                  <a:lnTo>
                    <a:pt x="24499" y="165098"/>
                  </a:lnTo>
                  <a:lnTo>
                    <a:pt x="25167" y="178822"/>
                  </a:lnTo>
                  <a:lnTo>
                    <a:pt x="25835" y="180347"/>
                  </a:lnTo>
                  <a:lnTo>
                    <a:pt x="26503" y="180347"/>
                  </a:lnTo>
                  <a:lnTo>
                    <a:pt x="27171" y="181872"/>
                  </a:lnTo>
                  <a:lnTo>
                    <a:pt x="27839" y="191441"/>
                  </a:lnTo>
                  <a:lnTo>
                    <a:pt x="28390" y="2076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180847" y="3919312"/>
              <a:ext cx="22459" cy="105087"/>
            </a:xfrm>
            <a:custGeom>
              <a:avLst/>
              <a:pathLst>
                <a:path w="22459" h="105087">
                  <a:moveTo>
                    <a:pt x="0" y="105087"/>
                  </a:moveTo>
                  <a:lnTo>
                    <a:pt x="613" y="65940"/>
                  </a:lnTo>
                  <a:lnTo>
                    <a:pt x="1281" y="62800"/>
                  </a:lnTo>
                  <a:lnTo>
                    <a:pt x="1949" y="62800"/>
                  </a:lnTo>
                  <a:lnTo>
                    <a:pt x="2617" y="60706"/>
                  </a:lnTo>
                  <a:lnTo>
                    <a:pt x="3285" y="43960"/>
                  </a:lnTo>
                  <a:lnTo>
                    <a:pt x="3953" y="62800"/>
                  </a:lnTo>
                  <a:lnTo>
                    <a:pt x="4621" y="62800"/>
                  </a:lnTo>
                  <a:lnTo>
                    <a:pt x="5289" y="42913"/>
                  </a:lnTo>
                  <a:lnTo>
                    <a:pt x="5957" y="7326"/>
                  </a:lnTo>
                  <a:lnTo>
                    <a:pt x="6625" y="0"/>
                  </a:lnTo>
                  <a:lnTo>
                    <a:pt x="7294" y="0"/>
                  </a:lnTo>
                  <a:lnTo>
                    <a:pt x="7962" y="42520"/>
                  </a:lnTo>
                  <a:lnTo>
                    <a:pt x="8630" y="46271"/>
                  </a:lnTo>
                  <a:lnTo>
                    <a:pt x="9298" y="32788"/>
                  </a:lnTo>
                  <a:lnTo>
                    <a:pt x="9966" y="74240"/>
                  </a:lnTo>
                  <a:lnTo>
                    <a:pt x="10634" y="84442"/>
                  </a:lnTo>
                  <a:lnTo>
                    <a:pt x="11302" y="68839"/>
                  </a:lnTo>
                  <a:lnTo>
                    <a:pt x="11970" y="42767"/>
                  </a:lnTo>
                  <a:lnTo>
                    <a:pt x="12638" y="34272"/>
                  </a:lnTo>
                  <a:lnTo>
                    <a:pt x="13306" y="34878"/>
                  </a:lnTo>
                  <a:lnTo>
                    <a:pt x="13974" y="16068"/>
                  </a:lnTo>
                  <a:lnTo>
                    <a:pt x="14642" y="11820"/>
                  </a:lnTo>
                  <a:lnTo>
                    <a:pt x="15310" y="23349"/>
                  </a:lnTo>
                  <a:lnTo>
                    <a:pt x="15978" y="43980"/>
                  </a:lnTo>
                  <a:lnTo>
                    <a:pt x="16646" y="48228"/>
                  </a:lnTo>
                  <a:lnTo>
                    <a:pt x="17314" y="76618"/>
                  </a:lnTo>
                  <a:lnTo>
                    <a:pt x="17982" y="53689"/>
                  </a:lnTo>
                  <a:lnTo>
                    <a:pt x="18650" y="76618"/>
                  </a:lnTo>
                  <a:lnTo>
                    <a:pt x="19318" y="80203"/>
                  </a:lnTo>
                  <a:lnTo>
                    <a:pt x="19986" y="76618"/>
                  </a:lnTo>
                  <a:lnTo>
                    <a:pt x="20654" y="76618"/>
                  </a:lnTo>
                  <a:lnTo>
                    <a:pt x="21322" y="65825"/>
                  </a:lnTo>
                  <a:lnTo>
                    <a:pt x="21990" y="90097"/>
                  </a:lnTo>
                  <a:lnTo>
                    <a:pt x="22459" y="1050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210347" y="2355589"/>
              <a:ext cx="587904" cy="1668810"/>
            </a:xfrm>
            <a:custGeom>
              <a:avLst/>
              <a:pathLst>
                <a:path w="587904" h="1668810">
                  <a:moveTo>
                    <a:pt x="0" y="1668810"/>
                  </a:moveTo>
                  <a:lnTo>
                    <a:pt x="507" y="1641497"/>
                  </a:lnTo>
                  <a:lnTo>
                    <a:pt x="1175" y="1640734"/>
                  </a:lnTo>
                  <a:lnTo>
                    <a:pt x="1843" y="1626247"/>
                  </a:lnTo>
                  <a:lnTo>
                    <a:pt x="2511" y="1626247"/>
                  </a:lnTo>
                  <a:lnTo>
                    <a:pt x="3179" y="1634523"/>
                  </a:lnTo>
                  <a:lnTo>
                    <a:pt x="3847" y="1632774"/>
                  </a:lnTo>
                  <a:lnTo>
                    <a:pt x="4515" y="1584656"/>
                  </a:lnTo>
                  <a:lnTo>
                    <a:pt x="5183" y="1584656"/>
                  </a:lnTo>
                  <a:lnTo>
                    <a:pt x="5851" y="1633409"/>
                  </a:lnTo>
                  <a:lnTo>
                    <a:pt x="6519" y="1630595"/>
                  </a:lnTo>
                  <a:lnTo>
                    <a:pt x="7187" y="1612293"/>
                  </a:lnTo>
                  <a:lnTo>
                    <a:pt x="7855" y="1610998"/>
                  </a:lnTo>
                  <a:lnTo>
                    <a:pt x="8523" y="1605661"/>
                  </a:lnTo>
                  <a:lnTo>
                    <a:pt x="9191" y="1593461"/>
                  </a:lnTo>
                  <a:lnTo>
                    <a:pt x="9859" y="1585074"/>
                  </a:lnTo>
                  <a:lnTo>
                    <a:pt x="10527" y="1593461"/>
                  </a:lnTo>
                  <a:lnTo>
                    <a:pt x="11195" y="1581262"/>
                  </a:lnTo>
                  <a:lnTo>
                    <a:pt x="11863" y="1595749"/>
                  </a:lnTo>
                  <a:lnTo>
                    <a:pt x="12531" y="1595749"/>
                  </a:lnTo>
                  <a:lnTo>
                    <a:pt x="13199" y="1581262"/>
                  </a:lnTo>
                  <a:lnTo>
                    <a:pt x="13867" y="1580499"/>
                  </a:lnTo>
                  <a:lnTo>
                    <a:pt x="14535" y="1564488"/>
                  </a:lnTo>
                  <a:lnTo>
                    <a:pt x="15203" y="1534751"/>
                  </a:lnTo>
                  <a:lnTo>
                    <a:pt x="15871" y="1524129"/>
                  </a:lnTo>
                  <a:lnTo>
                    <a:pt x="16539" y="1508049"/>
                  </a:lnTo>
                  <a:lnTo>
                    <a:pt x="17207" y="1460292"/>
                  </a:lnTo>
                  <a:lnTo>
                    <a:pt x="17875" y="1354389"/>
                  </a:lnTo>
                  <a:lnTo>
                    <a:pt x="18543" y="1358575"/>
                  </a:lnTo>
                  <a:lnTo>
                    <a:pt x="19212" y="1332409"/>
                  </a:lnTo>
                  <a:lnTo>
                    <a:pt x="19880" y="1347062"/>
                  </a:lnTo>
                  <a:lnTo>
                    <a:pt x="20548" y="1357529"/>
                  </a:lnTo>
                  <a:lnTo>
                    <a:pt x="21216" y="1373229"/>
                  </a:lnTo>
                  <a:lnTo>
                    <a:pt x="21884" y="1331362"/>
                  </a:lnTo>
                  <a:lnTo>
                    <a:pt x="22552" y="1291589"/>
                  </a:lnTo>
                  <a:lnTo>
                    <a:pt x="23220" y="1282169"/>
                  </a:lnTo>
                  <a:lnTo>
                    <a:pt x="23888" y="1234022"/>
                  </a:lnTo>
                  <a:lnTo>
                    <a:pt x="24556" y="1238209"/>
                  </a:lnTo>
                  <a:lnTo>
                    <a:pt x="25224" y="1252862"/>
                  </a:lnTo>
                  <a:lnTo>
                    <a:pt x="25892" y="1246582"/>
                  </a:lnTo>
                  <a:lnTo>
                    <a:pt x="26560" y="1251815"/>
                  </a:lnTo>
                  <a:lnTo>
                    <a:pt x="27228" y="1272749"/>
                  </a:lnTo>
                  <a:lnTo>
                    <a:pt x="27896" y="1249722"/>
                  </a:lnTo>
                  <a:lnTo>
                    <a:pt x="28564" y="1232975"/>
                  </a:lnTo>
                  <a:lnTo>
                    <a:pt x="29232" y="1364252"/>
                  </a:lnTo>
                  <a:lnTo>
                    <a:pt x="29900" y="1321088"/>
                  </a:lnTo>
                  <a:lnTo>
                    <a:pt x="30568" y="1396722"/>
                  </a:lnTo>
                  <a:lnTo>
                    <a:pt x="31236" y="1357116"/>
                  </a:lnTo>
                  <a:lnTo>
                    <a:pt x="31904" y="1357116"/>
                  </a:lnTo>
                  <a:lnTo>
                    <a:pt x="32572" y="1341320"/>
                  </a:lnTo>
                  <a:lnTo>
                    <a:pt x="33240" y="1335252"/>
                  </a:lnTo>
                  <a:lnTo>
                    <a:pt x="33908" y="1306733"/>
                  </a:lnTo>
                  <a:lnTo>
                    <a:pt x="34576" y="1263043"/>
                  </a:lnTo>
                  <a:lnTo>
                    <a:pt x="35244" y="1246053"/>
                  </a:lnTo>
                  <a:lnTo>
                    <a:pt x="35912" y="1212072"/>
                  </a:lnTo>
                  <a:lnTo>
                    <a:pt x="36580" y="1162922"/>
                  </a:lnTo>
                  <a:lnTo>
                    <a:pt x="37248" y="1141077"/>
                  </a:lnTo>
                  <a:lnTo>
                    <a:pt x="37916" y="1110738"/>
                  </a:lnTo>
                  <a:lnTo>
                    <a:pt x="38584" y="1087072"/>
                  </a:lnTo>
                  <a:lnTo>
                    <a:pt x="39252" y="1182978"/>
                  </a:lnTo>
                  <a:lnTo>
                    <a:pt x="39920" y="1085870"/>
                  </a:lnTo>
                  <a:lnTo>
                    <a:pt x="40588" y="871407"/>
                  </a:lnTo>
                  <a:lnTo>
                    <a:pt x="41256" y="1015093"/>
                  </a:lnTo>
                  <a:lnTo>
                    <a:pt x="41924" y="796685"/>
                  </a:lnTo>
                  <a:lnTo>
                    <a:pt x="42592" y="781436"/>
                  </a:lnTo>
                  <a:lnTo>
                    <a:pt x="43260" y="775336"/>
                  </a:lnTo>
                  <a:lnTo>
                    <a:pt x="43929" y="847008"/>
                  </a:lnTo>
                  <a:lnTo>
                    <a:pt x="44597" y="908767"/>
                  </a:lnTo>
                  <a:lnTo>
                    <a:pt x="45265" y="940028"/>
                  </a:lnTo>
                  <a:lnTo>
                    <a:pt x="45933" y="1005601"/>
                  </a:lnTo>
                  <a:lnTo>
                    <a:pt x="46601" y="1044486"/>
                  </a:lnTo>
                  <a:lnTo>
                    <a:pt x="47269" y="1181466"/>
                  </a:lnTo>
                  <a:lnTo>
                    <a:pt x="47937" y="1183553"/>
                  </a:lnTo>
                  <a:lnTo>
                    <a:pt x="48605" y="1220878"/>
                  </a:lnTo>
                  <a:lnTo>
                    <a:pt x="49273" y="1187076"/>
                  </a:lnTo>
                  <a:lnTo>
                    <a:pt x="49941" y="1184515"/>
                  </a:lnTo>
                  <a:lnTo>
                    <a:pt x="50609" y="1211147"/>
                  </a:lnTo>
                  <a:lnTo>
                    <a:pt x="51277" y="1135616"/>
                  </a:lnTo>
                  <a:lnTo>
                    <a:pt x="51945" y="1160495"/>
                  </a:lnTo>
                  <a:lnTo>
                    <a:pt x="52613" y="1172024"/>
                  </a:lnTo>
                  <a:lnTo>
                    <a:pt x="53281" y="1175058"/>
                  </a:lnTo>
                  <a:lnTo>
                    <a:pt x="53949" y="1175058"/>
                  </a:lnTo>
                  <a:lnTo>
                    <a:pt x="54617" y="1144111"/>
                  </a:lnTo>
                  <a:lnTo>
                    <a:pt x="55285" y="1093141"/>
                  </a:lnTo>
                  <a:lnTo>
                    <a:pt x="55953" y="1014257"/>
                  </a:lnTo>
                  <a:lnTo>
                    <a:pt x="56621" y="1096423"/>
                  </a:lnTo>
                  <a:lnTo>
                    <a:pt x="57289" y="1090277"/>
                  </a:lnTo>
                  <a:lnTo>
                    <a:pt x="57957" y="946296"/>
                  </a:lnTo>
                  <a:lnTo>
                    <a:pt x="58625" y="1107690"/>
                  </a:lnTo>
                  <a:lnTo>
                    <a:pt x="59293" y="1118446"/>
                  </a:lnTo>
                  <a:lnTo>
                    <a:pt x="59961" y="1210305"/>
                  </a:lnTo>
                  <a:lnTo>
                    <a:pt x="60629" y="1212941"/>
                  </a:lnTo>
                  <a:lnTo>
                    <a:pt x="61297" y="1218999"/>
                  </a:lnTo>
                  <a:lnTo>
                    <a:pt x="61965" y="1214129"/>
                  </a:lnTo>
                  <a:lnTo>
                    <a:pt x="62633" y="1242743"/>
                  </a:lnTo>
                  <a:lnTo>
                    <a:pt x="63301" y="1238504"/>
                  </a:lnTo>
                  <a:lnTo>
                    <a:pt x="63969" y="1237896"/>
                  </a:lnTo>
                  <a:lnTo>
                    <a:pt x="64637" y="1206497"/>
                  </a:lnTo>
                  <a:lnTo>
                    <a:pt x="65305" y="1185288"/>
                  </a:lnTo>
                  <a:lnTo>
                    <a:pt x="65973" y="1223702"/>
                  </a:lnTo>
                  <a:lnTo>
                    <a:pt x="66641" y="1214458"/>
                  </a:lnTo>
                  <a:lnTo>
                    <a:pt x="67309" y="1246586"/>
                  </a:lnTo>
                  <a:lnTo>
                    <a:pt x="67977" y="1248953"/>
                  </a:lnTo>
                  <a:lnTo>
                    <a:pt x="68646" y="1255820"/>
                  </a:lnTo>
                  <a:lnTo>
                    <a:pt x="69314" y="1248243"/>
                  </a:lnTo>
                  <a:lnTo>
                    <a:pt x="69982" y="1231906"/>
                  </a:lnTo>
                  <a:lnTo>
                    <a:pt x="70650" y="1238062"/>
                  </a:lnTo>
                  <a:lnTo>
                    <a:pt x="71318" y="1203160"/>
                  </a:lnTo>
                  <a:lnTo>
                    <a:pt x="71986" y="1221134"/>
                  </a:lnTo>
                  <a:lnTo>
                    <a:pt x="72654" y="1234743"/>
                  </a:lnTo>
                  <a:lnTo>
                    <a:pt x="73322" y="1225226"/>
                  </a:lnTo>
                  <a:lnTo>
                    <a:pt x="73990" y="1234590"/>
                  </a:lnTo>
                  <a:lnTo>
                    <a:pt x="74658" y="1242578"/>
                  </a:lnTo>
                  <a:lnTo>
                    <a:pt x="75326" y="1190643"/>
                  </a:lnTo>
                  <a:lnTo>
                    <a:pt x="75994" y="1196027"/>
                  </a:lnTo>
                  <a:lnTo>
                    <a:pt x="76662" y="1154802"/>
                  </a:lnTo>
                  <a:lnTo>
                    <a:pt x="77330" y="1127362"/>
                  </a:lnTo>
                  <a:lnTo>
                    <a:pt x="77998" y="1089271"/>
                  </a:lnTo>
                  <a:lnTo>
                    <a:pt x="78666" y="1076186"/>
                  </a:lnTo>
                  <a:lnTo>
                    <a:pt x="79334" y="1046754"/>
                  </a:lnTo>
                  <a:lnTo>
                    <a:pt x="80002" y="1041045"/>
                  </a:lnTo>
                  <a:lnTo>
                    <a:pt x="80670" y="1071145"/>
                  </a:lnTo>
                  <a:lnTo>
                    <a:pt x="81338" y="1056750"/>
                  </a:lnTo>
                  <a:lnTo>
                    <a:pt x="82006" y="1081360"/>
                  </a:lnTo>
                  <a:lnTo>
                    <a:pt x="82674" y="989133"/>
                  </a:lnTo>
                  <a:lnTo>
                    <a:pt x="83342" y="974301"/>
                  </a:lnTo>
                  <a:lnTo>
                    <a:pt x="84010" y="908794"/>
                  </a:lnTo>
                  <a:lnTo>
                    <a:pt x="84678" y="910214"/>
                  </a:lnTo>
                  <a:lnTo>
                    <a:pt x="85346" y="972698"/>
                  </a:lnTo>
                  <a:lnTo>
                    <a:pt x="86014" y="1001100"/>
                  </a:lnTo>
                  <a:lnTo>
                    <a:pt x="86682" y="927154"/>
                  </a:lnTo>
                  <a:lnTo>
                    <a:pt x="87350" y="917166"/>
                  </a:lnTo>
                  <a:lnTo>
                    <a:pt x="88018" y="781247"/>
                  </a:lnTo>
                  <a:lnTo>
                    <a:pt x="88686" y="787315"/>
                  </a:lnTo>
                  <a:lnTo>
                    <a:pt x="89354" y="949432"/>
                  </a:lnTo>
                  <a:lnTo>
                    <a:pt x="90022" y="964284"/>
                  </a:lnTo>
                  <a:lnTo>
                    <a:pt x="90690" y="949944"/>
                  </a:lnTo>
                  <a:lnTo>
                    <a:pt x="91358" y="957626"/>
                  </a:lnTo>
                  <a:lnTo>
                    <a:pt x="92026" y="864378"/>
                  </a:lnTo>
                  <a:lnTo>
                    <a:pt x="92695" y="889224"/>
                  </a:lnTo>
                  <a:lnTo>
                    <a:pt x="93363" y="704427"/>
                  </a:lnTo>
                  <a:lnTo>
                    <a:pt x="94031" y="676978"/>
                  </a:lnTo>
                  <a:lnTo>
                    <a:pt x="94699" y="705952"/>
                  </a:lnTo>
                  <a:lnTo>
                    <a:pt x="95367" y="718914"/>
                  </a:lnTo>
                  <a:lnTo>
                    <a:pt x="96035" y="725776"/>
                  </a:lnTo>
                  <a:lnTo>
                    <a:pt x="96703" y="779911"/>
                  </a:lnTo>
                  <a:lnTo>
                    <a:pt x="97371" y="824896"/>
                  </a:lnTo>
                  <a:lnTo>
                    <a:pt x="98039" y="1012601"/>
                  </a:lnTo>
                  <a:lnTo>
                    <a:pt x="98707" y="1056842"/>
                  </a:lnTo>
                  <a:lnTo>
                    <a:pt x="99375" y="1077468"/>
                  </a:lnTo>
                  <a:lnTo>
                    <a:pt x="100043" y="1024059"/>
                  </a:lnTo>
                  <a:lnTo>
                    <a:pt x="100711" y="981445"/>
                  </a:lnTo>
                  <a:lnTo>
                    <a:pt x="101379" y="840145"/>
                  </a:lnTo>
                  <a:lnTo>
                    <a:pt x="102047" y="824134"/>
                  </a:lnTo>
                  <a:lnTo>
                    <a:pt x="102715" y="813459"/>
                  </a:lnTo>
                  <a:lnTo>
                    <a:pt x="103383" y="808885"/>
                  </a:lnTo>
                  <a:lnTo>
                    <a:pt x="104051" y="784485"/>
                  </a:lnTo>
                  <a:lnTo>
                    <a:pt x="104719" y="753224"/>
                  </a:lnTo>
                  <a:lnTo>
                    <a:pt x="105387" y="656391"/>
                  </a:lnTo>
                  <a:lnTo>
                    <a:pt x="106055" y="610644"/>
                  </a:lnTo>
                  <a:lnTo>
                    <a:pt x="106723" y="571758"/>
                  </a:lnTo>
                  <a:lnTo>
                    <a:pt x="107391" y="571758"/>
                  </a:lnTo>
                  <a:lnTo>
                    <a:pt x="108059" y="560449"/>
                  </a:lnTo>
                  <a:lnTo>
                    <a:pt x="108727" y="477667"/>
                  </a:lnTo>
                  <a:lnTo>
                    <a:pt x="109395" y="98386"/>
                  </a:lnTo>
                  <a:lnTo>
                    <a:pt x="110063" y="127693"/>
                  </a:lnTo>
                  <a:lnTo>
                    <a:pt x="110731" y="571672"/>
                  </a:lnTo>
                  <a:lnTo>
                    <a:pt x="111399" y="563031"/>
                  </a:lnTo>
                  <a:lnTo>
                    <a:pt x="112067" y="606069"/>
                  </a:lnTo>
                  <a:lnTo>
                    <a:pt x="112735" y="602257"/>
                  </a:lnTo>
                  <a:lnTo>
                    <a:pt x="113403" y="609881"/>
                  </a:lnTo>
                  <a:lnTo>
                    <a:pt x="114071" y="702902"/>
                  </a:lnTo>
                  <a:lnTo>
                    <a:pt x="114739" y="769999"/>
                  </a:lnTo>
                  <a:lnTo>
                    <a:pt x="115407" y="1048063"/>
                  </a:lnTo>
                  <a:lnTo>
                    <a:pt x="116075" y="1072667"/>
                  </a:lnTo>
                  <a:lnTo>
                    <a:pt x="116743" y="1089500"/>
                  </a:lnTo>
                  <a:lnTo>
                    <a:pt x="117412" y="1081005"/>
                  </a:lnTo>
                  <a:lnTo>
                    <a:pt x="118080" y="1055519"/>
                  </a:lnTo>
                  <a:lnTo>
                    <a:pt x="118748" y="1048844"/>
                  </a:lnTo>
                  <a:lnTo>
                    <a:pt x="119416" y="1056733"/>
                  </a:lnTo>
                  <a:lnTo>
                    <a:pt x="120084" y="1171711"/>
                  </a:lnTo>
                  <a:lnTo>
                    <a:pt x="120752" y="1056733"/>
                  </a:lnTo>
                  <a:lnTo>
                    <a:pt x="121420" y="1161467"/>
                  </a:lnTo>
                  <a:lnTo>
                    <a:pt x="122088" y="1038529"/>
                  </a:lnTo>
                  <a:lnTo>
                    <a:pt x="122756" y="1067655"/>
                  </a:lnTo>
                  <a:lnTo>
                    <a:pt x="123424" y="1099208"/>
                  </a:lnTo>
                  <a:lnTo>
                    <a:pt x="124092" y="1118626"/>
                  </a:lnTo>
                  <a:lnTo>
                    <a:pt x="124760" y="1129548"/>
                  </a:lnTo>
                  <a:lnTo>
                    <a:pt x="125428" y="1171084"/>
                  </a:lnTo>
                  <a:lnTo>
                    <a:pt x="126096" y="1192682"/>
                  </a:lnTo>
                  <a:lnTo>
                    <a:pt x="126764" y="1086422"/>
                  </a:lnTo>
                  <a:lnTo>
                    <a:pt x="127432" y="1103196"/>
                  </a:lnTo>
                  <a:lnTo>
                    <a:pt x="128100" y="1144369"/>
                  </a:lnTo>
                  <a:lnTo>
                    <a:pt x="128768" y="1142844"/>
                  </a:lnTo>
                  <a:lnTo>
                    <a:pt x="129436" y="1146170"/>
                  </a:lnTo>
                  <a:lnTo>
                    <a:pt x="130104" y="1112131"/>
                  </a:lnTo>
                  <a:lnTo>
                    <a:pt x="130772" y="1052725"/>
                  </a:lnTo>
                  <a:lnTo>
                    <a:pt x="131440" y="843615"/>
                  </a:lnTo>
                  <a:lnTo>
                    <a:pt x="132108" y="855128"/>
                  </a:lnTo>
                  <a:lnTo>
                    <a:pt x="132776" y="868735"/>
                  </a:lnTo>
                  <a:lnTo>
                    <a:pt x="133444" y="864548"/>
                  </a:lnTo>
                  <a:lnTo>
                    <a:pt x="134112" y="800701"/>
                  </a:lnTo>
                  <a:lnTo>
                    <a:pt x="134780" y="751507"/>
                  </a:lnTo>
                  <a:lnTo>
                    <a:pt x="135448" y="667774"/>
                  </a:lnTo>
                  <a:lnTo>
                    <a:pt x="136116" y="600787"/>
                  </a:lnTo>
                  <a:lnTo>
                    <a:pt x="136784" y="556827"/>
                  </a:lnTo>
                  <a:lnTo>
                    <a:pt x="137452" y="595554"/>
                  </a:lnTo>
                  <a:lnTo>
                    <a:pt x="138120" y="591367"/>
                  </a:lnTo>
                  <a:lnTo>
                    <a:pt x="138788" y="571480"/>
                  </a:lnTo>
                  <a:lnTo>
                    <a:pt x="139456" y="529614"/>
                  </a:lnTo>
                  <a:lnTo>
                    <a:pt x="140124" y="568340"/>
                  </a:lnTo>
                  <a:lnTo>
                    <a:pt x="140792" y="615441"/>
                  </a:lnTo>
                  <a:lnTo>
                    <a:pt x="141460" y="640561"/>
                  </a:lnTo>
                  <a:lnTo>
                    <a:pt x="142129" y="608114"/>
                  </a:lnTo>
                  <a:lnTo>
                    <a:pt x="142797" y="468907"/>
                  </a:lnTo>
                  <a:lnTo>
                    <a:pt x="143465" y="444834"/>
                  </a:lnTo>
                  <a:lnTo>
                    <a:pt x="144133" y="434367"/>
                  </a:lnTo>
                  <a:lnTo>
                    <a:pt x="144801" y="451114"/>
                  </a:lnTo>
                  <a:lnTo>
                    <a:pt x="145469" y="421807"/>
                  </a:lnTo>
                  <a:lnTo>
                    <a:pt x="146137" y="366333"/>
                  </a:lnTo>
                  <a:lnTo>
                    <a:pt x="146805" y="289926"/>
                  </a:lnTo>
                  <a:lnTo>
                    <a:pt x="147473" y="145486"/>
                  </a:lnTo>
                  <a:lnTo>
                    <a:pt x="148141" y="94199"/>
                  </a:lnTo>
                  <a:lnTo>
                    <a:pt x="148809" y="447711"/>
                  </a:lnTo>
                  <a:lnTo>
                    <a:pt x="149477" y="477405"/>
                  </a:lnTo>
                  <a:lnTo>
                    <a:pt x="150145" y="476449"/>
                  </a:lnTo>
                  <a:lnTo>
                    <a:pt x="150813" y="481024"/>
                  </a:lnTo>
                  <a:lnTo>
                    <a:pt x="151481" y="457388"/>
                  </a:lnTo>
                  <a:lnTo>
                    <a:pt x="152149" y="496274"/>
                  </a:lnTo>
                  <a:lnTo>
                    <a:pt x="152817" y="515335"/>
                  </a:lnTo>
                  <a:lnTo>
                    <a:pt x="153485" y="533634"/>
                  </a:lnTo>
                  <a:lnTo>
                    <a:pt x="154153" y="547359"/>
                  </a:lnTo>
                  <a:lnTo>
                    <a:pt x="154821" y="556508"/>
                  </a:lnTo>
                  <a:lnTo>
                    <a:pt x="155489" y="603781"/>
                  </a:lnTo>
                  <a:lnTo>
                    <a:pt x="156157" y="641904"/>
                  </a:lnTo>
                  <a:lnTo>
                    <a:pt x="156825" y="720438"/>
                  </a:lnTo>
                  <a:lnTo>
                    <a:pt x="157493" y="783723"/>
                  </a:lnTo>
                  <a:lnTo>
                    <a:pt x="158161" y="767711"/>
                  </a:lnTo>
                  <a:lnTo>
                    <a:pt x="158829" y="737546"/>
                  </a:lnTo>
                  <a:lnTo>
                    <a:pt x="159497" y="704981"/>
                  </a:lnTo>
                  <a:lnTo>
                    <a:pt x="160165" y="459487"/>
                  </a:lnTo>
                  <a:lnTo>
                    <a:pt x="160833" y="435413"/>
                  </a:lnTo>
                  <a:lnTo>
                    <a:pt x="161501" y="462627"/>
                  </a:lnTo>
                  <a:lnTo>
                    <a:pt x="162169" y="465767"/>
                  </a:lnTo>
                  <a:lnTo>
                    <a:pt x="162837" y="492981"/>
                  </a:lnTo>
                  <a:lnTo>
                    <a:pt x="163505" y="454254"/>
                  </a:lnTo>
                  <a:lnTo>
                    <a:pt x="164173" y="468907"/>
                  </a:lnTo>
                  <a:lnTo>
                    <a:pt x="164841" y="480420"/>
                  </a:lnTo>
                  <a:lnTo>
                    <a:pt x="165509" y="446927"/>
                  </a:lnTo>
                  <a:lnTo>
                    <a:pt x="166177" y="471000"/>
                  </a:lnTo>
                  <a:lnTo>
                    <a:pt x="166846" y="497167"/>
                  </a:lnTo>
                  <a:lnTo>
                    <a:pt x="167514" y="550547"/>
                  </a:lnTo>
                  <a:lnTo>
                    <a:pt x="168182" y="556827"/>
                  </a:lnTo>
                  <a:lnTo>
                    <a:pt x="168850" y="652074"/>
                  </a:lnTo>
                  <a:lnTo>
                    <a:pt x="169518" y="943580"/>
                  </a:lnTo>
                  <a:lnTo>
                    <a:pt x="170186" y="897676"/>
                  </a:lnTo>
                  <a:lnTo>
                    <a:pt x="170854" y="925375"/>
                  </a:lnTo>
                  <a:lnTo>
                    <a:pt x="171522" y="949941"/>
                  </a:lnTo>
                  <a:lnTo>
                    <a:pt x="172190" y="941553"/>
                  </a:lnTo>
                  <a:lnTo>
                    <a:pt x="172858" y="1088621"/>
                  </a:lnTo>
                  <a:lnTo>
                    <a:pt x="173526" y="1096071"/>
                  </a:lnTo>
                  <a:lnTo>
                    <a:pt x="174194" y="1075068"/>
                  </a:lnTo>
                  <a:lnTo>
                    <a:pt x="174862" y="1030660"/>
                  </a:lnTo>
                  <a:lnTo>
                    <a:pt x="175530" y="1009402"/>
                  </a:lnTo>
                  <a:lnTo>
                    <a:pt x="176198" y="993626"/>
                  </a:lnTo>
                  <a:lnTo>
                    <a:pt x="176866" y="1005155"/>
                  </a:lnTo>
                  <a:lnTo>
                    <a:pt x="177534" y="1008796"/>
                  </a:lnTo>
                  <a:lnTo>
                    <a:pt x="178202" y="1067655"/>
                  </a:lnTo>
                  <a:lnTo>
                    <a:pt x="178870" y="1076150"/>
                  </a:lnTo>
                  <a:lnTo>
                    <a:pt x="179538" y="1100272"/>
                  </a:lnTo>
                  <a:lnTo>
                    <a:pt x="180206" y="1120675"/>
                  </a:lnTo>
                  <a:lnTo>
                    <a:pt x="180874" y="1021948"/>
                  </a:lnTo>
                  <a:lnTo>
                    <a:pt x="181542" y="948420"/>
                  </a:lnTo>
                  <a:lnTo>
                    <a:pt x="182210" y="982652"/>
                  </a:lnTo>
                  <a:lnTo>
                    <a:pt x="182878" y="995254"/>
                  </a:lnTo>
                  <a:lnTo>
                    <a:pt x="183546" y="1015658"/>
                  </a:lnTo>
                  <a:lnTo>
                    <a:pt x="184214" y="1003056"/>
                  </a:lnTo>
                  <a:lnTo>
                    <a:pt x="184882" y="1005123"/>
                  </a:lnTo>
                  <a:lnTo>
                    <a:pt x="185550" y="859207"/>
                  </a:lnTo>
                  <a:lnTo>
                    <a:pt x="186218" y="834808"/>
                  </a:lnTo>
                  <a:lnTo>
                    <a:pt x="186886" y="717389"/>
                  </a:lnTo>
                  <a:lnTo>
                    <a:pt x="187554" y="596157"/>
                  </a:lnTo>
                  <a:lnTo>
                    <a:pt x="188222" y="498561"/>
                  </a:lnTo>
                  <a:lnTo>
                    <a:pt x="188890" y="454338"/>
                  </a:lnTo>
                  <a:lnTo>
                    <a:pt x="189558" y="367417"/>
                  </a:lnTo>
                  <a:lnTo>
                    <a:pt x="190226" y="294983"/>
                  </a:lnTo>
                  <a:lnTo>
                    <a:pt x="190895" y="384953"/>
                  </a:lnTo>
                  <a:lnTo>
                    <a:pt x="191563" y="474584"/>
                  </a:lnTo>
                  <a:lnTo>
                    <a:pt x="192231" y="423380"/>
                  </a:lnTo>
                  <a:lnTo>
                    <a:pt x="192899" y="103619"/>
                  </a:lnTo>
                  <a:lnTo>
                    <a:pt x="193567" y="96293"/>
                  </a:lnTo>
                  <a:lnTo>
                    <a:pt x="194235" y="152813"/>
                  </a:lnTo>
                  <a:lnTo>
                    <a:pt x="194903" y="131880"/>
                  </a:lnTo>
                  <a:lnTo>
                    <a:pt x="195571" y="105713"/>
                  </a:lnTo>
                  <a:lnTo>
                    <a:pt x="196239" y="95246"/>
                  </a:lnTo>
                  <a:lnTo>
                    <a:pt x="196907" y="176886"/>
                  </a:lnTo>
                  <a:lnTo>
                    <a:pt x="197575" y="294113"/>
                  </a:lnTo>
                  <a:lnTo>
                    <a:pt x="198243" y="747635"/>
                  </a:lnTo>
                  <a:lnTo>
                    <a:pt x="198911" y="821877"/>
                  </a:lnTo>
                  <a:lnTo>
                    <a:pt x="199579" y="879031"/>
                  </a:lnTo>
                  <a:lnTo>
                    <a:pt x="200247" y="957565"/>
                  </a:lnTo>
                  <a:lnTo>
                    <a:pt x="200915" y="948416"/>
                  </a:lnTo>
                  <a:lnTo>
                    <a:pt x="201583" y="879794"/>
                  </a:lnTo>
                  <a:lnTo>
                    <a:pt x="202251" y="806597"/>
                  </a:lnTo>
                  <a:lnTo>
                    <a:pt x="202919" y="747887"/>
                  </a:lnTo>
                  <a:lnTo>
                    <a:pt x="203587" y="741025"/>
                  </a:lnTo>
                  <a:lnTo>
                    <a:pt x="204255" y="739500"/>
                  </a:lnTo>
                  <a:lnTo>
                    <a:pt x="204923" y="733400"/>
                  </a:lnTo>
                  <a:lnTo>
                    <a:pt x="205591" y="735688"/>
                  </a:lnTo>
                  <a:lnTo>
                    <a:pt x="206259" y="744837"/>
                  </a:lnTo>
                  <a:lnTo>
                    <a:pt x="206927" y="702902"/>
                  </a:lnTo>
                  <a:lnTo>
                    <a:pt x="207595" y="646479"/>
                  </a:lnTo>
                  <a:lnTo>
                    <a:pt x="208263" y="556746"/>
                  </a:lnTo>
                  <a:lnTo>
                    <a:pt x="208931" y="527565"/>
                  </a:lnTo>
                  <a:lnTo>
                    <a:pt x="209599" y="181074"/>
                  </a:lnTo>
                  <a:lnTo>
                    <a:pt x="210267" y="218753"/>
                  </a:lnTo>
                  <a:lnTo>
                    <a:pt x="210935" y="266899"/>
                  </a:lnTo>
                  <a:lnTo>
                    <a:pt x="211603" y="325513"/>
                  </a:lnTo>
                  <a:lnTo>
                    <a:pt x="212271" y="430180"/>
                  </a:lnTo>
                  <a:lnTo>
                    <a:pt x="212939" y="472047"/>
                  </a:lnTo>
                  <a:lnTo>
                    <a:pt x="213607" y="482514"/>
                  </a:lnTo>
                  <a:lnTo>
                    <a:pt x="214275" y="484607"/>
                  </a:lnTo>
                  <a:lnTo>
                    <a:pt x="214943" y="562061"/>
                  </a:lnTo>
                  <a:lnTo>
                    <a:pt x="215612" y="577761"/>
                  </a:lnTo>
                  <a:lnTo>
                    <a:pt x="216280" y="584040"/>
                  </a:lnTo>
                  <a:lnTo>
                    <a:pt x="216948" y="630094"/>
                  </a:lnTo>
                  <a:lnTo>
                    <a:pt x="217616" y="728481"/>
                  </a:lnTo>
                  <a:lnTo>
                    <a:pt x="218284" y="825821"/>
                  </a:lnTo>
                  <a:lnTo>
                    <a:pt x="218952" y="806981"/>
                  </a:lnTo>
                  <a:lnTo>
                    <a:pt x="219620" y="749414"/>
                  </a:lnTo>
                  <a:lnTo>
                    <a:pt x="220288" y="677194"/>
                  </a:lnTo>
                  <a:lnTo>
                    <a:pt x="220956" y="868626"/>
                  </a:lnTo>
                  <a:lnTo>
                    <a:pt x="221624" y="914172"/>
                  </a:lnTo>
                  <a:lnTo>
                    <a:pt x="222292" y="929354"/>
                  </a:lnTo>
                  <a:lnTo>
                    <a:pt x="222960" y="952990"/>
                  </a:lnTo>
                  <a:lnTo>
                    <a:pt x="223628" y="989589"/>
                  </a:lnTo>
                  <a:lnTo>
                    <a:pt x="224296" y="1016275"/>
                  </a:lnTo>
                  <a:lnTo>
                    <a:pt x="224964" y="996451"/>
                  </a:lnTo>
                  <a:lnTo>
                    <a:pt x="225632" y="994926"/>
                  </a:lnTo>
                  <a:lnTo>
                    <a:pt x="226300" y="1040674"/>
                  </a:lnTo>
                  <a:lnTo>
                    <a:pt x="226968" y="1092522"/>
                  </a:lnTo>
                  <a:lnTo>
                    <a:pt x="227636" y="1073460"/>
                  </a:lnTo>
                  <a:lnTo>
                    <a:pt x="228304" y="1045249"/>
                  </a:lnTo>
                  <a:lnTo>
                    <a:pt x="228972" y="1034574"/>
                  </a:lnTo>
                  <a:lnTo>
                    <a:pt x="229640" y="1100146"/>
                  </a:lnTo>
                  <a:lnTo>
                    <a:pt x="230308" y="1168768"/>
                  </a:lnTo>
                  <a:lnTo>
                    <a:pt x="230976" y="1213635"/>
                  </a:lnTo>
                  <a:lnTo>
                    <a:pt x="231644" y="1174117"/>
                  </a:lnTo>
                  <a:lnTo>
                    <a:pt x="232312" y="985961"/>
                  </a:lnTo>
                  <a:lnTo>
                    <a:pt x="232980" y="989101"/>
                  </a:lnTo>
                  <a:lnTo>
                    <a:pt x="233648" y="918975"/>
                  </a:lnTo>
                  <a:lnTo>
                    <a:pt x="234316" y="1091596"/>
                  </a:lnTo>
                  <a:lnTo>
                    <a:pt x="234984" y="1140411"/>
                  </a:lnTo>
                  <a:lnTo>
                    <a:pt x="235652" y="1215278"/>
                  </a:lnTo>
                  <a:lnTo>
                    <a:pt x="236320" y="1194692"/>
                  </a:lnTo>
                  <a:lnTo>
                    <a:pt x="236988" y="1297706"/>
                  </a:lnTo>
                  <a:lnTo>
                    <a:pt x="237656" y="1307946"/>
                  </a:lnTo>
                  <a:lnTo>
                    <a:pt x="238324" y="1310980"/>
                  </a:lnTo>
                  <a:lnTo>
                    <a:pt x="238992" y="1344310"/>
                  </a:lnTo>
                  <a:lnTo>
                    <a:pt x="239660" y="1280802"/>
                  </a:lnTo>
                  <a:lnTo>
                    <a:pt x="240329" y="1256583"/>
                  </a:lnTo>
                  <a:lnTo>
                    <a:pt x="240997" y="1253977"/>
                  </a:lnTo>
                  <a:lnTo>
                    <a:pt x="241665" y="1260753"/>
                  </a:lnTo>
                  <a:lnTo>
                    <a:pt x="242333" y="1282124"/>
                  </a:lnTo>
                  <a:lnTo>
                    <a:pt x="243001" y="1273263"/>
                  </a:lnTo>
                  <a:lnTo>
                    <a:pt x="243669" y="1305580"/>
                  </a:lnTo>
                  <a:lnTo>
                    <a:pt x="244337" y="1344822"/>
                  </a:lnTo>
                  <a:lnTo>
                    <a:pt x="245005" y="1346359"/>
                  </a:lnTo>
                  <a:lnTo>
                    <a:pt x="245673" y="1220568"/>
                  </a:lnTo>
                  <a:lnTo>
                    <a:pt x="246341" y="1241896"/>
                  </a:lnTo>
                  <a:lnTo>
                    <a:pt x="247009" y="1207690"/>
                  </a:lnTo>
                  <a:lnTo>
                    <a:pt x="247677" y="1015512"/>
                  </a:lnTo>
                  <a:lnTo>
                    <a:pt x="248345" y="998206"/>
                  </a:lnTo>
                  <a:lnTo>
                    <a:pt x="249013" y="1039860"/>
                  </a:lnTo>
                  <a:lnTo>
                    <a:pt x="249681" y="1086788"/>
                  </a:lnTo>
                  <a:lnTo>
                    <a:pt x="250349" y="846754"/>
                  </a:lnTo>
                  <a:lnTo>
                    <a:pt x="251017" y="845708"/>
                  </a:lnTo>
                  <a:lnTo>
                    <a:pt x="251685" y="812214"/>
                  </a:lnTo>
                  <a:lnTo>
                    <a:pt x="252353" y="715921"/>
                  </a:lnTo>
                  <a:lnTo>
                    <a:pt x="253021" y="687661"/>
                  </a:lnTo>
                  <a:lnTo>
                    <a:pt x="253689" y="633234"/>
                  </a:lnTo>
                  <a:lnTo>
                    <a:pt x="254357" y="542174"/>
                  </a:lnTo>
                  <a:lnTo>
                    <a:pt x="255025" y="491934"/>
                  </a:lnTo>
                  <a:lnTo>
                    <a:pt x="255693" y="539034"/>
                  </a:lnTo>
                  <a:lnTo>
                    <a:pt x="256361" y="516007"/>
                  </a:lnTo>
                  <a:lnTo>
                    <a:pt x="257029" y="606020"/>
                  </a:lnTo>
                  <a:lnTo>
                    <a:pt x="257697" y="617534"/>
                  </a:lnTo>
                  <a:lnTo>
                    <a:pt x="258365" y="488793"/>
                  </a:lnTo>
                  <a:lnTo>
                    <a:pt x="259033" y="316093"/>
                  </a:lnTo>
                  <a:lnTo>
                    <a:pt x="259701" y="176886"/>
                  </a:lnTo>
                  <a:lnTo>
                    <a:pt x="260369" y="130833"/>
                  </a:lnTo>
                  <a:lnTo>
                    <a:pt x="261037" y="76406"/>
                  </a:lnTo>
                  <a:lnTo>
                    <a:pt x="261705" y="59659"/>
                  </a:lnTo>
                  <a:lnTo>
                    <a:pt x="262373" y="39773"/>
                  </a:lnTo>
                  <a:lnTo>
                    <a:pt x="263041" y="0"/>
                  </a:lnTo>
                  <a:lnTo>
                    <a:pt x="263041" y="0"/>
                  </a:lnTo>
                  <a:lnTo>
                    <a:pt x="263709" y="19886"/>
                  </a:lnTo>
                  <a:lnTo>
                    <a:pt x="264377" y="512151"/>
                  </a:lnTo>
                  <a:lnTo>
                    <a:pt x="265046" y="526772"/>
                  </a:lnTo>
                  <a:lnTo>
                    <a:pt x="265714" y="895142"/>
                  </a:lnTo>
                  <a:lnTo>
                    <a:pt x="266382" y="881314"/>
                  </a:lnTo>
                  <a:lnTo>
                    <a:pt x="267050" y="793193"/>
                  </a:lnTo>
                  <a:lnTo>
                    <a:pt x="267718" y="731686"/>
                  </a:lnTo>
                  <a:lnTo>
                    <a:pt x="268386" y="758269"/>
                  </a:lnTo>
                  <a:lnTo>
                    <a:pt x="269054" y="822383"/>
                  </a:lnTo>
                  <a:lnTo>
                    <a:pt x="269722" y="840105"/>
                  </a:lnTo>
                  <a:lnTo>
                    <a:pt x="270390" y="842712"/>
                  </a:lnTo>
                  <a:lnTo>
                    <a:pt x="271058" y="853658"/>
                  </a:lnTo>
                  <a:lnTo>
                    <a:pt x="271726" y="850530"/>
                  </a:lnTo>
                  <a:lnTo>
                    <a:pt x="272394" y="863562"/>
                  </a:lnTo>
                  <a:lnTo>
                    <a:pt x="273062" y="878157"/>
                  </a:lnTo>
                  <a:lnTo>
                    <a:pt x="273730" y="865647"/>
                  </a:lnTo>
                  <a:lnTo>
                    <a:pt x="274398" y="695689"/>
                  </a:lnTo>
                  <a:lnTo>
                    <a:pt x="275066" y="727009"/>
                  </a:lnTo>
                  <a:lnTo>
                    <a:pt x="275734" y="453839"/>
                  </a:lnTo>
                  <a:lnTo>
                    <a:pt x="276402" y="359174"/>
                  </a:lnTo>
                  <a:lnTo>
                    <a:pt x="277070" y="16746"/>
                  </a:lnTo>
                  <a:lnTo>
                    <a:pt x="277738" y="512329"/>
                  </a:lnTo>
                  <a:lnTo>
                    <a:pt x="278406" y="618805"/>
                  </a:lnTo>
                  <a:lnTo>
                    <a:pt x="279074" y="566958"/>
                  </a:lnTo>
                  <a:lnTo>
                    <a:pt x="279742" y="542784"/>
                  </a:lnTo>
                  <a:lnTo>
                    <a:pt x="280410" y="529822"/>
                  </a:lnTo>
                  <a:lnTo>
                    <a:pt x="281078" y="528297"/>
                  </a:lnTo>
                  <a:lnTo>
                    <a:pt x="281746" y="561083"/>
                  </a:lnTo>
                  <a:lnTo>
                    <a:pt x="282414" y="612931"/>
                  </a:lnTo>
                  <a:lnTo>
                    <a:pt x="283082" y="576332"/>
                  </a:lnTo>
                  <a:lnTo>
                    <a:pt x="283750" y="564896"/>
                  </a:lnTo>
                  <a:lnTo>
                    <a:pt x="284418" y="569470"/>
                  </a:lnTo>
                  <a:lnTo>
                    <a:pt x="285086" y="538972"/>
                  </a:lnTo>
                  <a:lnTo>
                    <a:pt x="285754" y="529822"/>
                  </a:lnTo>
                  <a:lnTo>
                    <a:pt x="286422" y="577095"/>
                  </a:lnTo>
                  <a:lnTo>
                    <a:pt x="287090" y="602257"/>
                  </a:lnTo>
                  <a:lnTo>
                    <a:pt x="287758" y="621947"/>
                  </a:lnTo>
                  <a:lnTo>
                    <a:pt x="288426" y="574814"/>
                  </a:lnTo>
                  <a:lnTo>
                    <a:pt x="289095" y="672738"/>
                  </a:lnTo>
                  <a:lnTo>
                    <a:pt x="289763" y="566247"/>
                  </a:lnTo>
                  <a:lnTo>
                    <a:pt x="290431" y="649981"/>
                  </a:lnTo>
                  <a:lnTo>
                    <a:pt x="291099" y="668821"/>
                  </a:lnTo>
                  <a:lnTo>
                    <a:pt x="291767" y="684521"/>
                  </a:lnTo>
                  <a:lnTo>
                    <a:pt x="292435" y="641607"/>
                  </a:lnTo>
                  <a:lnTo>
                    <a:pt x="293103" y="738948"/>
                  </a:lnTo>
                  <a:lnTo>
                    <a:pt x="293771" y="835241"/>
                  </a:lnTo>
                  <a:lnTo>
                    <a:pt x="294439" y="873968"/>
                  </a:lnTo>
                  <a:lnTo>
                    <a:pt x="295107" y="815354"/>
                  </a:lnTo>
                  <a:lnTo>
                    <a:pt x="295775" y="810121"/>
                  </a:lnTo>
                  <a:lnTo>
                    <a:pt x="296443" y="898041"/>
                  </a:lnTo>
                  <a:lnTo>
                    <a:pt x="297111" y="936768"/>
                  </a:lnTo>
                  <a:lnTo>
                    <a:pt x="297779" y="894901"/>
                  </a:lnTo>
                  <a:lnTo>
                    <a:pt x="298447" y="939908"/>
                  </a:lnTo>
                  <a:lnTo>
                    <a:pt x="299115" y="907461"/>
                  </a:lnTo>
                  <a:lnTo>
                    <a:pt x="299783" y="851988"/>
                  </a:lnTo>
                  <a:lnTo>
                    <a:pt x="300451" y="859315"/>
                  </a:lnTo>
                  <a:lnTo>
                    <a:pt x="301119" y="876061"/>
                  </a:lnTo>
                  <a:lnTo>
                    <a:pt x="301787" y="889668"/>
                  </a:lnTo>
                  <a:lnTo>
                    <a:pt x="302455" y="959795"/>
                  </a:lnTo>
                  <a:lnTo>
                    <a:pt x="303123" y="928395"/>
                  </a:lnTo>
                  <a:lnTo>
                    <a:pt x="303791" y="900135"/>
                  </a:lnTo>
                  <a:lnTo>
                    <a:pt x="304459" y="936768"/>
                  </a:lnTo>
                  <a:lnTo>
                    <a:pt x="305127" y="1182753"/>
                  </a:lnTo>
                  <a:lnTo>
                    <a:pt x="305795" y="1202469"/>
                  </a:lnTo>
                  <a:lnTo>
                    <a:pt x="306463" y="1165548"/>
                  </a:lnTo>
                  <a:lnTo>
                    <a:pt x="307131" y="1123914"/>
                  </a:lnTo>
                  <a:lnTo>
                    <a:pt x="307799" y="1161144"/>
                  </a:lnTo>
                  <a:lnTo>
                    <a:pt x="308467" y="1288704"/>
                  </a:lnTo>
                  <a:lnTo>
                    <a:pt x="309135" y="1261700"/>
                  </a:lnTo>
                  <a:lnTo>
                    <a:pt x="309803" y="1210091"/>
                  </a:lnTo>
                  <a:lnTo>
                    <a:pt x="310471" y="1198689"/>
                  </a:lnTo>
                  <a:lnTo>
                    <a:pt x="311139" y="1206490"/>
                  </a:lnTo>
                  <a:lnTo>
                    <a:pt x="311807" y="1180086"/>
                  </a:lnTo>
                  <a:lnTo>
                    <a:pt x="312475" y="1123480"/>
                  </a:lnTo>
                  <a:lnTo>
                    <a:pt x="313143" y="1230610"/>
                  </a:lnTo>
                  <a:lnTo>
                    <a:pt x="313812" y="1210635"/>
                  </a:lnTo>
                  <a:lnTo>
                    <a:pt x="314480" y="1170056"/>
                  </a:lnTo>
                  <a:lnTo>
                    <a:pt x="315148" y="1169534"/>
                  </a:lnTo>
                  <a:lnTo>
                    <a:pt x="315816" y="1159931"/>
                  </a:lnTo>
                  <a:lnTo>
                    <a:pt x="316484" y="1112300"/>
                  </a:lnTo>
                  <a:lnTo>
                    <a:pt x="317152" y="1098471"/>
                  </a:lnTo>
                  <a:lnTo>
                    <a:pt x="317820" y="943262"/>
                  </a:lnTo>
                  <a:lnTo>
                    <a:pt x="318488" y="969450"/>
                  </a:lnTo>
                  <a:lnTo>
                    <a:pt x="319156" y="1016858"/>
                  </a:lnTo>
                  <a:lnTo>
                    <a:pt x="319824" y="1070867"/>
                  </a:lnTo>
                  <a:lnTo>
                    <a:pt x="320492" y="1053464"/>
                  </a:lnTo>
                  <a:lnTo>
                    <a:pt x="321160" y="1031260"/>
                  </a:lnTo>
                  <a:lnTo>
                    <a:pt x="321828" y="1018658"/>
                  </a:lnTo>
                  <a:lnTo>
                    <a:pt x="322496" y="787535"/>
                  </a:lnTo>
                  <a:lnTo>
                    <a:pt x="323164" y="718570"/>
                  </a:lnTo>
                  <a:lnTo>
                    <a:pt x="323832" y="639109"/>
                  </a:lnTo>
                  <a:lnTo>
                    <a:pt x="324500" y="294113"/>
                  </a:lnTo>
                  <a:lnTo>
                    <a:pt x="325168" y="290973"/>
                  </a:lnTo>
                  <a:lnTo>
                    <a:pt x="325836" y="256433"/>
                  </a:lnTo>
                  <a:lnTo>
                    <a:pt x="326504" y="250153"/>
                  </a:lnTo>
                  <a:lnTo>
                    <a:pt x="327172" y="303533"/>
                  </a:lnTo>
                  <a:lnTo>
                    <a:pt x="327840" y="609058"/>
                  </a:lnTo>
                  <a:lnTo>
                    <a:pt x="328508" y="573243"/>
                  </a:lnTo>
                  <a:lnTo>
                    <a:pt x="329176" y="543547"/>
                  </a:lnTo>
                  <a:lnTo>
                    <a:pt x="329844" y="746530"/>
                  </a:lnTo>
                  <a:lnTo>
                    <a:pt x="330512" y="792420"/>
                  </a:lnTo>
                  <a:lnTo>
                    <a:pt x="331180" y="710859"/>
                  </a:lnTo>
                  <a:lnTo>
                    <a:pt x="331848" y="666563"/>
                  </a:lnTo>
                  <a:lnTo>
                    <a:pt x="332516" y="667169"/>
                  </a:lnTo>
                  <a:lnTo>
                    <a:pt x="333184" y="651393"/>
                  </a:lnTo>
                  <a:lnTo>
                    <a:pt x="333852" y="688407"/>
                  </a:lnTo>
                  <a:lnTo>
                    <a:pt x="334520" y="854169"/>
                  </a:lnTo>
                  <a:lnTo>
                    <a:pt x="335188" y="841877"/>
                  </a:lnTo>
                  <a:lnTo>
                    <a:pt x="335856" y="862519"/>
                  </a:lnTo>
                  <a:lnTo>
                    <a:pt x="336524" y="889624"/>
                  </a:lnTo>
                  <a:lnTo>
                    <a:pt x="337192" y="870859"/>
                  </a:lnTo>
                  <a:lnTo>
                    <a:pt x="337860" y="916653"/>
                  </a:lnTo>
                  <a:lnTo>
                    <a:pt x="338529" y="944310"/>
                  </a:lnTo>
                  <a:lnTo>
                    <a:pt x="339197" y="761223"/>
                  </a:lnTo>
                  <a:lnTo>
                    <a:pt x="339865" y="776817"/>
                  </a:lnTo>
                  <a:lnTo>
                    <a:pt x="340533" y="754007"/>
                  </a:lnTo>
                  <a:lnTo>
                    <a:pt x="341201" y="651816"/>
                  </a:lnTo>
                  <a:lnTo>
                    <a:pt x="341869" y="767711"/>
                  </a:lnTo>
                  <a:lnTo>
                    <a:pt x="342537" y="824896"/>
                  </a:lnTo>
                  <a:lnTo>
                    <a:pt x="343205" y="908768"/>
                  </a:lnTo>
                  <a:lnTo>
                    <a:pt x="343873" y="945366"/>
                  </a:lnTo>
                  <a:lnTo>
                    <a:pt x="344541" y="997441"/>
                  </a:lnTo>
                  <a:lnTo>
                    <a:pt x="345209" y="1011834"/>
                  </a:lnTo>
                  <a:lnTo>
                    <a:pt x="345877" y="1019159"/>
                  </a:lnTo>
                  <a:lnTo>
                    <a:pt x="346545" y="1090136"/>
                  </a:lnTo>
                  <a:lnTo>
                    <a:pt x="347213" y="1280541"/>
                  </a:lnTo>
                  <a:lnTo>
                    <a:pt x="347881" y="1319309"/>
                  </a:lnTo>
                  <a:lnTo>
                    <a:pt x="348549" y="1351635"/>
                  </a:lnTo>
                  <a:lnTo>
                    <a:pt x="349217" y="1423237"/>
                  </a:lnTo>
                  <a:lnTo>
                    <a:pt x="349885" y="1505129"/>
                  </a:lnTo>
                  <a:lnTo>
                    <a:pt x="350553" y="1526640"/>
                  </a:lnTo>
                  <a:lnTo>
                    <a:pt x="351221" y="1537908"/>
                  </a:lnTo>
                  <a:lnTo>
                    <a:pt x="351889" y="1539444"/>
                  </a:lnTo>
                  <a:lnTo>
                    <a:pt x="352557" y="1529196"/>
                  </a:lnTo>
                  <a:lnTo>
                    <a:pt x="353225" y="1511994"/>
                  </a:lnTo>
                  <a:lnTo>
                    <a:pt x="353893" y="1516164"/>
                  </a:lnTo>
                  <a:lnTo>
                    <a:pt x="354561" y="1489581"/>
                  </a:lnTo>
                  <a:lnTo>
                    <a:pt x="355229" y="1493229"/>
                  </a:lnTo>
                  <a:lnTo>
                    <a:pt x="355897" y="1516909"/>
                  </a:lnTo>
                  <a:lnTo>
                    <a:pt x="356565" y="1510763"/>
                  </a:lnTo>
                  <a:lnTo>
                    <a:pt x="357233" y="1423727"/>
                  </a:lnTo>
                  <a:lnTo>
                    <a:pt x="357901" y="1400180"/>
                  </a:lnTo>
                  <a:lnTo>
                    <a:pt x="358569" y="1310587"/>
                  </a:lnTo>
                  <a:lnTo>
                    <a:pt x="359237" y="1317449"/>
                  </a:lnTo>
                  <a:lnTo>
                    <a:pt x="359905" y="1283900"/>
                  </a:lnTo>
                  <a:lnTo>
                    <a:pt x="360573" y="1245777"/>
                  </a:lnTo>
                  <a:lnTo>
                    <a:pt x="361241" y="1349914"/>
                  </a:lnTo>
                  <a:lnTo>
                    <a:pt x="361909" y="1317305"/>
                  </a:lnTo>
                  <a:lnTo>
                    <a:pt x="362578" y="1196217"/>
                  </a:lnTo>
                  <a:lnTo>
                    <a:pt x="363246" y="1172580"/>
                  </a:lnTo>
                  <a:lnTo>
                    <a:pt x="363914" y="1268301"/>
                  </a:lnTo>
                  <a:lnTo>
                    <a:pt x="364582" y="1343798"/>
                  </a:lnTo>
                  <a:lnTo>
                    <a:pt x="365250" y="1274305"/>
                  </a:lnTo>
                  <a:lnTo>
                    <a:pt x="365918" y="1249145"/>
                  </a:lnTo>
                  <a:lnTo>
                    <a:pt x="366586" y="1225003"/>
                  </a:lnTo>
                  <a:lnTo>
                    <a:pt x="367254" y="1226896"/>
                  </a:lnTo>
                  <a:lnTo>
                    <a:pt x="367922" y="1207488"/>
                  </a:lnTo>
                  <a:lnTo>
                    <a:pt x="368590" y="1187133"/>
                  </a:lnTo>
                  <a:lnTo>
                    <a:pt x="369258" y="1180980"/>
                  </a:lnTo>
                  <a:lnTo>
                    <a:pt x="369926" y="1187133"/>
                  </a:lnTo>
                  <a:lnTo>
                    <a:pt x="370594" y="1129398"/>
                  </a:lnTo>
                  <a:lnTo>
                    <a:pt x="371262" y="1129920"/>
                  </a:lnTo>
                  <a:lnTo>
                    <a:pt x="371930" y="1127834"/>
                  </a:lnTo>
                  <a:lnTo>
                    <a:pt x="372598" y="1117931"/>
                  </a:lnTo>
                  <a:lnTo>
                    <a:pt x="373266" y="1192814"/>
                  </a:lnTo>
                  <a:lnTo>
                    <a:pt x="373934" y="1147121"/>
                  </a:lnTo>
                  <a:lnTo>
                    <a:pt x="374602" y="1136174"/>
                  </a:lnTo>
                  <a:lnTo>
                    <a:pt x="375270" y="1180930"/>
                  </a:lnTo>
                  <a:lnTo>
                    <a:pt x="375938" y="1122267"/>
                  </a:lnTo>
                  <a:lnTo>
                    <a:pt x="376606" y="1135616"/>
                  </a:lnTo>
                  <a:lnTo>
                    <a:pt x="377274" y="1131975"/>
                  </a:lnTo>
                  <a:lnTo>
                    <a:pt x="377942" y="1110738"/>
                  </a:lnTo>
                  <a:lnTo>
                    <a:pt x="378610" y="1096174"/>
                  </a:lnTo>
                  <a:lnTo>
                    <a:pt x="379278" y="1051271"/>
                  </a:lnTo>
                  <a:lnTo>
                    <a:pt x="379946" y="1065228"/>
                  </a:lnTo>
                  <a:lnTo>
                    <a:pt x="380614" y="1152761"/>
                  </a:lnTo>
                  <a:lnTo>
                    <a:pt x="381282" y="1142005"/>
                  </a:lnTo>
                  <a:lnTo>
                    <a:pt x="381950" y="1096038"/>
                  </a:lnTo>
                  <a:lnTo>
                    <a:pt x="382618" y="1092838"/>
                  </a:lnTo>
                  <a:lnTo>
                    <a:pt x="383286" y="948116"/>
                  </a:lnTo>
                  <a:lnTo>
                    <a:pt x="383954" y="910495"/>
                  </a:lnTo>
                  <a:lnTo>
                    <a:pt x="384622" y="901038"/>
                  </a:lnTo>
                  <a:lnTo>
                    <a:pt x="385290" y="899838"/>
                  </a:lnTo>
                  <a:lnTo>
                    <a:pt x="385958" y="910040"/>
                  </a:lnTo>
                  <a:lnTo>
                    <a:pt x="386626" y="940045"/>
                  </a:lnTo>
                  <a:lnTo>
                    <a:pt x="387295" y="916641"/>
                  </a:lnTo>
                  <a:lnTo>
                    <a:pt x="387963" y="709001"/>
                  </a:lnTo>
                  <a:lnTo>
                    <a:pt x="388631" y="709764"/>
                  </a:lnTo>
                  <a:lnTo>
                    <a:pt x="389299" y="681553"/>
                  </a:lnTo>
                  <a:lnTo>
                    <a:pt x="389967" y="596919"/>
                  </a:lnTo>
                  <a:lnTo>
                    <a:pt x="390635" y="550408"/>
                  </a:lnTo>
                  <a:lnTo>
                    <a:pt x="391303" y="466538"/>
                  </a:lnTo>
                  <a:lnTo>
                    <a:pt x="391971" y="702912"/>
                  </a:lnTo>
                  <a:lnTo>
                    <a:pt x="392639" y="771416"/>
                  </a:lnTo>
                  <a:lnTo>
                    <a:pt x="393307" y="800821"/>
                  </a:lnTo>
                  <a:lnTo>
                    <a:pt x="393975" y="848829"/>
                  </a:lnTo>
                  <a:lnTo>
                    <a:pt x="394643" y="905839"/>
                  </a:lnTo>
                  <a:lnTo>
                    <a:pt x="395311" y="914136"/>
                  </a:lnTo>
                  <a:lnTo>
                    <a:pt x="395979" y="896538"/>
                  </a:lnTo>
                  <a:lnTo>
                    <a:pt x="396647" y="846174"/>
                  </a:lnTo>
                  <a:lnTo>
                    <a:pt x="397315" y="824330"/>
                  </a:lnTo>
                  <a:lnTo>
                    <a:pt x="397983" y="871660"/>
                  </a:lnTo>
                  <a:lnTo>
                    <a:pt x="398651" y="922631"/>
                  </a:lnTo>
                  <a:lnTo>
                    <a:pt x="399319" y="986344"/>
                  </a:lnTo>
                  <a:lnTo>
                    <a:pt x="399987" y="1063666"/>
                  </a:lnTo>
                  <a:lnTo>
                    <a:pt x="400655" y="1153081"/>
                  </a:lnTo>
                  <a:lnTo>
                    <a:pt x="401323" y="1173484"/>
                  </a:lnTo>
                  <a:lnTo>
                    <a:pt x="401991" y="1019673"/>
                  </a:lnTo>
                  <a:lnTo>
                    <a:pt x="402659" y="944808"/>
                  </a:lnTo>
                  <a:lnTo>
                    <a:pt x="403327" y="900818"/>
                  </a:lnTo>
                  <a:lnTo>
                    <a:pt x="403995" y="870181"/>
                  </a:lnTo>
                  <a:lnTo>
                    <a:pt x="404663" y="811855"/>
                  </a:lnTo>
                  <a:lnTo>
                    <a:pt x="405331" y="479373"/>
                  </a:lnTo>
                  <a:lnTo>
                    <a:pt x="405999" y="513913"/>
                  </a:lnTo>
                  <a:lnTo>
                    <a:pt x="406667" y="624861"/>
                  </a:lnTo>
                  <a:lnTo>
                    <a:pt x="407335" y="621721"/>
                  </a:lnTo>
                  <a:lnTo>
                    <a:pt x="408003" y="535894"/>
                  </a:lnTo>
                  <a:lnTo>
                    <a:pt x="408671" y="429134"/>
                  </a:lnTo>
                  <a:lnTo>
                    <a:pt x="409339" y="321326"/>
                  </a:lnTo>
                  <a:lnTo>
                    <a:pt x="410007" y="293067"/>
                  </a:lnTo>
                  <a:lnTo>
                    <a:pt x="410675" y="292020"/>
                  </a:lnTo>
                  <a:lnTo>
                    <a:pt x="411343" y="354821"/>
                  </a:lnTo>
                  <a:lnTo>
                    <a:pt x="412012" y="423900"/>
                  </a:lnTo>
                  <a:lnTo>
                    <a:pt x="412680" y="489840"/>
                  </a:lnTo>
                  <a:lnTo>
                    <a:pt x="413348" y="507634"/>
                  </a:lnTo>
                  <a:lnTo>
                    <a:pt x="414016" y="510774"/>
                  </a:lnTo>
                  <a:lnTo>
                    <a:pt x="414684" y="428087"/>
                  </a:lnTo>
                  <a:lnTo>
                    <a:pt x="415352" y="446927"/>
                  </a:lnTo>
                  <a:lnTo>
                    <a:pt x="416020" y="446927"/>
                  </a:lnTo>
                  <a:lnTo>
                    <a:pt x="416688" y="385173"/>
                  </a:lnTo>
                  <a:lnTo>
                    <a:pt x="417356" y="476233"/>
                  </a:lnTo>
                  <a:lnTo>
                    <a:pt x="418024" y="598694"/>
                  </a:lnTo>
                  <a:lnTo>
                    <a:pt x="418692" y="652074"/>
                  </a:lnTo>
                  <a:lnTo>
                    <a:pt x="419360" y="723247"/>
                  </a:lnTo>
                  <a:lnTo>
                    <a:pt x="420028" y="724294"/>
                  </a:lnTo>
                  <a:lnTo>
                    <a:pt x="420696" y="618581"/>
                  </a:lnTo>
                  <a:lnTo>
                    <a:pt x="421364" y="587181"/>
                  </a:lnTo>
                  <a:lnTo>
                    <a:pt x="422032" y="572527"/>
                  </a:lnTo>
                  <a:lnTo>
                    <a:pt x="422700" y="623814"/>
                  </a:lnTo>
                  <a:lnTo>
                    <a:pt x="423368" y="698128"/>
                  </a:lnTo>
                  <a:lnTo>
                    <a:pt x="424036" y="730574"/>
                  </a:lnTo>
                  <a:lnTo>
                    <a:pt x="424704" y="850941"/>
                  </a:lnTo>
                  <a:lnTo>
                    <a:pt x="425372" y="1075434"/>
                  </a:lnTo>
                  <a:lnTo>
                    <a:pt x="426040" y="1139625"/>
                  </a:lnTo>
                  <a:lnTo>
                    <a:pt x="426708" y="1189115"/>
                  </a:lnTo>
                  <a:lnTo>
                    <a:pt x="427376" y="1144369"/>
                  </a:lnTo>
                  <a:lnTo>
                    <a:pt x="428044" y="1135982"/>
                  </a:lnTo>
                  <a:lnTo>
                    <a:pt x="428712" y="1123783"/>
                  </a:lnTo>
                  <a:lnTo>
                    <a:pt x="429380" y="1276102"/>
                  </a:lnTo>
                  <a:lnTo>
                    <a:pt x="430048" y="1295305"/>
                  </a:lnTo>
                  <a:lnTo>
                    <a:pt x="430716" y="1353456"/>
                  </a:lnTo>
                  <a:lnTo>
                    <a:pt x="431384" y="1399572"/>
                  </a:lnTo>
                  <a:lnTo>
                    <a:pt x="432052" y="1418990"/>
                  </a:lnTo>
                  <a:lnTo>
                    <a:pt x="432720" y="1400179"/>
                  </a:lnTo>
                  <a:lnTo>
                    <a:pt x="433388" y="1343747"/>
                  </a:lnTo>
                  <a:lnTo>
                    <a:pt x="434056" y="1309160"/>
                  </a:lnTo>
                  <a:lnTo>
                    <a:pt x="434724" y="1254548"/>
                  </a:lnTo>
                  <a:lnTo>
                    <a:pt x="435392" y="1248497"/>
                  </a:lnTo>
                  <a:lnTo>
                    <a:pt x="436060" y="1227494"/>
                  </a:lnTo>
                  <a:lnTo>
                    <a:pt x="436729" y="1226893"/>
                  </a:lnTo>
                  <a:lnTo>
                    <a:pt x="437397" y="1147419"/>
                  </a:lnTo>
                  <a:lnTo>
                    <a:pt x="438065" y="1166481"/>
                  </a:lnTo>
                  <a:lnTo>
                    <a:pt x="438733" y="1196002"/>
                  </a:lnTo>
                  <a:lnTo>
                    <a:pt x="439401" y="1201684"/>
                  </a:lnTo>
                  <a:lnTo>
                    <a:pt x="440069" y="1166267"/>
                  </a:lnTo>
                  <a:lnTo>
                    <a:pt x="440737" y="949328"/>
                  </a:lnTo>
                  <a:lnTo>
                    <a:pt x="441405" y="903275"/>
                  </a:lnTo>
                  <a:lnTo>
                    <a:pt x="442073" y="907461"/>
                  </a:lnTo>
                  <a:lnTo>
                    <a:pt x="442741" y="966075"/>
                  </a:lnTo>
                  <a:lnTo>
                    <a:pt x="443409" y="1063415"/>
                  </a:lnTo>
                  <a:lnTo>
                    <a:pt x="444077" y="1154475"/>
                  </a:lnTo>
                  <a:lnTo>
                    <a:pt x="444745" y="1231928"/>
                  </a:lnTo>
                  <a:lnTo>
                    <a:pt x="445413" y="1305195"/>
                  </a:lnTo>
                  <a:lnTo>
                    <a:pt x="446081" y="1358575"/>
                  </a:lnTo>
                  <a:lnTo>
                    <a:pt x="446749" y="1362762"/>
                  </a:lnTo>
                  <a:lnTo>
                    <a:pt x="447417" y="1328222"/>
                  </a:lnTo>
                  <a:lnTo>
                    <a:pt x="448085" y="1284262"/>
                  </a:lnTo>
                  <a:lnTo>
                    <a:pt x="448753" y="1292635"/>
                  </a:lnTo>
                  <a:lnTo>
                    <a:pt x="449421" y="1304149"/>
                  </a:lnTo>
                  <a:lnTo>
                    <a:pt x="450089" y="1341829"/>
                  </a:lnTo>
                  <a:lnTo>
                    <a:pt x="450757" y="1392069"/>
                  </a:lnTo>
                  <a:lnTo>
                    <a:pt x="451425" y="1421376"/>
                  </a:lnTo>
                  <a:lnTo>
                    <a:pt x="452093" y="1320895"/>
                  </a:lnTo>
                  <a:lnTo>
                    <a:pt x="452761" y="1254955"/>
                  </a:lnTo>
                  <a:lnTo>
                    <a:pt x="453429" y="1184828"/>
                  </a:lnTo>
                  <a:lnTo>
                    <a:pt x="454097" y="1128308"/>
                  </a:lnTo>
                  <a:lnTo>
                    <a:pt x="454765" y="1120982"/>
                  </a:lnTo>
                  <a:lnTo>
                    <a:pt x="455433" y="1088535"/>
                  </a:lnTo>
                  <a:lnTo>
                    <a:pt x="456101" y="1061322"/>
                  </a:lnTo>
                  <a:lnTo>
                    <a:pt x="456769" y="1068648"/>
                  </a:lnTo>
                  <a:lnTo>
                    <a:pt x="457437" y="1075975"/>
                  </a:lnTo>
                  <a:lnTo>
                    <a:pt x="458105" y="1078068"/>
                  </a:lnTo>
                  <a:lnTo>
                    <a:pt x="458773" y="1077022"/>
                  </a:lnTo>
                  <a:lnTo>
                    <a:pt x="459441" y="1077022"/>
                  </a:lnTo>
                  <a:lnTo>
                    <a:pt x="460109" y="1095862"/>
                  </a:lnTo>
                  <a:lnTo>
                    <a:pt x="460778" y="1103188"/>
                  </a:lnTo>
                  <a:lnTo>
                    <a:pt x="461446" y="1111562"/>
                  </a:lnTo>
                  <a:lnTo>
                    <a:pt x="462114" y="1336139"/>
                  </a:lnTo>
                  <a:lnTo>
                    <a:pt x="462782" y="1397286"/>
                  </a:lnTo>
                  <a:lnTo>
                    <a:pt x="463450" y="1412757"/>
                  </a:lnTo>
                  <a:lnTo>
                    <a:pt x="464118" y="1437918"/>
                  </a:lnTo>
                  <a:lnTo>
                    <a:pt x="464786" y="1400558"/>
                  </a:lnTo>
                  <a:lnTo>
                    <a:pt x="465454" y="1460933"/>
                  </a:lnTo>
                  <a:lnTo>
                    <a:pt x="466122" y="1445931"/>
                  </a:lnTo>
                  <a:lnTo>
                    <a:pt x="466790" y="1424451"/>
                  </a:lnTo>
                  <a:lnTo>
                    <a:pt x="467458" y="1424451"/>
                  </a:lnTo>
                  <a:lnTo>
                    <a:pt x="468126" y="1452970"/>
                  </a:lnTo>
                  <a:lnTo>
                    <a:pt x="468794" y="1464499"/>
                  </a:lnTo>
                  <a:lnTo>
                    <a:pt x="469462" y="1454791"/>
                  </a:lnTo>
                  <a:lnTo>
                    <a:pt x="470130" y="1424451"/>
                  </a:lnTo>
                  <a:lnTo>
                    <a:pt x="470798" y="1385616"/>
                  </a:lnTo>
                  <a:lnTo>
                    <a:pt x="471466" y="1341927"/>
                  </a:lnTo>
                  <a:lnTo>
                    <a:pt x="472134" y="1307907"/>
                  </a:lnTo>
                  <a:lnTo>
                    <a:pt x="472802" y="1270101"/>
                  </a:lnTo>
                  <a:lnTo>
                    <a:pt x="473470" y="1159619"/>
                  </a:lnTo>
                  <a:lnTo>
                    <a:pt x="474138" y="1177155"/>
                  </a:lnTo>
                  <a:lnTo>
                    <a:pt x="474806" y="1241965"/>
                  </a:lnTo>
                  <a:lnTo>
                    <a:pt x="475474" y="1255887"/>
                  </a:lnTo>
                  <a:lnTo>
                    <a:pt x="476142" y="1291237"/>
                  </a:lnTo>
                  <a:lnTo>
                    <a:pt x="476810" y="1159708"/>
                  </a:lnTo>
                  <a:lnTo>
                    <a:pt x="477478" y="1186922"/>
                  </a:lnTo>
                  <a:lnTo>
                    <a:pt x="478146" y="1149242"/>
                  </a:lnTo>
                  <a:lnTo>
                    <a:pt x="478814" y="1094815"/>
                  </a:lnTo>
                  <a:lnTo>
                    <a:pt x="479482" y="1097955"/>
                  </a:lnTo>
                  <a:lnTo>
                    <a:pt x="480150" y="1115748"/>
                  </a:lnTo>
                  <a:lnTo>
                    <a:pt x="480818" y="1137728"/>
                  </a:lnTo>
                  <a:lnTo>
                    <a:pt x="481486" y="1195295"/>
                  </a:lnTo>
                  <a:lnTo>
                    <a:pt x="482154" y="1281122"/>
                  </a:lnTo>
                  <a:lnTo>
                    <a:pt x="482822" y="1347062"/>
                  </a:lnTo>
                  <a:lnTo>
                    <a:pt x="483490" y="1348109"/>
                  </a:lnTo>
                  <a:lnTo>
                    <a:pt x="484158" y="1268562"/>
                  </a:lnTo>
                  <a:lnTo>
                    <a:pt x="484826" y="1179595"/>
                  </a:lnTo>
                  <a:lnTo>
                    <a:pt x="485495" y="1096908"/>
                  </a:lnTo>
                  <a:lnTo>
                    <a:pt x="486163" y="1035155"/>
                  </a:lnTo>
                  <a:lnTo>
                    <a:pt x="486831" y="988055"/>
                  </a:lnTo>
                  <a:lnTo>
                    <a:pt x="487499" y="1122524"/>
                  </a:lnTo>
                  <a:lnTo>
                    <a:pt x="488167" y="1121558"/>
                  </a:lnTo>
                  <a:lnTo>
                    <a:pt x="488835" y="1147419"/>
                  </a:lnTo>
                  <a:lnTo>
                    <a:pt x="489503" y="1133695"/>
                  </a:lnTo>
                  <a:lnTo>
                    <a:pt x="490171" y="1120733"/>
                  </a:lnTo>
                  <a:lnTo>
                    <a:pt x="490839" y="1120733"/>
                  </a:lnTo>
                  <a:lnTo>
                    <a:pt x="491507" y="1116920"/>
                  </a:lnTo>
                  <a:lnTo>
                    <a:pt x="492175" y="1071935"/>
                  </a:lnTo>
                  <a:lnTo>
                    <a:pt x="492843" y="1055923"/>
                  </a:lnTo>
                  <a:lnTo>
                    <a:pt x="493511" y="1047536"/>
                  </a:lnTo>
                  <a:lnTo>
                    <a:pt x="494179" y="1057448"/>
                  </a:lnTo>
                  <a:lnTo>
                    <a:pt x="494847" y="1087184"/>
                  </a:lnTo>
                  <a:lnTo>
                    <a:pt x="495515" y="1168768"/>
                  </a:lnTo>
                  <a:lnTo>
                    <a:pt x="496183" y="1218328"/>
                  </a:lnTo>
                  <a:lnTo>
                    <a:pt x="496851" y="1245015"/>
                  </a:lnTo>
                  <a:lnTo>
                    <a:pt x="497519" y="1276501"/>
                  </a:lnTo>
                  <a:lnTo>
                    <a:pt x="498187" y="1316374"/>
                  </a:lnTo>
                  <a:lnTo>
                    <a:pt x="498855" y="1187969"/>
                  </a:lnTo>
                  <a:lnTo>
                    <a:pt x="499523" y="1235069"/>
                  </a:lnTo>
                  <a:lnTo>
                    <a:pt x="500191" y="1280075"/>
                  </a:lnTo>
                  <a:lnTo>
                    <a:pt x="500859" y="1296822"/>
                  </a:lnTo>
                  <a:lnTo>
                    <a:pt x="501527" y="1337642"/>
                  </a:lnTo>
                  <a:lnTo>
                    <a:pt x="502195" y="1403582"/>
                  </a:lnTo>
                  <a:lnTo>
                    <a:pt x="502863" y="1409862"/>
                  </a:lnTo>
                  <a:lnTo>
                    <a:pt x="503531" y="1362762"/>
                  </a:lnTo>
                  <a:lnTo>
                    <a:pt x="504199" y="1492517"/>
                  </a:lnTo>
                  <a:lnTo>
                    <a:pt x="504867" y="1522189"/>
                  </a:lnTo>
                  <a:lnTo>
                    <a:pt x="505535" y="1526902"/>
                  </a:lnTo>
                  <a:lnTo>
                    <a:pt x="506203" y="1533329"/>
                  </a:lnTo>
                  <a:lnTo>
                    <a:pt x="506871" y="1542376"/>
                  </a:lnTo>
                  <a:lnTo>
                    <a:pt x="507539" y="1540851"/>
                  </a:lnTo>
                  <a:lnTo>
                    <a:pt x="508207" y="1513402"/>
                  </a:lnTo>
                  <a:lnTo>
                    <a:pt x="508875" y="1527919"/>
                  </a:lnTo>
                  <a:lnTo>
                    <a:pt x="509543" y="1474135"/>
                  </a:lnTo>
                  <a:lnTo>
                    <a:pt x="510212" y="1472935"/>
                  </a:lnTo>
                  <a:lnTo>
                    <a:pt x="510880" y="1468140"/>
                  </a:lnTo>
                  <a:lnTo>
                    <a:pt x="511548" y="1466320"/>
                  </a:lnTo>
                  <a:lnTo>
                    <a:pt x="512216" y="1445689"/>
                  </a:lnTo>
                  <a:lnTo>
                    <a:pt x="512884" y="1449330"/>
                  </a:lnTo>
                  <a:lnTo>
                    <a:pt x="513552" y="1477849"/>
                  </a:lnTo>
                  <a:lnTo>
                    <a:pt x="514220" y="1483137"/>
                  </a:lnTo>
                  <a:lnTo>
                    <a:pt x="514888" y="1481937"/>
                  </a:lnTo>
                  <a:lnTo>
                    <a:pt x="515556" y="1481937"/>
                  </a:lnTo>
                  <a:lnTo>
                    <a:pt x="516224" y="1459376"/>
                  </a:lnTo>
                  <a:lnTo>
                    <a:pt x="516892" y="1380733"/>
                  </a:lnTo>
                  <a:lnTo>
                    <a:pt x="517560" y="1361672"/>
                  </a:lnTo>
                  <a:lnTo>
                    <a:pt x="518228" y="1373109"/>
                  </a:lnTo>
                  <a:lnTo>
                    <a:pt x="518896" y="1416798"/>
                  </a:lnTo>
                  <a:lnTo>
                    <a:pt x="519564" y="1484482"/>
                  </a:lnTo>
                  <a:lnTo>
                    <a:pt x="520232" y="1476396"/>
                  </a:lnTo>
                  <a:lnTo>
                    <a:pt x="520900" y="1403582"/>
                  </a:lnTo>
                  <a:lnTo>
                    <a:pt x="521568" y="1396255"/>
                  </a:lnTo>
                  <a:lnTo>
                    <a:pt x="522236" y="1431842"/>
                  </a:lnTo>
                  <a:lnTo>
                    <a:pt x="522904" y="1441262"/>
                  </a:lnTo>
                  <a:lnTo>
                    <a:pt x="523572" y="1471616"/>
                  </a:lnTo>
                  <a:lnTo>
                    <a:pt x="524240" y="1500922"/>
                  </a:lnTo>
                  <a:lnTo>
                    <a:pt x="524908" y="1521856"/>
                  </a:lnTo>
                  <a:lnTo>
                    <a:pt x="525576" y="1521856"/>
                  </a:lnTo>
                  <a:lnTo>
                    <a:pt x="526244" y="1539649"/>
                  </a:lnTo>
                  <a:lnTo>
                    <a:pt x="526912" y="1544882"/>
                  </a:lnTo>
                  <a:lnTo>
                    <a:pt x="527580" y="1583609"/>
                  </a:lnTo>
                  <a:lnTo>
                    <a:pt x="528248" y="1605589"/>
                  </a:lnTo>
                  <a:lnTo>
                    <a:pt x="528916" y="1623383"/>
                  </a:lnTo>
                  <a:lnTo>
                    <a:pt x="529584" y="1633849"/>
                  </a:lnTo>
                  <a:lnTo>
                    <a:pt x="530252" y="1647456"/>
                  </a:lnTo>
                  <a:lnTo>
                    <a:pt x="530920" y="1655829"/>
                  </a:lnTo>
                  <a:lnTo>
                    <a:pt x="531588" y="1668389"/>
                  </a:lnTo>
                  <a:lnTo>
                    <a:pt x="532256" y="1668389"/>
                  </a:lnTo>
                  <a:lnTo>
                    <a:pt x="532924" y="1668389"/>
                  </a:lnTo>
                  <a:lnTo>
                    <a:pt x="533592" y="1668389"/>
                  </a:lnTo>
                  <a:lnTo>
                    <a:pt x="534260" y="1668389"/>
                  </a:lnTo>
                  <a:lnTo>
                    <a:pt x="534929" y="1668389"/>
                  </a:lnTo>
                  <a:lnTo>
                    <a:pt x="535597" y="1668389"/>
                  </a:lnTo>
                  <a:lnTo>
                    <a:pt x="536265" y="1668389"/>
                  </a:lnTo>
                  <a:lnTo>
                    <a:pt x="536933" y="1668389"/>
                  </a:lnTo>
                  <a:lnTo>
                    <a:pt x="537601" y="1668389"/>
                  </a:lnTo>
                  <a:lnTo>
                    <a:pt x="538269" y="1654783"/>
                  </a:lnTo>
                  <a:lnTo>
                    <a:pt x="538937" y="1647456"/>
                  </a:lnTo>
                  <a:lnTo>
                    <a:pt x="539605" y="1647456"/>
                  </a:lnTo>
                  <a:lnTo>
                    <a:pt x="540273" y="1647456"/>
                  </a:lnTo>
                  <a:lnTo>
                    <a:pt x="540941" y="1647456"/>
                  </a:lnTo>
                  <a:lnTo>
                    <a:pt x="541609" y="1647456"/>
                  </a:lnTo>
                  <a:lnTo>
                    <a:pt x="542277" y="1647456"/>
                  </a:lnTo>
                  <a:lnTo>
                    <a:pt x="542945" y="1647456"/>
                  </a:lnTo>
                  <a:lnTo>
                    <a:pt x="543613" y="1628616"/>
                  </a:lnTo>
                  <a:lnTo>
                    <a:pt x="544281" y="1626523"/>
                  </a:lnTo>
                  <a:lnTo>
                    <a:pt x="544949" y="1626523"/>
                  </a:lnTo>
                  <a:lnTo>
                    <a:pt x="545617" y="1626523"/>
                  </a:lnTo>
                  <a:lnTo>
                    <a:pt x="546285" y="1626523"/>
                  </a:lnTo>
                  <a:lnTo>
                    <a:pt x="546953" y="1626523"/>
                  </a:lnTo>
                  <a:lnTo>
                    <a:pt x="547621" y="1626523"/>
                  </a:lnTo>
                  <a:lnTo>
                    <a:pt x="548289" y="1640129"/>
                  </a:lnTo>
                  <a:lnTo>
                    <a:pt x="548957" y="1647456"/>
                  </a:lnTo>
                  <a:lnTo>
                    <a:pt x="549625" y="1647456"/>
                  </a:lnTo>
                  <a:lnTo>
                    <a:pt x="550293" y="1647456"/>
                  </a:lnTo>
                  <a:lnTo>
                    <a:pt x="550961" y="1647456"/>
                  </a:lnTo>
                  <a:lnTo>
                    <a:pt x="551629" y="1647456"/>
                  </a:lnTo>
                  <a:lnTo>
                    <a:pt x="552297" y="1647456"/>
                  </a:lnTo>
                  <a:lnTo>
                    <a:pt x="552965" y="1647456"/>
                  </a:lnTo>
                  <a:lnTo>
                    <a:pt x="553633" y="1666296"/>
                  </a:lnTo>
                  <a:lnTo>
                    <a:pt x="554301" y="1655829"/>
                  </a:lnTo>
                  <a:lnTo>
                    <a:pt x="554969" y="1647456"/>
                  </a:lnTo>
                  <a:lnTo>
                    <a:pt x="555637" y="1645363"/>
                  </a:lnTo>
                  <a:lnTo>
                    <a:pt x="556305" y="1653732"/>
                  </a:lnTo>
                  <a:lnTo>
                    <a:pt x="556973" y="1639236"/>
                  </a:lnTo>
                  <a:lnTo>
                    <a:pt x="557641" y="1626247"/>
                  </a:lnTo>
                  <a:lnTo>
                    <a:pt x="558309" y="1614048"/>
                  </a:lnTo>
                  <a:lnTo>
                    <a:pt x="558978" y="1636341"/>
                  </a:lnTo>
                  <a:lnTo>
                    <a:pt x="559646" y="1635563"/>
                  </a:lnTo>
                  <a:lnTo>
                    <a:pt x="560314" y="1610959"/>
                  </a:lnTo>
                  <a:lnTo>
                    <a:pt x="560982" y="1601957"/>
                  </a:lnTo>
                  <a:lnTo>
                    <a:pt x="561650" y="1596174"/>
                  </a:lnTo>
                  <a:lnTo>
                    <a:pt x="562318" y="1581611"/>
                  </a:lnTo>
                  <a:lnTo>
                    <a:pt x="562986" y="1575543"/>
                  </a:lnTo>
                  <a:lnTo>
                    <a:pt x="563654" y="1568262"/>
                  </a:lnTo>
                  <a:lnTo>
                    <a:pt x="564322" y="1560373"/>
                  </a:lnTo>
                  <a:lnTo>
                    <a:pt x="564990" y="1563407"/>
                  </a:lnTo>
                  <a:lnTo>
                    <a:pt x="565658" y="1564621"/>
                  </a:lnTo>
                  <a:lnTo>
                    <a:pt x="566326" y="1586354"/>
                  </a:lnTo>
                  <a:lnTo>
                    <a:pt x="566994" y="1600157"/>
                  </a:lnTo>
                  <a:lnTo>
                    <a:pt x="567662" y="1565250"/>
                  </a:lnTo>
                  <a:lnTo>
                    <a:pt x="568330" y="1569825"/>
                  </a:lnTo>
                  <a:lnTo>
                    <a:pt x="568998" y="1568536"/>
                  </a:lnTo>
                  <a:lnTo>
                    <a:pt x="569666" y="1569322"/>
                  </a:lnTo>
                  <a:lnTo>
                    <a:pt x="570334" y="1593674"/>
                  </a:lnTo>
                  <a:lnTo>
                    <a:pt x="571002" y="1598654"/>
                  </a:lnTo>
                  <a:lnTo>
                    <a:pt x="571670" y="1549069"/>
                  </a:lnTo>
                  <a:lnTo>
                    <a:pt x="572338" y="1574189"/>
                  </a:lnTo>
                  <a:lnTo>
                    <a:pt x="573006" y="1584656"/>
                  </a:lnTo>
                  <a:lnTo>
                    <a:pt x="573674" y="1597216"/>
                  </a:lnTo>
                  <a:lnTo>
                    <a:pt x="574342" y="1623383"/>
                  </a:lnTo>
                  <a:lnTo>
                    <a:pt x="575010" y="1626523"/>
                  </a:lnTo>
                  <a:lnTo>
                    <a:pt x="575678" y="1612916"/>
                  </a:lnTo>
                  <a:lnTo>
                    <a:pt x="576346" y="1593029"/>
                  </a:lnTo>
                  <a:lnTo>
                    <a:pt x="577014" y="1584656"/>
                  </a:lnTo>
                  <a:lnTo>
                    <a:pt x="577682" y="1584656"/>
                  </a:lnTo>
                  <a:lnTo>
                    <a:pt x="578350" y="1576283"/>
                  </a:lnTo>
                  <a:lnTo>
                    <a:pt x="579018" y="1584656"/>
                  </a:lnTo>
                  <a:lnTo>
                    <a:pt x="579686" y="1595123"/>
                  </a:lnTo>
                  <a:lnTo>
                    <a:pt x="580354" y="1605589"/>
                  </a:lnTo>
                  <a:lnTo>
                    <a:pt x="581022" y="1605589"/>
                  </a:lnTo>
                  <a:lnTo>
                    <a:pt x="581690" y="1605589"/>
                  </a:lnTo>
                  <a:lnTo>
                    <a:pt x="582358" y="1647488"/>
                  </a:lnTo>
                  <a:lnTo>
                    <a:pt x="583026" y="1644735"/>
                  </a:lnTo>
                  <a:lnTo>
                    <a:pt x="583695" y="1636879"/>
                  </a:lnTo>
                  <a:lnTo>
                    <a:pt x="584363" y="1636060"/>
                  </a:lnTo>
                  <a:lnTo>
                    <a:pt x="585031" y="1626247"/>
                  </a:lnTo>
                  <a:lnTo>
                    <a:pt x="585699" y="1636159"/>
                  </a:lnTo>
                  <a:lnTo>
                    <a:pt x="586367" y="1650646"/>
                  </a:lnTo>
                  <a:lnTo>
                    <a:pt x="587035" y="1656746"/>
                  </a:lnTo>
                  <a:lnTo>
                    <a:pt x="587703" y="1656746"/>
                  </a:lnTo>
                  <a:lnTo>
                    <a:pt x="587904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811154" y="3751845"/>
              <a:ext cx="75110" cy="272553"/>
            </a:xfrm>
            <a:custGeom>
              <a:avLst/>
              <a:pathLst>
                <a:path w="75110" h="272553">
                  <a:moveTo>
                    <a:pt x="0" y="272553"/>
                  </a:moveTo>
                  <a:lnTo>
                    <a:pt x="256" y="267972"/>
                  </a:lnTo>
                  <a:lnTo>
                    <a:pt x="924" y="230267"/>
                  </a:lnTo>
                  <a:lnTo>
                    <a:pt x="1592" y="230267"/>
                  </a:lnTo>
                  <a:lnTo>
                    <a:pt x="2260" y="230267"/>
                  </a:lnTo>
                  <a:lnTo>
                    <a:pt x="2928" y="230267"/>
                  </a:lnTo>
                  <a:lnTo>
                    <a:pt x="3596" y="219800"/>
                  </a:lnTo>
                  <a:lnTo>
                    <a:pt x="4264" y="209333"/>
                  </a:lnTo>
                  <a:lnTo>
                    <a:pt x="4932" y="209333"/>
                  </a:lnTo>
                  <a:lnTo>
                    <a:pt x="5600" y="209333"/>
                  </a:lnTo>
                  <a:lnTo>
                    <a:pt x="6268" y="209333"/>
                  </a:lnTo>
                  <a:lnTo>
                    <a:pt x="6936" y="209333"/>
                  </a:lnTo>
                  <a:lnTo>
                    <a:pt x="7604" y="209333"/>
                  </a:lnTo>
                  <a:lnTo>
                    <a:pt x="8272" y="209333"/>
                  </a:lnTo>
                  <a:lnTo>
                    <a:pt x="8940" y="216660"/>
                  </a:lnTo>
                  <a:lnTo>
                    <a:pt x="9608" y="240733"/>
                  </a:lnTo>
                  <a:lnTo>
                    <a:pt x="10276" y="251200"/>
                  </a:lnTo>
                  <a:lnTo>
                    <a:pt x="10945" y="251200"/>
                  </a:lnTo>
                  <a:lnTo>
                    <a:pt x="11613" y="249107"/>
                  </a:lnTo>
                  <a:lnTo>
                    <a:pt x="12281" y="230267"/>
                  </a:lnTo>
                  <a:lnTo>
                    <a:pt x="12949" y="208286"/>
                  </a:lnTo>
                  <a:lnTo>
                    <a:pt x="13617" y="198866"/>
                  </a:lnTo>
                  <a:lnTo>
                    <a:pt x="14285" y="209333"/>
                  </a:lnTo>
                  <a:lnTo>
                    <a:pt x="14953" y="209333"/>
                  </a:lnTo>
                  <a:lnTo>
                    <a:pt x="15621" y="209333"/>
                  </a:lnTo>
                  <a:lnTo>
                    <a:pt x="16289" y="209333"/>
                  </a:lnTo>
                  <a:lnTo>
                    <a:pt x="16957" y="188400"/>
                  </a:lnTo>
                  <a:lnTo>
                    <a:pt x="17625" y="188400"/>
                  </a:lnTo>
                  <a:lnTo>
                    <a:pt x="18293" y="146533"/>
                  </a:lnTo>
                  <a:lnTo>
                    <a:pt x="18961" y="125600"/>
                  </a:lnTo>
                  <a:lnTo>
                    <a:pt x="19629" y="125600"/>
                  </a:lnTo>
                  <a:lnTo>
                    <a:pt x="20297" y="125600"/>
                  </a:lnTo>
                  <a:lnTo>
                    <a:pt x="20965" y="125600"/>
                  </a:lnTo>
                  <a:lnTo>
                    <a:pt x="21633" y="187748"/>
                  </a:lnTo>
                  <a:lnTo>
                    <a:pt x="22301" y="209201"/>
                  </a:lnTo>
                  <a:lnTo>
                    <a:pt x="22969" y="229837"/>
                  </a:lnTo>
                  <a:lnTo>
                    <a:pt x="23637" y="245240"/>
                  </a:lnTo>
                  <a:lnTo>
                    <a:pt x="24305" y="242191"/>
                  </a:lnTo>
                  <a:lnTo>
                    <a:pt x="24973" y="219317"/>
                  </a:lnTo>
                  <a:lnTo>
                    <a:pt x="25641" y="176619"/>
                  </a:lnTo>
                  <a:lnTo>
                    <a:pt x="26309" y="168994"/>
                  </a:lnTo>
                  <a:lnTo>
                    <a:pt x="26977" y="184243"/>
                  </a:lnTo>
                  <a:lnTo>
                    <a:pt x="27645" y="184243"/>
                  </a:lnTo>
                  <a:lnTo>
                    <a:pt x="28313" y="204067"/>
                  </a:lnTo>
                  <a:lnTo>
                    <a:pt x="28981" y="187293"/>
                  </a:lnTo>
                  <a:lnTo>
                    <a:pt x="29649" y="177381"/>
                  </a:lnTo>
                  <a:lnTo>
                    <a:pt x="30317" y="161369"/>
                  </a:lnTo>
                  <a:lnTo>
                    <a:pt x="30985" y="141545"/>
                  </a:lnTo>
                  <a:lnTo>
                    <a:pt x="31653" y="123273"/>
                  </a:lnTo>
                  <a:lnTo>
                    <a:pt x="32321" y="99224"/>
                  </a:lnTo>
                  <a:lnTo>
                    <a:pt x="32989" y="61164"/>
                  </a:lnTo>
                  <a:lnTo>
                    <a:pt x="33657" y="52091"/>
                  </a:lnTo>
                  <a:lnTo>
                    <a:pt x="34325" y="65299"/>
                  </a:lnTo>
                  <a:lnTo>
                    <a:pt x="34993" y="81310"/>
                  </a:lnTo>
                  <a:lnTo>
                    <a:pt x="35662" y="101135"/>
                  </a:lnTo>
                  <a:lnTo>
                    <a:pt x="36330" y="103422"/>
                  </a:lnTo>
                  <a:lnTo>
                    <a:pt x="36998" y="66061"/>
                  </a:lnTo>
                  <a:lnTo>
                    <a:pt x="37666" y="38612"/>
                  </a:lnTo>
                  <a:lnTo>
                    <a:pt x="38334" y="24126"/>
                  </a:lnTo>
                  <a:lnTo>
                    <a:pt x="39002" y="11164"/>
                  </a:lnTo>
                  <a:lnTo>
                    <a:pt x="39670" y="8114"/>
                  </a:lnTo>
                  <a:lnTo>
                    <a:pt x="40338" y="24126"/>
                  </a:lnTo>
                  <a:lnTo>
                    <a:pt x="41006" y="29463"/>
                  </a:lnTo>
                  <a:lnTo>
                    <a:pt x="41674" y="45475"/>
                  </a:lnTo>
                  <a:lnTo>
                    <a:pt x="42342" y="62249"/>
                  </a:lnTo>
                  <a:lnTo>
                    <a:pt x="43010" y="68349"/>
                  </a:lnTo>
                  <a:lnTo>
                    <a:pt x="43678" y="26413"/>
                  </a:lnTo>
                  <a:lnTo>
                    <a:pt x="44346" y="2014"/>
                  </a:lnTo>
                  <a:lnTo>
                    <a:pt x="45014" y="88081"/>
                  </a:lnTo>
                  <a:lnTo>
                    <a:pt x="45682" y="93729"/>
                  </a:lnTo>
                  <a:lnTo>
                    <a:pt x="46350" y="97976"/>
                  </a:lnTo>
                  <a:lnTo>
                    <a:pt x="47018" y="119214"/>
                  </a:lnTo>
                  <a:lnTo>
                    <a:pt x="47686" y="137418"/>
                  </a:lnTo>
                  <a:lnTo>
                    <a:pt x="48354" y="152588"/>
                  </a:lnTo>
                  <a:lnTo>
                    <a:pt x="49022" y="176253"/>
                  </a:lnTo>
                  <a:lnTo>
                    <a:pt x="49690" y="160476"/>
                  </a:lnTo>
                  <a:lnTo>
                    <a:pt x="50358" y="142879"/>
                  </a:lnTo>
                  <a:lnTo>
                    <a:pt x="51026" y="142272"/>
                  </a:lnTo>
                  <a:lnTo>
                    <a:pt x="51694" y="137418"/>
                  </a:lnTo>
                  <a:lnTo>
                    <a:pt x="52362" y="130743"/>
                  </a:lnTo>
                  <a:lnTo>
                    <a:pt x="53030" y="149892"/>
                  </a:lnTo>
                  <a:lnTo>
                    <a:pt x="53698" y="190236"/>
                  </a:lnTo>
                  <a:lnTo>
                    <a:pt x="54366" y="142308"/>
                  </a:lnTo>
                  <a:lnTo>
                    <a:pt x="55034" y="97873"/>
                  </a:lnTo>
                  <a:lnTo>
                    <a:pt x="55702" y="20933"/>
                  </a:lnTo>
                  <a:lnTo>
                    <a:pt x="56370" y="20933"/>
                  </a:lnTo>
                  <a:lnTo>
                    <a:pt x="57038" y="17793"/>
                  </a:lnTo>
                  <a:lnTo>
                    <a:pt x="57706" y="0"/>
                  </a:lnTo>
                  <a:lnTo>
                    <a:pt x="58374" y="0"/>
                  </a:lnTo>
                  <a:lnTo>
                    <a:pt x="59042" y="8373"/>
                  </a:lnTo>
                  <a:lnTo>
                    <a:pt x="59710" y="53380"/>
                  </a:lnTo>
                  <a:lnTo>
                    <a:pt x="60379" y="83733"/>
                  </a:lnTo>
                  <a:lnTo>
                    <a:pt x="61047" y="104666"/>
                  </a:lnTo>
                  <a:lnTo>
                    <a:pt x="61715" y="104666"/>
                  </a:lnTo>
                  <a:lnTo>
                    <a:pt x="62383" y="104666"/>
                  </a:lnTo>
                  <a:lnTo>
                    <a:pt x="63051" y="169842"/>
                  </a:lnTo>
                  <a:lnTo>
                    <a:pt x="63719" y="177779"/>
                  </a:lnTo>
                  <a:lnTo>
                    <a:pt x="64387" y="196632"/>
                  </a:lnTo>
                  <a:lnTo>
                    <a:pt x="65055" y="206845"/>
                  </a:lnTo>
                  <a:lnTo>
                    <a:pt x="65723" y="195847"/>
                  </a:lnTo>
                  <a:lnTo>
                    <a:pt x="66391" y="199493"/>
                  </a:lnTo>
                  <a:lnTo>
                    <a:pt x="67059" y="212454"/>
                  </a:lnTo>
                  <a:lnTo>
                    <a:pt x="67727" y="223129"/>
                  </a:lnTo>
                  <a:lnTo>
                    <a:pt x="68395" y="220842"/>
                  </a:lnTo>
                  <a:lnTo>
                    <a:pt x="69063" y="229991"/>
                  </a:lnTo>
                  <a:lnTo>
                    <a:pt x="69731" y="229991"/>
                  </a:lnTo>
                  <a:lnTo>
                    <a:pt x="70399" y="229991"/>
                  </a:lnTo>
                  <a:lnTo>
                    <a:pt x="71067" y="229991"/>
                  </a:lnTo>
                  <a:lnTo>
                    <a:pt x="71735" y="236853"/>
                  </a:lnTo>
                  <a:lnTo>
                    <a:pt x="72403" y="245240"/>
                  </a:lnTo>
                  <a:lnTo>
                    <a:pt x="73071" y="244403"/>
                  </a:lnTo>
                  <a:lnTo>
                    <a:pt x="73739" y="240623"/>
                  </a:lnTo>
                  <a:lnTo>
                    <a:pt x="74407" y="248479"/>
                  </a:lnTo>
                  <a:lnTo>
                    <a:pt x="75075" y="272045"/>
                  </a:lnTo>
                  <a:lnTo>
                    <a:pt x="75110" y="2725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887099" y="3967458"/>
              <a:ext cx="18595" cy="56940"/>
            </a:xfrm>
            <a:custGeom>
              <a:avLst/>
              <a:pathLst>
                <a:path w="18595" h="56940">
                  <a:moveTo>
                    <a:pt x="0" y="56940"/>
                  </a:moveTo>
                  <a:lnTo>
                    <a:pt x="466" y="35586"/>
                  </a:lnTo>
                  <a:lnTo>
                    <a:pt x="1134" y="0"/>
                  </a:lnTo>
                  <a:lnTo>
                    <a:pt x="1802" y="42943"/>
                  </a:lnTo>
                  <a:lnTo>
                    <a:pt x="2470" y="54075"/>
                  </a:lnTo>
                  <a:lnTo>
                    <a:pt x="3138" y="44123"/>
                  </a:lnTo>
                  <a:lnTo>
                    <a:pt x="3806" y="44876"/>
                  </a:lnTo>
                  <a:lnTo>
                    <a:pt x="4474" y="44876"/>
                  </a:lnTo>
                  <a:lnTo>
                    <a:pt x="5142" y="44876"/>
                  </a:lnTo>
                  <a:lnTo>
                    <a:pt x="5811" y="44876"/>
                  </a:lnTo>
                  <a:lnTo>
                    <a:pt x="6479" y="44876"/>
                  </a:lnTo>
                  <a:lnTo>
                    <a:pt x="7147" y="41064"/>
                  </a:lnTo>
                  <a:lnTo>
                    <a:pt x="7815" y="29627"/>
                  </a:lnTo>
                  <a:lnTo>
                    <a:pt x="8483" y="29627"/>
                  </a:lnTo>
                  <a:lnTo>
                    <a:pt x="9151" y="29627"/>
                  </a:lnTo>
                  <a:lnTo>
                    <a:pt x="9819" y="29627"/>
                  </a:lnTo>
                  <a:lnTo>
                    <a:pt x="10487" y="29627"/>
                  </a:lnTo>
                  <a:lnTo>
                    <a:pt x="11155" y="55551"/>
                  </a:lnTo>
                  <a:lnTo>
                    <a:pt x="11823" y="52556"/>
                  </a:lnTo>
                  <a:lnTo>
                    <a:pt x="12491" y="43077"/>
                  </a:lnTo>
                  <a:lnTo>
                    <a:pt x="13159" y="51896"/>
                  </a:lnTo>
                  <a:lnTo>
                    <a:pt x="13827" y="14653"/>
                  </a:lnTo>
                  <a:lnTo>
                    <a:pt x="14495" y="14653"/>
                  </a:lnTo>
                  <a:lnTo>
                    <a:pt x="15163" y="14653"/>
                  </a:lnTo>
                  <a:lnTo>
                    <a:pt x="15831" y="14653"/>
                  </a:lnTo>
                  <a:lnTo>
                    <a:pt x="16499" y="14653"/>
                  </a:lnTo>
                  <a:lnTo>
                    <a:pt x="17167" y="16746"/>
                  </a:lnTo>
                  <a:lnTo>
                    <a:pt x="17835" y="52358"/>
                  </a:lnTo>
                  <a:lnTo>
                    <a:pt x="18503" y="56432"/>
                  </a:lnTo>
                  <a:lnTo>
                    <a:pt x="18595" y="569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915868" y="3919312"/>
              <a:ext cx="35170" cy="105087"/>
            </a:xfrm>
            <a:custGeom>
              <a:avLst/>
              <a:pathLst>
                <a:path w="35170" h="105087">
                  <a:moveTo>
                    <a:pt x="0" y="105087"/>
                  </a:moveTo>
                  <a:lnTo>
                    <a:pt x="423" y="83733"/>
                  </a:lnTo>
                  <a:lnTo>
                    <a:pt x="1091" y="83733"/>
                  </a:lnTo>
                  <a:lnTo>
                    <a:pt x="1759" y="79546"/>
                  </a:lnTo>
                  <a:lnTo>
                    <a:pt x="2427" y="62800"/>
                  </a:lnTo>
                  <a:lnTo>
                    <a:pt x="3095" y="62800"/>
                  </a:lnTo>
                  <a:lnTo>
                    <a:pt x="3763" y="62800"/>
                  </a:lnTo>
                  <a:lnTo>
                    <a:pt x="4431" y="62800"/>
                  </a:lnTo>
                  <a:lnTo>
                    <a:pt x="5099" y="62800"/>
                  </a:lnTo>
                  <a:lnTo>
                    <a:pt x="5767" y="62800"/>
                  </a:lnTo>
                  <a:lnTo>
                    <a:pt x="6435" y="79546"/>
                  </a:lnTo>
                  <a:lnTo>
                    <a:pt x="7103" y="69080"/>
                  </a:lnTo>
                  <a:lnTo>
                    <a:pt x="7771" y="62800"/>
                  </a:lnTo>
                  <a:lnTo>
                    <a:pt x="8439" y="46053"/>
                  </a:lnTo>
                  <a:lnTo>
                    <a:pt x="9107" y="41866"/>
                  </a:lnTo>
                  <a:lnTo>
                    <a:pt x="9775" y="19886"/>
                  </a:lnTo>
                  <a:lnTo>
                    <a:pt x="10443" y="0"/>
                  </a:lnTo>
                  <a:lnTo>
                    <a:pt x="11111" y="0"/>
                  </a:lnTo>
                  <a:lnTo>
                    <a:pt x="11779" y="4186"/>
                  </a:lnTo>
                  <a:lnTo>
                    <a:pt x="12447" y="20933"/>
                  </a:lnTo>
                  <a:lnTo>
                    <a:pt x="13116" y="20933"/>
                  </a:lnTo>
                  <a:lnTo>
                    <a:pt x="13784" y="20933"/>
                  </a:lnTo>
                  <a:lnTo>
                    <a:pt x="14452" y="20933"/>
                  </a:lnTo>
                  <a:lnTo>
                    <a:pt x="15120" y="20933"/>
                  </a:lnTo>
                  <a:lnTo>
                    <a:pt x="15788" y="20933"/>
                  </a:lnTo>
                  <a:lnTo>
                    <a:pt x="16456" y="20933"/>
                  </a:lnTo>
                  <a:lnTo>
                    <a:pt x="17124" y="35586"/>
                  </a:lnTo>
                  <a:lnTo>
                    <a:pt x="17792" y="41866"/>
                  </a:lnTo>
                  <a:lnTo>
                    <a:pt x="18460" y="58613"/>
                  </a:lnTo>
                  <a:lnTo>
                    <a:pt x="19128" y="62800"/>
                  </a:lnTo>
                  <a:lnTo>
                    <a:pt x="19796" y="84780"/>
                  </a:lnTo>
                  <a:lnTo>
                    <a:pt x="20464" y="104666"/>
                  </a:lnTo>
                  <a:lnTo>
                    <a:pt x="21132" y="104666"/>
                  </a:lnTo>
                  <a:lnTo>
                    <a:pt x="21800" y="104666"/>
                  </a:lnTo>
                  <a:lnTo>
                    <a:pt x="22468" y="104666"/>
                  </a:lnTo>
                  <a:lnTo>
                    <a:pt x="23136" y="104666"/>
                  </a:lnTo>
                  <a:lnTo>
                    <a:pt x="23804" y="104666"/>
                  </a:lnTo>
                  <a:lnTo>
                    <a:pt x="24472" y="104666"/>
                  </a:lnTo>
                  <a:lnTo>
                    <a:pt x="25140" y="104666"/>
                  </a:lnTo>
                  <a:lnTo>
                    <a:pt x="25808" y="104666"/>
                  </a:lnTo>
                  <a:lnTo>
                    <a:pt x="26476" y="104666"/>
                  </a:lnTo>
                  <a:lnTo>
                    <a:pt x="27144" y="104666"/>
                  </a:lnTo>
                  <a:lnTo>
                    <a:pt x="27812" y="104666"/>
                  </a:lnTo>
                  <a:lnTo>
                    <a:pt x="28480" y="104666"/>
                  </a:lnTo>
                  <a:lnTo>
                    <a:pt x="29148" y="104666"/>
                  </a:lnTo>
                  <a:lnTo>
                    <a:pt x="29816" y="104666"/>
                  </a:lnTo>
                  <a:lnTo>
                    <a:pt x="30484" y="104666"/>
                  </a:lnTo>
                  <a:lnTo>
                    <a:pt x="31152" y="104666"/>
                  </a:lnTo>
                  <a:lnTo>
                    <a:pt x="31820" y="104666"/>
                  </a:lnTo>
                  <a:lnTo>
                    <a:pt x="32488" y="104666"/>
                  </a:lnTo>
                  <a:lnTo>
                    <a:pt x="33156" y="104666"/>
                  </a:lnTo>
                  <a:lnTo>
                    <a:pt x="33824" y="104666"/>
                  </a:lnTo>
                  <a:lnTo>
                    <a:pt x="34492" y="104666"/>
                  </a:lnTo>
                  <a:lnTo>
                    <a:pt x="35160" y="104666"/>
                  </a:lnTo>
                  <a:lnTo>
                    <a:pt x="35170" y="1050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961625" y="3982112"/>
              <a:ext cx="1976" cy="42286"/>
            </a:xfrm>
            <a:custGeom>
              <a:avLst/>
              <a:pathLst>
                <a:path w="1976" h="42286">
                  <a:moveTo>
                    <a:pt x="0" y="42286"/>
                  </a:moveTo>
                  <a:lnTo>
                    <a:pt x="91" y="41778"/>
                  </a:lnTo>
                  <a:lnTo>
                    <a:pt x="759" y="37243"/>
                  </a:lnTo>
                  <a:lnTo>
                    <a:pt x="1427" y="0"/>
                  </a:lnTo>
                  <a:lnTo>
                    <a:pt x="1976" y="4228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973327" y="3645084"/>
              <a:ext cx="105881" cy="379314"/>
            </a:xfrm>
            <a:custGeom>
              <a:avLst/>
              <a:pathLst>
                <a:path w="105881" h="379314">
                  <a:moveTo>
                    <a:pt x="0" y="379314"/>
                  </a:moveTo>
                  <a:lnTo>
                    <a:pt x="414" y="373072"/>
                  </a:lnTo>
                  <a:lnTo>
                    <a:pt x="1082" y="312353"/>
                  </a:lnTo>
                  <a:lnTo>
                    <a:pt x="1750" y="274499"/>
                  </a:lnTo>
                  <a:lnTo>
                    <a:pt x="2418" y="268829"/>
                  </a:lnTo>
                  <a:lnTo>
                    <a:pt x="3086" y="261190"/>
                  </a:lnTo>
                  <a:lnTo>
                    <a:pt x="3754" y="190493"/>
                  </a:lnTo>
                  <a:lnTo>
                    <a:pt x="4422" y="195727"/>
                  </a:lnTo>
                  <a:lnTo>
                    <a:pt x="5090" y="228173"/>
                  </a:lnTo>
                  <a:lnTo>
                    <a:pt x="5758" y="242827"/>
                  </a:lnTo>
                  <a:lnTo>
                    <a:pt x="6426" y="211427"/>
                  </a:lnTo>
                  <a:lnTo>
                    <a:pt x="7094" y="176887"/>
                  </a:lnTo>
                  <a:lnTo>
                    <a:pt x="7762" y="159093"/>
                  </a:lnTo>
                  <a:lnTo>
                    <a:pt x="8430" y="142347"/>
                  </a:lnTo>
                  <a:lnTo>
                    <a:pt x="9098" y="148627"/>
                  </a:lnTo>
                  <a:lnTo>
                    <a:pt x="9766" y="148627"/>
                  </a:lnTo>
                  <a:lnTo>
                    <a:pt x="10434" y="168513"/>
                  </a:lnTo>
                  <a:lnTo>
                    <a:pt x="11102" y="203053"/>
                  </a:lnTo>
                  <a:lnTo>
                    <a:pt x="11770" y="253293"/>
                  </a:lnTo>
                  <a:lnTo>
                    <a:pt x="12438" y="253293"/>
                  </a:lnTo>
                  <a:lnTo>
                    <a:pt x="13106" y="244920"/>
                  </a:lnTo>
                  <a:lnTo>
                    <a:pt x="13774" y="232360"/>
                  </a:lnTo>
                  <a:lnTo>
                    <a:pt x="14442" y="232360"/>
                  </a:lnTo>
                  <a:lnTo>
                    <a:pt x="15110" y="232360"/>
                  </a:lnTo>
                  <a:lnTo>
                    <a:pt x="15779" y="240733"/>
                  </a:lnTo>
                  <a:lnTo>
                    <a:pt x="16447" y="274227"/>
                  </a:lnTo>
                  <a:lnTo>
                    <a:pt x="17115" y="308767"/>
                  </a:lnTo>
                  <a:lnTo>
                    <a:pt x="17783" y="326560"/>
                  </a:lnTo>
                  <a:lnTo>
                    <a:pt x="18451" y="348540"/>
                  </a:lnTo>
                  <a:lnTo>
                    <a:pt x="19119" y="339120"/>
                  </a:lnTo>
                  <a:lnTo>
                    <a:pt x="19787" y="337027"/>
                  </a:lnTo>
                  <a:lnTo>
                    <a:pt x="20455" y="337027"/>
                  </a:lnTo>
                  <a:lnTo>
                    <a:pt x="21123" y="337027"/>
                  </a:lnTo>
                  <a:lnTo>
                    <a:pt x="21791" y="337027"/>
                  </a:lnTo>
                  <a:lnTo>
                    <a:pt x="22459" y="337027"/>
                  </a:lnTo>
                  <a:lnTo>
                    <a:pt x="23127" y="345400"/>
                  </a:lnTo>
                  <a:lnTo>
                    <a:pt x="23795" y="357960"/>
                  </a:lnTo>
                  <a:lnTo>
                    <a:pt x="24463" y="357960"/>
                  </a:lnTo>
                  <a:lnTo>
                    <a:pt x="25131" y="357960"/>
                  </a:lnTo>
                  <a:lnTo>
                    <a:pt x="25799" y="357960"/>
                  </a:lnTo>
                  <a:lnTo>
                    <a:pt x="26467" y="357960"/>
                  </a:lnTo>
                  <a:lnTo>
                    <a:pt x="27135" y="357960"/>
                  </a:lnTo>
                  <a:lnTo>
                    <a:pt x="27803" y="357960"/>
                  </a:lnTo>
                  <a:lnTo>
                    <a:pt x="28471" y="337027"/>
                  </a:lnTo>
                  <a:lnTo>
                    <a:pt x="29139" y="334934"/>
                  </a:lnTo>
                  <a:lnTo>
                    <a:pt x="29807" y="337027"/>
                  </a:lnTo>
                  <a:lnTo>
                    <a:pt x="30475" y="337027"/>
                  </a:lnTo>
                  <a:lnTo>
                    <a:pt x="31143" y="337027"/>
                  </a:lnTo>
                  <a:lnTo>
                    <a:pt x="31811" y="337027"/>
                  </a:lnTo>
                  <a:lnTo>
                    <a:pt x="32479" y="330747"/>
                  </a:lnTo>
                  <a:lnTo>
                    <a:pt x="33147" y="292020"/>
                  </a:lnTo>
                  <a:lnTo>
                    <a:pt x="33815" y="255387"/>
                  </a:lnTo>
                  <a:lnTo>
                    <a:pt x="34483" y="253293"/>
                  </a:lnTo>
                  <a:lnTo>
                    <a:pt x="35151" y="229220"/>
                  </a:lnTo>
                  <a:lnTo>
                    <a:pt x="35819" y="118273"/>
                  </a:lnTo>
                  <a:lnTo>
                    <a:pt x="36487" y="0"/>
                  </a:lnTo>
                  <a:lnTo>
                    <a:pt x="37155" y="72103"/>
                  </a:lnTo>
                  <a:lnTo>
                    <a:pt x="37823" y="131831"/>
                  </a:lnTo>
                  <a:lnTo>
                    <a:pt x="38491" y="121606"/>
                  </a:lnTo>
                  <a:lnTo>
                    <a:pt x="39159" y="180806"/>
                  </a:lnTo>
                  <a:lnTo>
                    <a:pt x="39827" y="160470"/>
                  </a:lnTo>
                  <a:lnTo>
                    <a:pt x="40496" y="160470"/>
                  </a:lnTo>
                  <a:lnTo>
                    <a:pt x="41164" y="160470"/>
                  </a:lnTo>
                  <a:lnTo>
                    <a:pt x="41832" y="180711"/>
                  </a:lnTo>
                  <a:lnTo>
                    <a:pt x="42500" y="146629"/>
                  </a:lnTo>
                  <a:lnTo>
                    <a:pt x="43168" y="146155"/>
                  </a:lnTo>
                  <a:lnTo>
                    <a:pt x="43836" y="175135"/>
                  </a:lnTo>
                  <a:lnTo>
                    <a:pt x="44504" y="150270"/>
                  </a:lnTo>
                  <a:lnTo>
                    <a:pt x="45172" y="151142"/>
                  </a:lnTo>
                  <a:lnTo>
                    <a:pt x="45840" y="194330"/>
                  </a:lnTo>
                  <a:lnTo>
                    <a:pt x="46508" y="243624"/>
                  </a:lnTo>
                  <a:lnTo>
                    <a:pt x="47176" y="260237"/>
                  </a:lnTo>
                  <a:lnTo>
                    <a:pt x="47844" y="256380"/>
                  </a:lnTo>
                  <a:lnTo>
                    <a:pt x="48512" y="264289"/>
                  </a:lnTo>
                  <a:lnTo>
                    <a:pt x="49180" y="232649"/>
                  </a:lnTo>
                  <a:lnTo>
                    <a:pt x="49848" y="241145"/>
                  </a:lnTo>
                  <a:lnTo>
                    <a:pt x="50516" y="237504"/>
                  </a:lnTo>
                  <a:lnTo>
                    <a:pt x="51184" y="240449"/>
                  </a:lnTo>
                  <a:lnTo>
                    <a:pt x="51852" y="242785"/>
                  </a:lnTo>
                  <a:lnTo>
                    <a:pt x="52520" y="221619"/>
                  </a:lnTo>
                  <a:lnTo>
                    <a:pt x="53188" y="245256"/>
                  </a:lnTo>
                  <a:lnTo>
                    <a:pt x="53856" y="263330"/>
                  </a:lnTo>
                  <a:lnTo>
                    <a:pt x="54524" y="309677"/>
                  </a:lnTo>
                  <a:lnTo>
                    <a:pt x="55192" y="319739"/>
                  </a:lnTo>
                  <a:lnTo>
                    <a:pt x="55860" y="274227"/>
                  </a:lnTo>
                  <a:lnTo>
                    <a:pt x="56528" y="274227"/>
                  </a:lnTo>
                  <a:lnTo>
                    <a:pt x="57196" y="223987"/>
                  </a:lnTo>
                  <a:lnTo>
                    <a:pt x="57864" y="229220"/>
                  </a:lnTo>
                  <a:lnTo>
                    <a:pt x="58532" y="309851"/>
                  </a:lnTo>
                  <a:lnTo>
                    <a:pt x="59200" y="315962"/>
                  </a:lnTo>
                  <a:lnTo>
                    <a:pt x="59868" y="332177"/>
                  </a:lnTo>
                  <a:lnTo>
                    <a:pt x="60536" y="322265"/>
                  </a:lnTo>
                  <a:lnTo>
                    <a:pt x="61204" y="306253"/>
                  </a:lnTo>
                  <a:lnTo>
                    <a:pt x="61872" y="289479"/>
                  </a:lnTo>
                  <a:lnTo>
                    <a:pt x="62540" y="300916"/>
                  </a:lnTo>
                  <a:lnTo>
                    <a:pt x="63208" y="300153"/>
                  </a:lnTo>
                  <a:lnTo>
                    <a:pt x="63876" y="278042"/>
                  </a:lnTo>
                  <a:lnTo>
                    <a:pt x="64544" y="275754"/>
                  </a:lnTo>
                  <a:lnTo>
                    <a:pt x="65213" y="271942"/>
                  </a:lnTo>
                  <a:lnTo>
                    <a:pt x="65881" y="260505"/>
                  </a:lnTo>
                  <a:lnTo>
                    <a:pt x="66549" y="244493"/>
                  </a:lnTo>
                  <a:lnTo>
                    <a:pt x="67217" y="243731"/>
                  </a:lnTo>
                  <a:lnTo>
                    <a:pt x="67885" y="230006"/>
                  </a:lnTo>
                  <a:lnTo>
                    <a:pt x="68553" y="204734"/>
                  </a:lnTo>
                  <a:lnTo>
                    <a:pt x="69221" y="180061"/>
                  </a:lnTo>
                  <a:lnTo>
                    <a:pt x="69889" y="50240"/>
                  </a:lnTo>
                  <a:lnTo>
                    <a:pt x="70557" y="63846"/>
                  </a:lnTo>
                  <a:lnTo>
                    <a:pt x="71225" y="85826"/>
                  </a:lnTo>
                  <a:lnTo>
                    <a:pt x="71893" y="71173"/>
                  </a:lnTo>
                  <a:lnTo>
                    <a:pt x="72561" y="174562"/>
                  </a:lnTo>
                  <a:lnTo>
                    <a:pt x="73229" y="168278"/>
                  </a:lnTo>
                  <a:lnTo>
                    <a:pt x="73897" y="172991"/>
                  </a:lnTo>
                  <a:lnTo>
                    <a:pt x="74565" y="141868"/>
                  </a:lnTo>
                  <a:lnTo>
                    <a:pt x="75233" y="120974"/>
                  </a:lnTo>
                  <a:lnTo>
                    <a:pt x="75901" y="102675"/>
                  </a:lnTo>
                  <a:lnTo>
                    <a:pt x="76569" y="82851"/>
                  </a:lnTo>
                  <a:lnTo>
                    <a:pt x="77237" y="104962"/>
                  </a:lnTo>
                  <a:lnTo>
                    <a:pt x="77905" y="103437"/>
                  </a:lnTo>
                  <a:lnTo>
                    <a:pt x="78573" y="116399"/>
                  </a:lnTo>
                  <a:lnTo>
                    <a:pt x="79241" y="133173"/>
                  </a:lnTo>
                  <a:lnTo>
                    <a:pt x="79909" y="120974"/>
                  </a:lnTo>
                  <a:lnTo>
                    <a:pt x="80577" y="108012"/>
                  </a:lnTo>
                  <a:lnTo>
                    <a:pt x="81245" y="83613"/>
                  </a:lnTo>
                  <a:lnTo>
                    <a:pt x="81913" y="107250"/>
                  </a:lnTo>
                  <a:lnTo>
                    <a:pt x="82581" y="96007"/>
                  </a:lnTo>
                  <a:lnTo>
                    <a:pt x="83249" y="98364"/>
                  </a:lnTo>
                  <a:lnTo>
                    <a:pt x="83917" y="110933"/>
                  </a:lnTo>
                  <a:lnTo>
                    <a:pt x="84585" y="138240"/>
                  </a:lnTo>
                  <a:lnTo>
                    <a:pt x="85253" y="30353"/>
                  </a:lnTo>
                  <a:lnTo>
                    <a:pt x="85921" y="8373"/>
                  </a:lnTo>
                  <a:lnTo>
                    <a:pt x="86589" y="18840"/>
                  </a:lnTo>
                  <a:lnTo>
                    <a:pt x="87257" y="37680"/>
                  </a:lnTo>
                  <a:lnTo>
                    <a:pt x="87925" y="71173"/>
                  </a:lnTo>
                  <a:lnTo>
                    <a:pt x="88593" y="85826"/>
                  </a:lnTo>
                  <a:lnTo>
                    <a:pt x="89262" y="73266"/>
                  </a:lnTo>
                  <a:lnTo>
                    <a:pt x="89930" y="195767"/>
                  </a:lnTo>
                  <a:lnTo>
                    <a:pt x="90598" y="221695"/>
                  </a:lnTo>
                  <a:lnTo>
                    <a:pt x="91266" y="237631"/>
                  </a:lnTo>
                  <a:lnTo>
                    <a:pt x="91934" y="215520"/>
                  </a:lnTo>
                  <a:lnTo>
                    <a:pt x="92602" y="211707"/>
                  </a:lnTo>
                  <a:lnTo>
                    <a:pt x="93270" y="209420"/>
                  </a:lnTo>
                  <a:lnTo>
                    <a:pt x="93938" y="214757"/>
                  </a:lnTo>
                  <a:lnTo>
                    <a:pt x="94606" y="207895"/>
                  </a:lnTo>
                  <a:lnTo>
                    <a:pt x="95274" y="215520"/>
                  </a:lnTo>
                  <a:lnTo>
                    <a:pt x="95942" y="247543"/>
                  </a:lnTo>
                  <a:lnTo>
                    <a:pt x="96610" y="253643"/>
                  </a:lnTo>
                  <a:lnTo>
                    <a:pt x="97278" y="245256"/>
                  </a:lnTo>
                  <a:lnTo>
                    <a:pt x="97946" y="300459"/>
                  </a:lnTo>
                  <a:lnTo>
                    <a:pt x="98614" y="298183"/>
                  </a:lnTo>
                  <a:lnTo>
                    <a:pt x="99282" y="305465"/>
                  </a:lnTo>
                  <a:lnTo>
                    <a:pt x="99950" y="312461"/>
                  </a:lnTo>
                  <a:lnTo>
                    <a:pt x="100618" y="305096"/>
                  </a:lnTo>
                  <a:lnTo>
                    <a:pt x="101286" y="277279"/>
                  </a:lnTo>
                  <a:lnTo>
                    <a:pt x="101954" y="306253"/>
                  </a:lnTo>
                  <a:lnTo>
                    <a:pt x="102622" y="324552"/>
                  </a:lnTo>
                  <a:lnTo>
                    <a:pt x="103290" y="336752"/>
                  </a:lnTo>
                  <a:lnTo>
                    <a:pt x="103958" y="336752"/>
                  </a:lnTo>
                  <a:lnTo>
                    <a:pt x="104626" y="345901"/>
                  </a:lnTo>
                  <a:lnTo>
                    <a:pt x="105294" y="367250"/>
                  </a:lnTo>
                  <a:lnTo>
                    <a:pt x="105881" y="37931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081952" y="3821971"/>
              <a:ext cx="14757" cy="202427"/>
            </a:xfrm>
            <a:custGeom>
              <a:avLst/>
              <a:pathLst>
                <a:path w="14757" h="202427">
                  <a:moveTo>
                    <a:pt x="0" y="202427"/>
                  </a:moveTo>
                  <a:lnTo>
                    <a:pt x="9" y="202007"/>
                  </a:lnTo>
                  <a:lnTo>
                    <a:pt x="677" y="202007"/>
                  </a:lnTo>
                  <a:lnTo>
                    <a:pt x="1345" y="169560"/>
                  </a:lnTo>
                  <a:lnTo>
                    <a:pt x="2013" y="123506"/>
                  </a:lnTo>
                  <a:lnTo>
                    <a:pt x="2681" y="105713"/>
                  </a:lnTo>
                  <a:lnTo>
                    <a:pt x="3349" y="80593"/>
                  </a:lnTo>
                  <a:lnTo>
                    <a:pt x="4017" y="31400"/>
                  </a:lnTo>
                  <a:lnTo>
                    <a:pt x="4685" y="0"/>
                  </a:lnTo>
                  <a:lnTo>
                    <a:pt x="5353" y="68083"/>
                  </a:lnTo>
                  <a:lnTo>
                    <a:pt x="6021" y="76230"/>
                  </a:lnTo>
                  <a:lnTo>
                    <a:pt x="6689" y="119486"/>
                  </a:lnTo>
                  <a:lnTo>
                    <a:pt x="7358" y="123572"/>
                  </a:lnTo>
                  <a:lnTo>
                    <a:pt x="8026" y="106769"/>
                  </a:lnTo>
                  <a:lnTo>
                    <a:pt x="8694" y="97024"/>
                  </a:lnTo>
                  <a:lnTo>
                    <a:pt x="9362" y="97024"/>
                  </a:lnTo>
                  <a:lnTo>
                    <a:pt x="10030" y="97024"/>
                  </a:lnTo>
                  <a:lnTo>
                    <a:pt x="10698" y="97024"/>
                  </a:lnTo>
                  <a:lnTo>
                    <a:pt x="11366" y="115835"/>
                  </a:lnTo>
                  <a:lnTo>
                    <a:pt x="12034" y="142534"/>
                  </a:lnTo>
                  <a:lnTo>
                    <a:pt x="12702" y="152850"/>
                  </a:lnTo>
                  <a:lnTo>
                    <a:pt x="13370" y="167413"/>
                  </a:lnTo>
                  <a:lnTo>
                    <a:pt x="14038" y="194718"/>
                  </a:lnTo>
                  <a:lnTo>
                    <a:pt x="14706" y="202000"/>
                  </a:lnTo>
                  <a:lnTo>
                    <a:pt x="14757" y="2024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8098147" y="3859651"/>
              <a:ext cx="22553" cy="164747"/>
            </a:xfrm>
            <a:custGeom>
              <a:avLst/>
              <a:pathLst>
                <a:path w="22553" h="164747">
                  <a:moveTo>
                    <a:pt x="0" y="164747"/>
                  </a:moveTo>
                  <a:lnTo>
                    <a:pt x="515" y="147330"/>
                  </a:lnTo>
                  <a:lnTo>
                    <a:pt x="1183" y="134388"/>
                  </a:lnTo>
                  <a:lnTo>
                    <a:pt x="1851" y="151282"/>
                  </a:lnTo>
                  <a:lnTo>
                    <a:pt x="2519" y="115133"/>
                  </a:lnTo>
                  <a:lnTo>
                    <a:pt x="3187" y="101526"/>
                  </a:lnTo>
                  <a:lnTo>
                    <a:pt x="3855" y="101526"/>
                  </a:lnTo>
                  <a:lnTo>
                    <a:pt x="4523" y="101526"/>
                  </a:lnTo>
                  <a:lnTo>
                    <a:pt x="5191" y="101526"/>
                  </a:lnTo>
                  <a:lnTo>
                    <a:pt x="5859" y="101526"/>
                  </a:lnTo>
                  <a:lnTo>
                    <a:pt x="6527" y="88966"/>
                  </a:lnTo>
                  <a:lnTo>
                    <a:pt x="7195" y="80593"/>
                  </a:lnTo>
                  <a:lnTo>
                    <a:pt x="7863" y="82686"/>
                  </a:lnTo>
                  <a:lnTo>
                    <a:pt x="8531" y="90013"/>
                  </a:lnTo>
                  <a:lnTo>
                    <a:pt x="9199" y="61753"/>
                  </a:lnTo>
                  <a:lnTo>
                    <a:pt x="9867" y="38726"/>
                  </a:lnTo>
                  <a:lnTo>
                    <a:pt x="10535" y="20933"/>
                  </a:lnTo>
                  <a:lnTo>
                    <a:pt x="11203" y="15699"/>
                  </a:lnTo>
                  <a:lnTo>
                    <a:pt x="11871" y="0"/>
                  </a:lnTo>
                  <a:lnTo>
                    <a:pt x="12539" y="4186"/>
                  </a:lnTo>
                  <a:lnTo>
                    <a:pt x="13207" y="17793"/>
                  </a:lnTo>
                  <a:lnTo>
                    <a:pt x="13875" y="67450"/>
                  </a:lnTo>
                  <a:lnTo>
                    <a:pt x="14543" y="69972"/>
                  </a:lnTo>
                  <a:lnTo>
                    <a:pt x="15211" y="76436"/>
                  </a:lnTo>
                  <a:lnTo>
                    <a:pt x="15879" y="61950"/>
                  </a:lnTo>
                  <a:lnTo>
                    <a:pt x="16548" y="108600"/>
                  </a:lnTo>
                  <a:lnTo>
                    <a:pt x="17216" y="109896"/>
                  </a:lnTo>
                  <a:lnTo>
                    <a:pt x="17884" y="106068"/>
                  </a:lnTo>
                  <a:lnTo>
                    <a:pt x="18552" y="90291"/>
                  </a:lnTo>
                  <a:lnTo>
                    <a:pt x="19220" y="97572"/>
                  </a:lnTo>
                  <a:lnTo>
                    <a:pt x="19888" y="107888"/>
                  </a:lnTo>
                  <a:lnTo>
                    <a:pt x="20556" y="118204"/>
                  </a:lnTo>
                  <a:lnTo>
                    <a:pt x="21224" y="132160"/>
                  </a:lnTo>
                  <a:lnTo>
                    <a:pt x="21892" y="142475"/>
                  </a:lnTo>
                  <a:lnTo>
                    <a:pt x="22553" y="16474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120715" y="3961178"/>
              <a:ext cx="22182" cy="63220"/>
            </a:xfrm>
            <a:custGeom>
              <a:avLst/>
              <a:pathLst>
                <a:path w="22182" h="63220">
                  <a:moveTo>
                    <a:pt x="0" y="63220"/>
                  </a:moveTo>
                  <a:lnTo>
                    <a:pt x="660" y="45578"/>
                  </a:lnTo>
                  <a:lnTo>
                    <a:pt x="1328" y="53189"/>
                  </a:lnTo>
                  <a:lnTo>
                    <a:pt x="1996" y="55237"/>
                  </a:lnTo>
                  <a:lnTo>
                    <a:pt x="2664" y="30633"/>
                  </a:lnTo>
                  <a:lnTo>
                    <a:pt x="3332" y="42162"/>
                  </a:lnTo>
                  <a:lnTo>
                    <a:pt x="4000" y="46176"/>
                  </a:lnTo>
                  <a:lnTo>
                    <a:pt x="4668" y="51314"/>
                  </a:lnTo>
                  <a:lnTo>
                    <a:pt x="5336" y="22945"/>
                  </a:lnTo>
                  <a:lnTo>
                    <a:pt x="6004" y="48106"/>
                  </a:lnTo>
                  <a:lnTo>
                    <a:pt x="6672" y="47344"/>
                  </a:lnTo>
                  <a:lnTo>
                    <a:pt x="7340" y="51156"/>
                  </a:lnTo>
                  <a:lnTo>
                    <a:pt x="8008" y="51156"/>
                  </a:lnTo>
                  <a:lnTo>
                    <a:pt x="8676" y="51156"/>
                  </a:lnTo>
                  <a:lnTo>
                    <a:pt x="9344" y="50403"/>
                  </a:lnTo>
                  <a:lnTo>
                    <a:pt x="10012" y="46530"/>
                  </a:lnTo>
                  <a:lnTo>
                    <a:pt x="10680" y="35586"/>
                  </a:lnTo>
                  <a:lnTo>
                    <a:pt x="11348" y="39773"/>
                  </a:lnTo>
                  <a:lnTo>
                    <a:pt x="12016" y="20933"/>
                  </a:lnTo>
                  <a:lnTo>
                    <a:pt x="12684" y="2093"/>
                  </a:lnTo>
                  <a:lnTo>
                    <a:pt x="13352" y="0"/>
                  </a:lnTo>
                  <a:lnTo>
                    <a:pt x="14020" y="0"/>
                  </a:lnTo>
                  <a:lnTo>
                    <a:pt x="14688" y="0"/>
                  </a:lnTo>
                  <a:lnTo>
                    <a:pt x="15356" y="0"/>
                  </a:lnTo>
                  <a:lnTo>
                    <a:pt x="16024" y="4186"/>
                  </a:lnTo>
                  <a:lnTo>
                    <a:pt x="16692" y="19886"/>
                  </a:lnTo>
                  <a:lnTo>
                    <a:pt x="17360" y="0"/>
                  </a:lnTo>
                  <a:lnTo>
                    <a:pt x="18028" y="0"/>
                  </a:lnTo>
                  <a:lnTo>
                    <a:pt x="18696" y="0"/>
                  </a:lnTo>
                  <a:lnTo>
                    <a:pt x="19364" y="0"/>
                  </a:lnTo>
                  <a:lnTo>
                    <a:pt x="20032" y="0"/>
                  </a:lnTo>
                  <a:lnTo>
                    <a:pt x="20700" y="0"/>
                  </a:lnTo>
                  <a:lnTo>
                    <a:pt x="21368" y="2093"/>
                  </a:lnTo>
                  <a:lnTo>
                    <a:pt x="22036" y="59428"/>
                  </a:lnTo>
                  <a:lnTo>
                    <a:pt x="22182" y="632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8144734" y="4012335"/>
              <a:ext cx="3215" cy="12063"/>
            </a:xfrm>
            <a:custGeom>
              <a:avLst/>
              <a:pathLst>
                <a:path w="3215" h="12063">
                  <a:moveTo>
                    <a:pt x="0" y="12063"/>
                  </a:moveTo>
                  <a:lnTo>
                    <a:pt x="22" y="11555"/>
                  </a:lnTo>
                  <a:lnTo>
                    <a:pt x="690" y="7624"/>
                  </a:lnTo>
                  <a:lnTo>
                    <a:pt x="1358" y="0"/>
                  </a:lnTo>
                  <a:lnTo>
                    <a:pt x="2026" y="0"/>
                  </a:lnTo>
                  <a:lnTo>
                    <a:pt x="2694" y="762"/>
                  </a:lnTo>
                  <a:lnTo>
                    <a:pt x="3215" y="1206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8148376" y="3527857"/>
              <a:ext cx="34303" cy="496541"/>
            </a:xfrm>
            <a:custGeom>
              <a:avLst/>
              <a:pathLst>
                <a:path w="34303" h="496541">
                  <a:moveTo>
                    <a:pt x="0" y="496541"/>
                  </a:moveTo>
                  <a:lnTo>
                    <a:pt x="388" y="492102"/>
                  </a:lnTo>
                  <a:lnTo>
                    <a:pt x="1056" y="484477"/>
                  </a:lnTo>
                  <a:lnTo>
                    <a:pt x="1724" y="484477"/>
                  </a:lnTo>
                  <a:lnTo>
                    <a:pt x="2393" y="458553"/>
                  </a:lnTo>
                  <a:lnTo>
                    <a:pt x="3061" y="415093"/>
                  </a:lnTo>
                  <a:lnTo>
                    <a:pt x="3729" y="386882"/>
                  </a:lnTo>
                  <a:lnTo>
                    <a:pt x="4397" y="353062"/>
                  </a:lnTo>
                  <a:lnTo>
                    <a:pt x="5065" y="313785"/>
                  </a:lnTo>
                  <a:lnTo>
                    <a:pt x="5733" y="272150"/>
                  </a:lnTo>
                  <a:lnTo>
                    <a:pt x="6401" y="255654"/>
                  </a:lnTo>
                  <a:lnTo>
                    <a:pt x="7069" y="108853"/>
                  </a:lnTo>
                  <a:lnTo>
                    <a:pt x="7737" y="119320"/>
                  </a:lnTo>
                  <a:lnTo>
                    <a:pt x="8405" y="104666"/>
                  </a:lnTo>
                  <a:lnTo>
                    <a:pt x="9073" y="84780"/>
                  </a:lnTo>
                  <a:lnTo>
                    <a:pt x="9741" y="61753"/>
                  </a:lnTo>
                  <a:lnTo>
                    <a:pt x="10409" y="66986"/>
                  </a:lnTo>
                  <a:lnTo>
                    <a:pt x="11077" y="53380"/>
                  </a:lnTo>
                  <a:lnTo>
                    <a:pt x="11745" y="0"/>
                  </a:lnTo>
                  <a:lnTo>
                    <a:pt x="12413" y="12560"/>
                  </a:lnTo>
                  <a:lnTo>
                    <a:pt x="13081" y="68033"/>
                  </a:lnTo>
                  <a:lnTo>
                    <a:pt x="13749" y="106760"/>
                  </a:lnTo>
                  <a:lnTo>
                    <a:pt x="14417" y="142346"/>
                  </a:lnTo>
                  <a:lnTo>
                    <a:pt x="15085" y="194680"/>
                  </a:lnTo>
                  <a:lnTo>
                    <a:pt x="15753" y="240733"/>
                  </a:lnTo>
                  <a:lnTo>
                    <a:pt x="16421" y="349879"/>
                  </a:lnTo>
                  <a:lnTo>
                    <a:pt x="17089" y="367988"/>
                  </a:lnTo>
                  <a:lnTo>
                    <a:pt x="17757" y="362483"/>
                  </a:lnTo>
                  <a:lnTo>
                    <a:pt x="18425" y="370870"/>
                  </a:lnTo>
                  <a:lnTo>
                    <a:pt x="19093" y="372395"/>
                  </a:lnTo>
                  <a:lnTo>
                    <a:pt x="19761" y="389169"/>
                  </a:lnTo>
                  <a:lnTo>
                    <a:pt x="20429" y="392981"/>
                  </a:lnTo>
                  <a:lnTo>
                    <a:pt x="21097" y="410518"/>
                  </a:lnTo>
                  <a:lnTo>
                    <a:pt x="21765" y="442541"/>
                  </a:lnTo>
                  <a:lnTo>
                    <a:pt x="22433" y="450929"/>
                  </a:lnTo>
                  <a:lnTo>
                    <a:pt x="23101" y="453978"/>
                  </a:lnTo>
                  <a:lnTo>
                    <a:pt x="23769" y="452454"/>
                  </a:lnTo>
                  <a:lnTo>
                    <a:pt x="24437" y="438729"/>
                  </a:lnTo>
                  <a:lnTo>
                    <a:pt x="25105" y="425767"/>
                  </a:lnTo>
                  <a:lnTo>
                    <a:pt x="25773" y="471695"/>
                  </a:lnTo>
                  <a:lnTo>
                    <a:pt x="26441" y="477696"/>
                  </a:lnTo>
                  <a:lnTo>
                    <a:pt x="27110" y="486504"/>
                  </a:lnTo>
                  <a:lnTo>
                    <a:pt x="27778" y="469228"/>
                  </a:lnTo>
                  <a:lnTo>
                    <a:pt x="28446" y="471515"/>
                  </a:lnTo>
                  <a:lnTo>
                    <a:pt x="29114" y="484477"/>
                  </a:lnTo>
                  <a:lnTo>
                    <a:pt x="29782" y="484477"/>
                  </a:lnTo>
                  <a:lnTo>
                    <a:pt x="30450" y="484477"/>
                  </a:lnTo>
                  <a:lnTo>
                    <a:pt x="31118" y="479902"/>
                  </a:lnTo>
                  <a:lnTo>
                    <a:pt x="31786" y="476090"/>
                  </a:lnTo>
                  <a:lnTo>
                    <a:pt x="32454" y="484477"/>
                  </a:lnTo>
                  <a:lnTo>
                    <a:pt x="33122" y="484477"/>
                  </a:lnTo>
                  <a:lnTo>
                    <a:pt x="33790" y="486002"/>
                  </a:lnTo>
                  <a:lnTo>
                    <a:pt x="34303" y="49654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8185068" y="3166757"/>
              <a:ext cx="238109" cy="857642"/>
            </a:xfrm>
            <a:custGeom>
              <a:avLst/>
              <a:pathLst>
                <a:path w="238109" h="857642">
                  <a:moveTo>
                    <a:pt x="0" y="857642"/>
                  </a:moveTo>
                  <a:lnTo>
                    <a:pt x="437" y="836288"/>
                  </a:lnTo>
                  <a:lnTo>
                    <a:pt x="1105" y="833148"/>
                  </a:lnTo>
                  <a:lnTo>
                    <a:pt x="1773" y="815355"/>
                  </a:lnTo>
                  <a:lnTo>
                    <a:pt x="2441" y="815355"/>
                  </a:lnTo>
                  <a:lnTo>
                    <a:pt x="3109" y="815355"/>
                  </a:lnTo>
                  <a:lnTo>
                    <a:pt x="3777" y="815355"/>
                  </a:lnTo>
                  <a:lnTo>
                    <a:pt x="4445" y="821635"/>
                  </a:lnTo>
                  <a:lnTo>
                    <a:pt x="5113" y="836288"/>
                  </a:lnTo>
                  <a:lnTo>
                    <a:pt x="5781" y="836288"/>
                  </a:lnTo>
                  <a:lnTo>
                    <a:pt x="6449" y="836288"/>
                  </a:lnTo>
                  <a:lnTo>
                    <a:pt x="7118" y="817448"/>
                  </a:lnTo>
                  <a:lnTo>
                    <a:pt x="7786" y="800701"/>
                  </a:lnTo>
                  <a:lnTo>
                    <a:pt x="8454" y="794421"/>
                  </a:lnTo>
                  <a:lnTo>
                    <a:pt x="9122" y="786048"/>
                  </a:lnTo>
                  <a:lnTo>
                    <a:pt x="9790" y="763021"/>
                  </a:lnTo>
                  <a:lnTo>
                    <a:pt x="10458" y="752554"/>
                  </a:lnTo>
                  <a:lnTo>
                    <a:pt x="11126" y="723248"/>
                  </a:lnTo>
                  <a:lnTo>
                    <a:pt x="11794" y="689754"/>
                  </a:lnTo>
                  <a:lnTo>
                    <a:pt x="12462" y="674054"/>
                  </a:lnTo>
                  <a:lnTo>
                    <a:pt x="13130" y="658354"/>
                  </a:lnTo>
                  <a:lnTo>
                    <a:pt x="13798" y="618581"/>
                  </a:lnTo>
                  <a:lnTo>
                    <a:pt x="14466" y="570434"/>
                  </a:lnTo>
                  <a:lnTo>
                    <a:pt x="15134" y="529614"/>
                  </a:lnTo>
                  <a:lnTo>
                    <a:pt x="15802" y="510774"/>
                  </a:lnTo>
                  <a:lnTo>
                    <a:pt x="16470" y="501354"/>
                  </a:lnTo>
                  <a:lnTo>
                    <a:pt x="17138" y="465767"/>
                  </a:lnTo>
                  <a:lnTo>
                    <a:pt x="17806" y="443787"/>
                  </a:lnTo>
                  <a:lnTo>
                    <a:pt x="18474" y="436460"/>
                  </a:lnTo>
                  <a:lnTo>
                    <a:pt x="19142" y="404014"/>
                  </a:lnTo>
                  <a:lnTo>
                    <a:pt x="19810" y="400874"/>
                  </a:lnTo>
                  <a:lnTo>
                    <a:pt x="20478" y="345400"/>
                  </a:lnTo>
                  <a:lnTo>
                    <a:pt x="21146" y="315047"/>
                  </a:lnTo>
                  <a:lnTo>
                    <a:pt x="21814" y="335980"/>
                  </a:lnTo>
                  <a:lnTo>
                    <a:pt x="22482" y="251200"/>
                  </a:lnTo>
                  <a:lnTo>
                    <a:pt x="23150" y="166420"/>
                  </a:lnTo>
                  <a:lnTo>
                    <a:pt x="23818" y="146533"/>
                  </a:lnTo>
                  <a:lnTo>
                    <a:pt x="24486" y="149673"/>
                  </a:lnTo>
                  <a:lnTo>
                    <a:pt x="25154" y="166420"/>
                  </a:lnTo>
                  <a:lnTo>
                    <a:pt x="25822" y="143393"/>
                  </a:lnTo>
                  <a:lnTo>
                    <a:pt x="26490" y="102573"/>
                  </a:lnTo>
                  <a:lnTo>
                    <a:pt x="27158" y="87920"/>
                  </a:lnTo>
                  <a:lnTo>
                    <a:pt x="27826" y="64893"/>
                  </a:lnTo>
                  <a:lnTo>
                    <a:pt x="28494" y="16746"/>
                  </a:lnTo>
                  <a:lnTo>
                    <a:pt x="29162" y="20933"/>
                  </a:lnTo>
                  <a:lnTo>
                    <a:pt x="29830" y="19886"/>
                  </a:lnTo>
                  <a:lnTo>
                    <a:pt x="30498" y="50240"/>
                  </a:lnTo>
                  <a:lnTo>
                    <a:pt x="31166" y="41866"/>
                  </a:lnTo>
                  <a:lnTo>
                    <a:pt x="31835" y="0"/>
                  </a:lnTo>
                  <a:lnTo>
                    <a:pt x="32503" y="233222"/>
                  </a:lnTo>
                  <a:lnTo>
                    <a:pt x="33171" y="263257"/>
                  </a:lnTo>
                  <a:lnTo>
                    <a:pt x="33839" y="271441"/>
                  </a:lnTo>
                  <a:lnTo>
                    <a:pt x="34507" y="254667"/>
                  </a:lnTo>
                  <a:lnTo>
                    <a:pt x="35175" y="246280"/>
                  </a:lnTo>
                  <a:lnTo>
                    <a:pt x="35843" y="276016"/>
                  </a:lnTo>
                  <a:lnTo>
                    <a:pt x="36511" y="306515"/>
                  </a:lnTo>
                  <a:lnTo>
                    <a:pt x="37179" y="316427"/>
                  </a:lnTo>
                  <a:lnTo>
                    <a:pt x="37847" y="316427"/>
                  </a:lnTo>
                  <a:lnTo>
                    <a:pt x="38515" y="343876"/>
                  </a:lnTo>
                  <a:lnTo>
                    <a:pt x="39183" y="333201"/>
                  </a:lnTo>
                  <a:lnTo>
                    <a:pt x="39851" y="340826"/>
                  </a:lnTo>
                  <a:lnTo>
                    <a:pt x="40519" y="352263"/>
                  </a:lnTo>
                  <a:lnTo>
                    <a:pt x="41187" y="380474"/>
                  </a:lnTo>
                  <a:lnTo>
                    <a:pt x="41855" y="403348"/>
                  </a:lnTo>
                  <a:lnTo>
                    <a:pt x="42523" y="436200"/>
                  </a:lnTo>
                  <a:lnTo>
                    <a:pt x="43191" y="455717"/>
                  </a:lnTo>
                  <a:lnTo>
                    <a:pt x="43859" y="354820"/>
                  </a:lnTo>
                  <a:lnTo>
                    <a:pt x="44527" y="388314"/>
                  </a:lnTo>
                  <a:lnTo>
                    <a:pt x="45195" y="416574"/>
                  </a:lnTo>
                  <a:lnTo>
                    <a:pt x="45863" y="538199"/>
                  </a:lnTo>
                  <a:lnTo>
                    <a:pt x="46531" y="509798"/>
                  </a:lnTo>
                  <a:lnTo>
                    <a:pt x="47199" y="574057"/>
                  </a:lnTo>
                  <a:lnTo>
                    <a:pt x="47867" y="562750"/>
                  </a:lnTo>
                  <a:lnTo>
                    <a:pt x="48535" y="559885"/>
                  </a:lnTo>
                  <a:lnTo>
                    <a:pt x="49203" y="570200"/>
                  </a:lnTo>
                  <a:lnTo>
                    <a:pt x="49871" y="551390"/>
                  </a:lnTo>
                  <a:lnTo>
                    <a:pt x="50539" y="558671"/>
                  </a:lnTo>
                  <a:lnTo>
                    <a:pt x="51207" y="568987"/>
                  </a:lnTo>
                  <a:lnTo>
                    <a:pt x="51875" y="580516"/>
                  </a:lnTo>
                  <a:lnTo>
                    <a:pt x="52543" y="561705"/>
                  </a:lnTo>
                  <a:lnTo>
                    <a:pt x="53211" y="564132"/>
                  </a:lnTo>
                  <a:lnTo>
                    <a:pt x="53879" y="524084"/>
                  </a:lnTo>
                  <a:lnTo>
                    <a:pt x="54547" y="529545"/>
                  </a:lnTo>
                  <a:lnTo>
                    <a:pt x="55215" y="525904"/>
                  </a:lnTo>
                  <a:lnTo>
                    <a:pt x="55883" y="530345"/>
                  </a:lnTo>
                  <a:lnTo>
                    <a:pt x="56552" y="549755"/>
                  </a:lnTo>
                  <a:lnTo>
                    <a:pt x="57220" y="510565"/>
                  </a:lnTo>
                  <a:lnTo>
                    <a:pt x="57888" y="529481"/>
                  </a:lnTo>
                  <a:lnTo>
                    <a:pt x="58556" y="378894"/>
                  </a:lnTo>
                  <a:lnTo>
                    <a:pt x="59224" y="359007"/>
                  </a:lnTo>
                  <a:lnTo>
                    <a:pt x="59892" y="367380"/>
                  </a:lnTo>
                  <a:lnTo>
                    <a:pt x="60560" y="331794"/>
                  </a:lnTo>
                  <a:lnTo>
                    <a:pt x="61228" y="316094"/>
                  </a:lnTo>
                  <a:lnTo>
                    <a:pt x="61896" y="312954"/>
                  </a:lnTo>
                  <a:lnTo>
                    <a:pt x="62564" y="371567"/>
                  </a:lnTo>
                  <a:lnTo>
                    <a:pt x="63232" y="388314"/>
                  </a:lnTo>
                  <a:lnTo>
                    <a:pt x="63900" y="425994"/>
                  </a:lnTo>
                  <a:lnTo>
                    <a:pt x="64568" y="355867"/>
                  </a:lnTo>
                  <a:lnTo>
                    <a:pt x="65236" y="328654"/>
                  </a:lnTo>
                  <a:lnTo>
                    <a:pt x="65904" y="308767"/>
                  </a:lnTo>
                  <a:lnTo>
                    <a:pt x="66572" y="234454"/>
                  </a:lnTo>
                  <a:lnTo>
                    <a:pt x="67240" y="196773"/>
                  </a:lnTo>
                  <a:lnTo>
                    <a:pt x="67908" y="194680"/>
                  </a:lnTo>
                  <a:lnTo>
                    <a:pt x="68576" y="204100"/>
                  </a:lnTo>
                  <a:lnTo>
                    <a:pt x="69244" y="223987"/>
                  </a:lnTo>
                  <a:lnTo>
                    <a:pt x="69912" y="185260"/>
                  </a:lnTo>
                  <a:lnTo>
                    <a:pt x="70580" y="196773"/>
                  </a:lnTo>
                  <a:lnTo>
                    <a:pt x="71248" y="207240"/>
                  </a:lnTo>
                  <a:lnTo>
                    <a:pt x="71916" y="159093"/>
                  </a:lnTo>
                  <a:lnTo>
                    <a:pt x="72584" y="151767"/>
                  </a:lnTo>
                  <a:lnTo>
                    <a:pt x="73252" y="149673"/>
                  </a:lnTo>
                  <a:lnTo>
                    <a:pt x="73920" y="131880"/>
                  </a:lnTo>
                  <a:lnTo>
                    <a:pt x="74588" y="186307"/>
                  </a:lnTo>
                  <a:lnTo>
                    <a:pt x="75256" y="227127"/>
                  </a:lnTo>
                  <a:lnTo>
                    <a:pt x="75924" y="253293"/>
                  </a:lnTo>
                  <a:lnTo>
                    <a:pt x="76592" y="286787"/>
                  </a:lnTo>
                  <a:lnTo>
                    <a:pt x="77260" y="317140"/>
                  </a:lnTo>
                  <a:lnTo>
                    <a:pt x="77928" y="365287"/>
                  </a:lnTo>
                  <a:lnTo>
                    <a:pt x="78596" y="386220"/>
                  </a:lnTo>
                  <a:lnTo>
                    <a:pt x="79264" y="541898"/>
                  </a:lnTo>
                  <a:lnTo>
                    <a:pt x="79932" y="612827"/>
                  </a:lnTo>
                  <a:lnTo>
                    <a:pt x="80600" y="627752"/>
                  </a:lnTo>
                  <a:lnTo>
                    <a:pt x="81269" y="630563"/>
                  </a:lnTo>
                  <a:lnTo>
                    <a:pt x="81937" y="635900"/>
                  </a:lnTo>
                  <a:lnTo>
                    <a:pt x="82605" y="688710"/>
                  </a:lnTo>
                  <a:lnTo>
                    <a:pt x="83273" y="701374"/>
                  </a:lnTo>
                  <a:lnTo>
                    <a:pt x="83941" y="731379"/>
                  </a:lnTo>
                  <a:lnTo>
                    <a:pt x="84609" y="752239"/>
                  </a:lnTo>
                  <a:lnTo>
                    <a:pt x="85277" y="752239"/>
                  </a:lnTo>
                  <a:lnTo>
                    <a:pt x="85945" y="764982"/>
                  </a:lnTo>
                  <a:lnTo>
                    <a:pt x="86613" y="788647"/>
                  </a:lnTo>
                  <a:lnTo>
                    <a:pt x="87281" y="800783"/>
                  </a:lnTo>
                  <a:lnTo>
                    <a:pt x="87949" y="794715"/>
                  </a:lnTo>
                  <a:lnTo>
                    <a:pt x="88617" y="795322"/>
                  </a:lnTo>
                  <a:lnTo>
                    <a:pt x="89285" y="793189"/>
                  </a:lnTo>
                  <a:lnTo>
                    <a:pt x="89953" y="771586"/>
                  </a:lnTo>
                  <a:lnTo>
                    <a:pt x="90621" y="764108"/>
                  </a:lnTo>
                  <a:lnTo>
                    <a:pt x="91289" y="723583"/>
                  </a:lnTo>
                  <a:lnTo>
                    <a:pt x="91957" y="770856"/>
                  </a:lnTo>
                  <a:lnTo>
                    <a:pt x="92625" y="788005"/>
                  </a:lnTo>
                  <a:lnTo>
                    <a:pt x="93293" y="810000"/>
                  </a:lnTo>
                  <a:lnTo>
                    <a:pt x="93961" y="800574"/>
                  </a:lnTo>
                  <a:lnTo>
                    <a:pt x="94629" y="714874"/>
                  </a:lnTo>
                  <a:lnTo>
                    <a:pt x="95297" y="710688"/>
                  </a:lnTo>
                  <a:lnTo>
                    <a:pt x="95965" y="703361"/>
                  </a:lnTo>
                  <a:lnTo>
                    <a:pt x="96633" y="673008"/>
                  </a:lnTo>
                  <a:lnTo>
                    <a:pt x="97301" y="661494"/>
                  </a:lnTo>
                  <a:lnTo>
                    <a:pt x="97969" y="647888"/>
                  </a:lnTo>
                  <a:lnTo>
                    <a:pt x="98637" y="647888"/>
                  </a:lnTo>
                  <a:lnTo>
                    <a:pt x="99305" y="664634"/>
                  </a:lnTo>
                  <a:lnTo>
                    <a:pt x="99973" y="702314"/>
                  </a:lnTo>
                  <a:lnTo>
                    <a:pt x="100641" y="712781"/>
                  </a:lnTo>
                  <a:lnTo>
                    <a:pt x="101309" y="731621"/>
                  </a:lnTo>
                  <a:lnTo>
                    <a:pt x="101977" y="731621"/>
                  </a:lnTo>
                  <a:lnTo>
                    <a:pt x="102645" y="731621"/>
                  </a:lnTo>
                  <a:lnTo>
                    <a:pt x="103313" y="731621"/>
                  </a:lnTo>
                  <a:lnTo>
                    <a:pt x="103981" y="739994"/>
                  </a:lnTo>
                  <a:lnTo>
                    <a:pt x="104649" y="748368"/>
                  </a:lnTo>
                  <a:lnTo>
                    <a:pt x="105318" y="752554"/>
                  </a:lnTo>
                  <a:lnTo>
                    <a:pt x="105986" y="759881"/>
                  </a:lnTo>
                  <a:lnTo>
                    <a:pt x="106654" y="790235"/>
                  </a:lnTo>
                  <a:lnTo>
                    <a:pt x="107322" y="801748"/>
                  </a:lnTo>
                  <a:lnTo>
                    <a:pt x="107990" y="815355"/>
                  </a:lnTo>
                  <a:lnTo>
                    <a:pt x="108658" y="815355"/>
                  </a:lnTo>
                  <a:lnTo>
                    <a:pt x="109326" y="815355"/>
                  </a:lnTo>
                  <a:lnTo>
                    <a:pt x="109994" y="815355"/>
                  </a:lnTo>
                  <a:lnTo>
                    <a:pt x="110662" y="815355"/>
                  </a:lnTo>
                  <a:lnTo>
                    <a:pt x="111330" y="815355"/>
                  </a:lnTo>
                  <a:lnTo>
                    <a:pt x="111998" y="815355"/>
                  </a:lnTo>
                  <a:lnTo>
                    <a:pt x="112666" y="778721"/>
                  </a:lnTo>
                  <a:lnTo>
                    <a:pt x="113334" y="752554"/>
                  </a:lnTo>
                  <a:lnTo>
                    <a:pt x="114002" y="756741"/>
                  </a:lnTo>
                  <a:lnTo>
                    <a:pt x="114670" y="773488"/>
                  </a:lnTo>
                  <a:lnTo>
                    <a:pt x="115338" y="773488"/>
                  </a:lnTo>
                  <a:lnTo>
                    <a:pt x="116006" y="769301"/>
                  </a:lnTo>
                  <a:lnTo>
                    <a:pt x="116674" y="752554"/>
                  </a:lnTo>
                  <a:lnTo>
                    <a:pt x="117342" y="752554"/>
                  </a:lnTo>
                  <a:lnTo>
                    <a:pt x="118010" y="763021"/>
                  </a:lnTo>
                  <a:lnTo>
                    <a:pt x="118678" y="773488"/>
                  </a:lnTo>
                  <a:lnTo>
                    <a:pt x="119346" y="773488"/>
                  </a:lnTo>
                  <a:lnTo>
                    <a:pt x="120014" y="755694"/>
                  </a:lnTo>
                  <a:lnTo>
                    <a:pt x="120682" y="752554"/>
                  </a:lnTo>
                  <a:lnTo>
                    <a:pt x="121350" y="751508"/>
                  </a:lnTo>
                  <a:lnTo>
                    <a:pt x="122018" y="731621"/>
                  </a:lnTo>
                  <a:lnTo>
                    <a:pt x="122686" y="768254"/>
                  </a:lnTo>
                  <a:lnTo>
                    <a:pt x="123354" y="794421"/>
                  </a:lnTo>
                  <a:lnTo>
                    <a:pt x="124022" y="794421"/>
                  </a:lnTo>
                  <a:lnTo>
                    <a:pt x="124690" y="775581"/>
                  </a:lnTo>
                  <a:lnTo>
                    <a:pt x="125358" y="770348"/>
                  </a:lnTo>
                  <a:lnTo>
                    <a:pt x="126026" y="756741"/>
                  </a:lnTo>
                  <a:lnTo>
                    <a:pt x="126694" y="773488"/>
                  </a:lnTo>
                  <a:lnTo>
                    <a:pt x="127362" y="773488"/>
                  </a:lnTo>
                  <a:lnTo>
                    <a:pt x="128030" y="773488"/>
                  </a:lnTo>
                  <a:lnTo>
                    <a:pt x="128698" y="773488"/>
                  </a:lnTo>
                  <a:lnTo>
                    <a:pt x="129366" y="773488"/>
                  </a:lnTo>
                  <a:lnTo>
                    <a:pt x="130035" y="785001"/>
                  </a:lnTo>
                  <a:lnTo>
                    <a:pt x="130703" y="773488"/>
                  </a:lnTo>
                  <a:lnTo>
                    <a:pt x="131371" y="820856"/>
                  </a:lnTo>
                  <a:lnTo>
                    <a:pt x="132039" y="840241"/>
                  </a:lnTo>
                  <a:lnTo>
                    <a:pt x="132707" y="847605"/>
                  </a:lnTo>
                  <a:lnTo>
                    <a:pt x="133375" y="837191"/>
                  </a:lnTo>
                  <a:lnTo>
                    <a:pt x="134043" y="835370"/>
                  </a:lnTo>
                  <a:lnTo>
                    <a:pt x="134711" y="815953"/>
                  </a:lnTo>
                  <a:lnTo>
                    <a:pt x="135379" y="802603"/>
                  </a:lnTo>
                  <a:lnTo>
                    <a:pt x="136047" y="812919"/>
                  </a:lnTo>
                  <a:lnTo>
                    <a:pt x="136715" y="812919"/>
                  </a:lnTo>
                  <a:lnTo>
                    <a:pt x="137383" y="812919"/>
                  </a:lnTo>
                  <a:lnTo>
                    <a:pt x="138051" y="812919"/>
                  </a:lnTo>
                  <a:lnTo>
                    <a:pt x="138719" y="801996"/>
                  </a:lnTo>
                  <a:lnTo>
                    <a:pt x="139387" y="776511"/>
                  </a:lnTo>
                  <a:lnTo>
                    <a:pt x="140055" y="720686"/>
                  </a:lnTo>
                  <a:lnTo>
                    <a:pt x="140723" y="715831"/>
                  </a:lnTo>
                  <a:lnTo>
                    <a:pt x="141391" y="715831"/>
                  </a:lnTo>
                  <a:lnTo>
                    <a:pt x="142059" y="652674"/>
                  </a:lnTo>
                  <a:lnTo>
                    <a:pt x="142727" y="673862"/>
                  </a:lnTo>
                  <a:lnTo>
                    <a:pt x="143395" y="584041"/>
                  </a:lnTo>
                  <a:lnTo>
                    <a:pt x="144063" y="567294"/>
                  </a:lnTo>
                  <a:lnTo>
                    <a:pt x="144731" y="609161"/>
                  </a:lnTo>
                  <a:lnTo>
                    <a:pt x="145399" y="578807"/>
                  </a:lnTo>
                  <a:lnTo>
                    <a:pt x="146067" y="562061"/>
                  </a:lnTo>
                  <a:lnTo>
                    <a:pt x="146735" y="543221"/>
                  </a:lnTo>
                  <a:lnTo>
                    <a:pt x="147403" y="525427"/>
                  </a:lnTo>
                  <a:lnTo>
                    <a:pt x="148071" y="522287"/>
                  </a:lnTo>
                  <a:lnTo>
                    <a:pt x="148739" y="541127"/>
                  </a:lnTo>
                  <a:lnTo>
                    <a:pt x="149407" y="582994"/>
                  </a:lnTo>
                  <a:lnTo>
                    <a:pt x="150075" y="662541"/>
                  </a:lnTo>
                  <a:lnTo>
                    <a:pt x="150743" y="647888"/>
                  </a:lnTo>
                  <a:lnTo>
                    <a:pt x="151411" y="647888"/>
                  </a:lnTo>
                  <a:lnTo>
                    <a:pt x="152079" y="647888"/>
                  </a:lnTo>
                  <a:lnTo>
                    <a:pt x="152747" y="647888"/>
                  </a:lnTo>
                  <a:lnTo>
                    <a:pt x="153415" y="648934"/>
                  </a:lnTo>
                  <a:lnTo>
                    <a:pt x="154083" y="635327"/>
                  </a:lnTo>
                  <a:lnTo>
                    <a:pt x="154752" y="626954"/>
                  </a:lnTo>
                  <a:lnTo>
                    <a:pt x="155420" y="675101"/>
                  </a:lnTo>
                  <a:lnTo>
                    <a:pt x="156088" y="685568"/>
                  </a:lnTo>
                  <a:lnTo>
                    <a:pt x="156756" y="689754"/>
                  </a:lnTo>
                  <a:lnTo>
                    <a:pt x="157424" y="707548"/>
                  </a:lnTo>
                  <a:lnTo>
                    <a:pt x="158092" y="710688"/>
                  </a:lnTo>
                  <a:lnTo>
                    <a:pt x="158760" y="710688"/>
                  </a:lnTo>
                  <a:lnTo>
                    <a:pt x="159428" y="712781"/>
                  </a:lnTo>
                  <a:lnTo>
                    <a:pt x="160096" y="730574"/>
                  </a:lnTo>
                  <a:lnTo>
                    <a:pt x="160764" y="752554"/>
                  </a:lnTo>
                  <a:lnTo>
                    <a:pt x="161432" y="752554"/>
                  </a:lnTo>
                  <a:lnTo>
                    <a:pt x="162100" y="752554"/>
                  </a:lnTo>
                  <a:lnTo>
                    <a:pt x="162768" y="742088"/>
                  </a:lnTo>
                  <a:lnTo>
                    <a:pt x="163436" y="784259"/>
                  </a:lnTo>
                  <a:lnTo>
                    <a:pt x="164104" y="786868"/>
                  </a:lnTo>
                  <a:lnTo>
                    <a:pt x="164772" y="824995"/>
                  </a:lnTo>
                  <a:lnTo>
                    <a:pt x="165440" y="793189"/>
                  </a:lnTo>
                  <a:lnTo>
                    <a:pt x="166108" y="770986"/>
                  </a:lnTo>
                  <a:lnTo>
                    <a:pt x="166776" y="764385"/>
                  </a:lnTo>
                  <a:lnTo>
                    <a:pt x="167444" y="748598"/>
                  </a:lnTo>
                  <a:lnTo>
                    <a:pt x="168112" y="737676"/>
                  </a:lnTo>
                  <a:lnTo>
                    <a:pt x="168780" y="727967"/>
                  </a:lnTo>
                  <a:lnTo>
                    <a:pt x="169448" y="715831"/>
                  </a:lnTo>
                  <a:lnTo>
                    <a:pt x="170116" y="689739"/>
                  </a:lnTo>
                  <a:lnTo>
                    <a:pt x="170784" y="689739"/>
                  </a:lnTo>
                  <a:lnTo>
                    <a:pt x="171452" y="679424"/>
                  </a:lnTo>
                  <a:lnTo>
                    <a:pt x="172120" y="679424"/>
                  </a:lnTo>
                  <a:lnTo>
                    <a:pt x="172788" y="681244"/>
                  </a:lnTo>
                  <a:lnTo>
                    <a:pt x="173456" y="683102"/>
                  </a:lnTo>
                  <a:lnTo>
                    <a:pt x="174124" y="628629"/>
                  </a:lnTo>
                  <a:lnTo>
                    <a:pt x="174792" y="627752"/>
                  </a:lnTo>
                  <a:lnTo>
                    <a:pt x="175460" y="659960"/>
                  </a:lnTo>
                  <a:lnTo>
                    <a:pt x="176128" y="667030"/>
                  </a:lnTo>
                  <a:lnTo>
                    <a:pt x="176796" y="671743"/>
                  </a:lnTo>
                  <a:lnTo>
                    <a:pt x="177464" y="591367"/>
                  </a:lnTo>
                  <a:lnTo>
                    <a:pt x="178132" y="610208"/>
                  </a:lnTo>
                  <a:lnTo>
                    <a:pt x="178800" y="626954"/>
                  </a:lnTo>
                  <a:lnTo>
                    <a:pt x="179469" y="647888"/>
                  </a:lnTo>
                  <a:lnTo>
                    <a:pt x="180137" y="698128"/>
                  </a:lnTo>
                  <a:lnTo>
                    <a:pt x="180805" y="713828"/>
                  </a:lnTo>
                  <a:lnTo>
                    <a:pt x="181473" y="731621"/>
                  </a:lnTo>
                  <a:lnTo>
                    <a:pt x="182141" y="730574"/>
                  </a:lnTo>
                  <a:lnTo>
                    <a:pt x="182809" y="693941"/>
                  </a:lnTo>
                  <a:lnTo>
                    <a:pt x="183477" y="687661"/>
                  </a:lnTo>
                  <a:lnTo>
                    <a:pt x="184145" y="652074"/>
                  </a:lnTo>
                  <a:lnTo>
                    <a:pt x="184813" y="614394"/>
                  </a:lnTo>
                  <a:lnTo>
                    <a:pt x="185481" y="628001"/>
                  </a:lnTo>
                  <a:lnTo>
                    <a:pt x="186149" y="648934"/>
                  </a:lnTo>
                  <a:lnTo>
                    <a:pt x="186817" y="668821"/>
                  </a:lnTo>
                  <a:lnTo>
                    <a:pt x="187485" y="668821"/>
                  </a:lnTo>
                  <a:lnTo>
                    <a:pt x="188153" y="651028"/>
                  </a:lnTo>
                  <a:lnTo>
                    <a:pt x="188821" y="636374"/>
                  </a:lnTo>
                  <a:lnTo>
                    <a:pt x="189489" y="585087"/>
                  </a:lnTo>
                  <a:lnTo>
                    <a:pt x="190157" y="549501"/>
                  </a:lnTo>
                  <a:lnTo>
                    <a:pt x="190825" y="512867"/>
                  </a:lnTo>
                  <a:lnTo>
                    <a:pt x="191493" y="488794"/>
                  </a:lnTo>
                  <a:lnTo>
                    <a:pt x="192161" y="425994"/>
                  </a:lnTo>
                  <a:lnTo>
                    <a:pt x="192829" y="450067"/>
                  </a:lnTo>
                  <a:lnTo>
                    <a:pt x="193497" y="540820"/>
                  </a:lnTo>
                  <a:lnTo>
                    <a:pt x="194165" y="519346"/>
                  </a:lnTo>
                  <a:lnTo>
                    <a:pt x="194833" y="522488"/>
                  </a:lnTo>
                  <a:lnTo>
                    <a:pt x="195501" y="468399"/>
                  </a:lnTo>
                  <a:lnTo>
                    <a:pt x="196169" y="538746"/>
                  </a:lnTo>
                  <a:lnTo>
                    <a:pt x="196837" y="565920"/>
                  </a:lnTo>
                  <a:lnTo>
                    <a:pt x="197505" y="518390"/>
                  </a:lnTo>
                  <a:lnTo>
                    <a:pt x="198173" y="480338"/>
                  </a:lnTo>
                  <a:lnTo>
                    <a:pt x="198841" y="477211"/>
                  </a:lnTo>
                  <a:lnTo>
                    <a:pt x="199509" y="483466"/>
                  </a:lnTo>
                  <a:lnTo>
                    <a:pt x="200177" y="474605"/>
                  </a:lnTo>
                  <a:lnTo>
                    <a:pt x="200845" y="487115"/>
                  </a:lnTo>
                  <a:lnTo>
                    <a:pt x="201513" y="487115"/>
                  </a:lnTo>
                  <a:lnTo>
                    <a:pt x="202181" y="470435"/>
                  </a:lnTo>
                  <a:lnTo>
                    <a:pt x="202849" y="446457"/>
                  </a:lnTo>
                  <a:lnTo>
                    <a:pt x="203518" y="445050"/>
                  </a:lnTo>
                  <a:lnTo>
                    <a:pt x="204186" y="459390"/>
                  </a:lnTo>
                  <a:lnTo>
                    <a:pt x="204854" y="442489"/>
                  </a:lnTo>
                  <a:lnTo>
                    <a:pt x="205522" y="377239"/>
                  </a:lnTo>
                  <a:lnTo>
                    <a:pt x="206190" y="409554"/>
                  </a:lnTo>
                  <a:lnTo>
                    <a:pt x="206858" y="318245"/>
                  </a:lnTo>
                  <a:lnTo>
                    <a:pt x="207526" y="369306"/>
                  </a:lnTo>
                  <a:lnTo>
                    <a:pt x="208194" y="504891"/>
                  </a:lnTo>
                  <a:lnTo>
                    <a:pt x="208862" y="489538"/>
                  </a:lnTo>
                  <a:lnTo>
                    <a:pt x="209530" y="465831"/>
                  </a:lnTo>
                  <a:lnTo>
                    <a:pt x="210198" y="460370"/>
                  </a:lnTo>
                  <a:lnTo>
                    <a:pt x="210866" y="416074"/>
                  </a:lnTo>
                  <a:lnTo>
                    <a:pt x="211534" y="384521"/>
                  </a:lnTo>
                  <a:lnTo>
                    <a:pt x="212202" y="418501"/>
                  </a:lnTo>
                  <a:lnTo>
                    <a:pt x="212870" y="402725"/>
                  </a:lnTo>
                  <a:lnTo>
                    <a:pt x="213538" y="445807"/>
                  </a:lnTo>
                  <a:lnTo>
                    <a:pt x="214206" y="465225"/>
                  </a:lnTo>
                  <a:lnTo>
                    <a:pt x="214874" y="482822"/>
                  </a:lnTo>
                  <a:lnTo>
                    <a:pt x="215542" y="458550"/>
                  </a:lnTo>
                  <a:lnTo>
                    <a:pt x="216210" y="449448"/>
                  </a:lnTo>
                  <a:lnTo>
                    <a:pt x="216878" y="433128"/>
                  </a:lnTo>
                  <a:lnTo>
                    <a:pt x="217546" y="397092"/>
                  </a:lnTo>
                  <a:lnTo>
                    <a:pt x="218214" y="293603"/>
                  </a:lnTo>
                  <a:lnTo>
                    <a:pt x="218882" y="298463"/>
                  </a:lnTo>
                  <a:lnTo>
                    <a:pt x="219550" y="135020"/>
                  </a:lnTo>
                  <a:lnTo>
                    <a:pt x="220218" y="197820"/>
                  </a:lnTo>
                  <a:lnTo>
                    <a:pt x="220886" y="285740"/>
                  </a:lnTo>
                  <a:lnTo>
                    <a:pt x="221554" y="341214"/>
                  </a:lnTo>
                  <a:lnTo>
                    <a:pt x="222222" y="487219"/>
                  </a:lnTo>
                  <a:lnTo>
                    <a:pt x="222890" y="619544"/>
                  </a:lnTo>
                  <a:lnTo>
                    <a:pt x="223558" y="635963"/>
                  </a:lnTo>
                  <a:lnTo>
                    <a:pt x="224226" y="641364"/>
                  </a:lnTo>
                  <a:lnTo>
                    <a:pt x="224894" y="647365"/>
                  </a:lnTo>
                  <a:lnTo>
                    <a:pt x="225562" y="678817"/>
                  </a:lnTo>
                  <a:lnTo>
                    <a:pt x="226230" y="672749"/>
                  </a:lnTo>
                  <a:lnTo>
                    <a:pt x="226898" y="662433"/>
                  </a:lnTo>
                  <a:lnTo>
                    <a:pt x="227566" y="712399"/>
                  </a:lnTo>
                  <a:lnTo>
                    <a:pt x="228235" y="703692"/>
                  </a:lnTo>
                  <a:lnTo>
                    <a:pt x="228903" y="712399"/>
                  </a:lnTo>
                  <a:lnTo>
                    <a:pt x="229571" y="722198"/>
                  </a:lnTo>
                  <a:lnTo>
                    <a:pt x="230239" y="714379"/>
                  </a:lnTo>
                  <a:lnTo>
                    <a:pt x="230907" y="711773"/>
                  </a:lnTo>
                  <a:lnTo>
                    <a:pt x="231575" y="723240"/>
                  </a:lnTo>
                  <a:lnTo>
                    <a:pt x="232243" y="725540"/>
                  </a:lnTo>
                  <a:lnTo>
                    <a:pt x="232911" y="742781"/>
                  </a:lnTo>
                  <a:lnTo>
                    <a:pt x="233579" y="742781"/>
                  </a:lnTo>
                  <a:lnTo>
                    <a:pt x="234247" y="755383"/>
                  </a:lnTo>
                  <a:lnTo>
                    <a:pt x="234915" y="771585"/>
                  </a:lnTo>
                  <a:lnTo>
                    <a:pt x="235583" y="738833"/>
                  </a:lnTo>
                  <a:lnTo>
                    <a:pt x="236251" y="761707"/>
                  </a:lnTo>
                  <a:lnTo>
                    <a:pt x="236919" y="801892"/>
                  </a:lnTo>
                  <a:lnTo>
                    <a:pt x="237587" y="825711"/>
                  </a:lnTo>
                  <a:lnTo>
                    <a:pt x="238109" y="8576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8424222" y="3400164"/>
              <a:ext cx="231339" cy="624234"/>
            </a:xfrm>
            <a:custGeom>
              <a:avLst/>
              <a:pathLst>
                <a:path w="231339" h="624234">
                  <a:moveTo>
                    <a:pt x="0" y="624234"/>
                  </a:moveTo>
                  <a:lnTo>
                    <a:pt x="437" y="602881"/>
                  </a:lnTo>
                  <a:lnTo>
                    <a:pt x="1105" y="618581"/>
                  </a:lnTo>
                  <a:lnTo>
                    <a:pt x="1773" y="623814"/>
                  </a:lnTo>
                  <a:lnTo>
                    <a:pt x="2441" y="623814"/>
                  </a:lnTo>
                  <a:lnTo>
                    <a:pt x="3109" y="623814"/>
                  </a:lnTo>
                  <a:lnTo>
                    <a:pt x="3777" y="623814"/>
                  </a:lnTo>
                  <a:lnTo>
                    <a:pt x="4445" y="611254"/>
                  </a:lnTo>
                  <a:lnTo>
                    <a:pt x="5113" y="602881"/>
                  </a:lnTo>
                  <a:lnTo>
                    <a:pt x="5781" y="578807"/>
                  </a:lnTo>
                  <a:lnTo>
                    <a:pt x="6449" y="561014"/>
                  </a:lnTo>
                  <a:lnTo>
                    <a:pt x="7118" y="561014"/>
                  </a:lnTo>
                  <a:lnTo>
                    <a:pt x="7786" y="532754"/>
                  </a:lnTo>
                  <a:lnTo>
                    <a:pt x="8454" y="475187"/>
                  </a:lnTo>
                  <a:lnTo>
                    <a:pt x="9122" y="443787"/>
                  </a:lnTo>
                  <a:lnTo>
                    <a:pt x="9790" y="420760"/>
                  </a:lnTo>
                  <a:lnTo>
                    <a:pt x="10458" y="394594"/>
                  </a:lnTo>
                  <a:lnTo>
                    <a:pt x="11126" y="370520"/>
                  </a:lnTo>
                  <a:lnTo>
                    <a:pt x="11794" y="340167"/>
                  </a:lnTo>
                  <a:lnTo>
                    <a:pt x="12462" y="281553"/>
                  </a:lnTo>
                  <a:lnTo>
                    <a:pt x="13130" y="258527"/>
                  </a:lnTo>
                  <a:lnTo>
                    <a:pt x="13798" y="205147"/>
                  </a:lnTo>
                  <a:lnTo>
                    <a:pt x="14466" y="130833"/>
                  </a:lnTo>
                  <a:lnTo>
                    <a:pt x="15134" y="93153"/>
                  </a:lnTo>
                  <a:lnTo>
                    <a:pt x="15802" y="103620"/>
                  </a:lnTo>
                  <a:lnTo>
                    <a:pt x="16470" y="121413"/>
                  </a:lnTo>
                  <a:lnTo>
                    <a:pt x="17138" y="106760"/>
                  </a:lnTo>
                  <a:lnTo>
                    <a:pt x="17806" y="107806"/>
                  </a:lnTo>
                  <a:lnTo>
                    <a:pt x="18474" y="136066"/>
                  </a:lnTo>
                  <a:lnTo>
                    <a:pt x="19142" y="102573"/>
                  </a:lnTo>
                  <a:lnTo>
                    <a:pt x="19810" y="70126"/>
                  </a:lnTo>
                  <a:lnTo>
                    <a:pt x="20478" y="17793"/>
                  </a:lnTo>
                  <a:lnTo>
                    <a:pt x="21146" y="0"/>
                  </a:lnTo>
                  <a:lnTo>
                    <a:pt x="21814" y="0"/>
                  </a:lnTo>
                  <a:lnTo>
                    <a:pt x="22482" y="162594"/>
                  </a:lnTo>
                  <a:lnTo>
                    <a:pt x="23150" y="145325"/>
                  </a:lnTo>
                  <a:lnTo>
                    <a:pt x="23818" y="268133"/>
                  </a:lnTo>
                  <a:lnTo>
                    <a:pt x="24486" y="282182"/>
                  </a:lnTo>
                  <a:lnTo>
                    <a:pt x="25154" y="360682"/>
                  </a:lnTo>
                  <a:lnTo>
                    <a:pt x="25822" y="322512"/>
                  </a:lnTo>
                  <a:lnTo>
                    <a:pt x="26490" y="311566"/>
                  </a:lnTo>
                  <a:lnTo>
                    <a:pt x="27158" y="311045"/>
                  </a:lnTo>
                  <a:lnTo>
                    <a:pt x="27826" y="321991"/>
                  </a:lnTo>
                  <a:lnTo>
                    <a:pt x="28494" y="317821"/>
                  </a:lnTo>
                  <a:lnTo>
                    <a:pt x="29162" y="296450"/>
                  </a:lnTo>
                  <a:lnTo>
                    <a:pt x="29830" y="267781"/>
                  </a:lnTo>
                  <a:lnTo>
                    <a:pt x="30498" y="265175"/>
                  </a:lnTo>
                  <a:lnTo>
                    <a:pt x="31166" y="279248"/>
                  </a:lnTo>
                  <a:lnTo>
                    <a:pt x="31835" y="269866"/>
                  </a:lnTo>
                  <a:lnTo>
                    <a:pt x="32503" y="327171"/>
                  </a:lnTo>
                  <a:lnTo>
                    <a:pt x="33171" y="356047"/>
                  </a:lnTo>
                  <a:lnTo>
                    <a:pt x="33839" y="335543"/>
                  </a:lnTo>
                  <a:lnTo>
                    <a:pt x="34507" y="337107"/>
                  </a:lnTo>
                  <a:lnTo>
                    <a:pt x="35175" y="339171"/>
                  </a:lnTo>
                  <a:lnTo>
                    <a:pt x="35843" y="256696"/>
                  </a:lnTo>
                  <a:lnTo>
                    <a:pt x="36511" y="215434"/>
                  </a:lnTo>
                  <a:lnTo>
                    <a:pt x="37179" y="205118"/>
                  </a:lnTo>
                  <a:lnTo>
                    <a:pt x="37847" y="191162"/>
                  </a:lnTo>
                  <a:lnTo>
                    <a:pt x="38515" y="188735"/>
                  </a:lnTo>
                  <a:lnTo>
                    <a:pt x="39183" y="233638"/>
                  </a:lnTo>
                  <a:lnTo>
                    <a:pt x="39851" y="280361"/>
                  </a:lnTo>
                  <a:lnTo>
                    <a:pt x="40519" y="303419"/>
                  </a:lnTo>
                  <a:lnTo>
                    <a:pt x="41187" y="300385"/>
                  </a:lnTo>
                  <a:lnTo>
                    <a:pt x="41855" y="328905"/>
                  </a:lnTo>
                  <a:lnTo>
                    <a:pt x="42523" y="338157"/>
                  </a:lnTo>
                  <a:lnTo>
                    <a:pt x="43191" y="253050"/>
                  </a:lnTo>
                  <a:lnTo>
                    <a:pt x="43859" y="257820"/>
                  </a:lnTo>
                  <a:lnTo>
                    <a:pt x="44527" y="167467"/>
                  </a:lnTo>
                  <a:lnTo>
                    <a:pt x="45195" y="191540"/>
                  </a:lnTo>
                  <a:lnTo>
                    <a:pt x="45863" y="276320"/>
                  </a:lnTo>
                  <a:lnTo>
                    <a:pt x="46531" y="351680"/>
                  </a:lnTo>
                  <a:lnTo>
                    <a:pt x="47199" y="367380"/>
                  </a:lnTo>
                  <a:lnTo>
                    <a:pt x="47867" y="365287"/>
                  </a:lnTo>
                  <a:lnTo>
                    <a:pt x="48535" y="393547"/>
                  </a:lnTo>
                  <a:lnTo>
                    <a:pt x="49203" y="409247"/>
                  </a:lnTo>
                  <a:lnTo>
                    <a:pt x="49871" y="435414"/>
                  </a:lnTo>
                  <a:lnTo>
                    <a:pt x="50539" y="521295"/>
                  </a:lnTo>
                  <a:lnTo>
                    <a:pt x="51207" y="529460"/>
                  </a:lnTo>
                  <a:lnTo>
                    <a:pt x="51875" y="509821"/>
                  </a:lnTo>
                  <a:lnTo>
                    <a:pt x="52543" y="462688"/>
                  </a:lnTo>
                  <a:lnTo>
                    <a:pt x="53211" y="433554"/>
                  </a:lnTo>
                  <a:lnTo>
                    <a:pt x="53879" y="429179"/>
                  </a:lnTo>
                  <a:lnTo>
                    <a:pt x="54547" y="429179"/>
                  </a:lnTo>
                  <a:lnTo>
                    <a:pt x="55215" y="444428"/>
                  </a:lnTo>
                  <a:lnTo>
                    <a:pt x="55883" y="430704"/>
                  </a:lnTo>
                  <a:lnTo>
                    <a:pt x="56552" y="429179"/>
                  </a:lnTo>
                  <a:lnTo>
                    <a:pt x="57220" y="407830"/>
                  </a:lnTo>
                  <a:lnTo>
                    <a:pt x="57888" y="404018"/>
                  </a:lnTo>
                  <a:lnTo>
                    <a:pt x="58556" y="413930"/>
                  </a:lnTo>
                  <a:lnTo>
                    <a:pt x="59224" y="424604"/>
                  </a:lnTo>
                  <a:lnTo>
                    <a:pt x="59892" y="424604"/>
                  </a:lnTo>
                  <a:lnTo>
                    <a:pt x="60560" y="423411"/>
                  </a:lnTo>
                  <a:lnTo>
                    <a:pt x="61228" y="427338"/>
                  </a:lnTo>
                  <a:lnTo>
                    <a:pt x="61896" y="417912"/>
                  </a:lnTo>
                  <a:lnTo>
                    <a:pt x="62564" y="436765"/>
                  </a:lnTo>
                  <a:lnTo>
                    <a:pt x="63232" y="452778"/>
                  </a:lnTo>
                  <a:lnTo>
                    <a:pt x="63900" y="453261"/>
                  </a:lnTo>
                  <a:lnTo>
                    <a:pt x="64568" y="455021"/>
                  </a:lnTo>
                  <a:lnTo>
                    <a:pt x="65236" y="444428"/>
                  </a:lnTo>
                  <a:lnTo>
                    <a:pt x="65904" y="460440"/>
                  </a:lnTo>
                  <a:lnTo>
                    <a:pt x="66572" y="474927"/>
                  </a:lnTo>
                  <a:lnTo>
                    <a:pt x="67240" y="509238"/>
                  </a:lnTo>
                  <a:lnTo>
                    <a:pt x="67908" y="535924"/>
                  </a:lnTo>
                  <a:lnTo>
                    <a:pt x="68576" y="535924"/>
                  </a:lnTo>
                  <a:lnTo>
                    <a:pt x="69244" y="535924"/>
                  </a:lnTo>
                  <a:lnTo>
                    <a:pt x="69912" y="540499"/>
                  </a:lnTo>
                  <a:lnTo>
                    <a:pt x="70580" y="551173"/>
                  </a:lnTo>
                  <a:lnTo>
                    <a:pt x="71248" y="558798"/>
                  </a:lnTo>
                  <a:lnTo>
                    <a:pt x="71916" y="587009"/>
                  </a:lnTo>
                  <a:lnTo>
                    <a:pt x="72584" y="603021"/>
                  </a:lnTo>
                  <a:lnTo>
                    <a:pt x="73252" y="611417"/>
                  </a:lnTo>
                  <a:lnTo>
                    <a:pt x="73920" y="605658"/>
                  </a:lnTo>
                  <a:lnTo>
                    <a:pt x="74588" y="606168"/>
                  </a:lnTo>
                  <a:lnTo>
                    <a:pt x="75256" y="581947"/>
                  </a:lnTo>
                  <a:lnTo>
                    <a:pt x="75924" y="581947"/>
                  </a:lnTo>
                  <a:lnTo>
                    <a:pt x="76592" y="581947"/>
                  </a:lnTo>
                  <a:lnTo>
                    <a:pt x="77260" y="581947"/>
                  </a:lnTo>
                  <a:lnTo>
                    <a:pt x="77928" y="581947"/>
                  </a:lnTo>
                  <a:lnTo>
                    <a:pt x="78596" y="581947"/>
                  </a:lnTo>
                  <a:lnTo>
                    <a:pt x="79264" y="587393"/>
                  </a:lnTo>
                  <a:lnTo>
                    <a:pt x="79932" y="576151"/>
                  </a:lnTo>
                  <a:lnTo>
                    <a:pt x="80600" y="553461"/>
                  </a:lnTo>
                  <a:lnTo>
                    <a:pt x="81269" y="542786"/>
                  </a:lnTo>
                  <a:lnTo>
                    <a:pt x="81937" y="520675"/>
                  </a:lnTo>
                  <a:lnTo>
                    <a:pt x="82605" y="520675"/>
                  </a:lnTo>
                  <a:lnTo>
                    <a:pt x="83273" y="520675"/>
                  </a:lnTo>
                  <a:lnTo>
                    <a:pt x="83941" y="535924"/>
                  </a:lnTo>
                  <a:lnTo>
                    <a:pt x="84609" y="535924"/>
                  </a:lnTo>
                  <a:lnTo>
                    <a:pt x="85277" y="575385"/>
                  </a:lnTo>
                  <a:lnTo>
                    <a:pt x="85945" y="555240"/>
                  </a:lnTo>
                  <a:lnTo>
                    <a:pt x="86613" y="572190"/>
                  </a:lnTo>
                  <a:lnTo>
                    <a:pt x="87281" y="578529"/>
                  </a:lnTo>
                  <a:lnTo>
                    <a:pt x="87949" y="548233"/>
                  </a:lnTo>
                  <a:lnTo>
                    <a:pt x="88617" y="523618"/>
                  </a:lnTo>
                  <a:lnTo>
                    <a:pt x="89285" y="504210"/>
                  </a:lnTo>
                  <a:lnTo>
                    <a:pt x="89953" y="476802"/>
                  </a:lnTo>
                  <a:lnTo>
                    <a:pt x="90621" y="487227"/>
                  </a:lnTo>
                  <a:lnTo>
                    <a:pt x="91289" y="492439"/>
                  </a:lnTo>
                  <a:lnTo>
                    <a:pt x="91957" y="490875"/>
                  </a:lnTo>
                  <a:lnTo>
                    <a:pt x="92625" y="480972"/>
                  </a:lnTo>
                  <a:lnTo>
                    <a:pt x="93293" y="467940"/>
                  </a:lnTo>
                  <a:lnTo>
                    <a:pt x="93961" y="459079"/>
                  </a:lnTo>
                  <a:lnTo>
                    <a:pt x="94629" y="436144"/>
                  </a:lnTo>
                  <a:lnTo>
                    <a:pt x="95297" y="434434"/>
                  </a:lnTo>
                  <a:lnTo>
                    <a:pt x="95965" y="370774"/>
                  </a:lnTo>
                  <a:lnTo>
                    <a:pt x="96633" y="266425"/>
                  </a:lnTo>
                  <a:lnTo>
                    <a:pt x="97301" y="263158"/>
                  </a:lnTo>
                  <a:lnTo>
                    <a:pt x="97969" y="167467"/>
                  </a:lnTo>
                  <a:lnTo>
                    <a:pt x="98637" y="202007"/>
                  </a:lnTo>
                  <a:lnTo>
                    <a:pt x="99305" y="271087"/>
                  </a:lnTo>
                  <a:lnTo>
                    <a:pt x="99973" y="298300"/>
                  </a:lnTo>
                  <a:lnTo>
                    <a:pt x="100641" y="296207"/>
                  </a:lnTo>
                  <a:lnTo>
                    <a:pt x="101309" y="282600"/>
                  </a:lnTo>
                  <a:lnTo>
                    <a:pt x="101977" y="286787"/>
                  </a:lnTo>
                  <a:lnTo>
                    <a:pt x="102645" y="299347"/>
                  </a:lnTo>
                  <a:lnTo>
                    <a:pt x="103313" y="295160"/>
                  </a:lnTo>
                  <a:lnTo>
                    <a:pt x="103981" y="266900"/>
                  </a:lnTo>
                  <a:lnTo>
                    <a:pt x="104649" y="268993"/>
                  </a:lnTo>
                  <a:lnTo>
                    <a:pt x="105318" y="285740"/>
                  </a:lnTo>
                  <a:lnTo>
                    <a:pt x="105986" y="314000"/>
                  </a:lnTo>
                  <a:lnTo>
                    <a:pt x="106654" y="341213"/>
                  </a:lnTo>
                  <a:lnTo>
                    <a:pt x="107322" y="351680"/>
                  </a:lnTo>
                  <a:lnTo>
                    <a:pt x="107990" y="312954"/>
                  </a:lnTo>
                  <a:lnTo>
                    <a:pt x="108658" y="329700"/>
                  </a:lnTo>
                  <a:lnTo>
                    <a:pt x="109326" y="289927"/>
                  </a:lnTo>
                  <a:lnTo>
                    <a:pt x="109994" y="247013"/>
                  </a:lnTo>
                  <a:lnTo>
                    <a:pt x="110662" y="260620"/>
                  </a:lnTo>
                  <a:lnTo>
                    <a:pt x="111330" y="278413"/>
                  </a:lnTo>
                  <a:lnTo>
                    <a:pt x="111998" y="307720"/>
                  </a:lnTo>
                  <a:lnTo>
                    <a:pt x="112666" y="311907"/>
                  </a:lnTo>
                  <a:lnTo>
                    <a:pt x="113334" y="345400"/>
                  </a:lnTo>
                  <a:lnTo>
                    <a:pt x="114002" y="386220"/>
                  </a:lnTo>
                  <a:lnTo>
                    <a:pt x="114670" y="414480"/>
                  </a:lnTo>
                  <a:lnTo>
                    <a:pt x="115338" y="421807"/>
                  </a:lnTo>
                  <a:lnTo>
                    <a:pt x="116006" y="406107"/>
                  </a:lnTo>
                  <a:lnTo>
                    <a:pt x="116674" y="375754"/>
                  </a:lnTo>
                  <a:lnTo>
                    <a:pt x="117342" y="372614"/>
                  </a:lnTo>
                  <a:lnTo>
                    <a:pt x="118010" y="397734"/>
                  </a:lnTo>
                  <a:lnTo>
                    <a:pt x="118678" y="394594"/>
                  </a:lnTo>
                  <a:lnTo>
                    <a:pt x="119346" y="449020"/>
                  </a:lnTo>
                  <a:lnTo>
                    <a:pt x="120014" y="460534"/>
                  </a:lnTo>
                  <a:lnTo>
                    <a:pt x="120682" y="456347"/>
                  </a:lnTo>
                  <a:lnTo>
                    <a:pt x="121350" y="429134"/>
                  </a:lnTo>
                  <a:lnTo>
                    <a:pt x="122018" y="319234"/>
                  </a:lnTo>
                  <a:lnTo>
                    <a:pt x="122686" y="262713"/>
                  </a:lnTo>
                  <a:lnTo>
                    <a:pt x="123354" y="215613"/>
                  </a:lnTo>
                  <a:lnTo>
                    <a:pt x="124022" y="186307"/>
                  </a:lnTo>
                  <a:lnTo>
                    <a:pt x="124690" y="110946"/>
                  </a:lnTo>
                  <a:lnTo>
                    <a:pt x="125358" y="48146"/>
                  </a:lnTo>
                  <a:lnTo>
                    <a:pt x="126026" y="57566"/>
                  </a:lnTo>
                  <a:lnTo>
                    <a:pt x="126694" y="49193"/>
                  </a:lnTo>
                  <a:lnTo>
                    <a:pt x="127362" y="19886"/>
                  </a:lnTo>
                  <a:lnTo>
                    <a:pt x="128030" y="147276"/>
                  </a:lnTo>
                  <a:lnTo>
                    <a:pt x="128698" y="138394"/>
                  </a:lnTo>
                  <a:lnTo>
                    <a:pt x="129366" y="121143"/>
                  </a:lnTo>
                  <a:lnTo>
                    <a:pt x="130035" y="115806"/>
                  </a:lnTo>
                  <a:lnTo>
                    <a:pt x="130703" y="101319"/>
                  </a:lnTo>
                  <a:lnTo>
                    <a:pt x="131371" y="112756"/>
                  </a:lnTo>
                  <a:lnTo>
                    <a:pt x="132039" y="165366"/>
                  </a:lnTo>
                  <a:lnTo>
                    <a:pt x="132707" y="217976"/>
                  </a:lnTo>
                  <a:lnTo>
                    <a:pt x="133375" y="241613"/>
                  </a:lnTo>
                  <a:lnTo>
                    <a:pt x="134043" y="248475"/>
                  </a:lnTo>
                  <a:lnTo>
                    <a:pt x="134711" y="314809"/>
                  </a:lnTo>
                  <a:lnTo>
                    <a:pt x="135379" y="361320"/>
                  </a:lnTo>
                  <a:lnTo>
                    <a:pt x="136047" y="375044"/>
                  </a:lnTo>
                  <a:lnTo>
                    <a:pt x="136715" y="403255"/>
                  </a:lnTo>
                  <a:lnTo>
                    <a:pt x="137383" y="426892"/>
                  </a:lnTo>
                  <a:lnTo>
                    <a:pt x="138051" y="467401"/>
                  </a:lnTo>
                  <a:lnTo>
                    <a:pt x="138719" y="502803"/>
                  </a:lnTo>
                  <a:lnTo>
                    <a:pt x="139387" y="462627"/>
                  </a:lnTo>
                  <a:lnTo>
                    <a:pt x="140055" y="505541"/>
                  </a:lnTo>
                  <a:lnTo>
                    <a:pt x="140723" y="529614"/>
                  </a:lnTo>
                  <a:lnTo>
                    <a:pt x="141391" y="526474"/>
                  </a:lnTo>
                  <a:lnTo>
                    <a:pt x="142059" y="557874"/>
                  </a:lnTo>
                  <a:lnTo>
                    <a:pt x="142727" y="554734"/>
                  </a:lnTo>
                  <a:lnTo>
                    <a:pt x="143395" y="556827"/>
                  </a:lnTo>
                  <a:lnTo>
                    <a:pt x="144063" y="581947"/>
                  </a:lnTo>
                  <a:lnTo>
                    <a:pt x="144731" y="573574"/>
                  </a:lnTo>
                  <a:lnTo>
                    <a:pt x="145399" y="561014"/>
                  </a:lnTo>
                  <a:lnTo>
                    <a:pt x="146067" y="561014"/>
                  </a:lnTo>
                  <a:lnTo>
                    <a:pt x="146735" y="559967"/>
                  </a:lnTo>
                  <a:lnTo>
                    <a:pt x="147403" y="540081"/>
                  </a:lnTo>
                  <a:lnTo>
                    <a:pt x="148071" y="540081"/>
                  </a:lnTo>
                  <a:lnTo>
                    <a:pt x="148739" y="540081"/>
                  </a:lnTo>
                  <a:lnTo>
                    <a:pt x="149407" y="540081"/>
                  </a:lnTo>
                  <a:lnTo>
                    <a:pt x="150075" y="540081"/>
                  </a:lnTo>
                  <a:lnTo>
                    <a:pt x="150743" y="540081"/>
                  </a:lnTo>
                  <a:lnTo>
                    <a:pt x="151411" y="554734"/>
                  </a:lnTo>
                  <a:lnTo>
                    <a:pt x="152079" y="561014"/>
                  </a:lnTo>
                  <a:lnTo>
                    <a:pt x="152747" y="565201"/>
                  </a:lnTo>
                  <a:lnTo>
                    <a:pt x="153415" y="561014"/>
                  </a:lnTo>
                  <a:lnTo>
                    <a:pt x="154083" y="561014"/>
                  </a:lnTo>
                  <a:lnTo>
                    <a:pt x="154752" y="569387"/>
                  </a:lnTo>
                  <a:lnTo>
                    <a:pt x="155420" y="581947"/>
                  </a:lnTo>
                  <a:lnTo>
                    <a:pt x="156088" y="581947"/>
                  </a:lnTo>
                  <a:lnTo>
                    <a:pt x="156756" y="582994"/>
                  </a:lnTo>
                  <a:lnTo>
                    <a:pt x="157424" y="602881"/>
                  </a:lnTo>
                  <a:lnTo>
                    <a:pt x="158092" y="602881"/>
                  </a:lnTo>
                  <a:lnTo>
                    <a:pt x="158760" y="596601"/>
                  </a:lnTo>
                  <a:lnTo>
                    <a:pt x="159428" y="581947"/>
                  </a:lnTo>
                  <a:lnTo>
                    <a:pt x="160096" y="569387"/>
                  </a:lnTo>
                  <a:lnTo>
                    <a:pt x="160764" y="561014"/>
                  </a:lnTo>
                  <a:lnTo>
                    <a:pt x="161432" y="561014"/>
                  </a:lnTo>
                  <a:lnTo>
                    <a:pt x="162100" y="557874"/>
                  </a:lnTo>
                  <a:lnTo>
                    <a:pt x="162768" y="539034"/>
                  </a:lnTo>
                  <a:lnTo>
                    <a:pt x="163436" y="540081"/>
                  </a:lnTo>
                  <a:lnTo>
                    <a:pt x="164104" y="582092"/>
                  </a:lnTo>
                  <a:lnTo>
                    <a:pt x="164772" y="575807"/>
                  </a:lnTo>
                  <a:lnTo>
                    <a:pt x="165440" y="565418"/>
                  </a:lnTo>
                  <a:lnTo>
                    <a:pt x="166108" y="560323"/>
                  </a:lnTo>
                  <a:lnTo>
                    <a:pt x="166776" y="551173"/>
                  </a:lnTo>
                  <a:lnTo>
                    <a:pt x="167444" y="551173"/>
                  </a:lnTo>
                  <a:lnTo>
                    <a:pt x="168112" y="551173"/>
                  </a:lnTo>
                  <a:lnTo>
                    <a:pt x="168780" y="555748"/>
                  </a:lnTo>
                  <a:lnTo>
                    <a:pt x="169448" y="566423"/>
                  </a:lnTo>
                  <a:lnTo>
                    <a:pt x="170116" y="575572"/>
                  </a:lnTo>
                  <a:lnTo>
                    <a:pt x="170784" y="581672"/>
                  </a:lnTo>
                  <a:lnTo>
                    <a:pt x="171452" y="581672"/>
                  </a:lnTo>
                  <a:lnTo>
                    <a:pt x="172120" y="583959"/>
                  </a:lnTo>
                  <a:lnTo>
                    <a:pt x="172788" y="599209"/>
                  </a:lnTo>
                  <a:lnTo>
                    <a:pt x="173456" y="612171"/>
                  </a:lnTo>
                  <a:lnTo>
                    <a:pt x="174124" y="618227"/>
                  </a:lnTo>
                  <a:lnTo>
                    <a:pt x="174792" y="608801"/>
                  </a:lnTo>
                  <a:lnTo>
                    <a:pt x="175460" y="619653"/>
                  </a:lnTo>
                  <a:lnTo>
                    <a:pt x="176128" y="590321"/>
                  </a:lnTo>
                  <a:lnTo>
                    <a:pt x="176796" y="587181"/>
                  </a:lnTo>
                  <a:lnTo>
                    <a:pt x="177464" y="581947"/>
                  </a:lnTo>
                  <a:lnTo>
                    <a:pt x="178132" y="563107"/>
                  </a:lnTo>
                  <a:lnTo>
                    <a:pt x="178800" y="551594"/>
                  </a:lnTo>
                  <a:lnTo>
                    <a:pt x="179469" y="526474"/>
                  </a:lnTo>
                  <a:lnTo>
                    <a:pt x="180137" y="498214"/>
                  </a:lnTo>
                  <a:lnTo>
                    <a:pt x="180805" y="498214"/>
                  </a:lnTo>
                  <a:lnTo>
                    <a:pt x="181473" y="498214"/>
                  </a:lnTo>
                  <a:lnTo>
                    <a:pt x="182141" y="498214"/>
                  </a:lnTo>
                  <a:lnTo>
                    <a:pt x="182809" y="471000"/>
                  </a:lnTo>
                  <a:lnTo>
                    <a:pt x="183477" y="435414"/>
                  </a:lnTo>
                  <a:lnTo>
                    <a:pt x="184145" y="409247"/>
                  </a:lnTo>
                  <a:lnTo>
                    <a:pt x="184813" y="414480"/>
                  </a:lnTo>
                  <a:lnTo>
                    <a:pt x="185481" y="407154"/>
                  </a:lnTo>
                  <a:lnTo>
                    <a:pt x="186149" y="372614"/>
                  </a:lnTo>
                  <a:lnTo>
                    <a:pt x="186817" y="388314"/>
                  </a:lnTo>
                  <a:lnTo>
                    <a:pt x="187485" y="393547"/>
                  </a:lnTo>
                  <a:lnTo>
                    <a:pt x="188153" y="400874"/>
                  </a:lnTo>
                  <a:lnTo>
                    <a:pt x="188821" y="402967"/>
                  </a:lnTo>
                  <a:lnTo>
                    <a:pt x="189489" y="428087"/>
                  </a:lnTo>
                  <a:lnTo>
                    <a:pt x="190157" y="456347"/>
                  </a:lnTo>
                  <a:lnTo>
                    <a:pt x="190825" y="453207"/>
                  </a:lnTo>
                  <a:lnTo>
                    <a:pt x="191493" y="398780"/>
                  </a:lnTo>
                  <a:lnTo>
                    <a:pt x="192161" y="372614"/>
                  </a:lnTo>
                  <a:lnTo>
                    <a:pt x="192829" y="390407"/>
                  </a:lnTo>
                  <a:lnTo>
                    <a:pt x="193497" y="412387"/>
                  </a:lnTo>
                  <a:lnTo>
                    <a:pt x="194165" y="398780"/>
                  </a:lnTo>
                  <a:lnTo>
                    <a:pt x="194833" y="393547"/>
                  </a:lnTo>
                  <a:lnTo>
                    <a:pt x="195501" y="400874"/>
                  </a:lnTo>
                  <a:lnTo>
                    <a:pt x="196169" y="417620"/>
                  </a:lnTo>
                  <a:lnTo>
                    <a:pt x="196837" y="393547"/>
                  </a:lnTo>
                  <a:lnTo>
                    <a:pt x="197505" y="364240"/>
                  </a:lnTo>
                  <a:lnTo>
                    <a:pt x="198173" y="327607"/>
                  </a:lnTo>
                  <a:lnTo>
                    <a:pt x="198841" y="330747"/>
                  </a:lnTo>
                  <a:lnTo>
                    <a:pt x="199509" y="330747"/>
                  </a:lnTo>
                  <a:lnTo>
                    <a:pt x="200177" y="330747"/>
                  </a:lnTo>
                  <a:lnTo>
                    <a:pt x="200845" y="319234"/>
                  </a:lnTo>
                  <a:lnTo>
                    <a:pt x="201513" y="351680"/>
                  </a:lnTo>
                  <a:lnTo>
                    <a:pt x="202181" y="351680"/>
                  </a:lnTo>
                  <a:lnTo>
                    <a:pt x="202849" y="319234"/>
                  </a:lnTo>
                  <a:lnTo>
                    <a:pt x="203518" y="332840"/>
                  </a:lnTo>
                  <a:lnTo>
                    <a:pt x="204186" y="365287"/>
                  </a:lnTo>
                  <a:lnTo>
                    <a:pt x="204854" y="355867"/>
                  </a:lnTo>
                  <a:lnTo>
                    <a:pt x="205522" y="351680"/>
                  </a:lnTo>
                  <a:lnTo>
                    <a:pt x="206190" y="369474"/>
                  </a:lnTo>
                  <a:lnTo>
                    <a:pt x="206858" y="393547"/>
                  </a:lnTo>
                  <a:lnTo>
                    <a:pt x="207526" y="419714"/>
                  </a:lnTo>
                  <a:lnTo>
                    <a:pt x="208194" y="432274"/>
                  </a:lnTo>
                  <a:lnTo>
                    <a:pt x="208862" y="424947"/>
                  </a:lnTo>
                  <a:lnTo>
                    <a:pt x="209530" y="414480"/>
                  </a:lnTo>
                  <a:lnTo>
                    <a:pt x="210198" y="401920"/>
                  </a:lnTo>
                  <a:lnTo>
                    <a:pt x="210866" y="408200"/>
                  </a:lnTo>
                  <a:lnTo>
                    <a:pt x="211534" y="430180"/>
                  </a:lnTo>
                  <a:lnTo>
                    <a:pt x="212202" y="456347"/>
                  </a:lnTo>
                  <a:lnTo>
                    <a:pt x="212870" y="498214"/>
                  </a:lnTo>
                  <a:lnTo>
                    <a:pt x="213538" y="498214"/>
                  </a:lnTo>
                  <a:lnTo>
                    <a:pt x="214206" y="505540"/>
                  </a:lnTo>
                  <a:lnTo>
                    <a:pt x="214874" y="535894"/>
                  </a:lnTo>
                  <a:lnTo>
                    <a:pt x="215542" y="540081"/>
                  </a:lnTo>
                  <a:lnTo>
                    <a:pt x="216210" y="540081"/>
                  </a:lnTo>
                  <a:lnTo>
                    <a:pt x="216878" y="540081"/>
                  </a:lnTo>
                  <a:lnTo>
                    <a:pt x="217546" y="543221"/>
                  </a:lnTo>
                  <a:lnTo>
                    <a:pt x="218214" y="578807"/>
                  </a:lnTo>
                  <a:lnTo>
                    <a:pt x="218882" y="592414"/>
                  </a:lnTo>
                  <a:lnTo>
                    <a:pt x="219550" y="602881"/>
                  </a:lnTo>
                  <a:lnTo>
                    <a:pt x="220218" y="615441"/>
                  </a:lnTo>
                  <a:lnTo>
                    <a:pt x="220886" y="623814"/>
                  </a:lnTo>
                  <a:lnTo>
                    <a:pt x="221554" y="623814"/>
                  </a:lnTo>
                  <a:lnTo>
                    <a:pt x="222222" y="623814"/>
                  </a:lnTo>
                  <a:lnTo>
                    <a:pt x="222890" y="623814"/>
                  </a:lnTo>
                  <a:lnTo>
                    <a:pt x="223558" y="623814"/>
                  </a:lnTo>
                  <a:lnTo>
                    <a:pt x="224226" y="623814"/>
                  </a:lnTo>
                  <a:lnTo>
                    <a:pt x="224894" y="623814"/>
                  </a:lnTo>
                  <a:lnTo>
                    <a:pt x="225562" y="623814"/>
                  </a:lnTo>
                  <a:lnTo>
                    <a:pt x="226230" y="623814"/>
                  </a:lnTo>
                  <a:lnTo>
                    <a:pt x="226898" y="623814"/>
                  </a:lnTo>
                  <a:lnTo>
                    <a:pt x="227566" y="623814"/>
                  </a:lnTo>
                  <a:lnTo>
                    <a:pt x="228235" y="623814"/>
                  </a:lnTo>
                  <a:lnTo>
                    <a:pt x="228903" y="623814"/>
                  </a:lnTo>
                  <a:lnTo>
                    <a:pt x="229571" y="623814"/>
                  </a:lnTo>
                  <a:lnTo>
                    <a:pt x="230239" y="611254"/>
                  </a:lnTo>
                  <a:lnTo>
                    <a:pt x="230907" y="602881"/>
                  </a:lnTo>
                  <a:lnTo>
                    <a:pt x="231339" y="62423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8656480" y="3034877"/>
              <a:ext cx="342014" cy="989521"/>
            </a:xfrm>
            <a:custGeom>
              <a:avLst/>
              <a:pathLst>
                <a:path w="342014" h="989521">
                  <a:moveTo>
                    <a:pt x="0" y="989521"/>
                  </a:moveTo>
                  <a:lnTo>
                    <a:pt x="653" y="977458"/>
                  </a:lnTo>
                  <a:lnTo>
                    <a:pt x="1321" y="969071"/>
                  </a:lnTo>
                  <a:lnTo>
                    <a:pt x="1989" y="962208"/>
                  </a:lnTo>
                  <a:lnTo>
                    <a:pt x="2657" y="962208"/>
                  </a:lnTo>
                  <a:lnTo>
                    <a:pt x="3325" y="946959"/>
                  </a:lnTo>
                  <a:lnTo>
                    <a:pt x="3993" y="946959"/>
                  </a:lnTo>
                  <a:lnTo>
                    <a:pt x="4661" y="946959"/>
                  </a:lnTo>
                  <a:lnTo>
                    <a:pt x="5329" y="934760"/>
                  </a:lnTo>
                  <a:lnTo>
                    <a:pt x="5997" y="931710"/>
                  </a:lnTo>
                  <a:lnTo>
                    <a:pt x="6665" y="931710"/>
                  </a:lnTo>
                  <a:lnTo>
                    <a:pt x="7333" y="931710"/>
                  </a:lnTo>
                  <a:lnTo>
                    <a:pt x="8001" y="940859"/>
                  </a:lnTo>
                  <a:lnTo>
                    <a:pt x="8669" y="946959"/>
                  </a:lnTo>
                  <a:lnTo>
                    <a:pt x="9337" y="925339"/>
                  </a:lnTo>
                  <a:lnTo>
                    <a:pt x="10005" y="905928"/>
                  </a:lnTo>
                  <a:lnTo>
                    <a:pt x="10673" y="860361"/>
                  </a:lnTo>
                  <a:lnTo>
                    <a:pt x="11341" y="838381"/>
                  </a:lnTo>
                  <a:lnTo>
                    <a:pt x="12009" y="842568"/>
                  </a:lnTo>
                  <a:lnTo>
                    <a:pt x="12677" y="842568"/>
                  </a:lnTo>
                  <a:lnTo>
                    <a:pt x="13345" y="863501"/>
                  </a:lnTo>
                  <a:lnTo>
                    <a:pt x="14013" y="863501"/>
                  </a:lnTo>
                  <a:lnTo>
                    <a:pt x="14681" y="862454"/>
                  </a:lnTo>
                  <a:lnTo>
                    <a:pt x="15349" y="859314"/>
                  </a:lnTo>
                  <a:lnTo>
                    <a:pt x="16017" y="863501"/>
                  </a:lnTo>
                  <a:lnTo>
                    <a:pt x="16685" y="863501"/>
                  </a:lnTo>
                  <a:lnTo>
                    <a:pt x="17353" y="851988"/>
                  </a:lnTo>
                  <a:lnTo>
                    <a:pt x="18021" y="823728"/>
                  </a:lnTo>
                  <a:lnTo>
                    <a:pt x="18689" y="821634"/>
                  </a:lnTo>
                  <a:lnTo>
                    <a:pt x="19357" y="849894"/>
                  </a:lnTo>
                  <a:lnTo>
                    <a:pt x="20025" y="882341"/>
                  </a:lnTo>
                  <a:lnTo>
                    <a:pt x="20693" y="887574"/>
                  </a:lnTo>
                  <a:lnTo>
                    <a:pt x="21361" y="921068"/>
                  </a:lnTo>
                  <a:lnTo>
                    <a:pt x="22029" y="926301"/>
                  </a:lnTo>
                  <a:lnTo>
                    <a:pt x="22697" y="922114"/>
                  </a:lnTo>
                  <a:lnTo>
                    <a:pt x="23365" y="905368"/>
                  </a:lnTo>
                  <a:lnTo>
                    <a:pt x="24033" y="905368"/>
                  </a:lnTo>
                  <a:lnTo>
                    <a:pt x="24701" y="906414"/>
                  </a:lnTo>
                  <a:lnTo>
                    <a:pt x="25370" y="926301"/>
                  </a:lnTo>
                  <a:lnTo>
                    <a:pt x="26038" y="926301"/>
                  </a:lnTo>
                  <a:lnTo>
                    <a:pt x="26706" y="926301"/>
                  </a:lnTo>
                  <a:lnTo>
                    <a:pt x="27374" y="937814"/>
                  </a:lnTo>
                  <a:lnTo>
                    <a:pt x="28042" y="966075"/>
                  </a:lnTo>
                  <a:lnTo>
                    <a:pt x="28710" y="968168"/>
                  </a:lnTo>
                  <a:lnTo>
                    <a:pt x="29378" y="968168"/>
                  </a:lnTo>
                  <a:lnTo>
                    <a:pt x="30046" y="968168"/>
                  </a:lnTo>
                  <a:lnTo>
                    <a:pt x="30714" y="968168"/>
                  </a:lnTo>
                  <a:lnTo>
                    <a:pt x="31382" y="968168"/>
                  </a:lnTo>
                  <a:lnTo>
                    <a:pt x="32050" y="968168"/>
                  </a:lnTo>
                  <a:lnTo>
                    <a:pt x="32718" y="972355"/>
                  </a:lnTo>
                  <a:lnTo>
                    <a:pt x="33386" y="989101"/>
                  </a:lnTo>
                  <a:lnTo>
                    <a:pt x="34054" y="979681"/>
                  </a:lnTo>
                  <a:lnTo>
                    <a:pt x="34722" y="968168"/>
                  </a:lnTo>
                  <a:lnTo>
                    <a:pt x="35390" y="956654"/>
                  </a:lnTo>
                  <a:lnTo>
                    <a:pt x="36058" y="937814"/>
                  </a:lnTo>
                  <a:lnTo>
                    <a:pt x="36726" y="926301"/>
                  </a:lnTo>
                  <a:lnTo>
                    <a:pt x="37394" y="926301"/>
                  </a:lnTo>
                  <a:lnTo>
                    <a:pt x="38062" y="906414"/>
                  </a:lnTo>
                  <a:lnTo>
                    <a:pt x="38730" y="905368"/>
                  </a:lnTo>
                  <a:lnTo>
                    <a:pt x="39398" y="883388"/>
                  </a:lnTo>
                  <a:lnTo>
                    <a:pt x="40066" y="794421"/>
                  </a:lnTo>
                  <a:lnTo>
                    <a:pt x="40734" y="754647"/>
                  </a:lnTo>
                  <a:lnTo>
                    <a:pt x="41402" y="722201"/>
                  </a:lnTo>
                  <a:lnTo>
                    <a:pt x="42070" y="696034"/>
                  </a:lnTo>
                  <a:lnTo>
                    <a:pt x="42738" y="661494"/>
                  </a:lnTo>
                  <a:lnTo>
                    <a:pt x="43406" y="596601"/>
                  </a:lnTo>
                  <a:lnTo>
                    <a:pt x="44074" y="561014"/>
                  </a:lnTo>
                  <a:lnTo>
                    <a:pt x="44742" y="690504"/>
                  </a:lnTo>
                  <a:lnTo>
                    <a:pt x="45410" y="685005"/>
                  </a:lnTo>
                  <a:lnTo>
                    <a:pt x="46078" y="680096"/>
                  </a:lnTo>
                  <a:lnTo>
                    <a:pt x="46746" y="641211"/>
                  </a:lnTo>
                  <a:lnTo>
                    <a:pt x="47414" y="596225"/>
                  </a:lnTo>
                  <a:lnTo>
                    <a:pt x="48082" y="518454"/>
                  </a:lnTo>
                  <a:lnTo>
                    <a:pt x="48750" y="402559"/>
                  </a:lnTo>
                  <a:lnTo>
                    <a:pt x="49418" y="337749"/>
                  </a:lnTo>
                  <a:lnTo>
                    <a:pt x="50087" y="336987"/>
                  </a:lnTo>
                  <a:lnTo>
                    <a:pt x="50755" y="324787"/>
                  </a:lnTo>
                  <a:lnTo>
                    <a:pt x="51423" y="343087"/>
                  </a:lnTo>
                  <a:lnTo>
                    <a:pt x="52091" y="341562"/>
                  </a:lnTo>
                  <a:lnTo>
                    <a:pt x="52759" y="336225"/>
                  </a:lnTo>
                  <a:lnTo>
                    <a:pt x="53427" y="340037"/>
                  </a:lnTo>
                  <a:lnTo>
                    <a:pt x="54095" y="343087"/>
                  </a:lnTo>
                  <a:lnTo>
                    <a:pt x="54763" y="329150"/>
                  </a:lnTo>
                  <a:lnTo>
                    <a:pt x="55431" y="263951"/>
                  </a:lnTo>
                  <a:lnTo>
                    <a:pt x="56099" y="0"/>
                  </a:lnTo>
                  <a:lnTo>
                    <a:pt x="56767" y="48146"/>
                  </a:lnTo>
                  <a:lnTo>
                    <a:pt x="57435" y="109900"/>
                  </a:lnTo>
                  <a:lnTo>
                    <a:pt x="58103" y="220846"/>
                  </a:lnTo>
                  <a:lnTo>
                    <a:pt x="58771" y="375753"/>
                  </a:lnTo>
                  <a:lnTo>
                    <a:pt x="59439" y="486700"/>
                  </a:lnTo>
                  <a:lnTo>
                    <a:pt x="60107" y="570434"/>
                  </a:lnTo>
                  <a:lnTo>
                    <a:pt x="60775" y="597647"/>
                  </a:lnTo>
                  <a:lnTo>
                    <a:pt x="61443" y="598694"/>
                  </a:lnTo>
                  <a:lnTo>
                    <a:pt x="62111" y="622767"/>
                  </a:lnTo>
                  <a:lnTo>
                    <a:pt x="62779" y="646841"/>
                  </a:lnTo>
                  <a:lnTo>
                    <a:pt x="63447" y="655214"/>
                  </a:lnTo>
                  <a:lnTo>
                    <a:pt x="64115" y="680334"/>
                  </a:lnTo>
                  <a:lnTo>
                    <a:pt x="64783" y="673007"/>
                  </a:lnTo>
                  <a:lnTo>
                    <a:pt x="65451" y="706501"/>
                  </a:lnTo>
                  <a:lnTo>
                    <a:pt x="66119" y="683474"/>
                  </a:lnTo>
                  <a:lnTo>
                    <a:pt x="66787" y="633234"/>
                  </a:lnTo>
                  <a:lnTo>
                    <a:pt x="67455" y="588227"/>
                  </a:lnTo>
                  <a:lnTo>
                    <a:pt x="68123" y="575667"/>
                  </a:lnTo>
                  <a:lnTo>
                    <a:pt x="68791" y="678721"/>
                  </a:lnTo>
                  <a:lnTo>
                    <a:pt x="69459" y="635545"/>
                  </a:lnTo>
                  <a:lnTo>
                    <a:pt x="70127" y="612999"/>
                  </a:lnTo>
                  <a:lnTo>
                    <a:pt x="70795" y="603087"/>
                  </a:lnTo>
                  <a:lnTo>
                    <a:pt x="71463" y="584788"/>
                  </a:lnTo>
                  <a:lnTo>
                    <a:pt x="72131" y="577163"/>
                  </a:lnTo>
                  <a:lnTo>
                    <a:pt x="72799" y="654218"/>
                  </a:lnTo>
                  <a:lnTo>
                    <a:pt x="73467" y="641401"/>
                  </a:lnTo>
                  <a:lnTo>
                    <a:pt x="74136" y="684484"/>
                  </a:lnTo>
                  <a:lnTo>
                    <a:pt x="74804" y="632026"/>
                  </a:lnTo>
                  <a:lnTo>
                    <a:pt x="75472" y="622122"/>
                  </a:lnTo>
                  <a:lnTo>
                    <a:pt x="76140" y="645578"/>
                  </a:lnTo>
                  <a:lnTo>
                    <a:pt x="76808" y="658609"/>
                  </a:lnTo>
                  <a:lnTo>
                    <a:pt x="77476" y="656003"/>
                  </a:lnTo>
                  <a:lnTo>
                    <a:pt x="78144" y="661216"/>
                  </a:lnTo>
                  <a:lnTo>
                    <a:pt x="78812" y="667583"/>
                  </a:lnTo>
                  <a:lnTo>
                    <a:pt x="79480" y="614317"/>
                  </a:lnTo>
                  <a:lnTo>
                    <a:pt x="80148" y="576930"/>
                  </a:lnTo>
                  <a:lnTo>
                    <a:pt x="80816" y="560028"/>
                  </a:lnTo>
                  <a:lnTo>
                    <a:pt x="81484" y="486597"/>
                  </a:lnTo>
                  <a:lnTo>
                    <a:pt x="82152" y="472343"/>
                  </a:lnTo>
                  <a:lnTo>
                    <a:pt x="82820" y="451515"/>
                  </a:lnTo>
                  <a:lnTo>
                    <a:pt x="83488" y="447728"/>
                  </a:lnTo>
                  <a:lnTo>
                    <a:pt x="84156" y="327617"/>
                  </a:lnTo>
                  <a:lnTo>
                    <a:pt x="84824" y="395184"/>
                  </a:lnTo>
                  <a:lnTo>
                    <a:pt x="85492" y="428501"/>
                  </a:lnTo>
                  <a:lnTo>
                    <a:pt x="86160" y="486998"/>
                  </a:lnTo>
                  <a:lnTo>
                    <a:pt x="86828" y="480876"/>
                  </a:lnTo>
                  <a:lnTo>
                    <a:pt x="87496" y="466767"/>
                  </a:lnTo>
                  <a:lnTo>
                    <a:pt x="88164" y="412097"/>
                  </a:lnTo>
                  <a:lnTo>
                    <a:pt x="88832" y="485031"/>
                  </a:lnTo>
                  <a:lnTo>
                    <a:pt x="89500" y="486826"/>
                  </a:lnTo>
                  <a:lnTo>
                    <a:pt x="90168" y="493331"/>
                  </a:lnTo>
                  <a:lnTo>
                    <a:pt x="90836" y="460554"/>
                  </a:lnTo>
                  <a:lnTo>
                    <a:pt x="91504" y="453944"/>
                  </a:lnTo>
                  <a:lnTo>
                    <a:pt x="92172" y="504357"/>
                  </a:lnTo>
                  <a:lnTo>
                    <a:pt x="92840" y="498452"/>
                  </a:lnTo>
                  <a:lnTo>
                    <a:pt x="93508" y="497425"/>
                  </a:lnTo>
                  <a:lnTo>
                    <a:pt x="94176" y="509749"/>
                  </a:lnTo>
                  <a:lnTo>
                    <a:pt x="94844" y="510263"/>
                  </a:lnTo>
                  <a:lnTo>
                    <a:pt x="95512" y="466614"/>
                  </a:lnTo>
                  <a:lnTo>
                    <a:pt x="96180" y="488373"/>
                  </a:lnTo>
                  <a:lnTo>
                    <a:pt x="96848" y="438366"/>
                  </a:lnTo>
                  <a:lnTo>
                    <a:pt x="97516" y="425504"/>
                  </a:lnTo>
                  <a:lnTo>
                    <a:pt x="98184" y="456015"/>
                  </a:lnTo>
                  <a:lnTo>
                    <a:pt x="98853" y="389170"/>
                  </a:lnTo>
                  <a:lnTo>
                    <a:pt x="99521" y="402132"/>
                  </a:lnTo>
                  <a:lnTo>
                    <a:pt x="100189" y="379642"/>
                  </a:lnTo>
                  <a:lnTo>
                    <a:pt x="100857" y="452930"/>
                  </a:lnTo>
                  <a:lnTo>
                    <a:pt x="101525" y="406846"/>
                  </a:lnTo>
                  <a:lnTo>
                    <a:pt x="102193" y="372590"/>
                  </a:lnTo>
                  <a:lnTo>
                    <a:pt x="102861" y="432386"/>
                  </a:lnTo>
                  <a:lnTo>
                    <a:pt x="103529" y="240154"/>
                  </a:lnTo>
                  <a:lnTo>
                    <a:pt x="104197" y="253006"/>
                  </a:lnTo>
                  <a:lnTo>
                    <a:pt x="104865" y="102573"/>
                  </a:lnTo>
                  <a:lnTo>
                    <a:pt x="105533" y="198866"/>
                  </a:lnTo>
                  <a:lnTo>
                    <a:pt x="106201" y="244920"/>
                  </a:lnTo>
                  <a:lnTo>
                    <a:pt x="106869" y="395640"/>
                  </a:lnTo>
                  <a:lnTo>
                    <a:pt x="107537" y="643455"/>
                  </a:lnTo>
                  <a:lnTo>
                    <a:pt x="108205" y="694432"/>
                  </a:lnTo>
                  <a:lnTo>
                    <a:pt x="108873" y="664581"/>
                  </a:lnTo>
                  <a:lnTo>
                    <a:pt x="109541" y="647045"/>
                  </a:lnTo>
                  <a:lnTo>
                    <a:pt x="110209" y="667897"/>
                  </a:lnTo>
                  <a:lnTo>
                    <a:pt x="110877" y="616049"/>
                  </a:lnTo>
                  <a:lnTo>
                    <a:pt x="111545" y="623674"/>
                  </a:lnTo>
                  <a:lnTo>
                    <a:pt x="112213" y="596225"/>
                  </a:lnTo>
                  <a:lnTo>
                    <a:pt x="112881" y="609949"/>
                  </a:lnTo>
                  <a:lnTo>
                    <a:pt x="113549" y="695346"/>
                  </a:lnTo>
                  <a:lnTo>
                    <a:pt x="114217" y="733469"/>
                  </a:lnTo>
                  <a:lnTo>
                    <a:pt x="114885" y="706020"/>
                  </a:lnTo>
                  <a:lnTo>
                    <a:pt x="115553" y="670947"/>
                  </a:lnTo>
                  <a:lnTo>
                    <a:pt x="116221" y="672472"/>
                  </a:lnTo>
                  <a:lnTo>
                    <a:pt x="116889" y="655697"/>
                  </a:lnTo>
                  <a:lnTo>
                    <a:pt x="117557" y="657011"/>
                  </a:lnTo>
                  <a:lnTo>
                    <a:pt x="118225" y="658296"/>
                  </a:lnTo>
                  <a:lnTo>
                    <a:pt x="118893" y="692860"/>
                  </a:lnTo>
                  <a:lnTo>
                    <a:pt x="119561" y="719147"/>
                  </a:lnTo>
                  <a:lnTo>
                    <a:pt x="120229" y="613347"/>
                  </a:lnTo>
                  <a:lnTo>
                    <a:pt x="120897" y="710687"/>
                  </a:lnTo>
                  <a:lnTo>
                    <a:pt x="121565" y="703361"/>
                  </a:lnTo>
                  <a:lnTo>
                    <a:pt x="122233" y="744181"/>
                  </a:lnTo>
                  <a:lnTo>
                    <a:pt x="122901" y="758834"/>
                  </a:lnTo>
                  <a:lnTo>
                    <a:pt x="123570" y="758834"/>
                  </a:lnTo>
                  <a:lnTo>
                    <a:pt x="124238" y="758834"/>
                  </a:lnTo>
                  <a:lnTo>
                    <a:pt x="124906" y="805934"/>
                  </a:lnTo>
                  <a:lnTo>
                    <a:pt x="125574" y="868734"/>
                  </a:lnTo>
                  <a:lnTo>
                    <a:pt x="126242" y="869781"/>
                  </a:lnTo>
                  <a:lnTo>
                    <a:pt x="126910" y="871874"/>
                  </a:lnTo>
                  <a:lnTo>
                    <a:pt x="127578" y="879201"/>
                  </a:lnTo>
                  <a:lnTo>
                    <a:pt x="128246" y="853034"/>
                  </a:lnTo>
                  <a:lnTo>
                    <a:pt x="128914" y="863501"/>
                  </a:lnTo>
                  <a:lnTo>
                    <a:pt x="129582" y="858268"/>
                  </a:lnTo>
                  <a:lnTo>
                    <a:pt x="130250" y="863501"/>
                  </a:lnTo>
                  <a:lnTo>
                    <a:pt x="130918" y="863501"/>
                  </a:lnTo>
                  <a:lnTo>
                    <a:pt x="131586" y="868734"/>
                  </a:lnTo>
                  <a:lnTo>
                    <a:pt x="132254" y="851988"/>
                  </a:lnTo>
                  <a:lnTo>
                    <a:pt x="132922" y="814308"/>
                  </a:lnTo>
                  <a:lnTo>
                    <a:pt x="133590" y="792327"/>
                  </a:lnTo>
                  <a:lnTo>
                    <a:pt x="134258" y="752554"/>
                  </a:lnTo>
                  <a:lnTo>
                    <a:pt x="134926" y="721154"/>
                  </a:lnTo>
                  <a:lnTo>
                    <a:pt x="135594" y="694987"/>
                  </a:lnTo>
                  <a:lnTo>
                    <a:pt x="136262" y="677194"/>
                  </a:lnTo>
                  <a:lnTo>
                    <a:pt x="136930" y="689754"/>
                  </a:lnTo>
                  <a:lnTo>
                    <a:pt x="137598" y="677194"/>
                  </a:lnTo>
                  <a:lnTo>
                    <a:pt x="138266" y="696034"/>
                  </a:lnTo>
                  <a:lnTo>
                    <a:pt x="138934" y="693941"/>
                  </a:lnTo>
                  <a:lnTo>
                    <a:pt x="139602" y="639514"/>
                  </a:lnTo>
                  <a:lnTo>
                    <a:pt x="140270" y="551594"/>
                  </a:lnTo>
                  <a:lnTo>
                    <a:pt x="140938" y="445880"/>
                  </a:lnTo>
                  <a:lnTo>
                    <a:pt x="141606" y="352727"/>
                  </a:lnTo>
                  <a:lnTo>
                    <a:pt x="142274" y="327607"/>
                  </a:lnTo>
                  <a:lnTo>
                    <a:pt x="142942" y="347493"/>
                  </a:lnTo>
                  <a:lnTo>
                    <a:pt x="143610" y="361100"/>
                  </a:lnTo>
                  <a:lnTo>
                    <a:pt x="144278" y="512931"/>
                  </a:lnTo>
                  <a:lnTo>
                    <a:pt x="144946" y="509041"/>
                  </a:lnTo>
                  <a:lnTo>
                    <a:pt x="145614" y="443841"/>
                  </a:lnTo>
                  <a:lnTo>
                    <a:pt x="146282" y="429316"/>
                  </a:lnTo>
                  <a:lnTo>
                    <a:pt x="146950" y="384260"/>
                  </a:lnTo>
                  <a:lnTo>
                    <a:pt x="147618" y="400272"/>
                  </a:lnTo>
                  <a:lnTo>
                    <a:pt x="148287" y="396459"/>
                  </a:lnTo>
                  <a:lnTo>
                    <a:pt x="148955" y="345374"/>
                  </a:lnTo>
                  <a:lnTo>
                    <a:pt x="149623" y="384260"/>
                  </a:lnTo>
                  <a:lnTo>
                    <a:pt x="150291" y="436870"/>
                  </a:lnTo>
                  <a:lnTo>
                    <a:pt x="150959" y="493292"/>
                  </a:lnTo>
                  <a:lnTo>
                    <a:pt x="151627" y="539040"/>
                  </a:lnTo>
                  <a:lnTo>
                    <a:pt x="152295" y="563439"/>
                  </a:lnTo>
                  <a:lnTo>
                    <a:pt x="152963" y="532178"/>
                  </a:lnTo>
                  <a:lnTo>
                    <a:pt x="153631" y="519216"/>
                  </a:lnTo>
                  <a:lnTo>
                    <a:pt x="154299" y="539714"/>
                  </a:lnTo>
                  <a:lnTo>
                    <a:pt x="154967" y="554603"/>
                  </a:lnTo>
                  <a:lnTo>
                    <a:pt x="155635" y="628445"/>
                  </a:lnTo>
                  <a:lnTo>
                    <a:pt x="156303" y="653222"/>
                  </a:lnTo>
                  <a:lnTo>
                    <a:pt x="156971" y="552640"/>
                  </a:lnTo>
                  <a:lnTo>
                    <a:pt x="157639" y="549500"/>
                  </a:lnTo>
                  <a:lnTo>
                    <a:pt x="158307" y="557874"/>
                  </a:lnTo>
                  <a:lnTo>
                    <a:pt x="158975" y="592414"/>
                  </a:lnTo>
                  <a:lnTo>
                    <a:pt x="159643" y="591367"/>
                  </a:lnTo>
                  <a:lnTo>
                    <a:pt x="160311" y="602880"/>
                  </a:lnTo>
                  <a:lnTo>
                    <a:pt x="160979" y="626954"/>
                  </a:lnTo>
                  <a:lnTo>
                    <a:pt x="161647" y="666727"/>
                  </a:lnTo>
                  <a:lnTo>
                    <a:pt x="162315" y="647887"/>
                  </a:lnTo>
                  <a:lnTo>
                    <a:pt x="162983" y="679287"/>
                  </a:lnTo>
                  <a:lnTo>
                    <a:pt x="163651" y="684521"/>
                  </a:lnTo>
                  <a:lnTo>
                    <a:pt x="164319" y="713827"/>
                  </a:lnTo>
                  <a:lnTo>
                    <a:pt x="164987" y="690801"/>
                  </a:lnTo>
                  <a:lnTo>
                    <a:pt x="165655" y="632187"/>
                  </a:lnTo>
                  <a:lnTo>
                    <a:pt x="166323" y="625907"/>
                  </a:lnTo>
                  <a:lnTo>
                    <a:pt x="166991" y="668821"/>
                  </a:lnTo>
                  <a:lnTo>
                    <a:pt x="167659" y="633234"/>
                  </a:lnTo>
                  <a:lnTo>
                    <a:pt x="168327" y="622767"/>
                  </a:lnTo>
                  <a:lnTo>
                    <a:pt x="168995" y="609160"/>
                  </a:lnTo>
                  <a:lnTo>
                    <a:pt x="169663" y="575667"/>
                  </a:lnTo>
                  <a:lnTo>
                    <a:pt x="170331" y="508680"/>
                  </a:lnTo>
                  <a:lnTo>
                    <a:pt x="170999" y="453207"/>
                  </a:lnTo>
                  <a:lnTo>
                    <a:pt x="171667" y="382033"/>
                  </a:lnTo>
                  <a:lnTo>
                    <a:pt x="172336" y="409247"/>
                  </a:lnTo>
                  <a:lnTo>
                    <a:pt x="173004" y="563244"/>
                  </a:lnTo>
                  <a:lnTo>
                    <a:pt x="173672" y="564816"/>
                  </a:lnTo>
                  <a:lnTo>
                    <a:pt x="174340" y="556577"/>
                  </a:lnTo>
                  <a:lnTo>
                    <a:pt x="175008" y="584788"/>
                  </a:lnTo>
                  <a:lnTo>
                    <a:pt x="175676" y="638161"/>
                  </a:lnTo>
                  <a:lnTo>
                    <a:pt x="176344" y="644260"/>
                  </a:lnTo>
                  <a:lnTo>
                    <a:pt x="177012" y="623674"/>
                  </a:lnTo>
                  <a:lnTo>
                    <a:pt x="177680" y="608425"/>
                  </a:lnTo>
                  <a:lnTo>
                    <a:pt x="178348" y="614524"/>
                  </a:lnTo>
                  <a:lnTo>
                    <a:pt x="179016" y="651885"/>
                  </a:lnTo>
                  <a:lnTo>
                    <a:pt x="179684" y="677046"/>
                  </a:lnTo>
                  <a:lnTo>
                    <a:pt x="180352" y="719744"/>
                  </a:lnTo>
                  <a:lnTo>
                    <a:pt x="181020" y="742618"/>
                  </a:lnTo>
                  <a:lnTo>
                    <a:pt x="181688" y="770830"/>
                  </a:lnTo>
                  <a:lnTo>
                    <a:pt x="182356" y="750243"/>
                  </a:lnTo>
                  <a:lnTo>
                    <a:pt x="183024" y="743921"/>
                  </a:lnTo>
                  <a:lnTo>
                    <a:pt x="183692" y="704409"/>
                  </a:lnTo>
                  <a:lnTo>
                    <a:pt x="184360" y="579854"/>
                  </a:lnTo>
                  <a:lnTo>
                    <a:pt x="185028" y="551594"/>
                  </a:lnTo>
                  <a:lnTo>
                    <a:pt x="185696" y="548454"/>
                  </a:lnTo>
                  <a:lnTo>
                    <a:pt x="186364" y="534847"/>
                  </a:lnTo>
                  <a:lnTo>
                    <a:pt x="187032" y="550547"/>
                  </a:lnTo>
                  <a:lnTo>
                    <a:pt x="187700" y="595554"/>
                  </a:lnTo>
                  <a:lnTo>
                    <a:pt x="188368" y="604974"/>
                  </a:lnTo>
                  <a:lnTo>
                    <a:pt x="189036" y="591367"/>
                  </a:lnTo>
                  <a:lnTo>
                    <a:pt x="189704" y="587180"/>
                  </a:lnTo>
                  <a:lnTo>
                    <a:pt x="190372" y="589274"/>
                  </a:lnTo>
                  <a:lnTo>
                    <a:pt x="191040" y="571480"/>
                  </a:lnTo>
                  <a:lnTo>
                    <a:pt x="191708" y="602880"/>
                  </a:lnTo>
                  <a:lnTo>
                    <a:pt x="192376" y="637420"/>
                  </a:lnTo>
                  <a:lnTo>
                    <a:pt x="193044" y="680334"/>
                  </a:lnTo>
                  <a:lnTo>
                    <a:pt x="193712" y="726387"/>
                  </a:lnTo>
                  <a:lnTo>
                    <a:pt x="194380" y="763021"/>
                  </a:lnTo>
                  <a:lnTo>
                    <a:pt x="195048" y="798607"/>
                  </a:lnTo>
                  <a:lnTo>
                    <a:pt x="195716" y="801748"/>
                  </a:lnTo>
                  <a:lnTo>
                    <a:pt x="196384" y="833148"/>
                  </a:lnTo>
                  <a:lnTo>
                    <a:pt x="197053" y="846754"/>
                  </a:lnTo>
                  <a:lnTo>
                    <a:pt x="197721" y="863501"/>
                  </a:lnTo>
                  <a:lnTo>
                    <a:pt x="198389" y="870828"/>
                  </a:lnTo>
                  <a:lnTo>
                    <a:pt x="199057" y="884434"/>
                  </a:lnTo>
                  <a:lnTo>
                    <a:pt x="199725" y="898041"/>
                  </a:lnTo>
                  <a:lnTo>
                    <a:pt x="200393" y="921068"/>
                  </a:lnTo>
                  <a:lnTo>
                    <a:pt x="201061" y="967121"/>
                  </a:lnTo>
                  <a:lnTo>
                    <a:pt x="201729" y="968168"/>
                  </a:lnTo>
                  <a:lnTo>
                    <a:pt x="202397" y="968168"/>
                  </a:lnTo>
                  <a:lnTo>
                    <a:pt x="203065" y="977588"/>
                  </a:lnTo>
                  <a:lnTo>
                    <a:pt x="203733" y="987008"/>
                  </a:lnTo>
                  <a:lnTo>
                    <a:pt x="204401" y="968168"/>
                  </a:lnTo>
                  <a:lnTo>
                    <a:pt x="205069" y="968168"/>
                  </a:lnTo>
                  <a:lnTo>
                    <a:pt x="205737" y="968168"/>
                  </a:lnTo>
                  <a:lnTo>
                    <a:pt x="206405" y="968168"/>
                  </a:lnTo>
                  <a:lnTo>
                    <a:pt x="207073" y="968168"/>
                  </a:lnTo>
                  <a:lnTo>
                    <a:pt x="207741" y="968168"/>
                  </a:lnTo>
                  <a:lnTo>
                    <a:pt x="208409" y="968168"/>
                  </a:lnTo>
                  <a:lnTo>
                    <a:pt x="209077" y="951421"/>
                  </a:lnTo>
                  <a:lnTo>
                    <a:pt x="209745" y="947234"/>
                  </a:lnTo>
                  <a:lnTo>
                    <a:pt x="210413" y="947234"/>
                  </a:lnTo>
                  <a:lnTo>
                    <a:pt x="211081" y="947234"/>
                  </a:lnTo>
                  <a:lnTo>
                    <a:pt x="211749" y="947234"/>
                  </a:lnTo>
                  <a:lnTo>
                    <a:pt x="212417" y="947234"/>
                  </a:lnTo>
                  <a:lnTo>
                    <a:pt x="213085" y="947234"/>
                  </a:lnTo>
                  <a:lnTo>
                    <a:pt x="213753" y="949328"/>
                  </a:lnTo>
                  <a:lnTo>
                    <a:pt x="214421" y="968168"/>
                  </a:lnTo>
                  <a:lnTo>
                    <a:pt x="215089" y="968168"/>
                  </a:lnTo>
                  <a:lnTo>
                    <a:pt x="215757" y="968168"/>
                  </a:lnTo>
                  <a:lnTo>
                    <a:pt x="216425" y="968168"/>
                  </a:lnTo>
                  <a:lnTo>
                    <a:pt x="217093" y="968168"/>
                  </a:lnTo>
                  <a:lnTo>
                    <a:pt x="217761" y="968168"/>
                  </a:lnTo>
                  <a:lnTo>
                    <a:pt x="218429" y="968168"/>
                  </a:lnTo>
                  <a:lnTo>
                    <a:pt x="219097" y="984915"/>
                  </a:lnTo>
                  <a:lnTo>
                    <a:pt x="219765" y="970261"/>
                  </a:lnTo>
                  <a:lnTo>
                    <a:pt x="220433" y="968168"/>
                  </a:lnTo>
                  <a:lnTo>
                    <a:pt x="221101" y="968168"/>
                  </a:lnTo>
                  <a:lnTo>
                    <a:pt x="221770" y="968168"/>
                  </a:lnTo>
                  <a:lnTo>
                    <a:pt x="222438" y="968168"/>
                  </a:lnTo>
                  <a:lnTo>
                    <a:pt x="223106" y="968168"/>
                  </a:lnTo>
                  <a:lnTo>
                    <a:pt x="223774" y="968168"/>
                  </a:lnTo>
                  <a:lnTo>
                    <a:pt x="224442" y="968168"/>
                  </a:lnTo>
                  <a:lnTo>
                    <a:pt x="225110" y="968168"/>
                  </a:lnTo>
                  <a:lnTo>
                    <a:pt x="225778" y="968168"/>
                  </a:lnTo>
                  <a:lnTo>
                    <a:pt x="226446" y="954561"/>
                  </a:lnTo>
                  <a:lnTo>
                    <a:pt x="227114" y="947234"/>
                  </a:lnTo>
                  <a:lnTo>
                    <a:pt x="227782" y="947234"/>
                  </a:lnTo>
                  <a:lnTo>
                    <a:pt x="228450" y="947234"/>
                  </a:lnTo>
                  <a:lnTo>
                    <a:pt x="229118" y="947234"/>
                  </a:lnTo>
                  <a:lnTo>
                    <a:pt x="229786" y="966075"/>
                  </a:lnTo>
                  <a:lnTo>
                    <a:pt x="230454" y="968168"/>
                  </a:lnTo>
                  <a:lnTo>
                    <a:pt x="231122" y="968168"/>
                  </a:lnTo>
                  <a:lnTo>
                    <a:pt x="231790" y="968168"/>
                  </a:lnTo>
                  <a:lnTo>
                    <a:pt x="232458" y="968168"/>
                  </a:lnTo>
                  <a:lnTo>
                    <a:pt x="233126" y="968168"/>
                  </a:lnTo>
                  <a:lnTo>
                    <a:pt x="233794" y="968168"/>
                  </a:lnTo>
                  <a:lnTo>
                    <a:pt x="234462" y="968168"/>
                  </a:lnTo>
                  <a:lnTo>
                    <a:pt x="235130" y="968168"/>
                  </a:lnTo>
                  <a:lnTo>
                    <a:pt x="235798" y="968168"/>
                  </a:lnTo>
                  <a:lnTo>
                    <a:pt x="236466" y="981775"/>
                  </a:lnTo>
                  <a:lnTo>
                    <a:pt x="237134" y="968168"/>
                  </a:lnTo>
                  <a:lnTo>
                    <a:pt x="237802" y="968168"/>
                  </a:lnTo>
                  <a:lnTo>
                    <a:pt x="238470" y="968168"/>
                  </a:lnTo>
                  <a:lnTo>
                    <a:pt x="239138" y="968168"/>
                  </a:lnTo>
                  <a:lnTo>
                    <a:pt x="239806" y="968168"/>
                  </a:lnTo>
                  <a:lnTo>
                    <a:pt x="240474" y="968168"/>
                  </a:lnTo>
                  <a:lnTo>
                    <a:pt x="241142" y="968168"/>
                  </a:lnTo>
                  <a:lnTo>
                    <a:pt x="241810" y="968168"/>
                  </a:lnTo>
                  <a:lnTo>
                    <a:pt x="242478" y="952468"/>
                  </a:lnTo>
                  <a:lnTo>
                    <a:pt x="243146" y="947234"/>
                  </a:lnTo>
                  <a:lnTo>
                    <a:pt x="243814" y="947234"/>
                  </a:lnTo>
                  <a:lnTo>
                    <a:pt x="244482" y="947234"/>
                  </a:lnTo>
                  <a:lnTo>
                    <a:pt x="245150" y="947234"/>
                  </a:lnTo>
                  <a:lnTo>
                    <a:pt x="245818" y="947234"/>
                  </a:lnTo>
                  <a:lnTo>
                    <a:pt x="246487" y="947234"/>
                  </a:lnTo>
                  <a:lnTo>
                    <a:pt x="247155" y="968168"/>
                  </a:lnTo>
                  <a:lnTo>
                    <a:pt x="247823" y="968168"/>
                  </a:lnTo>
                  <a:lnTo>
                    <a:pt x="248491" y="968168"/>
                  </a:lnTo>
                  <a:lnTo>
                    <a:pt x="249159" y="968168"/>
                  </a:lnTo>
                  <a:lnTo>
                    <a:pt x="249827" y="968168"/>
                  </a:lnTo>
                  <a:lnTo>
                    <a:pt x="250495" y="968168"/>
                  </a:lnTo>
                  <a:lnTo>
                    <a:pt x="251163" y="968168"/>
                  </a:lnTo>
                  <a:lnTo>
                    <a:pt x="251831" y="968168"/>
                  </a:lnTo>
                  <a:lnTo>
                    <a:pt x="252499" y="983868"/>
                  </a:lnTo>
                  <a:lnTo>
                    <a:pt x="253167" y="984915"/>
                  </a:lnTo>
                  <a:lnTo>
                    <a:pt x="253835" y="968168"/>
                  </a:lnTo>
                  <a:lnTo>
                    <a:pt x="254503" y="963981"/>
                  </a:lnTo>
                  <a:lnTo>
                    <a:pt x="255171" y="947234"/>
                  </a:lnTo>
                  <a:lnTo>
                    <a:pt x="255839" y="947234"/>
                  </a:lnTo>
                  <a:lnTo>
                    <a:pt x="256507" y="947234"/>
                  </a:lnTo>
                  <a:lnTo>
                    <a:pt x="257175" y="947234"/>
                  </a:lnTo>
                  <a:lnTo>
                    <a:pt x="257843" y="947234"/>
                  </a:lnTo>
                  <a:lnTo>
                    <a:pt x="258511" y="947234"/>
                  </a:lnTo>
                  <a:lnTo>
                    <a:pt x="259179" y="945141"/>
                  </a:lnTo>
                  <a:lnTo>
                    <a:pt x="259847" y="926301"/>
                  </a:lnTo>
                  <a:lnTo>
                    <a:pt x="260515" y="926301"/>
                  </a:lnTo>
                  <a:lnTo>
                    <a:pt x="261183" y="904321"/>
                  </a:lnTo>
                  <a:lnTo>
                    <a:pt x="261851" y="826868"/>
                  </a:lnTo>
                  <a:lnTo>
                    <a:pt x="262519" y="790234"/>
                  </a:lnTo>
                  <a:lnTo>
                    <a:pt x="263187" y="738947"/>
                  </a:lnTo>
                  <a:lnTo>
                    <a:pt x="263855" y="737901"/>
                  </a:lnTo>
                  <a:lnTo>
                    <a:pt x="264523" y="742087"/>
                  </a:lnTo>
                  <a:lnTo>
                    <a:pt x="265191" y="758834"/>
                  </a:lnTo>
                  <a:lnTo>
                    <a:pt x="265859" y="758834"/>
                  </a:lnTo>
                  <a:lnTo>
                    <a:pt x="266527" y="758834"/>
                  </a:lnTo>
                  <a:lnTo>
                    <a:pt x="267195" y="758834"/>
                  </a:lnTo>
                  <a:lnTo>
                    <a:pt x="267863" y="758834"/>
                  </a:lnTo>
                  <a:lnTo>
                    <a:pt x="268531" y="758834"/>
                  </a:lnTo>
                  <a:lnTo>
                    <a:pt x="269199" y="760927"/>
                  </a:lnTo>
                  <a:lnTo>
                    <a:pt x="269867" y="779767"/>
                  </a:lnTo>
                  <a:lnTo>
                    <a:pt x="270536" y="779767"/>
                  </a:lnTo>
                  <a:lnTo>
                    <a:pt x="271204" y="801748"/>
                  </a:lnTo>
                  <a:lnTo>
                    <a:pt x="271872" y="879201"/>
                  </a:lnTo>
                  <a:lnTo>
                    <a:pt x="272540" y="915834"/>
                  </a:lnTo>
                  <a:lnTo>
                    <a:pt x="273208" y="971308"/>
                  </a:lnTo>
                  <a:lnTo>
                    <a:pt x="273876" y="989101"/>
                  </a:lnTo>
                  <a:lnTo>
                    <a:pt x="274544" y="989101"/>
                  </a:lnTo>
                  <a:lnTo>
                    <a:pt x="275212" y="989101"/>
                  </a:lnTo>
                  <a:lnTo>
                    <a:pt x="275880" y="989101"/>
                  </a:lnTo>
                  <a:lnTo>
                    <a:pt x="276548" y="989101"/>
                  </a:lnTo>
                  <a:lnTo>
                    <a:pt x="277216" y="989101"/>
                  </a:lnTo>
                  <a:lnTo>
                    <a:pt x="277884" y="989101"/>
                  </a:lnTo>
                  <a:lnTo>
                    <a:pt x="278552" y="989101"/>
                  </a:lnTo>
                  <a:lnTo>
                    <a:pt x="279220" y="989101"/>
                  </a:lnTo>
                  <a:lnTo>
                    <a:pt x="279888" y="989101"/>
                  </a:lnTo>
                  <a:lnTo>
                    <a:pt x="280556" y="989101"/>
                  </a:lnTo>
                  <a:lnTo>
                    <a:pt x="281224" y="969215"/>
                  </a:lnTo>
                  <a:lnTo>
                    <a:pt x="281892" y="968168"/>
                  </a:lnTo>
                  <a:lnTo>
                    <a:pt x="282560" y="968168"/>
                  </a:lnTo>
                  <a:lnTo>
                    <a:pt x="283228" y="968168"/>
                  </a:lnTo>
                  <a:lnTo>
                    <a:pt x="283896" y="968168"/>
                  </a:lnTo>
                  <a:lnTo>
                    <a:pt x="284564" y="950375"/>
                  </a:lnTo>
                  <a:lnTo>
                    <a:pt x="285232" y="921068"/>
                  </a:lnTo>
                  <a:lnTo>
                    <a:pt x="285900" y="879201"/>
                  </a:lnTo>
                  <a:lnTo>
                    <a:pt x="286568" y="863501"/>
                  </a:lnTo>
                  <a:lnTo>
                    <a:pt x="287236" y="863501"/>
                  </a:lnTo>
                  <a:lnTo>
                    <a:pt x="287904" y="862454"/>
                  </a:lnTo>
                  <a:lnTo>
                    <a:pt x="288572" y="842568"/>
                  </a:lnTo>
                  <a:lnTo>
                    <a:pt x="289240" y="815354"/>
                  </a:lnTo>
                  <a:lnTo>
                    <a:pt x="289908" y="872879"/>
                  </a:lnTo>
                  <a:lnTo>
                    <a:pt x="290576" y="847614"/>
                  </a:lnTo>
                  <a:lnTo>
                    <a:pt x="291244" y="839452"/>
                  </a:lnTo>
                  <a:lnTo>
                    <a:pt x="291912" y="840214"/>
                  </a:lnTo>
                  <a:lnTo>
                    <a:pt x="292580" y="834114"/>
                  </a:lnTo>
                  <a:lnTo>
                    <a:pt x="293248" y="815815"/>
                  </a:lnTo>
                  <a:lnTo>
                    <a:pt x="293916" y="809715"/>
                  </a:lnTo>
                  <a:lnTo>
                    <a:pt x="294584" y="822677"/>
                  </a:lnTo>
                  <a:lnTo>
                    <a:pt x="295253" y="831064"/>
                  </a:lnTo>
                  <a:lnTo>
                    <a:pt x="295921" y="859276"/>
                  </a:lnTo>
                  <a:lnTo>
                    <a:pt x="296589" y="857751"/>
                  </a:lnTo>
                  <a:lnTo>
                    <a:pt x="297257" y="855463"/>
                  </a:lnTo>
                  <a:lnTo>
                    <a:pt x="297925" y="845551"/>
                  </a:lnTo>
                  <a:lnTo>
                    <a:pt x="298593" y="855463"/>
                  </a:lnTo>
                  <a:lnTo>
                    <a:pt x="299261" y="875287"/>
                  </a:lnTo>
                  <a:lnTo>
                    <a:pt x="299929" y="877465"/>
                  </a:lnTo>
                  <a:lnTo>
                    <a:pt x="300597" y="889000"/>
                  </a:lnTo>
                  <a:lnTo>
                    <a:pt x="301265" y="863501"/>
                  </a:lnTo>
                  <a:lnTo>
                    <a:pt x="301933" y="863501"/>
                  </a:lnTo>
                  <a:lnTo>
                    <a:pt x="302601" y="866641"/>
                  </a:lnTo>
                  <a:lnTo>
                    <a:pt x="303269" y="861408"/>
                  </a:lnTo>
                  <a:lnTo>
                    <a:pt x="303937" y="796514"/>
                  </a:lnTo>
                  <a:lnTo>
                    <a:pt x="304605" y="779767"/>
                  </a:lnTo>
                  <a:lnTo>
                    <a:pt x="305273" y="797561"/>
                  </a:lnTo>
                  <a:lnTo>
                    <a:pt x="305941" y="800701"/>
                  </a:lnTo>
                  <a:lnTo>
                    <a:pt x="306609" y="818494"/>
                  </a:lnTo>
                  <a:lnTo>
                    <a:pt x="307277" y="821634"/>
                  </a:lnTo>
                  <a:lnTo>
                    <a:pt x="307945" y="836288"/>
                  </a:lnTo>
                  <a:lnTo>
                    <a:pt x="308613" y="842568"/>
                  </a:lnTo>
                  <a:lnTo>
                    <a:pt x="309281" y="842568"/>
                  </a:lnTo>
                  <a:lnTo>
                    <a:pt x="309949" y="831054"/>
                  </a:lnTo>
                  <a:lnTo>
                    <a:pt x="310617" y="828961"/>
                  </a:lnTo>
                  <a:lnTo>
                    <a:pt x="311285" y="821634"/>
                  </a:lnTo>
                  <a:lnTo>
                    <a:pt x="311953" y="821634"/>
                  </a:lnTo>
                  <a:lnTo>
                    <a:pt x="312621" y="826868"/>
                  </a:lnTo>
                  <a:lnTo>
                    <a:pt x="313289" y="857221"/>
                  </a:lnTo>
                  <a:lnTo>
                    <a:pt x="313957" y="930488"/>
                  </a:lnTo>
                  <a:lnTo>
                    <a:pt x="314625" y="947234"/>
                  </a:lnTo>
                  <a:lnTo>
                    <a:pt x="315293" y="947234"/>
                  </a:lnTo>
                  <a:lnTo>
                    <a:pt x="315961" y="947234"/>
                  </a:lnTo>
                  <a:lnTo>
                    <a:pt x="316629" y="943048"/>
                  </a:lnTo>
                  <a:lnTo>
                    <a:pt x="317297" y="926301"/>
                  </a:lnTo>
                  <a:lnTo>
                    <a:pt x="317965" y="926301"/>
                  </a:lnTo>
                  <a:lnTo>
                    <a:pt x="318633" y="926301"/>
                  </a:lnTo>
                  <a:lnTo>
                    <a:pt x="319301" y="926301"/>
                  </a:lnTo>
                  <a:lnTo>
                    <a:pt x="319970" y="939908"/>
                  </a:lnTo>
                  <a:lnTo>
                    <a:pt x="320638" y="960841"/>
                  </a:lnTo>
                  <a:lnTo>
                    <a:pt x="321306" y="968168"/>
                  </a:lnTo>
                  <a:lnTo>
                    <a:pt x="321974" y="968168"/>
                  </a:lnTo>
                  <a:lnTo>
                    <a:pt x="322642" y="965028"/>
                  </a:lnTo>
                  <a:lnTo>
                    <a:pt x="323310" y="947234"/>
                  </a:lnTo>
                  <a:lnTo>
                    <a:pt x="323978" y="947234"/>
                  </a:lnTo>
                  <a:lnTo>
                    <a:pt x="324646" y="947234"/>
                  </a:lnTo>
                  <a:lnTo>
                    <a:pt x="325314" y="947234"/>
                  </a:lnTo>
                  <a:lnTo>
                    <a:pt x="325982" y="947234"/>
                  </a:lnTo>
                  <a:lnTo>
                    <a:pt x="326650" y="932581"/>
                  </a:lnTo>
                  <a:lnTo>
                    <a:pt x="327318" y="926301"/>
                  </a:lnTo>
                  <a:lnTo>
                    <a:pt x="327986" y="910601"/>
                  </a:lnTo>
                  <a:lnTo>
                    <a:pt x="328654" y="905368"/>
                  </a:lnTo>
                  <a:lnTo>
                    <a:pt x="329322" y="905368"/>
                  </a:lnTo>
                  <a:lnTo>
                    <a:pt x="329990" y="905368"/>
                  </a:lnTo>
                  <a:lnTo>
                    <a:pt x="330658" y="905368"/>
                  </a:lnTo>
                  <a:lnTo>
                    <a:pt x="331326" y="905368"/>
                  </a:lnTo>
                  <a:lnTo>
                    <a:pt x="331994" y="887574"/>
                  </a:lnTo>
                  <a:lnTo>
                    <a:pt x="332662" y="871874"/>
                  </a:lnTo>
                  <a:lnTo>
                    <a:pt x="333330" y="863501"/>
                  </a:lnTo>
                  <a:lnTo>
                    <a:pt x="333998" y="863501"/>
                  </a:lnTo>
                  <a:lnTo>
                    <a:pt x="334666" y="863501"/>
                  </a:lnTo>
                  <a:lnTo>
                    <a:pt x="335334" y="863501"/>
                  </a:lnTo>
                  <a:lnTo>
                    <a:pt x="336002" y="863501"/>
                  </a:lnTo>
                  <a:lnTo>
                    <a:pt x="336670" y="862454"/>
                  </a:lnTo>
                  <a:lnTo>
                    <a:pt x="337338" y="863501"/>
                  </a:lnTo>
                  <a:lnTo>
                    <a:pt x="338006" y="879201"/>
                  </a:lnTo>
                  <a:lnTo>
                    <a:pt x="338674" y="884434"/>
                  </a:lnTo>
                  <a:lnTo>
                    <a:pt x="339342" y="873968"/>
                  </a:lnTo>
                  <a:lnTo>
                    <a:pt x="340010" y="863501"/>
                  </a:lnTo>
                  <a:lnTo>
                    <a:pt x="340678" y="863501"/>
                  </a:lnTo>
                  <a:lnTo>
                    <a:pt x="341346" y="850941"/>
                  </a:lnTo>
                  <a:lnTo>
                    <a:pt x="342014" y="857221"/>
                  </a:lnTo>
                  <a:lnTo>
                    <a:pt x="342014" y="85722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100" y="1668389"/>
                  </a:moveTo>
                  <a:lnTo>
                    <a:pt x="768" y="1668389"/>
                  </a:lnTo>
                  <a:lnTo>
                    <a:pt x="1436" y="1668389"/>
                  </a:lnTo>
                  <a:lnTo>
                    <a:pt x="2104" y="1668389"/>
                  </a:lnTo>
                  <a:lnTo>
                    <a:pt x="2772" y="1668389"/>
                  </a:lnTo>
                  <a:lnTo>
                    <a:pt x="3440" y="1668389"/>
                  </a:lnTo>
                  <a:lnTo>
                    <a:pt x="4108" y="1668389"/>
                  </a:lnTo>
                  <a:lnTo>
                    <a:pt x="4776" y="1668389"/>
                  </a:lnTo>
                  <a:lnTo>
                    <a:pt x="5444" y="1668389"/>
                  </a:lnTo>
                  <a:lnTo>
                    <a:pt x="6112" y="1668389"/>
                  </a:lnTo>
                  <a:lnTo>
                    <a:pt x="6780" y="1668389"/>
                  </a:lnTo>
                  <a:lnTo>
                    <a:pt x="7448" y="1668389"/>
                  </a:lnTo>
                  <a:lnTo>
                    <a:pt x="8116" y="1668389"/>
                  </a:lnTo>
                  <a:lnTo>
                    <a:pt x="8784" y="1668389"/>
                  </a:lnTo>
                  <a:lnTo>
                    <a:pt x="9452" y="1668389"/>
                  </a:lnTo>
                  <a:lnTo>
                    <a:pt x="10120" y="1668810"/>
                  </a:lnTo>
                  <a:lnTo>
                    <a:pt x="10788" y="1668810"/>
                  </a:lnTo>
                  <a:lnTo>
                    <a:pt x="11456" y="1668810"/>
                  </a:lnTo>
                  <a:lnTo>
                    <a:pt x="12124" y="1668810"/>
                  </a:lnTo>
                  <a:lnTo>
                    <a:pt x="12792" y="1668810"/>
                  </a:lnTo>
                  <a:lnTo>
                    <a:pt x="13460" y="1668810"/>
                  </a:lnTo>
                  <a:lnTo>
                    <a:pt x="14128" y="1668810"/>
                  </a:lnTo>
                  <a:lnTo>
                    <a:pt x="14796" y="1668810"/>
                  </a:lnTo>
                  <a:lnTo>
                    <a:pt x="15464" y="1668810"/>
                  </a:lnTo>
                  <a:lnTo>
                    <a:pt x="16132" y="1668810"/>
                  </a:lnTo>
                  <a:lnTo>
                    <a:pt x="16800" y="1668810"/>
                  </a:lnTo>
                  <a:lnTo>
                    <a:pt x="17468" y="1668810"/>
                  </a:lnTo>
                  <a:lnTo>
                    <a:pt x="18136" y="1668810"/>
                  </a:lnTo>
                  <a:lnTo>
                    <a:pt x="18804" y="1668810"/>
                  </a:lnTo>
                  <a:lnTo>
                    <a:pt x="19472" y="1668810"/>
                  </a:lnTo>
                  <a:lnTo>
                    <a:pt x="20141" y="1668810"/>
                  </a:lnTo>
                  <a:lnTo>
                    <a:pt x="20809" y="1668810"/>
                  </a:lnTo>
                  <a:lnTo>
                    <a:pt x="21477" y="1647456"/>
                  </a:lnTo>
                  <a:lnTo>
                    <a:pt x="22145" y="1647456"/>
                  </a:lnTo>
                  <a:lnTo>
                    <a:pt x="22813" y="1647456"/>
                  </a:lnTo>
                  <a:lnTo>
                    <a:pt x="23481" y="1647456"/>
                  </a:lnTo>
                  <a:lnTo>
                    <a:pt x="24149" y="1624429"/>
                  </a:lnTo>
                  <a:lnTo>
                    <a:pt x="24817" y="1573143"/>
                  </a:lnTo>
                  <a:lnTo>
                    <a:pt x="25485" y="1563722"/>
                  </a:lnTo>
                  <a:lnTo>
                    <a:pt x="26153" y="1563722"/>
                  </a:lnTo>
                  <a:lnTo>
                    <a:pt x="26821" y="1563722"/>
                  </a:lnTo>
                  <a:lnTo>
                    <a:pt x="27489" y="1563722"/>
                  </a:lnTo>
                  <a:lnTo>
                    <a:pt x="28157" y="1532322"/>
                  </a:lnTo>
                  <a:lnTo>
                    <a:pt x="28825" y="1542789"/>
                  </a:lnTo>
                  <a:lnTo>
                    <a:pt x="29493" y="1542789"/>
                  </a:lnTo>
                  <a:lnTo>
                    <a:pt x="30161" y="1542789"/>
                  </a:lnTo>
                  <a:lnTo>
                    <a:pt x="30829" y="1527089"/>
                  </a:lnTo>
                  <a:lnTo>
                    <a:pt x="31497" y="1504062"/>
                  </a:lnTo>
                  <a:lnTo>
                    <a:pt x="32165" y="1500922"/>
                  </a:lnTo>
                  <a:lnTo>
                    <a:pt x="32833" y="1500922"/>
                  </a:lnTo>
                  <a:lnTo>
                    <a:pt x="33501" y="1500922"/>
                  </a:lnTo>
                  <a:lnTo>
                    <a:pt x="34169" y="1510342"/>
                  </a:lnTo>
                  <a:lnTo>
                    <a:pt x="34837" y="1554302"/>
                  </a:lnTo>
                  <a:lnTo>
                    <a:pt x="35505" y="1563722"/>
                  </a:lnTo>
                  <a:lnTo>
                    <a:pt x="36173" y="1563722"/>
                  </a:lnTo>
                  <a:lnTo>
                    <a:pt x="36841" y="1563722"/>
                  </a:lnTo>
                  <a:lnTo>
                    <a:pt x="37509" y="1546976"/>
                  </a:lnTo>
                  <a:lnTo>
                    <a:pt x="38177" y="1579423"/>
                  </a:lnTo>
                  <a:lnTo>
                    <a:pt x="38845" y="1584656"/>
                  </a:lnTo>
                  <a:lnTo>
                    <a:pt x="39513" y="1584656"/>
                  </a:lnTo>
                  <a:lnTo>
                    <a:pt x="40181" y="1563722"/>
                  </a:lnTo>
                  <a:lnTo>
                    <a:pt x="40849" y="1579423"/>
                  </a:lnTo>
                  <a:lnTo>
                    <a:pt x="41517" y="1602449"/>
                  </a:lnTo>
                  <a:lnTo>
                    <a:pt x="42185" y="1605589"/>
                  </a:lnTo>
                  <a:lnTo>
                    <a:pt x="42853" y="1605589"/>
                  </a:lnTo>
                  <a:lnTo>
                    <a:pt x="43521" y="1605589"/>
                  </a:lnTo>
                  <a:lnTo>
                    <a:pt x="44190" y="1619196"/>
                  </a:lnTo>
                  <a:lnTo>
                    <a:pt x="44858" y="1626523"/>
                  </a:lnTo>
                  <a:lnTo>
                    <a:pt x="45526" y="1615009"/>
                  </a:lnTo>
                  <a:lnTo>
                    <a:pt x="46194" y="1605589"/>
                  </a:lnTo>
                  <a:lnTo>
                    <a:pt x="46862" y="1605589"/>
                  </a:lnTo>
                  <a:lnTo>
                    <a:pt x="47530" y="1622336"/>
                  </a:lnTo>
                  <a:lnTo>
                    <a:pt x="48198" y="1626523"/>
                  </a:lnTo>
                  <a:lnTo>
                    <a:pt x="48866" y="1606636"/>
                  </a:lnTo>
                  <a:lnTo>
                    <a:pt x="49534" y="1584656"/>
                  </a:lnTo>
                  <a:lnTo>
                    <a:pt x="50202" y="1591983"/>
                  </a:lnTo>
                  <a:lnTo>
                    <a:pt x="50870" y="1584656"/>
                  </a:lnTo>
                  <a:lnTo>
                    <a:pt x="51538" y="1584656"/>
                  </a:lnTo>
                  <a:lnTo>
                    <a:pt x="52206" y="1584656"/>
                  </a:lnTo>
                  <a:lnTo>
                    <a:pt x="52874" y="1584656"/>
                  </a:lnTo>
                  <a:lnTo>
                    <a:pt x="53542" y="1584656"/>
                  </a:lnTo>
                  <a:lnTo>
                    <a:pt x="54210" y="1568956"/>
                  </a:lnTo>
                  <a:lnTo>
                    <a:pt x="54878" y="1548022"/>
                  </a:lnTo>
                  <a:lnTo>
                    <a:pt x="55546" y="1554302"/>
                  </a:lnTo>
                  <a:lnTo>
                    <a:pt x="56214" y="1563722"/>
                  </a:lnTo>
                  <a:lnTo>
                    <a:pt x="56882" y="1563722"/>
                  </a:lnTo>
                  <a:lnTo>
                    <a:pt x="57550" y="1563722"/>
                  </a:lnTo>
                  <a:lnTo>
                    <a:pt x="58218" y="1563722"/>
                  </a:lnTo>
                  <a:lnTo>
                    <a:pt x="58886" y="1583609"/>
                  </a:lnTo>
                  <a:lnTo>
                    <a:pt x="59554" y="1605589"/>
                  </a:lnTo>
                  <a:lnTo>
                    <a:pt x="60222" y="1619196"/>
                  </a:lnTo>
                  <a:lnTo>
                    <a:pt x="60890" y="1626523"/>
                  </a:lnTo>
                  <a:lnTo>
                    <a:pt x="61558" y="1626523"/>
                  </a:lnTo>
                  <a:lnTo>
                    <a:pt x="62226" y="1626523"/>
                  </a:lnTo>
                  <a:lnTo>
                    <a:pt x="62894" y="1626523"/>
                  </a:lnTo>
                  <a:lnTo>
                    <a:pt x="63562" y="1626523"/>
                  </a:lnTo>
                  <a:lnTo>
                    <a:pt x="64230" y="1642223"/>
                  </a:lnTo>
                  <a:lnTo>
                    <a:pt x="64898" y="1663156"/>
                  </a:lnTo>
                  <a:lnTo>
                    <a:pt x="65566" y="1668389"/>
                  </a:lnTo>
                  <a:lnTo>
                    <a:pt x="66234" y="1668389"/>
                  </a:lnTo>
                  <a:lnTo>
                    <a:pt x="66902" y="1668389"/>
                  </a:lnTo>
                  <a:lnTo>
                    <a:pt x="67570" y="1668389"/>
                  </a:lnTo>
                  <a:lnTo>
                    <a:pt x="68238" y="1668389"/>
                  </a:lnTo>
                  <a:lnTo>
                    <a:pt x="68907" y="1668389"/>
                  </a:lnTo>
                  <a:lnTo>
                    <a:pt x="69575" y="1668810"/>
                  </a:lnTo>
                  <a:lnTo>
                    <a:pt x="70243" y="1668810"/>
                  </a:lnTo>
                  <a:lnTo>
                    <a:pt x="70911" y="1668810"/>
                  </a:lnTo>
                  <a:lnTo>
                    <a:pt x="71579" y="1668810"/>
                  </a:lnTo>
                  <a:lnTo>
                    <a:pt x="72247" y="1668810"/>
                  </a:lnTo>
                  <a:lnTo>
                    <a:pt x="72915" y="1668810"/>
                  </a:lnTo>
                  <a:lnTo>
                    <a:pt x="73583" y="1668810"/>
                  </a:lnTo>
                  <a:lnTo>
                    <a:pt x="74251" y="1668810"/>
                  </a:lnTo>
                  <a:lnTo>
                    <a:pt x="74919" y="1668810"/>
                  </a:lnTo>
                  <a:lnTo>
                    <a:pt x="75587" y="1668810"/>
                  </a:lnTo>
                  <a:lnTo>
                    <a:pt x="76255" y="1668810"/>
                  </a:lnTo>
                  <a:lnTo>
                    <a:pt x="76923" y="1668810"/>
                  </a:lnTo>
                  <a:lnTo>
                    <a:pt x="77591" y="1668810"/>
                  </a:lnTo>
                  <a:lnTo>
                    <a:pt x="78259" y="1668810"/>
                  </a:lnTo>
                  <a:lnTo>
                    <a:pt x="78927" y="1668810"/>
                  </a:lnTo>
                  <a:lnTo>
                    <a:pt x="79595" y="1668810"/>
                  </a:lnTo>
                  <a:lnTo>
                    <a:pt x="80263" y="1668810"/>
                  </a:lnTo>
                  <a:lnTo>
                    <a:pt x="80931" y="1668810"/>
                  </a:lnTo>
                  <a:lnTo>
                    <a:pt x="81599" y="1668810"/>
                  </a:lnTo>
                  <a:lnTo>
                    <a:pt x="82267" y="1668810"/>
                  </a:lnTo>
                  <a:lnTo>
                    <a:pt x="82935" y="1668810"/>
                  </a:lnTo>
                  <a:lnTo>
                    <a:pt x="83603" y="1668810"/>
                  </a:lnTo>
                  <a:lnTo>
                    <a:pt x="84271" y="1668810"/>
                  </a:lnTo>
                  <a:lnTo>
                    <a:pt x="84939" y="1662315"/>
                  </a:lnTo>
                  <a:lnTo>
                    <a:pt x="85607" y="1648359"/>
                  </a:lnTo>
                  <a:lnTo>
                    <a:pt x="86275" y="1639863"/>
                  </a:lnTo>
                  <a:lnTo>
                    <a:pt x="86943" y="1633796"/>
                  </a:lnTo>
                  <a:lnTo>
                    <a:pt x="87611" y="1636223"/>
                  </a:lnTo>
                  <a:lnTo>
                    <a:pt x="88279" y="1636223"/>
                  </a:lnTo>
                  <a:lnTo>
                    <a:pt x="88947" y="1627761"/>
                  </a:lnTo>
                  <a:lnTo>
                    <a:pt x="89615" y="1634363"/>
                  </a:lnTo>
                  <a:lnTo>
                    <a:pt x="90283" y="1627617"/>
                  </a:lnTo>
                  <a:lnTo>
                    <a:pt x="90951" y="1577028"/>
                  </a:lnTo>
                  <a:lnTo>
                    <a:pt x="91619" y="1574821"/>
                  </a:lnTo>
                  <a:lnTo>
                    <a:pt x="92287" y="1574035"/>
                  </a:lnTo>
                  <a:lnTo>
                    <a:pt x="92955" y="1566098"/>
                  </a:lnTo>
                  <a:lnTo>
                    <a:pt x="93624" y="1498829"/>
                  </a:lnTo>
                  <a:lnTo>
                    <a:pt x="94292" y="1467429"/>
                  </a:lnTo>
                  <a:lnTo>
                    <a:pt x="94960" y="1476849"/>
                  </a:lnTo>
                  <a:lnTo>
                    <a:pt x="95628" y="1449636"/>
                  </a:lnTo>
                  <a:lnTo>
                    <a:pt x="96296" y="1452776"/>
                  </a:lnTo>
                  <a:lnTo>
                    <a:pt x="96964" y="1460102"/>
                  </a:lnTo>
                  <a:lnTo>
                    <a:pt x="97632" y="1449636"/>
                  </a:lnTo>
                  <a:lnTo>
                    <a:pt x="98300" y="1438122"/>
                  </a:lnTo>
                  <a:lnTo>
                    <a:pt x="98968" y="1455916"/>
                  </a:lnTo>
                  <a:lnTo>
                    <a:pt x="99636" y="1459056"/>
                  </a:lnTo>
                  <a:lnTo>
                    <a:pt x="100304" y="1466382"/>
                  </a:lnTo>
                  <a:lnTo>
                    <a:pt x="100972" y="1476849"/>
                  </a:lnTo>
                  <a:lnTo>
                    <a:pt x="101640" y="1465336"/>
                  </a:lnTo>
                  <a:lnTo>
                    <a:pt x="102308" y="1479989"/>
                  </a:lnTo>
                  <a:lnTo>
                    <a:pt x="102976" y="1479989"/>
                  </a:lnTo>
                  <a:lnTo>
                    <a:pt x="103644" y="1482082"/>
                  </a:lnTo>
                  <a:lnTo>
                    <a:pt x="104312" y="1513482"/>
                  </a:lnTo>
                  <a:lnTo>
                    <a:pt x="104980" y="1521856"/>
                  </a:lnTo>
                  <a:lnTo>
                    <a:pt x="105648" y="1573143"/>
                  </a:lnTo>
                  <a:lnTo>
                    <a:pt x="106316" y="1579423"/>
                  </a:lnTo>
                  <a:lnTo>
                    <a:pt x="106984" y="1583609"/>
                  </a:lnTo>
                  <a:lnTo>
                    <a:pt x="107652" y="1594076"/>
                  </a:lnTo>
                  <a:lnTo>
                    <a:pt x="108320" y="1605589"/>
                  </a:lnTo>
                  <a:lnTo>
                    <a:pt x="108988" y="1652590"/>
                  </a:lnTo>
                  <a:lnTo>
                    <a:pt x="109656" y="1656746"/>
                  </a:lnTo>
                  <a:lnTo>
                    <a:pt x="110324" y="1656746"/>
                  </a:lnTo>
                  <a:lnTo>
                    <a:pt x="110992" y="1661321"/>
                  </a:lnTo>
                  <a:lnTo>
                    <a:pt x="111660" y="1668810"/>
                  </a:lnTo>
                  <a:lnTo>
                    <a:pt x="112328" y="1668810"/>
                  </a:lnTo>
                  <a:lnTo>
                    <a:pt x="112996" y="1668810"/>
                  </a:lnTo>
                  <a:lnTo>
                    <a:pt x="113664" y="1656746"/>
                  </a:lnTo>
                  <a:lnTo>
                    <a:pt x="114332" y="1656746"/>
                  </a:lnTo>
                  <a:lnTo>
                    <a:pt x="115000" y="1656746"/>
                  </a:lnTo>
                  <a:lnTo>
                    <a:pt x="115668" y="1656746"/>
                  </a:lnTo>
                  <a:lnTo>
                    <a:pt x="116336" y="1660558"/>
                  </a:lnTo>
                  <a:lnTo>
                    <a:pt x="117004" y="1668810"/>
                  </a:lnTo>
                  <a:lnTo>
                    <a:pt x="117672" y="1668810"/>
                  </a:lnTo>
                  <a:lnTo>
                    <a:pt x="118341" y="1668810"/>
                  </a:lnTo>
                  <a:lnTo>
                    <a:pt x="119009" y="1668810"/>
                  </a:lnTo>
                  <a:lnTo>
                    <a:pt x="119677" y="1668810"/>
                  </a:lnTo>
                  <a:lnTo>
                    <a:pt x="120345" y="1668810"/>
                  </a:lnTo>
                  <a:lnTo>
                    <a:pt x="121013" y="1668810"/>
                  </a:lnTo>
                  <a:lnTo>
                    <a:pt x="121681" y="1656746"/>
                  </a:lnTo>
                  <a:lnTo>
                    <a:pt x="122349" y="1668183"/>
                  </a:lnTo>
                  <a:lnTo>
                    <a:pt x="123017" y="1661321"/>
                  </a:lnTo>
                  <a:lnTo>
                    <a:pt x="123685" y="1668810"/>
                  </a:lnTo>
                  <a:lnTo>
                    <a:pt x="124353" y="1668810"/>
                  </a:lnTo>
                  <a:lnTo>
                    <a:pt x="125021" y="1668810"/>
                  </a:lnTo>
                  <a:lnTo>
                    <a:pt x="125689" y="1668810"/>
                  </a:lnTo>
                  <a:lnTo>
                    <a:pt x="126357" y="1668810"/>
                  </a:lnTo>
                  <a:lnTo>
                    <a:pt x="127025" y="1668810"/>
                  </a:lnTo>
                  <a:lnTo>
                    <a:pt x="127693" y="1655993"/>
                  </a:lnTo>
                  <a:lnTo>
                    <a:pt x="128361" y="1652590"/>
                  </a:lnTo>
                  <a:lnTo>
                    <a:pt x="129029" y="1643142"/>
                  </a:lnTo>
                  <a:lnTo>
                    <a:pt x="129697" y="1584656"/>
                  </a:lnTo>
                  <a:lnTo>
                    <a:pt x="130365" y="1584656"/>
                  </a:lnTo>
                  <a:lnTo>
                    <a:pt x="131033" y="1574189"/>
                  </a:lnTo>
                  <a:lnTo>
                    <a:pt x="131701" y="1584656"/>
                  </a:lnTo>
                  <a:lnTo>
                    <a:pt x="132369" y="1584656"/>
                  </a:lnTo>
                  <a:lnTo>
                    <a:pt x="133037" y="1593029"/>
                  </a:lnTo>
                  <a:lnTo>
                    <a:pt x="133705" y="1557442"/>
                  </a:lnTo>
                  <a:lnTo>
                    <a:pt x="134373" y="1542789"/>
                  </a:lnTo>
                  <a:lnTo>
                    <a:pt x="135041" y="1540696"/>
                  </a:lnTo>
                  <a:lnTo>
                    <a:pt x="135709" y="1521856"/>
                  </a:lnTo>
                  <a:lnTo>
                    <a:pt x="136377" y="1516622"/>
                  </a:lnTo>
                  <a:lnTo>
                    <a:pt x="137045" y="1500922"/>
                  </a:lnTo>
                  <a:lnTo>
                    <a:pt x="137713" y="1521856"/>
                  </a:lnTo>
                  <a:lnTo>
                    <a:pt x="138381" y="1509296"/>
                  </a:lnTo>
                  <a:lnTo>
                    <a:pt x="139049" y="1486269"/>
                  </a:lnTo>
                  <a:lnTo>
                    <a:pt x="139717" y="1500922"/>
                  </a:lnTo>
                  <a:lnTo>
                    <a:pt x="140385" y="1488362"/>
                  </a:lnTo>
                  <a:lnTo>
                    <a:pt x="141053" y="1490456"/>
                  </a:lnTo>
                  <a:lnTo>
                    <a:pt x="141721" y="1500922"/>
                  </a:lnTo>
                  <a:lnTo>
                    <a:pt x="142390" y="1500922"/>
                  </a:lnTo>
                  <a:lnTo>
                    <a:pt x="143058" y="1508249"/>
                  </a:lnTo>
                  <a:lnTo>
                    <a:pt x="143726" y="1549069"/>
                  </a:lnTo>
                  <a:lnTo>
                    <a:pt x="144394" y="1563722"/>
                  </a:lnTo>
                  <a:lnTo>
                    <a:pt x="145062" y="1565816"/>
                  </a:lnTo>
                  <a:lnTo>
                    <a:pt x="145730" y="1584656"/>
                  </a:lnTo>
                  <a:lnTo>
                    <a:pt x="146398" y="1589889"/>
                  </a:lnTo>
                  <a:lnTo>
                    <a:pt x="147066" y="1605589"/>
                  </a:lnTo>
                  <a:lnTo>
                    <a:pt x="147734" y="1605589"/>
                  </a:lnTo>
                  <a:lnTo>
                    <a:pt x="148402" y="1618149"/>
                  </a:lnTo>
                  <a:lnTo>
                    <a:pt x="149070" y="1647456"/>
                  </a:lnTo>
                  <a:lnTo>
                    <a:pt x="149738" y="1647456"/>
                  </a:lnTo>
                  <a:lnTo>
                    <a:pt x="150406" y="1658969"/>
                  </a:lnTo>
                  <a:lnTo>
                    <a:pt x="151074" y="1643269"/>
                  </a:lnTo>
                  <a:lnTo>
                    <a:pt x="151742" y="1620243"/>
                  </a:lnTo>
                  <a:lnTo>
                    <a:pt x="152410" y="1605589"/>
                  </a:lnTo>
                  <a:lnTo>
                    <a:pt x="153078" y="1605589"/>
                  </a:lnTo>
                  <a:lnTo>
                    <a:pt x="153746" y="1597216"/>
                  </a:lnTo>
                  <a:lnTo>
                    <a:pt x="154414" y="1584656"/>
                  </a:lnTo>
                  <a:lnTo>
                    <a:pt x="155082" y="1584656"/>
                  </a:lnTo>
                  <a:lnTo>
                    <a:pt x="155750" y="1580469"/>
                  </a:lnTo>
                  <a:lnTo>
                    <a:pt x="156418" y="1563722"/>
                  </a:lnTo>
                  <a:lnTo>
                    <a:pt x="157086" y="1555349"/>
                  </a:lnTo>
                  <a:lnTo>
                    <a:pt x="157754" y="1517669"/>
                  </a:lnTo>
                  <a:lnTo>
                    <a:pt x="158422" y="1500922"/>
                  </a:lnTo>
                  <a:lnTo>
                    <a:pt x="159090" y="1498829"/>
                  </a:lnTo>
                  <a:lnTo>
                    <a:pt x="159758" y="1479989"/>
                  </a:lnTo>
                  <a:lnTo>
                    <a:pt x="160426" y="1481036"/>
                  </a:lnTo>
                  <a:lnTo>
                    <a:pt x="161094" y="1505109"/>
                  </a:lnTo>
                  <a:lnTo>
                    <a:pt x="161762" y="1528136"/>
                  </a:lnTo>
                  <a:lnTo>
                    <a:pt x="162430" y="1514529"/>
                  </a:lnTo>
                  <a:lnTo>
                    <a:pt x="163098" y="1487316"/>
                  </a:lnTo>
                  <a:lnTo>
                    <a:pt x="163766" y="1419282"/>
                  </a:lnTo>
                  <a:lnTo>
                    <a:pt x="164434" y="1393115"/>
                  </a:lnTo>
                  <a:lnTo>
                    <a:pt x="165102" y="1375322"/>
                  </a:lnTo>
                  <a:lnTo>
                    <a:pt x="165770" y="1379509"/>
                  </a:lnTo>
                  <a:lnTo>
                    <a:pt x="166438" y="1396255"/>
                  </a:lnTo>
                  <a:lnTo>
                    <a:pt x="167107" y="1388929"/>
                  </a:lnTo>
                  <a:lnTo>
                    <a:pt x="167775" y="1421376"/>
                  </a:lnTo>
                  <a:lnTo>
                    <a:pt x="168443" y="1431842"/>
                  </a:lnTo>
                  <a:lnTo>
                    <a:pt x="169111" y="1375322"/>
                  </a:lnTo>
                  <a:lnTo>
                    <a:pt x="169779" y="1354389"/>
                  </a:lnTo>
                  <a:lnTo>
                    <a:pt x="170447" y="1330315"/>
                  </a:lnTo>
                  <a:lnTo>
                    <a:pt x="171115" y="1291589"/>
                  </a:lnTo>
                  <a:lnTo>
                    <a:pt x="171783" y="1291589"/>
                  </a:lnTo>
                  <a:lnTo>
                    <a:pt x="172451" y="1319849"/>
                  </a:lnTo>
                  <a:lnTo>
                    <a:pt x="173119" y="1347062"/>
                  </a:lnTo>
                  <a:lnTo>
                    <a:pt x="173787" y="1393115"/>
                  </a:lnTo>
                  <a:lnTo>
                    <a:pt x="174455" y="1417189"/>
                  </a:lnTo>
                  <a:lnTo>
                    <a:pt x="175123" y="1404629"/>
                  </a:lnTo>
                  <a:lnTo>
                    <a:pt x="175791" y="1367995"/>
                  </a:lnTo>
                  <a:lnTo>
                    <a:pt x="176459" y="1306242"/>
                  </a:lnTo>
                  <a:lnTo>
                    <a:pt x="177127" y="1219368"/>
                  </a:lnTo>
                  <a:lnTo>
                    <a:pt x="177795" y="1197388"/>
                  </a:lnTo>
                  <a:lnTo>
                    <a:pt x="178463" y="1175408"/>
                  </a:lnTo>
                  <a:lnTo>
                    <a:pt x="179131" y="1230882"/>
                  </a:lnTo>
                  <a:lnTo>
                    <a:pt x="179799" y="1257049"/>
                  </a:lnTo>
                  <a:lnTo>
                    <a:pt x="180467" y="1249722"/>
                  </a:lnTo>
                  <a:lnTo>
                    <a:pt x="181135" y="1270655"/>
                  </a:lnTo>
                  <a:lnTo>
                    <a:pt x="181803" y="1270655"/>
                  </a:lnTo>
                  <a:lnTo>
                    <a:pt x="182471" y="1249722"/>
                  </a:lnTo>
                  <a:lnTo>
                    <a:pt x="183139" y="1215182"/>
                  </a:lnTo>
                  <a:lnTo>
                    <a:pt x="183807" y="1238209"/>
                  </a:lnTo>
                  <a:lnTo>
                    <a:pt x="184475" y="1218322"/>
                  </a:lnTo>
                  <a:lnTo>
                    <a:pt x="185143" y="1241349"/>
                  </a:lnTo>
                  <a:lnTo>
                    <a:pt x="185811" y="1277982"/>
                  </a:lnTo>
                  <a:lnTo>
                    <a:pt x="186479" y="1339735"/>
                  </a:lnTo>
                  <a:lnTo>
                    <a:pt x="187147" y="1442309"/>
                  </a:lnTo>
                  <a:lnTo>
                    <a:pt x="187815" y="1469522"/>
                  </a:lnTo>
                  <a:lnTo>
                    <a:pt x="188483" y="1491502"/>
                  </a:lnTo>
                  <a:lnTo>
                    <a:pt x="189151" y="1459056"/>
                  </a:lnTo>
                  <a:lnTo>
                    <a:pt x="189819" y="1472662"/>
                  </a:lnTo>
                  <a:lnTo>
                    <a:pt x="190487" y="1487316"/>
                  </a:lnTo>
                  <a:lnTo>
                    <a:pt x="191155" y="1500922"/>
                  </a:lnTo>
                  <a:lnTo>
                    <a:pt x="191824" y="1500922"/>
                  </a:lnTo>
                  <a:lnTo>
                    <a:pt x="192492" y="1521856"/>
                  </a:lnTo>
                  <a:lnTo>
                    <a:pt x="193160" y="1545929"/>
                  </a:lnTo>
                  <a:lnTo>
                    <a:pt x="193828" y="1542789"/>
                  </a:lnTo>
                  <a:lnTo>
                    <a:pt x="194496" y="1577329"/>
                  </a:lnTo>
                  <a:lnTo>
                    <a:pt x="195164" y="1584656"/>
                  </a:lnTo>
                  <a:lnTo>
                    <a:pt x="195832" y="1584656"/>
                  </a:lnTo>
                  <a:lnTo>
                    <a:pt x="196500" y="1584656"/>
                  </a:lnTo>
                  <a:lnTo>
                    <a:pt x="197168" y="1584656"/>
                  </a:lnTo>
                  <a:lnTo>
                    <a:pt x="197836" y="1584656"/>
                  </a:lnTo>
                  <a:lnTo>
                    <a:pt x="198504" y="1590936"/>
                  </a:lnTo>
                  <a:lnTo>
                    <a:pt x="199172" y="1626523"/>
                  </a:lnTo>
                  <a:lnTo>
                    <a:pt x="199840" y="1626523"/>
                  </a:lnTo>
                  <a:lnTo>
                    <a:pt x="200508" y="1643269"/>
                  </a:lnTo>
                  <a:lnTo>
                    <a:pt x="201176" y="1647456"/>
                  </a:lnTo>
                  <a:lnTo>
                    <a:pt x="201844" y="1647456"/>
                  </a:lnTo>
                  <a:lnTo>
                    <a:pt x="202512" y="1607683"/>
                  </a:lnTo>
                  <a:lnTo>
                    <a:pt x="203180" y="1604543"/>
                  </a:lnTo>
                  <a:lnTo>
                    <a:pt x="203848" y="1570003"/>
                  </a:lnTo>
                  <a:lnTo>
                    <a:pt x="204516" y="1563722"/>
                  </a:lnTo>
                  <a:lnTo>
                    <a:pt x="205184" y="1563722"/>
                  </a:lnTo>
                  <a:lnTo>
                    <a:pt x="205852" y="1563722"/>
                  </a:lnTo>
                  <a:lnTo>
                    <a:pt x="206520" y="1563722"/>
                  </a:lnTo>
                  <a:lnTo>
                    <a:pt x="207188" y="1546976"/>
                  </a:lnTo>
                  <a:lnTo>
                    <a:pt x="207856" y="1533369"/>
                  </a:lnTo>
                  <a:lnTo>
                    <a:pt x="208524" y="1514529"/>
                  </a:lnTo>
                  <a:lnTo>
                    <a:pt x="209192" y="1479989"/>
                  </a:lnTo>
                  <a:lnTo>
                    <a:pt x="209860" y="1461149"/>
                  </a:lnTo>
                  <a:lnTo>
                    <a:pt x="210528" y="1459056"/>
                  </a:lnTo>
                  <a:lnTo>
                    <a:pt x="211196" y="1459056"/>
                  </a:lnTo>
                  <a:lnTo>
                    <a:pt x="211864" y="1459056"/>
                  </a:lnTo>
                  <a:lnTo>
                    <a:pt x="212532" y="1483129"/>
                  </a:lnTo>
                  <a:lnTo>
                    <a:pt x="213200" y="1458009"/>
                  </a:lnTo>
                  <a:lnTo>
                    <a:pt x="213868" y="1494642"/>
                  </a:lnTo>
                  <a:lnTo>
                    <a:pt x="214536" y="1500922"/>
                  </a:lnTo>
                  <a:lnTo>
                    <a:pt x="215204" y="1500922"/>
                  </a:lnTo>
                  <a:lnTo>
                    <a:pt x="215872" y="1500922"/>
                  </a:lnTo>
                  <a:lnTo>
                    <a:pt x="216541" y="1500922"/>
                  </a:lnTo>
                  <a:lnTo>
                    <a:pt x="217209" y="1509296"/>
                  </a:lnTo>
                  <a:lnTo>
                    <a:pt x="217877" y="1510342"/>
                  </a:lnTo>
                  <a:lnTo>
                    <a:pt x="218545" y="1529182"/>
                  </a:lnTo>
                  <a:lnTo>
                    <a:pt x="219213" y="1563722"/>
                  </a:lnTo>
                  <a:lnTo>
                    <a:pt x="219881" y="1582563"/>
                  </a:lnTo>
                  <a:lnTo>
                    <a:pt x="220549" y="1578376"/>
                  </a:lnTo>
                  <a:lnTo>
                    <a:pt x="221217" y="1542789"/>
                  </a:lnTo>
                  <a:lnTo>
                    <a:pt x="221885" y="1528136"/>
                  </a:lnTo>
                  <a:lnTo>
                    <a:pt x="222553" y="1537556"/>
                  </a:lnTo>
                  <a:lnTo>
                    <a:pt x="223221" y="1556396"/>
                  </a:lnTo>
                  <a:lnTo>
                    <a:pt x="223889" y="1563722"/>
                  </a:lnTo>
                  <a:lnTo>
                    <a:pt x="224557" y="1543836"/>
                  </a:lnTo>
                  <a:lnTo>
                    <a:pt x="225225" y="1521856"/>
                  </a:lnTo>
                  <a:lnTo>
                    <a:pt x="225893" y="1521856"/>
                  </a:lnTo>
                  <a:lnTo>
                    <a:pt x="226561" y="1520809"/>
                  </a:lnTo>
                  <a:lnTo>
                    <a:pt x="227229" y="1509296"/>
                  </a:lnTo>
                  <a:lnTo>
                    <a:pt x="227897" y="1507202"/>
                  </a:lnTo>
                  <a:lnTo>
                    <a:pt x="228565" y="1500922"/>
                  </a:lnTo>
                  <a:lnTo>
                    <a:pt x="229233" y="1500922"/>
                  </a:lnTo>
                  <a:lnTo>
                    <a:pt x="229901" y="1491502"/>
                  </a:lnTo>
                  <a:lnTo>
                    <a:pt x="230569" y="1476849"/>
                  </a:lnTo>
                  <a:lnTo>
                    <a:pt x="231237" y="1500922"/>
                  </a:lnTo>
                  <a:lnTo>
                    <a:pt x="231905" y="1515576"/>
                  </a:lnTo>
                  <a:lnTo>
                    <a:pt x="232573" y="1521856"/>
                  </a:lnTo>
                  <a:lnTo>
                    <a:pt x="233241" y="1539649"/>
                  </a:lnTo>
                  <a:lnTo>
                    <a:pt x="233909" y="1500922"/>
                  </a:lnTo>
                  <a:lnTo>
                    <a:pt x="234577" y="1520809"/>
                  </a:lnTo>
                  <a:lnTo>
                    <a:pt x="235245" y="1542789"/>
                  </a:lnTo>
                  <a:lnTo>
                    <a:pt x="235913" y="1510342"/>
                  </a:lnTo>
                  <a:lnTo>
                    <a:pt x="236581" y="1499876"/>
                  </a:lnTo>
                  <a:lnTo>
                    <a:pt x="237249" y="1500922"/>
                  </a:lnTo>
                  <a:lnTo>
                    <a:pt x="237917" y="1501969"/>
                  </a:lnTo>
                  <a:lnTo>
                    <a:pt x="238585" y="1490456"/>
                  </a:lnTo>
                  <a:lnTo>
                    <a:pt x="239253" y="1479989"/>
                  </a:lnTo>
                  <a:lnTo>
                    <a:pt x="239921" y="1489409"/>
                  </a:lnTo>
                  <a:lnTo>
                    <a:pt x="240590" y="1494642"/>
                  </a:lnTo>
                  <a:lnTo>
                    <a:pt x="241258" y="1482082"/>
                  </a:lnTo>
                  <a:lnTo>
                    <a:pt x="241926" y="1467429"/>
                  </a:lnTo>
                  <a:lnTo>
                    <a:pt x="242594" y="1443356"/>
                  </a:lnTo>
                  <a:lnTo>
                    <a:pt x="243262" y="1420329"/>
                  </a:lnTo>
                  <a:lnTo>
                    <a:pt x="243930" y="1441262"/>
                  </a:lnTo>
                  <a:lnTo>
                    <a:pt x="244598" y="1432889"/>
                  </a:lnTo>
                  <a:lnTo>
                    <a:pt x="245266" y="1417189"/>
                  </a:lnTo>
                  <a:lnTo>
                    <a:pt x="245934" y="1422422"/>
                  </a:lnTo>
                  <a:lnTo>
                    <a:pt x="246602" y="1419282"/>
                  </a:lnTo>
                  <a:lnTo>
                    <a:pt x="247270" y="1438122"/>
                  </a:lnTo>
                  <a:lnTo>
                    <a:pt x="247938" y="1451729"/>
                  </a:lnTo>
                  <a:lnTo>
                    <a:pt x="248606" y="1469522"/>
                  </a:lnTo>
                  <a:lnTo>
                    <a:pt x="249274" y="1469522"/>
                  </a:lnTo>
                  <a:lnTo>
                    <a:pt x="249942" y="1443356"/>
                  </a:lnTo>
                  <a:lnTo>
                    <a:pt x="250610" y="1439169"/>
                  </a:lnTo>
                  <a:lnTo>
                    <a:pt x="251278" y="1394162"/>
                  </a:lnTo>
                  <a:lnTo>
                    <a:pt x="251946" y="1383695"/>
                  </a:lnTo>
                  <a:lnTo>
                    <a:pt x="252614" y="1385789"/>
                  </a:lnTo>
                  <a:lnTo>
                    <a:pt x="253282" y="1395209"/>
                  </a:lnTo>
                  <a:lnTo>
                    <a:pt x="253950" y="1414049"/>
                  </a:lnTo>
                  <a:lnTo>
                    <a:pt x="254618" y="1407769"/>
                  </a:lnTo>
                  <a:lnTo>
                    <a:pt x="255286" y="1399395"/>
                  </a:lnTo>
                  <a:lnTo>
                    <a:pt x="255954" y="1514333"/>
                  </a:lnTo>
                  <a:lnTo>
                    <a:pt x="256622" y="1498622"/>
                  </a:lnTo>
                  <a:lnTo>
                    <a:pt x="257290" y="1471914"/>
                  </a:lnTo>
                  <a:lnTo>
                    <a:pt x="257958" y="1453930"/>
                  </a:lnTo>
                  <a:lnTo>
                    <a:pt x="258626" y="1413519"/>
                  </a:lnTo>
                  <a:lnTo>
                    <a:pt x="259294" y="1387596"/>
                  </a:lnTo>
                  <a:lnTo>
                    <a:pt x="259962" y="1383783"/>
                  </a:lnTo>
                  <a:lnTo>
                    <a:pt x="260630" y="1377684"/>
                  </a:lnTo>
                  <a:lnTo>
                    <a:pt x="261298" y="1428006"/>
                  </a:lnTo>
                  <a:lnTo>
                    <a:pt x="261966" y="1446306"/>
                  </a:lnTo>
                  <a:lnTo>
                    <a:pt x="262634" y="1460792"/>
                  </a:lnTo>
                  <a:lnTo>
                    <a:pt x="263302" y="1446305"/>
                  </a:lnTo>
                  <a:lnTo>
                    <a:pt x="263970" y="1443256"/>
                  </a:lnTo>
                  <a:lnTo>
                    <a:pt x="264638" y="1437156"/>
                  </a:lnTo>
                  <a:lnTo>
                    <a:pt x="265307" y="1411232"/>
                  </a:lnTo>
                  <a:lnTo>
                    <a:pt x="265975" y="1370577"/>
                  </a:lnTo>
                  <a:lnTo>
                    <a:pt x="266643" y="1382361"/>
                  </a:lnTo>
                  <a:lnTo>
                    <a:pt x="267311" y="1392573"/>
                  </a:lnTo>
                  <a:lnTo>
                    <a:pt x="267979" y="1276935"/>
                  </a:lnTo>
                  <a:lnTo>
                    <a:pt x="268647" y="1332409"/>
                  </a:lnTo>
                  <a:lnTo>
                    <a:pt x="269315" y="1378462"/>
                  </a:lnTo>
                  <a:lnTo>
                    <a:pt x="269983" y="1388929"/>
                  </a:lnTo>
                  <a:lnTo>
                    <a:pt x="270651" y="1395209"/>
                  </a:lnTo>
                  <a:lnTo>
                    <a:pt x="271319" y="1375322"/>
                  </a:lnTo>
                  <a:lnTo>
                    <a:pt x="271987" y="1375322"/>
                  </a:lnTo>
                  <a:lnTo>
                    <a:pt x="272655" y="1377416"/>
                  </a:lnTo>
                  <a:lnTo>
                    <a:pt x="273323" y="1413002"/>
                  </a:lnTo>
                  <a:lnTo>
                    <a:pt x="273991" y="1417189"/>
                  </a:lnTo>
                  <a:lnTo>
                    <a:pt x="274659" y="1420329"/>
                  </a:lnTo>
                  <a:lnTo>
                    <a:pt x="275327" y="1478942"/>
                  </a:lnTo>
                  <a:lnTo>
                    <a:pt x="275995" y="1515576"/>
                  </a:lnTo>
                  <a:lnTo>
                    <a:pt x="276663" y="1493596"/>
                  </a:lnTo>
                  <a:lnTo>
                    <a:pt x="277331" y="1501969"/>
                  </a:lnTo>
                  <a:lnTo>
                    <a:pt x="277999" y="1521856"/>
                  </a:lnTo>
                  <a:lnTo>
                    <a:pt x="278667" y="1519762"/>
                  </a:lnTo>
                  <a:lnTo>
                    <a:pt x="279335" y="1500922"/>
                  </a:lnTo>
                  <a:lnTo>
                    <a:pt x="280003" y="1521856"/>
                  </a:lnTo>
                  <a:lnTo>
                    <a:pt x="280671" y="1531276"/>
                  </a:lnTo>
                  <a:lnTo>
                    <a:pt x="281339" y="1599347"/>
                  </a:lnTo>
                  <a:lnTo>
                    <a:pt x="282007" y="1605457"/>
                  </a:lnTo>
                  <a:lnTo>
                    <a:pt x="282675" y="1591594"/>
                  </a:lnTo>
                  <a:lnTo>
                    <a:pt x="283343" y="1580499"/>
                  </a:lnTo>
                  <a:lnTo>
                    <a:pt x="284011" y="1580499"/>
                  </a:lnTo>
                  <a:lnTo>
                    <a:pt x="284679" y="1594986"/>
                  </a:lnTo>
                  <a:lnTo>
                    <a:pt x="285347" y="1595749"/>
                  </a:lnTo>
                  <a:lnTo>
                    <a:pt x="286015" y="1601086"/>
                  </a:lnTo>
                  <a:lnTo>
                    <a:pt x="286683" y="1631585"/>
                  </a:lnTo>
                  <a:lnTo>
                    <a:pt x="287351" y="1641497"/>
                  </a:lnTo>
                  <a:lnTo>
                    <a:pt x="288019" y="1641497"/>
                  </a:lnTo>
                  <a:lnTo>
                    <a:pt x="288687" y="1643022"/>
                  </a:lnTo>
                  <a:lnTo>
                    <a:pt x="289355" y="1656746"/>
                  </a:lnTo>
                  <a:lnTo>
                    <a:pt x="290024" y="1642259"/>
                  </a:lnTo>
                  <a:lnTo>
                    <a:pt x="290692" y="1650646"/>
                  </a:lnTo>
                  <a:lnTo>
                    <a:pt x="291360" y="1655993"/>
                  </a:lnTo>
                  <a:lnTo>
                    <a:pt x="292028" y="1652590"/>
                  </a:lnTo>
                  <a:lnTo>
                    <a:pt x="292696" y="1652372"/>
                  </a:lnTo>
                  <a:lnTo>
                    <a:pt x="293364" y="1616056"/>
                  </a:lnTo>
                  <a:lnTo>
                    <a:pt x="294032" y="1587796"/>
                  </a:lnTo>
                  <a:lnTo>
                    <a:pt x="294700" y="1584656"/>
                  </a:lnTo>
                  <a:lnTo>
                    <a:pt x="295368" y="1578376"/>
                  </a:lnTo>
                  <a:lnTo>
                    <a:pt x="296036" y="1535462"/>
                  </a:lnTo>
                  <a:lnTo>
                    <a:pt x="296704" y="1507202"/>
                  </a:lnTo>
                  <a:lnTo>
                    <a:pt x="297372" y="1469522"/>
                  </a:lnTo>
                  <a:lnTo>
                    <a:pt x="298040" y="1449636"/>
                  </a:lnTo>
                  <a:lnTo>
                    <a:pt x="298708" y="1406722"/>
                  </a:lnTo>
                  <a:lnTo>
                    <a:pt x="299376" y="1396255"/>
                  </a:lnTo>
                  <a:lnTo>
                    <a:pt x="300044" y="1393115"/>
                  </a:lnTo>
                  <a:lnTo>
                    <a:pt x="300712" y="1362762"/>
                  </a:lnTo>
                  <a:lnTo>
                    <a:pt x="301380" y="1322989"/>
                  </a:lnTo>
                  <a:lnTo>
                    <a:pt x="302048" y="1266469"/>
                  </a:lnTo>
                  <a:lnTo>
                    <a:pt x="302716" y="1268562"/>
                  </a:lnTo>
                  <a:lnTo>
                    <a:pt x="303384" y="1262282"/>
                  </a:lnTo>
                  <a:lnTo>
                    <a:pt x="304052" y="1249722"/>
                  </a:lnTo>
                  <a:lnTo>
                    <a:pt x="304720" y="1249722"/>
                  </a:lnTo>
                  <a:lnTo>
                    <a:pt x="305388" y="1256002"/>
                  </a:lnTo>
                  <a:lnTo>
                    <a:pt x="306056" y="1396808"/>
                  </a:lnTo>
                  <a:lnTo>
                    <a:pt x="306724" y="1412212"/>
                  </a:lnTo>
                  <a:lnTo>
                    <a:pt x="307392" y="1448997"/>
                  </a:lnTo>
                  <a:lnTo>
                    <a:pt x="308060" y="1460030"/>
                  </a:lnTo>
                  <a:lnTo>
                    <a:pt x="308728" y="1538512"/>
                  </a:lnTo>
                  <a:lnTo>
                    <a:pt x="309396" y="1553949"/>
                  </a:lnTo>
                  <a:lnTo>
                    <a:pt x="310064" y="1567151"/>
                  </a:lnTo>
                  <a:lnTo>
                    <a:pt x="310732" y="1582825"/>
                  </a:lnTo>
                  <a:lnTo>
                    <a:pt x="311400" y="1605883"/>
                  </a:lnTo>
                  <a:lnTo>
                    <a:pt x="312068" y="1629548"/>
                  </a:lnTo>
                  <a:lnTo>
                    <a:pt x="312736" y="1636223"/>
                  </a:lnTo>
                  <a:lnTo>
                    <a:pt x="313404" y="1635009"/>
                  </a:lnTo>
                  <a:lnTo>
                    <a:pt x="314072" y="1658674"/>
                  </a:lnTo>
                  <a:lnTo>
                    <a:pt x="314741" y="1660495"/>
                  </a:lnTo>
                  <a:lnTo>
                    <a:pt x="315409" y="1660495"/>
                  </a:lnTo>
                  <a:lnTo>
                    <a:pt x="316077" y="1667368"/>
                  </a:lnTo>
                  <a:lnTo>
                    <a:pt x="316745" y="1663167"/>
                  </a:lnTo>
                  <a:lnTo>
                    <a:pt x="317413" y="1588124"/>
                  </a:lnTo>
                  <a:lnTo>
                    <a:pt x="318081" y="1585837"/>
                  </a:lnTo>
                  <a:lnTo>
                    <a:pt x="318749" y="1566965"/>
                  </a:lnTo>
                  <a:lnTo>
                    <a:pt x="319417" y="1555182"/>
                  </a:lnTo>
                  <a:lnTo>
                    <a:pt x="320085" y="1534466"/>
                  </a:lnTo>
                  <a:lnTo>
                    <a:pt x="320753" y="1459056"/>
                  </a:lnTo>
                  <a:lnTo>
                    <a:pt x="321421" y="1459056"/>
                  </a:lnTo>
                  <a:lnTo>
                    <a:pt x="322089" y="1474756"/>
                  </a:lnTo>
                  <a:lnTo>
                    <a:pt x="322757" y="1463242"/>
                  </a:lnTo>
                  <a:lnTo>
                    <a:pt x="323425" y="1479989"/>
                  </a:lnTo>
                  <a:lnTo>
                    <a:pt x="324093" y="1447542"/>
                  </a:lnTo>
                  <a:lnTo>
                    <a:pt x="324761" y="1391022"/>
                  </a:lnTo>
                  <a:lnTo>
                    <a:pt x="325429" y="1375322"/>
                  </a:lnTo>
                  <a:lnTo>
                    <a:pt x="326097" y="1376369"/>
                  </a:lnTo>
                  <a:lnTo>
                    <a:pt x="326765" y="1394162"/>
                  </a:lnTo>
                  <a:lnTo>
                    <a:pt x="327433" y="1448589"/>
                  </a:lnTo>
                  <a:lnTo>
                    <a:pt x="328101" y="1447542"/>
                  </a:lnTo>
                  <a:lnTo>
                    <a:pt x="328769" y="1468476"/>
                  </a:lnTo>
                  <a:lnTo>
                    <a:pt x="329437" y="1484176"/>
                  </a:lnTo>
                  <a:lnTo>
                    <a:pt x="330105" y="1464289"/>
                  </a:lnTo>
                  <a:lnTo>
                    <a:pt x="330773" y="1442309"/>
                  </a:lnTo>
                  <a:lnTo>
                    <a:pt x="331441" y="1421376"/>
                  </a:lnTo>
                  <a:lnTo>
                    <a:pt x="332109" y="1417189"/>
                  </a:lnTo>
                  <a:lnTo>
                    <a:pt x="332777" y="1500404"/>
                  </a:lnTo>
                  <a:lnTo>
                    <a:pt x="333445" y="1511191"/>
                  </a:lnTo>
                  <a:lnTo>
                    <a:pt x="334113" y="1543139"/>
                  </a:lnTo>
                  <a:lnTo>
                    <a:pt x="334781" y="1584312"/>
                  </a:lnTo>
                  <a:lnTo>
                    <a:pt x="335449" y="1585074"/>
                  </a:lnTo>
                  <a:lnTo>
                    <a:pt x="336117" y="1553813"/>
                  </a:lnTo>
                  <a:lnTo>
                    <a:pt x="336785" y="1593346"/>
                  </a:lnTo>
                  <a:lnTo>
                    <a:pt x="337453" y="1542169"/>
                  </a:lnTo>
                  <a:lnTo>
                    <a:pt x="338121" y="1551224"/>
                  </a:lnTo>
                  <a:lnTo>
                    <a:pt x="338790" y="1535451"/>
                  </a:lnTo>
                  <a:lnTo>
                    <a:pt x="339458" y="1514079"/>
                  </a:lnTo>
                  <a:lnTo>
                    <a:pt x="340126" y="1504176"/>
                  </a:lnTo>
                  <a:lnTo>
                    <a:pt x="340794" y="1510431"/>
                  </a:lnTo>
                  <a:lnTo>
                    <a:pt x="341462" y="1511473"/>
                  </a:lnTo>
                  <a:lnTo>
                    <a:pt x="342130" y="1502091"/>
                  </a:lnTo>
                  <a:lnTo>
                    <a:pt x="342798" y="1501032"/>
                  </a:lnTo>
                  <a:lnTo>
                    <a:pt x="343466" y="1486691"/>
                  </a:lnTo>
                  <a:lnTo>
                    <a:pt x="344134" y="1422024"/>
                  </a:lnTo>
                  <a:lnTo>
                    <a:pt x="344802" y="1415349"/>
                  </a:lnTo>
                  <a:lnTo>
                    <a:pt x="345470" y="1402606"/>
                  </a:lnTo>
                  <a:lnTo>
                    <a:pt x="346138" y="1429912"/>
                  </a:lnTo>
                  <a:lnTo>
                    <a:pt x="346806" y="1447131"/>
                  </a:lnTo>
                  <a:lnTo>
                    <a:pt x="347474" y="1422669"/>
                  </a:lnTo>
                  <a:lnTo>
                    <a:pt x="348142" y="1441200"/>
                  </a:lnTo>
                  <a:lnTo>
                    <a:pt x="348810" y="1359622"/>
                  </a:lnTo>
                  <a:lnTo>
                    <a:pt x="349478" y="1393115"/>
                  </a:lnTo>
                  <a:lnTo>
                    <a:pt x="350146" y="1449636"/>
                  </a:lnTo>
                  <a:lnTo>
                    <a:pt x="350814" y="1459056"/>
                  </a:lnTo>
                  <a:lnTo>
                    <a:pt x="351482" y="1477896"/>
                  </a:lnTo>
                  <a:lnTo>
                    <a:pt x="352150" y="1500922"/>
                  </a:lnTo>
                  <a:lnTo>
                    <a:pt x="352818" y="1532322"/>
                  </a:lnTo>
                  <a:lnTo>
                    <a:pt x="353486" y="1563722"/>
                  </a:lnTo>
                  <a:lnTo>
                    <a:pt x="354154" y="1577329"/>
                  </a:lnTo>
                  <a:lnTo>
                    <a:pt x="354822" y="1556396"/>
                  </a:lnTo>
                  <a:lnTo>
                    <a:pt x="355490" y="1539649"/>
                  </a:lnTo>
                  <a:lnTo>
                    <a:pt x="356158" y="1482082"/>
                  </a:lnTo>
                  <a:lnTo>
                    <a:pt x="356826" y="1439169"/>
                  </a:lnTo>
                  <a:lnTo>
                    <a:pt x="357494" y="1519868"/>
                  </a:lnTo>
                  <a:lnTo>
                    <a:pt x="358162" y="1542613"/>
                  </a:lnTo>
                  <a:lnTo>
                    <a:pt x="358830" y="1542613"/>
                  </a:lnTo>
                  <a:lnTo>
                    <a:pt x="359498" y="1532562"/>
                  </a:lnTo>
                  <a:lnTo>
                    <a:pt x="360166" y="1509590"/>
                  </a:lnTo>
                  <a:lnTo>
                    <a:pt x="360834" y="1482141"/>
                  </a:lnTo>
                  <a:lnTo>
                    <a:pt x="361502" y="1450880"/>
                  </a:lnTo>
                  <a:lnTo>
                    <a:pt x="362170" y="1428006"/>
                  </a:lnTo>
                  <a:lnTo>
                    <a:pt x="362838" y="1408945"/>
                  </a:lnTo>
                  <a:lnTo>
                    <a:pt x="363507" y="1397508"/>
                  </a:lnTo>
                  <a:lnTo>
                    <a:pt x="364175" y="1397508"/>
                  </a:lnTo>
                  <a:lnTo>
                    <a:pt x="364843" y="1412757"/>
                  </a:lnTo>
                  <a:lnTo>
                    <a:pt x="365511" y="1444780"/>
                  </a:lnTo>
                  <a:lnTo>
                    <a:pt x="366179" y="1487479"/>
                  </a:lnTo>
                  <a:lnTo>
                    <a:pt x="366847" y="1508065"/>
                  </a:lnTo>
                  <a:lnTo>
                    <a:pt x="367515" y="1482911"/>
                  </a:lnTo>
                  <a:lnTo>
                    <a:pt x="368183" y="1479769"/>
                  </a:lnTo>
                  <a:lnTo>
                    <a:pt x="368851" y="1488410"/>
                  </a:lnTo>
                  <a:lnTo>
                    <a:pt x="369519" y="1501800"/>
                  </a:lnTo>
                  <a:lnTo>
                    <a:pt x="370187" y="1451729"/>
                  </a:lnTo>
                  <a:lnTo>
                    <a:pt x="370855" y="1489409"/>
                  </a:lnTo>
                  <a:lnTo>
                    <a:pt x="371523" y="1532322"/>
                  </a:lnTo>
                  <a:lnTo>
                    <a:pt x="372191" y="1543836"/>
                  </a:lnTo>
                  <a:lnTo>
                    <a:pt x="372859" y="1568956"/>
                  </a:lnTo>
                  <a:lnTo>
                    <a:pt x="373527" y="1579423"/>
                  </a:lnTo>
                  <a:lnTo>
                    <a:pt x="374195" y="1563722"/>
                  </a:lnTo>
                  <a:lnTo>
                    <a:pt x="374863" y="1575236"/>
                  </a:lnTo>
                  <a:lnTo>
                    <a:pt x="375531" y="1584656"/>
                  </a:lnTo>
                  <a:lnTo>
                    <a:pt x="376199" y="1584656"/>
                  </a:lnTo>
                  <a:lnTo>
                    <a:pt x="376867" y="1599309"/>
                  </a:lnTo>
                  <a:lnTo>
                    <a:pt x="377535" y="1616056"/>
                  </a:lnTo>
                  <a:lnTo>
                    <a:pt x="378203" y="1605589"/>
                  </a:lnTo>
                  <a:lnTo>
                    <a:pt x="378871" y="1605589"/>
                  </a:lnTo>
                  <a:lnTo>
                    <a:pt x="379539" y="1605589"/>
                  </a:lnTo>
                  <a:lnTo>
                    <a:pt x="380207" y="1605589"/>
                  </a:lnTo>
                  <a:lnTo>
                    <a:pt x="380875" y="1605589"/>
                  </a:lnTo>
                  <a:lnTo>
                    <a:pt x="381543" y="1605589"/>
                  </a:lnTo>
                  <a:lnTo>
                    <a:pt x="382211" y="1625476"/>
                  </a:lnTo>
                  <a:lnTo>
                    <a:pt x="382879" y="1626523"/>
                  </a:lnTo>
                  <a:lnTo>
                    <a:pt x="383547" y="1631756"/>
                  </a:lnTo>
                  <a:lnTo>
                    <a:pt x="384215" y="1647456"/>
                  </a:lnTo>
                  <a:lnTo>
                    <a:pt x="384883" y="1647456"/>
                  </a:lnTo>
                  <a:lnTo>
                    <a:pt x="385551" y="1647456"/>
                  </a:lnTo>
                  <a:lnTo>
                    <a:pt x="386219" y="1647456"/>
                  </a:lnTo>
                  <a:lnTo>
                    <a:pt x="386887" y="1640129"/>
                  </a:lnTo>
                  <a:lnTo>
                    <a:pt x="387555" y="1632803"/>
                  </a:lnTo>
                  <a:lnTo>
                    <a:pt x="388224" y="1646409"/>
                  </a:lnTo>
                  <a:lnTo>
                    <a:pt x="388892" y="1626523"/>
                  </a:lnTo>
                  <a:lnTo>
                    <a:pt x="389560" y="1626523"/>
                  </a:lnTo>
                  <a:lnTo>
                    <a:pt x="390228" y="1626523"/>
                  </a:lnTo>
                  <a:lnTo>
                    <a:pt x="390896" y="1623383"/>
                  </a:lnTo>
                  <a:lnTo>
                    <a:pt x="391564" y="1605589"/>
                  </a:lnTo>
                  <a:lnTo>
                    <a:pt x="392232" y="1597216"/>
                  </a:lnTo>
                  <a:lnTo>
                    <a:pt x="392900" y="1584656"/>
                  </a:lnTo>
                  <a:lnTo>
                    <a:pt x="393568" y="1584656"/>
                  </a:lnTo>
                  <a:lnTo>
                    <a:pt x="394236" y="1584656"/>
                  </a:lnTo>
                  <a:lnTo>
                    <a:pt x="394904" y="1572096"/>
                  </a:lnTo>
                  <a:lnTo>
                    <a:pt x="395572" y="1563722"/>
                  </a:lnTo>
                  <a:lnTo>
                    <a:pt x="396240" y="1563722"/>
                  </a:lnTo>
                  <a:lnTo>
                    <a:pt x="396908" y="1571049"/>
                  </a:lnTo>
                  <a:lnTo>
                    <a:pt x="397576" y="1584656"/>
                  </a:lnTo>
                  <a:lnTo>
                    <a:pt x="398244" y="1585703"/>
                  </a:lnTo>
                  <a:lnTo>
                    <a:pt x="398912" y="1605589"/>
                  </a:lnTo>
                  <a:lnTo>
                    <a:pt x="399580" y="1605589"/>
                  </a:lnTo>
                  <a:lnTo>
                    <a:pt x="400248" y="1589889"/>
                  </a:lnTo>
                  <a:lnTo>
                    <a:pt x="400916" y="1587796"/>
                  </a:lnTo>
                  <a:lnTo>
                    <a:pt x="401584" y="1600356"/>
                  </a:lnTo>
                  <a:lnTo>
                    <a:pt x="402252" y="1593029"/>
                  </a:lnTo>
                  <a:lnTo>
                    <a:pt x="402920" y="1605589"/>
                  </a:lnTo>
                  <a:lnTo>
                    <a:pt x="403588" y="1605589"/>
                  </a:lnTo>
                  <a:lnTo>
                    <a:pt x="404256" y="1605589"/>
                  </a:lnTo>
                  <a:lnTo>
                    <a:pt x="404924" y="1618149"/>
                  </a:lnTo>
                  <a:lnTo>
                    <a:pt x="405592" y="1626523"/>
                  </a:lnTo>
                  <a:lnTo>
                    <a:pt x="406260" y="1626523"/>
                  </a:lnTo>
                  <a:lnTo>
                    <a:pt x="406928" y="1609776"/>
                  </a:lnTo>
                  <a:lnTo>
                    <a:pt x="407596" y="1598263"/>
                  </a:lnTo>
                  <a:lnTo>
                    <a:pt x="408264" y="1575236"/>
                  </a:lnTo>
                  <a:lnTo>
                    <a:pt x="408932" y="1601338"/>
                  </a:lnTo>
                  <a:lnTo>
                    <a:pt x="409600" y="1599260"/>
                  </a:lnTo>
                  <a:lnTo>
                    <a:pt x="410268" y="1610359"/>
                  </a:lnTo>
                  <a:lnTo>
                    <a:pt x="410936" y="1619854"/>
                  </a:lnTo>
                  <a:lnTo>
                    <a:pt x="411604" y="1591224"/>
                  </a:lnTo>
                  <a:lnTo>
                    <a:pt x="412272" y="1590442"/>
                  </a:lnTo>
                  <a:lnTo>
                    <a:pt x="412941" y="1585708"/>
                  </a:lnTo>
                  <a:lnTo>
                    <a:pt x="413609" y="1585708"/>
                  </a:lnTo>
                  <a:lnTo>
                    <a:pt x="414277" y="1585708"/>
                  </a:lnTo>
                  <a:lnTo>
                    <a:pt x="414945" y="1585708"/>
                  </a:lnTo>
                  <a:lnTo>
                    <a:pt x="415613" y="1585708"/>
                  </a:lnTo>
                  <a:lnTo>
                    <a:pt x="416281" y="1585708"/>
                  </a:lnTo>
                  <a:lnTo>
                    <a:pt x="416949" y="1593282"/>
                  </a:lnTo>
                  <a:lnTo>
                    <a:pt x="417617" y="1598489"/>
                  </a:lnTo>
                  <a:lnTo>
                    <a:pt x="418285" y="1608903"/>
                  </a:lnTo>
                  <a:lnTo>
                    <a:pt x="418953" y="1623104"/>
                  </a:lnTo>
                  <a:lnTo>
                    <a:pt x="419621" y="1613638"/>
                  </a:lnTo>
                  <a:lnTo>
                    <a:pt x="420289" y="1624694"/>
                  </a:lnTo>
                  <a:lnTo>
                    <a:pt x="420957" y="1649965"/>
                  </a:lnTo>
                  <a:lnTo>
                    <a:pt x="421625" y="1652171"/>
                  </a:lnTo>
                  <a:lnTo>
                    <a:pt x="422293" y="1668810"/>
                  </a:lnTo>
                  <a:lnTo>
                    <a:pt x="422961" y="1668389"/>
                  </a:lnTo>
                  <a:lnTo>
                    <a:pt x="423629" y="1668389"/>
                  </a:lnTo>
                  <a:lnTo>
                    <a:pt x="424297" y="1668389"/>
                  </a:lnTo>
                  <a:lnTo>
                    <a:pt x="424965" y="1668389"/>
                  </a:lnTo>
                  <a:lnTo>
                    <a:pt x="425633" y="1668389"/>
                  </a:lnTo>
                  <a:lnTo>
                    <a:pt x="426301" y="1668389"/>
                  </a:lnTo>
                  <a:lnTo>
                    <a:pt x="426969" y="1668389"/>
                  </a:lnTo>
                  <a:lnTo>
                    <a:pt x="427637" y="1668389"/>
                  </a:lnTo>
                  <a:lnTo>
                    <a:pt x="428305" y="1668389"/>
                  </a:lnTo>
                  <a:lnTo>
                    <a:pt x="428973" y="1668389"/>
                  </a:lnTo>
                  <a:lnTo>
                    <a:pt x="429641" y="1668389"/>
                  </a:lnTo>
                  <a:lnTo>
                    <a:pt x="430309" y="1668389"/>
                  </a:lnTo>
                  <a:lnTo>
                    <a:pt x="430977" y="1668389"/>
                  </a:lnTo>
                  <a:lnTo>
                    <a:pt x="431645" y="1668389"/>
                  </a:lnTo>
                  <a:lnTo>
                    <a:pt x="432313" y="1668389"/>
                  </a:lnTo>
                  <a:lnTo>
                    <a:pt x="432981" y="1668389"/>
                  </a:lnTo>
                  <a:lnTo>
                    <a:pt x="433649" y="1668389"/>
                  </a:lnTo>
                  <a:lnTo>
                    <a:pt x="434317" y="1656876"/>
                  </a:lnTo>
                  <a:lnTo>
                    <a:pt x="434985" y="1647456"/>
                  </a:lnTo>
                  <a:lnTo>
                    <a:pt x="435653" y="1647456"/>
                  </a:lnTo>
                  <a:lnTo>
                    <a:pt x="436321" y="1647456"/>
                  </a:lnTo>
                  <a:lnTo>
                    <a:pt x="436990" y="1647456"/>
                  </a:lnTo>
                  <a:lnTo>
                    <a:pt x="437658" y="1647456"/>
                  </a:lnTo>
                  <a:lnTo>
                    <a:pt x="438326" y="1633849"/>
                  </a:lnTo>
                  <a:lnTo>
                    <a:pt x="438994" y="1626523"/>
                  </a:lnTo>
                  <a:lnTo>
                    <a:pt x="439662" y="1626523"/>
                  </a:lnTo>
                  <a:lnTo>
                    <a:pt x="440330" y="1626523"/>
                  </a:lnTo>
                  <a:lnTo>
                    <a:pt x="440998" y="1626523"/>
                  </a:lnTo>
                  <a:lnTo>
                    <a:pt x="441666" y="1626523"/>
                  </a:lnTo>
                  <a:lnTo>
                    <a:pt x="442334" y="1626523"/>
                  </a:lnTo>
                  <a:lnTo>
                    <a:pt x="443002" y="1626523"/>
                  </a:lnTo>
                  <a:lnTo>
                    <a:pt x="443670" y="1626523"/>
                  </a:lnTo>
                  <a:lnTo>
                    <a:pt x="444338" y="1638036"/>
                  </a:lnTo>
                  <a:lnTo>
                    <a:pt x="445006" y="1647456"/>
                  </a:lnTo>
                  <a:lnTo>
                    <a:pt x="445674" y="1647456"/>
                  </a:lnTo>
                  <a:lnTo>
                    <a:pt x="446342" y="1647456"/>
                  </a:lnTo>
                  <a:lnTo>
                    <a:pt x="447010" y="1647456"/>
                  </a:lnTo>
                  <a:lnTo>
                    <a:pt x="447678" y="1647456"/>
                  </a:lnTo>
                  <a:lnTo>
                    <a:pt x="448346" y="1661063"/>
                  </a:lnTo>
                  <a:lnTo>
                    <a:pt x="449014" y="1665249"/>
                  </a:lnTo>
                  <a:lnTo>
                    <a:pt x="449682" y="1647456"/>
                  </a:lnTo>
                  <a:lnTo>
                    <a:pt x="450350" y="1647456"/>
                  </a:lnTo>
                  <a:lnTo>
                    <a:pt x="451018" y="1647456"/>
                  </a:lnTo>
                  <a:lnTo>
                    <a:pt x="451686" y="1647456"/>
                  </a:lnTo>
                  <a:lnTo>
                    <a:pt x="452354" y="1647456"/>
                  </a:lnTo>
                  <a:lnTo>
                    <a:pt x="453022" y="1634896"/>
                  </a:lnTo>
                  <a:lnTo>
                    <a:pt x="453690" y="1619196"/>
                  </a:lnTo>
                  <a:lnTo>
                    <a:pt x="454358" y="1593029"/>
                  </a:lnTo>
                  <a:lnTo>
                    <a:pt x="455026" y="1584656"/>
                  </a:lnTo>
                  <a:lnTo>
                    <a:pt x="455694" y="1565816"/>
                  </a:lnTo>
                  <a:lnTo>
                    <a:pt x="456362" y="1542789"/>
                  </a:lnTo>
                  <a:lnTo>
                    <a:pt x="457030" y="1535462"/>
                  </a:lnTo>
                  <a:lnTo>
                    <a:pt x="457698" y="1521856"/>
                  </a:lnTo>
                  <a:lnTo>
                    <a:pt x="458366" y="1521856"/>
                  </a:lnTo>
                  <a:lnTo>
                    <a:pt x="459034" y="1507202"/>
                  </a:lnTo>
                  <a:lnTo>
                    <a:pt x="459702" y="1521856"/>
                  </a:lnTo>
                  <a:lnTo>
                    <a:pt x="460370" y="1521856"/>
                  </a:lnTo>
                  <a:lnTo>
                    <a:pt x="461038" y="1521856"/>
                  </a:lnTo>
                  <a:lnTo>
                    <a:pt x="461707" y="1521856"/>
                  </a:lnTo>
                  <a:lnTo>
                    <a:pt x="462375" y="1521856"/>
                  </a:lnTo>
                  <a:lnTo>
                    <a:pt x="463043" y="1534416"/>
                  </a:lnTo>
                  <a:lnTo>
                    <a:pt x="463711" y="1550116"/>
                  </a:lnTo>
                  <a:lnTo>
                    <a:pt x="464379" y="1576283"/>
                  </a:lnTo>
                  <a:lnTo>
                    <a:pt x="465047" y="1584656"/>
                  </a:lnTo>
                  <a:lnTo>
                    <a:pt x="465715" y="1603496"/>
                  </a:lnTo>
                  <a:lnTo>
                    <a:pt x="466383" y="1626523"/>
                  </a:lnTo>
                  <a:lnTo>
                    <a:pt x="467051" y="1618149"/>
                  </a:lnTo>
                  <a:lnTo>
                    <a:pt x="467719" y="1612916"/>
                  </a:lnTo>
                  <a:lnTo>
                    <a:pt x="468387" y="1584656"/>
                  </a:lnTo>
                  <a:lnTo>
                    <a:pt x="469055" y="1593029"/>
                  </a:lnTo>
                  <a:lnTo>
                    <a:pt x="469723" y="1584656"/>
                  </a:lnTo>
                  <a:lnTo>
                    <a:pt x="470391" y="1584656"/>
                  </a:lnTo>
                  <a:lnTo>
                    <a:pt x="471059" y="1584656"/>
                  </a:lnTo>
                  <a:lnTo>
                    <a:pt x="471727" y="1584656"/>
                  </a:lnTo>
                  <a:lnTo>
                    <a:pt x="472395" y="1584656"/>
                  </a:lnTo>
                  <a:lnTo>
                    <a:pt x="473063" y="1584656"/>
                  </a:lnTo>
                  <a:lnTo>
                    <a:pt x="473731" y="1584656"/>
                  </a:lnTo>
                  <a:lnTo>
                    <a:pt x="474399" y="1584656"/>
                  </a:lnTo>
                  <a:lnTo>
                    <a:pt x="475067" y="1584656"/>
                  </a:lnTo>
                  <a:lnTo>
                    <a:pt x="475735" y="1584656"/>
                  </a:lnTo>
                  <a:lnTo>
                    <a:pt x="476403" y="1584656"/>
                  </a:lnTo>
                  <a:lnTo>
                    <a:pt x="477071" y="1600356"/>
                  </a:lnTo>
                  <a:lnTo>
                    <a:pt x="477739" y="1619196"/>
                  </a:lnTo>
                  <a:lnTo>
                    <a:pt x="478407" y="1647456"/>
                  </a:lnTo>
                  <a:lnTo>
                    <a:pt x="479075" y="1656876"/>
                  </a:lnTo>
                  <a:lnTo>
                    <a:pt x="479743" y="1668389"/>
                  </a:lnTo>
                  <a:lnTo>
                    <a:pt x="480411" y="1668389"/>
                  </a:lnTo>
                  <a:lnTo>
                    <a:pt x="481079" y="1668389"/>
                  </a:lnTo>
                  <a:lnTo>
                    <a:pt x="481747" y="1668389"/>
                  </a:lnTo>
                  <a:lnTo>
                    <a:pt x="482415" y="1668389"/>
                  </a:lnTo>
                  <a:lnTo>
                    <a:pt x="483083" y="1668389"/>
                  </a:lnTo>
                  <a:lnTo>
                    <a:pt x="483751" y="1668389"/>
                  </a:lnTo>
                  <a:lnTo>
                    <a:pt x="484419" y="1668389"/>
                  </a:lnTo>
                  <a:lnTo>
                    <a:pt x="485087" y="1668389"/>
                  </a:lnTo>
                  <a:lnTo>
                    <a:pt x="485755" y="1668389"/>
                  </a:lnTo>
                  <a:lnTo>
                    <a:pt x="486424" y="1668389"/>
                  </a:lnTo>
                  <a:lnTo>
                    <a:pt x="487092" y="1668389"/>
                  </a:lnTo>
                  <a:lnTo>
                    <a:pt x="487760" y="1668389"/>
                  </a:lnTo>
                  <a:lnTo>
                    <a:pt x="488428" y="1668389"/>
                  </a:lnTo>
                  <a:lnTo>
                    <a:pt x="489096" y="1668389"/>
                  </a:lnTo>
                  <a:lnTo>
                    <a:pt x="489764" y="1668389"/>
                  </a:lnTo>
                  <a:lnTo>
                    <a:pt x="490432" y="1668389"/>
                  </a:lnTo>
                  <a:lnTo>
                    <a:pt x="491100" y="1668389"/>
                  </a:lnTo>
                  <a:lnTo>
                    <a:pt x="491768" y="1668389"/>
                  </a:lnTo>
                  <a:lnTo>
                    <a:pt x="492436" y="1668389"/>
                  </a:lnTo>
                  <a:lnTo>
                    <a:pt x="493104" y="1668389"/>
                  </a:lnTo>
                  <a:lnTo>
                    <a:pt x="493772" y="1653736"/>
                  </a:lnTo>
                  <a:lnTo>
                    <a:pt x="494440" y="1638036"/>
                  </a:lnTo>
                  <a:lnTo>
                    <a:pt x="495108" y="1626523"/>
                  </a:lnTo>
                  <a:lnTo>
                    <a:pt x="495776" y="1626523"/>
                  </a:lnTo>
                  <a:lnTo>
                    <a:pt x="496444" y="1626523"/>
                  </a:lnTo>
                  <a:lnTo>
                    <a:pt x="497112" y="1626523"/>
                  </a:lnTo>
                  <a:lnTo>
                    <a:pt x="497780" y="1626523"/>
                  </a:lnTo>
                  <a:lnTo>
                    <a:pt x="498448" y="1626523"/>
                  </a:lnTo>
                  <a:lnTo>
                    <a:pt x="499116" y="1619196"/>
                  </a:lnTo>
                  <a:lnTo>
                    <a:pt x="499784" y="1605589"/>
                  </a:lnTo>
                  <a:lnTo>
                    <a:pt x="500452" y="1584656"/>
                  </a:lnTo>
                  <a:lnTo>
                    <a:pt x="501120" y="1563722"/>
                  </a:lnTo>
                  <a:lnTo>
                    <a:pt x="501788" y="1556396"/>
                  </a:lnTo>
                  <a:lnTo>
                    <a:pt x="502456" y="1542789"/>
                  </a:lnTo>
                  <a:lnTo>
                    <a:pt x="503124" y="1542789"/>
                  </a:lnTo>
                  <a:lnTo>
                    <a:pt x="503792" y="1537556"/>
                  </a:lnTo>
                  <a:lnTo>
                    <a:pt x="504460" y="1552209"/>
                  </a:lnTo>
                  <a:lnTo>
                    <a:pt x="505128" y="1545929"/>
                  </a:lnTo>
                  <a:lnTo>
                    <a:pt x="505796" y="1540696"/>
                  </a:lnTo>
                  <a:lnTo>
                    <a:pt x="506464" y="1514529"/>
                  </a:lnTo>
                  <a:lnTo>
                    <a:pt x="507132" y="1549683"/>
                  </a:lnTo>
                  <a:lnTo>
                    <a:pt x="507800" y="1542613"/>
                  </a:lnTo>
                  <a:lnTo>
                    <a:pt x="508468" y="1548476"/>
                  </a:lnTo>
                  <a:lnTo>
                    <a:pt x="509136" y="1540089"/>
                  </a:lnTo>
                  <a:lnTo>
                    <a:pt x="509804" y="1550001"/>
                  </a:lnTo>
                  <a:lnTo>
                    <a:pt x="510472" y="1565250"/>
                  </a:lnTo>
                  <a:lnTo>
                    <a:pt x="511141" y="1580499"/>
                  </a:lnTo>
                  <a:lnTo>
                    <a:pt x="511809" y="1585837"/>
                  </a:lnTo>
                  <a:lnTo>
                    <a:pt x="512477" y="1595749"/>
                  </a:lnTo>
                  <a:lnTo>
                    <a:pt x="513145" y="1595749"/>
                  </a:lnTo>
                  <a:lnTo>
                    <a:pt x="513813" y="1610236"/>
                  </a:lnTo>
                  <a:lnTo>
                    <a:pt x="514481" y="1610998"/>
                  </a:lnTo>
                  <a:lnTo>
                    <a:pt x="515149" y="1623960"/>
                  </a:lnTo>
                  <a:lnTo>
                    <a:pt x="515817" y="1627772"/>
                  </a:lnTo>
                  <a:lnTo>
                    <a:pt x="516485" y="1646834"/>
                  </a:lnTo>
                  <a:lnTo>
                    <a:pt x="517153" y="1668810"/>
                  </a:lnTo>
                  <a:lnTo>
                    <a:pt x="517821" y="1668810"/>
                  </a:lnTo>
                  <a:lnTo>
                    <a:pt x="518489" y="1649549"/>
                  </a:lnTo>
                  <a:lnTo>
                    <a:pt x="519157" y="1668389"/>
                  </a:lnTo>
                  <a:lnTo>
                    <a:pt x="519825" y="1668810"/>
                  </a:lnTo>
                  <a:lnTo>
                    <a:pt x="520493" y="1668810"/>
                  </a:lnTo>
                  <a:lnTo>
                    <a:pt x="521161" y="1668810"/>
                  </a:lnTo>
                  <a:lnTo>
                    <a:pt x="521829" y="1668810"/>
                  </a:lnTo>
                  <a:lnTo>
                    <a:pt x="522497" y="1668810"/>
                  </a:lnTo>
                  <a:lnTo>
                    <a:pt x="523165" y="1668810"/>
                  </a:lnTo>
                  <a:lnTo>
                    <a:pt x="523833" y="1668810"/>
                  </a:lnTo>
                  <a:lnTo>
                    <a:pt x="524501" y="1668810"/>
                  </a:lnTo>
                  <a:lnTo>
                    <a:pt x="525169" y="1668810"/>
                  </a:lnTo>
                  <a:lnTo>
                    <a:pt x="525837" y="1656901"/>
                  </a:lnTo>
                  <a:lnTo>
                    <a:pt x="526505" y="1644879"/>
                  </a:lnTo>
                  <a:lnTo>
                    <a:pt x="527173" y="1617341"/>
                  </a:lnTo>
                  <a:lnTo>
                    <a:pt x="527841" y="1601408"/>
                  </a:lnTo>
                  <a:lnTo>
                    <a:pt x="528509" y="1589982"/>
                  </a:lnTo>
                  <a:lnTo>
                    <a:pt x="529177" y="1590447"/>
                  </a:lnTo>
                  <a:lnTo>
                    <a:pt x="529845" y="1572633"/>
                  </a:lnTo>
                  <a:lnTo>
                    <a:pt x="530513" y="1568146"/>
                  </a:lnTo>
                  <a:lnTo>
                    <a:pt x="531181" y="1570539"/>
                  </a:lnTo>
                  <a:lnTo>
                    <a:pt x="531849" y="1572633"/>
                  </a:lnTo>
                  <a:lnTo>
                    <a:pt x="532517" y="1569642"/>
                  </a:lnTo>
                  <a:lnTo>
                    <a:pt x="533185" y="1565454"/>
                  </a:lnTo>
                  <a:lnTo>
                    <a:pt x="533853" y="1559471"/>
                  </a:lnTo>
                  <a:lnTo>
                    <a:pt x="534521" y="1562462"/>
                  </a:lnTo>
                  <a:lnTo>
                    <a:pt x="535190" y="1567847"/>
                  </a:lnTo>
                  <a:lnTo>
                    <a:pt x="535858" y="1562822"/>
                  </a:lnTo>
                  <a:lnTo>
                    <a:pt x="536526" y="1559435"/>
                  </a:lnTo>
                  <a:lnTo>
                    <a:pt x="537194" y="1591734"/>
                  </a:lnTo>
                  <a:lnTo>
                    <a:pt x="537862" y="1588548"/>
                  </a:lnTo>
                  <a:lnTo>
                    <a:pt x="538530" y="1608301"/>
                  </a:lnTo>
                  <a:lnTo>
                    <a:pt x="539198" y="1541742"/>
                  </a:lnTo>
                  <a:lnTo>
                    <a:pt x="539866" y="1542789"/>
                  </a:lnTo>
                  <a:lnTo>
                    <a:pt x="540534" y="1558489"/>
                  </a:lnTo>
                  <a:lnTo>
                    <a:pt x="541202" y="1563722"/>
                  </a:lnTo>
                  <a:lnTo>
                    <a:pt x="541870" y="1563722"/>
                  </a:lnTo>
                  <a:lnTo>
                    <a:pt x="542538" y="1574189"/>
                  </a:lnTo>
                  <a:lnTo>
                    <a:pt x="543206" y="1588843"/>
                  </a:lnTo>
                  <a:lnTo>
                    <a:pt x="543874" y="1625476"/>
                  </a:lnTo>
                  <a:lnTo>
                    <a:pt x="544542" y="1635943"/>
                  </a:lnTo>
                  <a:lnTo>
                    <a:pt x="545210" y="1647456"/>
                  </a:lnTo>
                  <a:lnTo>
                    <a:pt x="545878" y="1656876"/>
                  </a:lnTo>
                  <a:lnTo>
                    <a:pt x="546546" y="1626523"/>
                  </a:lnTo>
                  <a:lnTo>
                    <a:pt x="547214" y="1626523"/>
                  </a:lnTo>
                  <a:lnTo>
                    <a:pt x="547882" y="1626523"/>
                  </a:lnTo>
                  <a:lnTo>
                    <a:pt x="548550" y="1626523"/>
                  </a:lnTo>
                  <a:lnTo>
                    <a:pt x="549218" y="1626523"/>
                  </a:lnTo>
                  <a:lnTo>
                    <a:pt x="549886" y="1626523"/>
                  </a:lnTo>
                  <a:lnTo>
                    <a:pt x="550554" y="1609776"/>
                  </a:lnTo>
                  <a:lnTo>
                    <a:pt x="551222" y="1565816"/>
                  </a:lnTo>
                  <a:lnTo>
                    <a:pt x="551890" y="1556396"/>
                  </a:lnTo>
                  <a:lnTo>
                    <a:pt x="552558" y="1542789"/>
                  </a:lnTo>
                  <a:lnTo>
                    <a:pt x="553226" y="1587738"/>
                  </a:lnTo>
                  <a:lnTo>
                    <a:pt x="553894" y="1520943"/>
                  </a:lnTo>
                  <a:lnTo>
                    <a:pt x="554562" y="1454932"/>
                  </a:lnTo>
                  <a:lnTo>
                    <a:pt x="555230" y="1397923"/>
                  </a:lnTo>
                  <a:lnTo>
                    <a:pt x="555898" y="1418061"/>
                  </a:lnTo>
                  <a:lnTo>
                    <a:pt x="556566" y="1393150"/>
                  </a:lnTo>
                  <a:lnTo>
                    <a:pt x="557234" y="1376991"/>
                  </a:lnTo>
                  <a:lnTo>
                    <a:pt x="557902" y="1376991"/>
                  </a:lnTo>
                  <a:lnTo>
                    <a:pt x="558570" y="1376991"/>
                  </a:lnTo>
                  <a:lnTo>
                    <a:pt x="559238" y="1376991"/>
                  </a:lnTo>
                  <a:lnTo>
                    <a:pt x="559907" y="1376991"/>
                  </a:lnTo>
                  <a:lnTo>
                    <a:pt x="560575" y="1381161"/>
                  </a:lnTo>
                  <a:lnTo>
                    <a:pt x="561243" y="1392629"/>
                  </a:lnTo>
                  <a:lnTo>
                    <a:pt x="561911" y="1391065"/>
                  </a:lnTo>
                  <a:lnTo>
                    <a:pt x="562579" y="1397841"/>
                  </a:lnTo>
                  <a:lnTo>
                    <a:pt x="563247" y="1392522"/>
                  </a:lnTo>
                  <a:lnTo>
                    <a:pt x="563915" y="1466934"/>
                  </a:lnTo>
                  <a:lnTo>
                    <a:pt x="564583" y="1532945"/>
                  </a:lnTo>
                  <a:lnTo>
                    <a:pt x="565251" y="1575276"/>
                  </a:lnTo>
                  <a:lnTo>
                    <a:pt x="565919" y="1565064"/>
                  </a:lnTo>
                  <a:lnTo>
                    <a:pt x="566587" y="1552209"/>
                  </a:lnTo>
                  <a:lnTo>
                    <a:pt x="567255" y="1631787"/>
                  </a:lnTo>
                  <a:lnTo>
                    <a:pt x="567923" y="1640660"/>
                  </a:lnTo>
                  <a:lnTo>
                    <a:pt x="568591" y="1641497"/>
                  </a:lnTo>
                  <a:lnTo>
                    <a:pt x="569259" y="1641497"/>
                  </a:lnTo>
                  <a:lnTo>
                    <a:pt x="569927" y="1641497"/>
                  </a:lnTo>
                  <a:lnTo>
                    <a:pt x="570595" y="1647596"/>
                  </a:lnTo>
                  <a:lnTo>
                    <a:pt x="571263" y="1662846"/>
                  </a:lnTo>
                  <a:lnTo>
                    <a:pt x="571931" y="1668810"/>
                  </a:lnTo>
                  <a:lnTo>
                    <a:pt x="572599" y="1668810"/>
                  </a:lnTo>
                  <a:lnTo>
                    <a:pt x="573267" y="1668810"/>
                  </a:lnTo>
                  <a:lnTo>
                    <a:pt x="573935" y="1668810"/>
                  </a:lnTo>
                  <a:lnTo>
                    <a:pt x="574603" y="1668810"/>
                  </a:lnTo>
                  <a:lnTo>
                    <a:pt x="575271" y="1668810"/>
                  </a:lnTo>
                  <a:lnTo>
                    <a:pt x="575939" y="1668810"/>
                  </a:lnTo>
                  <a:lnTo>
                    <a:pt x="576607" y="1668810"/>
                  </a:lnTo>
                  <a:lnTo>
                    <a:pt x="577275" y="1668810"/>
                  </a:lnTo>
                  <a:lnTo>
                    <a:pt x="577943" y="1668810"/>
                  </a:lnTo>
                  <a:lnTo>
                    <a:pt x="578611" y="1647456"/>
                  </a:lnTo>
                  <a:lnTo>
                    <a:pt x="579279" y="1647456"/>
                  </a:lnTo>
                  <a:lnTo>
                    <a:pt x="579947" y="1647456"/>
                  </a:lnTo>
                  <a:lnTo>
                    <a:pt x="580615" y="1647456"/>
                  </a:lnTo>
                  <a:lnTo>
                    <a:pt x="581283" y="1630709"/>
                  </a:lnTo>
                  <a:lnTo>
                    <a:pt x="581951" y="1626523"/>
                  </a:lnTo>
                  <a:lnTo>
                    <a:pt x="582619" y="1626523"/>
                  </a:lnTo>
                  <a:lnTo>
                    <a:pt x="583287" y="1626523"/>
                  </a:lnTo>
                  <a:lnTo>
                    <a:pt x="583955" y="1626523"/>
                  </a:lnTo>
                  <a:lnTo>
                    <a:pt x="584624" y="1626523"/>
                  </a:lnTo>
                  <a:lnTo>
                    <a:pt x="585292" y="1626523"/>
                  </a:lnTo>
                  <a:lnTo>
                    <a:pt x="585960" y="1632803"/>
                  </a:lnTo>
                  <a:lnTo>
                    <a:pt x="586628" y="1647456"/>
                  </a:lnTo>
                  <a:lnTo>
                    <a:pt x="587296" y="1647456"/>
                  </a:lnTo>
                  <a:lnTo>
                    <a:pt x="587964" y="1647456"/>
                  </a:lnTo>
                  <a:lnTo>
                    <a:pt x="588632" y="1647456"/>
                  </a:lnTo>
                  <a:lnTo>
                    <a:pt x="589300" y="1647456"/>
                  </a:lnTo>
                  <a:lnTo>
                    <a:pt x="589968" y="1647456"/>
                  </a:lnTo>
                  <a:lnTo>
                    <a:pt x="590636" y="1647456"/>
                  </a:lnTo>
                  <a:lnTo>
                    <a:pt x="591304" y="1638036"/>
                  </a:lnTo>
                  <a:lnTo>
                    <a:pt x="591972" y="1620243"/>
                  </a:lnTo>
                  <a:lnTo>
                    <a:pt x="592640" y="1588843"/>
                  </a:lnTo>
                  <a:lnTo>
                    <a:pt x="593308" y="1584656"/>
                  </a:lnTo>
                  <a:lnTo>
                    <a:pt x="593976" y="1584656"/>
                  </a:lnTo>
                  <a:lnTo>
                    <a:pt x="594644" y="1584656"/>
                  </a:lnTo>
                  <a:lnTo>
                    <a:pt x="595312" y="1584656"/>
                  </a:lnTo>
                  <a:lnTo>
                    <a:pt x="595980" y="1584656"/>
                  </a:lnTo>
                  <a:lnTo>
                    <a:pt x="596648" y="1584656"/>
                  </a:lnTo>
                  <a:lnTo>
                    <a:pt x="597316" y="1584656"/>
                  </a:lnTo>
                  <a:lnTo>
                    <a:pt x="597984" y="1584656"/>
                  </a:lnTo>
                  <a:lnTo>
                    <a:pt x="598652" y="1584656"/>
                  </a:lnTo>
                  <a:lnTo>
                    <a:pt x="599320" y="1584656"/>
                  </a:lnTo>
                  <a:lnTo>
                    <a:pt x="599988" y="1568956"/>
                  </a:lnTo>
                  <a:lnTo>
                    <a:pt x="600656" y="1563722"/>
                  </a:lnTo>
                  <a:lnTo>
                    <a:pt x="601324" y="1589889"/>
                  </a:lnTo>
                  <a:lnTo>
                    <a:pt x="601992" y="1611869"/>
                  </a:lnTo>
                  <a:lnTo>
                    <a:pt x="602660" y="1643269"/>
                  </a:lnTo>
                  <a:lnTo>
                    <a:pt x="603328" y="1647456"/>
                  </a:lnTo>
                  <a:lnTo>
                    <a:pt x="603996" y="1647456"/>
                  </a:lnTo>
                  <a:lnTo>
                    <a:pt x="604664" y="1647456"/>
                  </a:lnTo>
                  <a:lnTo>
                    <a:pt x="605332" y="1618149"/>
                  </a:lnTo>
                  <a:lnTo>
                    <a:pt x="606000" y="1605589"/>
                  </a:lnTo>
                  <a:lnTo>
                    <a:pt x="606668" y="1605589"/>
                  </a:lnTo>
                  <a:lnTo>
                    <a:pt x="607336" y="1605589"/>
                  </a:lnTo>
                  <a:lnTo>
                    <a:pt x="608004" y="1605589"/>
                  </a:lnTo>
                  <a:lnTo>
                    <a:pt x="608672" y="1605589"/>
                  </a:lnTo>
                  <a:lnTo>
                    <a:pt x="609341" y="1598263"/>
                  </a:lnTo>
                  <a:lnTo>
                    <a:pt x="610009" y="1600356"/>
                  </a:lnTo>
                  <a:lnTo>
                    <a:pt x="610677" y="1600356"/>
                  </a:lnTo>
                  <a:lnTo>
                    <a:pt x="611345" y="1584656"/>
                  </a:lnTo>
                  <a:lnTo>
                    <a:pt x="612013" y="1584656"/>
                  </a:lnTo>
                  <a:lnTo>
                    <a:pt x="612681" y="1584656"/>
                  </a:lnTo>
                  <a:lnTo>
                    <a:pt x="613349" y="1567909"/>
                  </a:lnTo>
                  <a:lnTo>
                    <a:pt x="614017" y="1542789"/>
                  </a:lnTo>
                  <a:lnTo>
                    <a:pt x="614685" y="1542789"/>
                  </a:lnTo>
                  <a:lnTo>
                    <a:pt x="615353" y="1556396"/>
                  </a:lnTo>
                  <a:lnTo>
                    <a:pt x="616021" y="1543836"/>
                  </a:lnTo>
                  <a:lnTo>
                    <a:pt x="616689" y="1542789"/>
                  </a:lnTo>
                  <a:lnTo>
                    <a:pt x="617357" y="1542789"/>
                  </a:lnTo>
                  <a:lnTo>
                    <a:pt x="618025" y="1494642"/>
                  </a:lnTo>
                  <a:lnTo>
                    <a:pt x="618693" y="1479989"/>
                  </a:lnTo>
                  <a:lnTo>
                    <a:pt x="619361" y="1487316"/>
                  </a:lnTo>
                  <a:lnTo>
                    <a:pt x="620029" y="1500922"/>
                  </a:lnTo>
                  <a:lnTo>
                    <a:pt x="620697" y="1506156"/>
                  </a:lnTo>
                  <a:lnTo>
                    <a:pt x="621365" y="1521856"/>
                  </a:lnTo>
                  <a:lnTo>
                    <a:pt x="622033" y="1521856"/>
                  </a:lnTo>
                  <a:lnTo>
                    <a:pt x="622701" y="1500922"/>
                  </a:lnTo>
                  <a:lnTo>
                    <a:pt x="623369" y="1517669"/>
                  </a:lnTo>
                  <a:lnTo>
                    <a:pt x="624037" y="1542789"/>
                  </a:lnTo>
                  <a:lnTo>
                    <a:pt x="624705" y="1528136"/>
                  </a:lnTo>
                  <a:lnTo>
                    <a:pt x="625373" y="1516622"/>
                  </a:lnTo>
                  <a:lnTo>
                    <a:pt x="626041" y="1522902"/>
                  </a:lnTo>
                  <a:lnTo>
                    <a:pt x="626709" y="1497782"/>
                  </a:lnTo>
                  <a:lnTo>
                    <a:pt x="627377" y="1464289"/>
                  </a:lnTo>
                  <a:lnTo>
                    <a:pt x="628045" y="1507202"/>
                  </a:lnTo>
                  <a:lnTo>
                    <a:pt x="628713" y="1521856"/>
                  </a:lnTo>
                  <a:lnTo>
                    <a:pt x="629381" y="1518716"/>
                  </a:lnTo>
                  <a:lnTo>
                    <a:pt x="630049" y="1482082"/>
                  </a:lnTo>
                  <a:lnTo>
                    <a:pt x="630717" y="1463242"/>
                  </a:lnTo>
                  <a:lnTo>
                    <a:pt x="631385" y="1459056"/>
                  </a:lnTo>
                  <a:lnTo>
                    <a:pt x="632053" y="1459056"/>
                  </a:lnTo>
                  <a:lnTo>
                    <a:pt x="632721" y="1479989"/>
                  </a:lnTo>
                  <a:lnTo>
                    <a:pt x="633390" y="1479989"/>
                  </a:lnTo>
                  <a:lnTo>
                    <a:pt x="634058" y="1479989"/>
                  </a:lnTo>
                  <a:lnTo>
                    <a:pt x="634726" y="1494642"/>
                  </a:lnTo>
                  <a:lnTo>
                    <a:pt x="635394" y="1521856"/>
                  </a:lnTo>
                  <a:lnTo>
                    <a:pt x="636062" y="1524996"/>
                  </a:lnTo>
                  <a:lnTo>
                    <a:pt x="636730" y="1531276"/>
                  </a:lnTo>
                  <a:lnTo>
                    <a:pt x="637398" y="1537556"/>
                  </a:lnTo>
                  <a:lnTo>
                    <a:pt x="638066" y="1522902"/>
                  </a:lnTo>
                  <a:lnTo>
                    <a:pt x="638734" y="1508249"/>
                  </a:lnTo>
                  <a:lnTo>
                    <a:pt x="639402" y="1504062"/>
                  </a:lnTo>
                  <a:lnTo>
                    <a:pt x="640070" y="1540696"/>
                  </a:lnTo>
                  <a:lnTo>
                    <a:pt x="640738" y="1545929"/>
                  </a:lnTo>
                  <a:lnTo>
                    <a:pt x="641406" y="1542789"/>
                  </a:lnTo>
                  <a:lnTo>
                    <a:pt x="642074" y="1534416"/>
                  </a:lnTo>
                  <a:lnTo>
                    <a:pt x="642742" y="1557985"/>
                  </a:lnTo>
                  <a:lnTo>
                    <a:pt x="643410" y="1527962"/>
                  </a:lnTo>
                  <a:lnTo>
                    <a:pt x="644078" y="1517215"/>
                  </a:lnTo>
                  <a:lnTo>
                    <a:pt x="644746" y="1490528"/>
                  </a:lnTo>
                  <a:lnTo>
                    <a:pt x="645414" y="1485954"/>
                  </a:lnTo>
                  <a:lnTo>
                    <a:pt x="646082" y="1485191"/>
                  </a:lnTo>
                  <a:lnTo>
                    <a:pt x="646750" y="1499678"/>
                  </a:lnTo>
                  <a:lnTo>
                    <a:pt x="647418" y="1506540"/>
                  </a:lnTo>
                  <a:lnTo>
                    <a:pt x="648086" y="1505015"/>
                  </a:lnTo>
                  <a:lnTo>
                    <a:pt x="648754" y="1514165"/>
                  </a:lnTo>
                  <a:lnTo>
                    <a:pt x="649422" y="1519502"/>
                  </a:lnTo>
                  <a:lnTo>
                    <a:pt x="650090" y="1519502"/>
                  </a:lnTo>
                  <a:lnTo>
                    <a:pt x="650758" y="1529414"/>
                  </a:lnTo>
                  <a:lnTo>
                    <a:pt x="651426" y="1534751"/>
                  </a:lnTo>
                  <a:lnTo>
                    <a:pt x="652094" y="1538564"/>
                  </a:lnTo>
                  <a:lnTo>
                    <a:pt x="652762" y="1557095"/>
                  </a:lnTo>
                  <a:lnTo>
                    <a:pt x="653430" y="1588804"/>
                  </a:lnTo>
                  <a:lnTo>
                    <a:pt x="654098" y="1545929"/>
                  </a:lnTo>
                  <a:lnTo>
                    <a:pt x="654766" y="1582563"/>
                  </a:lnTo>
                  <a:lnTo>
                    <a:pt x="655434" y="1588843"/>
                  </a:lnTo>
                  <a:lnTo>
                    <a:pt x="656102" y="1605589"/>
                  </a:lnTo>
                  <a:lnTo>
                    <a:pt x="656770" y="1600356"/>
                  </a:lnTo>
                  <a:lnTo>
                    <a:pt x="657438" y="1602449"/>
                  </a:lnTo>
                  <a:lnTo>
                    <a:pt x="658107" y="1621289"/>
                  </a:lnTo>
                  <a:lnTo>
                    <a:pt x="658775" y="1605589"/>
                  </a:lnTo>
                  <a:lnTo>
                    <a:pt x="659443" y="1605589"/>
                  </a:lnTo>
                  <a:lnTo>
                    <a:pt x="660111" y="1605589"/>
                  </a:lnTo>
                  <a:lnTo>
                    <a:pt x="660779" y="1605589"/>
                  </a:lnTo>
                  <a:lnTo>
                    <a:pt x="661447" y="1605589"/>
                  </a:lnTo>
                  <a:lnTo>
                    <a:pt x="662115" y="1589889"/>
                  </a:lnTo>
                  <a:lnTo>
                    <a:pt x="662783" y="1584656"/>
                  </a:lnTo>
                  <a:lnTo>
                    <a:pt x="663451" y="1584656"/>
                  </a:lnTo>
                  <a:lnTo>
                    <a:pt x="664119" y="1577329"/>
                  </a:lnTo>
                  <a:lnTo>
                    <a:pt x="664787" y="1563722"/>
                  </a:lnTo>
                  <a:lnTo>
                    <a:pt x="665455" y="1563722"/>
                  </a:lnTo>
                  <a:lnTo>
                    <a:pt x="666123" y="1563722"/>
                  </a:lnTo>
                  <a:lnTo>
                    <a:pt x="666791" y="1565816"/>
                  </a:lnTo>
                  <a:lnTo>
                    <a:pt x="667459" y="1563722"/>
                  </a:lnTo>
                  <a:lnTo>
                    <a:pt x="668127" y="1566863"/>
                  </a:lnTo>
                  <a:lnTo>
                    <a:pt x="668795" y="1577329"/>
                  </a:lnTo>
                  <a:lnTo>
                    <a:pt x="669463" y="1563722"/>
                  </a:lnTo>
                  <a:lnTo>
                    <a:pt x="670131" y="1563722"/>
                  </a:lnTo>
                  <a:lnTo>
                    <a:pt x="670799" y="1563722"/>
                  </a:lnTo>
                  <a:lnTo>
                    <a:pt x="671467" y="1563722"/>
                  </a:lnTo>
                  <a:lnTo>
                    <a:pt x="672135" y="1582563"/>
                  </a:lnTo>
                  <a:lnTo>
                    <a:pt x="672803" y="1605589"/>
                  </a:lnTo>
                  <a:lnTo>
                    <a:pt x="673471" y="1605589"/>
                  </a:lnTo>
                  <a:lnTo>
                    <a:pt x="674139" y="1612916"/>
                  </a:lnTo>
                  <a:lnTo>
                    <a:pt x="674807" y="1622336"/>
                  </a:lnTo>
                  <a:lnTo>
                    <a:pt x="675475" y="1605589"/>
                  </a:lnTo>
                  <a:lnTo>
                    <a:pt x="676143" y="1605589"/>
                  </a:lnTo>
                  <a:lnTo>
                    <a:pt x="676811" y="1608729"/>
                  </a:lnTo>
                  <a:lnTo>
                    <a:pt x="677479" y="1626523"/>
                  </a:lnTo>
                  <a:lnTo>
                    <a:pt x="678147" y="1626523"/>
                  </a:lnTo>
                  <a:lnTo>
                    <a:pt x="678815" y="1633849"/>
                  </a:lnTo>
                  <a:lnTo>
                    <a:pt x="679483" y="1647456"/>
                  </a:lnTo>
                  <a:lnTo>
                    <a:pt x="680151" y="1647456"/>
                  </a:lnTo>
                  <a:lnTo>
                    <a:pt x="680819" y="1647456"/>
                  </a:lnTo>
                  <a:lnTo>
                    <a:pt x="681487" y="1647456"/>
                  </a:lnTo>
                  <a:lnTo>
                    <a:pt x="682155" y="1647456"/>
                  </a:lnTo>
                  <a:lnTo>
                    <a:pt x="682824" y="1647456"/>
                  </a:lnTo>
                  <a:lnTo>
                    <a:pt x="683492" y="1647456"/>
                  </a:lnTo>
                  <a:lnTo>
                    <a:pt x="684160" y="1647456"/>
                  </a:lnTo>
                  <a:lnTo>
                    <a:pt x="684828" y="1649549"/>
                  </a:lnTo>
                  <a:lnTo>
                    <a:pt x="685496" y="1647456"/>
                  </a:lnTo>
                  <a:lnTo>
                    <a:pt x="686164" y="1647456"/>
                  </a:lnTo>
                  <a:lnTo>
                    <a:pt x="686832" y="1647456"/>
                  </a:lnTo>
                  <a:lnTo>
                    <a:pt x="687500" y="1647456"/>
                  </a:lnTo>
                  <a:lnTo>
                    <a:pt x="688168" y="1647456"/>
                  </a:lnTo>
                  <a:lnTo>
                    <a:pt x="688836" y="1647456"/>
                  </a:lnTo>
                  <a:lnTo>
                    <a:pt x="689504" y="1639083"/>
                  </a:lnTo>
                  <a:lnTo>
                    <a:pt x="690172" y="1626523"/>
                  </a:lnTo>
                  <a:lnTo>
                    <a:pt x="690840" y="1626523"/>
                  </a:lnTo>
                  <a:lnTo>
                    <a:pt x="691508" y="1626523"/>
                  </a:lnTo>
                  <a:lnTo>
                    <a:pt x="692176" y="1626523"/>
                  </a:lnTo>
                  <a:lnTo>
                    <a:pt x="692844" y="1621289"/>
                  </a:lnTo>
                  <a:lnTo>
                    <a:pt x="693512" y="1642331"/>
                  </a:lnTo>
                  <a:lnTo>
                    <a:pt x="694180" y="1636879"/>
                  </a:lnTo>
                  <a:lnTo>
                    <a:pt x="694848" y="1638450"/>
                  </a:lnTo>
                  <a:lnTo>
                    <a:pt x="695516" y="1656746"/>
                  </a:lnTo>
                  <a:lnTo>
                    <a:pt x="696184" y="1656746"/>
                  </a:lnTo>
                  <a:lnTo>
                    <a:pt x="696852" y="1656746"/>
                  </a:lnTo>
                  <a:lnTo>
                    <a:pt x="697520" y="1656746"/>
                  </a:lnTo>
                  <a:lnTo>
                    <a:pt x="698188" y="1656746"/>
                  </a:lnTo>
                  <a:lnTo>
                    <a:pt x="698856" y="1656746"/>
                  </a:lnTo>
                  <a:lnTo>
                    <a:pt x="699524" y="1649121"/>
                  </a:lnTo>
                  <a:lnTo>
                    <a:pt x="700192" y="1644546"/>
                  </a:lnTo>
                  <a:lnTo>
                    <a:pt x="700860" y="1641497"/>
                  </a:lnTo>
                  <a:lnTo>
                    <a:pt x="701528" y="1641497"/>
                  </a:lnTo>
                  <a:lnTo>
                    <a:pt x="702196" y="1641497"/>
                  </a:lnTo>
                  <a:lnTo>
                    <a:pt x="702864" y="1645309"/>
                  </a:lnTo>
                  <a:lnTo>
                    <a:pt x="703532" y="1661359"/>
                  </a:lnTo>
                  <a:lnTo>
                    <a:pt x="704200" y="1668301"/>
                  </a:lnTo>
                  <a:lnTo>
                    <a:pt x="704868" y="1656518"/>
                  </a:lnTo>
                  <a:lnTo>
                    <a:pt x="705536" y="1605589"/>
                  </a:lnTo>
                  <a:lnTo>
                    <a:pt x="706204" y="1580469"/>
                  </a:lnTo>
                  <a:lnTo>
                    <a:pt x="706873" y="1563722"/>
                  </a:lnTo>
                  <a:lnTo>
                    <a:pt x="707541" y="1563722"/>
                  </a:lnTo>
                  <a:lnTo>
                    <a:pt x="708209" y="1563722"/>
                  </a:lnTo>
                  <a:lnTo>
                    <a:pt x="708877" y="1563722"/>
                  </a:lnTo>
                  <a:lnTo>
                    <a:pt x="709545" y="1582563"/>
                  </a:lnTo>
                  <a:lnTo>
                    <a:pt x="710213" y="1601403"/>
                  </a:lnTo>
                  <a:lnTo>
                    <a:pt x="710881" y="1605589"/>
                  </a:lnTo>
                  <a:lnTo>
                    <a:pt x="711549" y="1589889"/>
                  </a:lnTo>
                  <a:lnTo>
                    <a:pt x="712217" y="1534416"/>
                  </a:lnTo>
                  <a:lnTo>
                    <a:pt x="712885" y="1521856"/>
                  </a:lnTo>
                  <a:lnTo>
                    <a:pt x="713553" y="1501969"/>
                  </a:lnTo>
                  <a:lnTo>
                    <a:pt x="714221" y="1500922"/>
                  </a:lnTo>
                  <a:lnTo>
                    <a:pt x="714889" y="1516622"/>
                  </a:lnTo>
                  <a:lnTo>
                    <a:pt x="715557" y="1521856"/>
                  </a:lnTo>
                  <a:lnTo>
                    <a:pt x="716225" y="1523949"/>
                  </a:lnTo>
                  <a:lnTo>
                    <a:pt x="716893" y="1476849"/>
                  </a:lnTo>
                  <a:lnTo>
                    <a:pt x="717561" y="1459056"/>
                  </a:lnTo>
                  <a:lnTo>
                    <a:pt x="718229" y="1459056"/>
                  </a:lnTo>
                  <a:lnTo>
                    <a:pt x="718897" y="1459056"/>
                  </a:lnTo>
                  <a:lnTo>
                    <a:pt x="719565" y="1459056"/>
                  </a:lnTo>
                  <a:lnTo>
                    <a:pt x="720233" y="1445449"/>
                  </a:lnTo>
                  <a:lnTo>
                    <a:pt x="720901" y="1417189"/>
                  </a:lnTo>
                  <a:lnTo>
                    <a:pt x="721569" y="1422422"/>
                  </a:lnTo>
                  <a:lnTo>
                    <a:pt x="722237" y="1467429"/>
                  </a:lnTo>
                  <a:lnTo>
                    <a:pt x="722905" y="1479989"/>
                  </a:lnTo>
                  <a:lnTo>
                    <a:pt x="723573" y="1484176"/>
                  </a:lnTo>
                  <a:lnTo>
                    <a:pt x="724241" y="1459056"/>
                  </a:lnTo>
                  <a:lnTo>
                    <a:pt x="724909" y="1451729"/>
                  </a:lnTo>
                  <a:lnTo>
                    <a:pt x="725577" y="1421376"/>
                  </a:lnTo>
                  <a:lnTo>
                    <a:pt x="726245" y="1432889"/>
                  </a:lnTo>
                  <a:lnTo>
                    <a:pt x="726913" y="1483129"/>
                  </a:lnTo>
                  <a:lnTo>
                    <a:pt x="727581" y="1500922"/>
                  </a:lnTo>
                  <a:lnTo>
                    <a:pt x="728249" y="1500922"/>
                  </a:lnTo>
                  <a:lnTo>
                    <a:pt x="728917" y="1500922"/>
                  </a:lnTo>
                  <a:lnTo>
                    <a:pt x="729585" y="1500922"/>
                  </a:lnTo>
                  <a:lnTo>
                    <a:pt x="730253" y="1514529"/>
                  </a:lnTo>
                  <a:lnTo>
                    <a:pt x="730921" y="1542789"/>
                  </a:lnTo>
                  <a:lnTo>
                    <a:pt x="731590" y="1553256"/>
                  </a:lnTo>
                  <a:lnTo>
                    <a:pt x="732258" y="1563722"/>
                  </a:lnTo>
                  <a:lnTo>
                    <a:pt x="732926" y="1563722"/>
                  </a:lnTo>
                  <a:lnTo>
                    <a:pt x="733594" y="1579423"/>
                  </a:lnTo>
                  <a:lnTo>
                    <a:pt x="734262" y="1605589"/>
                  </a:lnTo>
                  <a:lnTo>
                    <a:pt x="734930" y="1612916"/>
                  </a:lnTo>
                  <a:lnTo>
                    <a:pt x="735598" y="1643269"/>
                  </a:lnTo>
                  <a:lnTo>
                    <a:pt x="736266" y="1652689"/>
                  </a:lnTo>
                  <a:lnTo>
                    <a:pt x="736934" y="1647456"/>
                  </a:lnTo>
                  <a:lnTo>
                    <a:pt x="737602" y="1647456"/>
                  </a:lnTo>
                  <a:lnTo>
                    <a:pt x="738270" y="1630709"/>
                  </a:lnTo>
                  <a:lnTo>
                    <a:pt x="738938" y="1599309"/>
                  </a:lnTo>
                  <a:lnTo>
                    <a:pt x="739606" y="1584656"/>
                  </a:lnTo>
                  <a:lnTo>
                    <a:pt x="740274" y="1584656"/>
                  </a:lnTo>
                  <a:lnTo>
                    <a:pt x="740942" y="1584656"/>
                  </a:lnTo>
                  <a:lnTo>
                    <a:pt x="741610" y="1584656"/>
                  </a:lnTo>
                  <a:lnTo>
                    <a:pt x="742278" y="1584656"/>
                  </a:lnTo>
                  <a:lnTo>
                    <a:pt x="742946" y="1584656"/>
                  </a:lnTo>
                  <a:lnTo>
                    <a:pt x="743614" y="1584656"/>
                  </a:lnTo>
                  <a:lnTo>
                    <a:pt x="744282" y="1584656"/>
                  </a:lnTo>
                  <a:lnTo>
                    <a:pt x="744950" y="1584656"/>
                  </a:lnTo>
                  <a:lnTo>
                    <a:pt x="745618" y="1584656"/>
                  </a:lnTo>
                  <a:lnTo>
                    <a:pt x="746286" y="1579423"/>
                  </a:lnTo>
                  <a:lnTo>
                    <a:pt x="746954" y="1584656"/>
                  </a:lnTo>
                  <a:lnTo>
                    <a:pt x="747622" y="1584656"/>
                  </a:lnTo>
                  <a:lnTo>
                    <a:pt x="748290" y="1601403"/>
                  </a:lnTo>
                  <a:lnTo>
                    <a:pt x="748958" y="1632803"/>
                  </a:lnTo>
                  <a:lnTo>
                    <a:pt x="749626" y="1647456"/>
                  </a:lnTo>
                  <a:lnTo>
                    <a:pt x="750294" y="1647456"/>
                  </a:lnTo>
                  <a:lnTo>
                    <a:pt x="750962" y="1668810"/>
                  </a:lnTo>
                  <a:lnTo>
                    <a:pt x="751630" y="1668810"/>
                  </a:lnTo>
                  <a:lnTo>
                    <a:pt x="752298" y="1668810"/>
                  </a:lnTo>
                  <a:lnTo>
                    <a:pt x="752966" y="1668810"/>
                  </a:lnTo>
                  <a:lnTo>
                    <a:pt x="753634" y="1668810"/>
                  </a:lnTo>
                  <a:lnTo>
                    <a:pt x="754302" y="1668810"/>
                  </a:lnTo>
                  <a:lnTo>
                    <a:pt x="754970" y="1656746"/>
                  </a:lnTo>
                  <a:lnTo>
                    <a:pt x="755638" y="1668810"/>
                  </a:lnTo>
                  <a:lnTo>
                    <a:pt x="756307" y="1668810"/>
                  </a:lnTo>
                  <a:lnTo>
                    <a:pt x="756975" y="1668810"/>
                  </a:lnTo>
                  <a:lnTo>
                    <a:pt x="757643" y="1668810"/>
                  </a:lnTo>
                  <a:lnTo>
                    <a:pt x="758311" y="1668810"/>
                  </a:lnTo>
                  <a:lnTo>
                    <a:pt x="758979" y="1668810"/>
                  </a:lnTo>
                  <a:lnTo>
                    <a:pt x="759647" y="1668810"/>
                  </a:lnTo>
                  <a:lnTo>
                    <a:pt x="760315" y="1668810"/>
                  </a:lnTo>
                  <a:lnTo>
                    <a:pt x="760983" y="1668810"/>
                  </a:lnTo>
                  <a:lnTo>
                    <a:pt x="761651" y="1668810"/>
                  </a:lnTo>
                  <a:lnTo>
                    <a:pt x="762319" y="1668810"/>
                  </a:lnTo>
                  <a:lnTo>
                    <a:pt x="762987" y="1668810"/>
                  </a:lnTo>
                  <a:lnTo>
                    <a:pt x="763655" y="1668810"/>
                  </a:lnTo>
                  <a:lnTo>
                    <a:pt x="764323" y="1668810"/>
                  </a:lnTo>
                  <a:lnTo>
                    <a:pt x="764991" y="1668810"/>
                  </a:lnTo>
                  <a:lnTo>
                    <a:pt x="765659" y="1662017"/>
                  </a:lnTo>
                  <a:lnTo>
                    <a:pt x="766327" y="1648896"/>
                  </a:lnTo>
                  <a:lnTo>
                    <a:pt x="766995" y="1605589"/>
                  </a:lnTo>
                  <a:lnTo>
                    <a:pt x="767663" y="1605589"/>
                  </a:lnTo>
                  <a:lnTo>
                    <a:pt x="768331" y="1591983"/>
                  </a:lnTo>
                  <a:lnTo>
                    <a:pt x="768999" y="1584656"/>
                  </a:lnTo>
                  <a:lnTo>
                    <a:pt x="769667" y="1577329"/>
                  </a:lnTo>
                  <a:lnTo>
                    <a:pt x="770335" y="1563722"/>
                  </a:lnTo>
                  <a:lnTo>
                    <a:pt x="771003" y="1574189"/>
                  </a:lnTo>
                  <a:lnTo>
                    <a:pt x="771671" y="1584656"/>
                  </a:lnTo>
                  <a:lnTo>
                    <a:pt x="772339" y="1584656"/>
                  </a:lnTo>
                  <a:lnTo>
                    <a:pt x="773007" y="1584656"/>
                  </a:lnTo>
                  <a:lnTo>
                    <a:pt x="773675" y="1584656"/>
                  </a:lnTo>
                  <a:lnTo>
                    <a:pt x="774343" y="1584656"/>
                  </a:lnTo>
                  <a:lnTo>
                    <a:pt x="775011" y="1596169"/>
                  </a:lnTo>
                  <a:lnTo>
                    <a:pt x="775679" y="1593029"/>
                  </a:lnTo>
                  <a:lnTo>
                    <a:pt x="776347" y="1593029"/>
                  </a:lnTo>
                  <a:lnTo>
                    <a:pt x="777015" y="1578376"/>
                  </a:lnTo>
                  <a:lnTo>
                    <a:pt x="777683" y="1563722"/>
                  </a:lnTo>
                  <a:lnTo>
                    <a:pt x="778351" y="1577329"/>
                  </a:lnTo>
                  <a:lnTo>
                    <a:pt x="779019" y="1584656"/>
                  </a:lnTo>
                  <a:lnTo>
                    <a:pt x="779687" y="1591983"/>
                  </a:lnTo>
                  <a:lnTo>
                    <a:pt x="780355" y="1648896"/>
                  </a:lnTo>
                  <a:lnTo>
                    <a:pt x="781024" y="1652590"/>
                  </a:lnTo>
                  <a:lnTo>
                    <a:pt x="781692" y="1656746"/>
                  </a:lnTo>
                  <a:lnTo>
                    <a:pt x="782360" y="1656746"/>
                  </a:lnTo>
                  <a:lnTo>
                    <a:pt x="783028" y="1647596"/>
                  </a:lnTo>
                  <a:lnTo>
                    <a:pt x="783696" y="1636922"/>
                  </a:lnTo>
                  <a:lnTo>
                    <a:pt x="784364" y="1626247"/>
                  </a:lnTo>
                  <a:lnTo>
                    <a:pt x="785032" y="1621673"/>
                  </a:lnTo>
                  <a:lnTo>
                    <a:pt x="785700" y="1626247"/>
                  </a:lnTo>
                  <a:lnTo>
                    <a:pt x="786368" y="1635397"/>
                  </a:lnTo>
                  <a:lnTo>
                    <a:pt x="787036" y="1633872"/>
                  </a:lnTo>
                  <a:lnTo>
                    <a:pt x="787704" y="1641497"/>
                  </a:lnTo>
                  <a:lnTo>
                    <a:pt x="788372" y="1641497"/>
                  </a:lnTo>
                  <a:lnTo>
                    <a:pt x="789040" y="1641497"/>
                  </a:lnTo>
                  <a:lnTo>
                    <a:pt x="789708" y="1631585"/>
                  </a:lnTo>
                  <a:lnTo>
                    <a:pt x="790376" y="1608600"/>
                  </a:lnTo>
                  <a:lnTo>
                    <a:pt x="791044" y="1599347"/>
                  </a:lnTo>
                  <a:lnTo>
                    <a:pt x="791712" y="1535462"/>
                  </a:lnTo>
                  <a:lnTo>
                    <a:pt x="792380" y="1521856"/>
                  </a:lnTo>
                  <a:lnTo>
                    <a:pt x="793048" y="1534416"/>
                  </a:lnTo>
                  <a:lnTo>
                    <a:pt x="793716" y="1549069"/>
                  </a:lnTo>
                  <a:lnTo>
                    <a:pt x="794384" y="1563722"/>
                  </a:lnTo>
                  <a:lnTo>
                    <a:pt x="795052" y="1564769"/>
                  </a:lnTo>
                  <a:lnTo>
                    <a:pt x="795720" y="1563722"/>
                  </a:lnTo>
                  <a:lnTo>
                    <a:pt x="796388" y="1549069"/>
                  </a:lnTo>
                  <a:lnTo>
                    <a:pt x="797056" y="1559536"/>
                  </a:lnTo>
                  <a:lnTo>
                    <a:pt x="797724" y="1563722"/>
                  </a:lnTo>
                  <a:lnTo>
                    <a:pt x="798392" y="1563722"/>
                  </a:lnTo>
                  <a:lnTo>
                    <a:pt x="799060" y="1563722"/>
                  </a:lnTo>
                  <a:lnTo>
                    <a:pt x="799728" y="1568956"/>
                  </a:lnTo>
                  <a:lnTo>
                    <a:pt x="800396" y="1575236"/>
                  </a:lnTo>
                  <a:lnTo>
                    <a:pt x="801064" y="1552209"/>
                  </a:lnTo>
                  <a:lnTo>
                    <a:pt x="801732" y="1550116"/>
                  </a:lnTo>
                  <a:lnTo>
                    <a:pt x="802400" y="1563722"/>
                  </a:lnTo>
                  <a:lnTo>
                    <a:pt x="803068" y="1563722"/>
                  </a:lnTo>
                  <a:lnTo>
                    <a:pt x="803736" y="1563722"/>
                  </a:lnTo>
                  <a:lnTo>
                    <a:pt x="804404" y="1563722"/>
                  </a:lnTo>
                  <a:lnTo>
                    <a:pt x="805073" y="1574189"/>
                  </a:lnTo>
                  <a:lnTo>
                    <a:pt x="805741" y="1584656"/>
                  </a:lnTo>
                  <a:lnTo>
                    <a:pt x="806409" y="1599309"/>
                  </a:lnTo>
                  <a:lnTo>
                    <a:pt x="807077" y="1605589"/>
                  </a:lnTo>
                  <a:lnTo>
                    <a:pt x="807745" y="1605589"/>
                  </a:lnTo>
                  <a:lnTo>
                    <a:pt x="808413" y="1596169"/>
                  </a:lnTo>
                  <a:lnTo>
                    <a:pt x="809081" y="1577329"/>
                  </a:lnTo>
                  <a:lnTo>
                    <a:pt x="809749" y="1549069"/>
                  </a:lnTo>
                  <a:lnTo>
                    <a:pt x="810417" y="1548022"/>
                  </a:lnTo>
                  <a:lnTo>
                    <a:pt x="811085" y="1575236"/>
                  </a:lnTo>
                  <a:lnTo>
                    <a:pt x="811753" y="1566863"/>
                  </a:lnTo>
                  <a:lnTo>
                    <a:pt x="812421" y="1560582"/>
                  </a:lnTo>
                  <a:lnTo>
                    <a:pt x="813089" y="1540696"/>
                  </a:lnTo>
                  <a:lnTo>
                    <a:pt x="813757" y="1510342"/>
                  </a:lnTo>
                  <a:lnTo>
                    <a:pt x="814425" y="1500922"/>
                  </a:lnTo>
                  <a:lnTo>
                    <a:pt x="815093" y="1465336"/>
                  </a:lnTo>
                  <a:lnTo>
                    <a:pt x="815761" y="1438122"/>
                  </a:lnTo>
                  <a:lnTo>
                    <a:pt x="816429" y="1438122"/>
                  </a:lnTo>
                  <a:lnTo>
                    <a:pt x="817097" y="1438122"/>
                  </a:lnTo>
                  <a:lnTo>
                    <a:pt x="817765" y="1429749"/>
                  </a:lnTo>
                  <a:lnTo>
                    <a:pt x="818433" y="1420329"/>
                  </a:lnTo>
                  <a:lnTo>
                    <a:pt x="819101" y="1424516"/>
                  </a:lnTo>
                  <a:lnTo>
                    <a:pt x="819769" y="1461149"/>
                  </a:lnTo>
                  <a:lnTo>
                    <a:pt x="820437" y="1479989"/>
                  </a:lnTo>
                  <a:lnTo>
                    <a:pt x="821105" y="1479989"/>
                  </a:lnTo>
                  <a:lnTo>
                    <a:pt x="821773" y="1491502"/>
                  </a:lnTo>
                  <a:lnTo>
                    <a:pt x="822441" y="1483129"/>
                  </a:lnTo>
                  <a:lnTo>
                    <a:pt x="823109" y="1503016"/>
                  </a:lnTo>
                  <a:lnTo>
                    <a:pt x="823777" y="1533369"/>
                  </a:lnTo>
                  <a:lnTo>
                    <a:pt x="824445" y="1542789"/>
                  </a:lnTo>
                  <a:lnTo>
                    <a:pt x="825113" y="1578376"/>
                  </a:lnTo>
                  <a:lnTo>
                    <a:pt x="825781" y="1605589"/>
                  </a:lnTo>
                  <a:lnTo>
                    <a:pt x="826449" y="1585703"/>
                  </a:lnTo>
                  <a:lnTo>
                    <a:pt x="827117" y="1544882"/>
                  </a:lnTo>
                  <a:lnTo>
                    <a:pt x="827785" y="1531276"/>
                  </a:lnTo>
                  <a:lnTo>
                    <a:pt x="828453" y="1549069"/>
                  </a:lnTo>
                  <a:lnTo>
                    <a:pt x="829121" y="1563722"/>
                  </a:lnTo>
                  <a:lnTo>
                    <a:pt x="829790" y="1563722"/>
                  </a:lnTo>
                  <a:lnTo>
                    <a:pt x="830458" y="1563722"/>
                  </a:lnTo>
                  <a:lnTo>
                    <a:pt x="831126" y="1562676"/>
                  </a:lnTo>
                  <a:lnTo>
                    <a:pt x="831794" y="1545929"/>
                  </a:lnTo>
                  <a:lnTo>
                    <a:pt x="832462" y="1600744"/>
                  </a:lnTo>
                  <a:lnTo>
                    <a:pt x="833130" y="1592699"/>
                  </a:lnTo>
                  <a:lnTo>
                    <a:pt x="833798" y="1625961"/>
                  </a:lnTo>
                  <a:lnTo>
                    <a:pt x="834466" y="1624087"/>
                  </a:lnTo>
                  <a:lnTo>
                    <a:pt x="835134" y="1624087"/>
                  </a:lnTo>
                  <a:lnTo>
                    <a:pt x="835802" y="1624087"/>
                  </a:lnTo>
                  <a:lnTo>
                    <a:pt x="836470" y="1635616"/>
                  </a:lnTo>
                  <a:lnTo>
                    <a:pt x="837138" y="1658674"/>
                  </a:lnTo>
                  <a:lnTo>
                    <a:pt x="837806" y="1668810"/>
                  </a:lnTo>
                  <a:lnTo>
                    <a:pt x="838474" y="1665949"/>
                  </a:lnTo>
                  <a:lnTo>
                    <a:pt x="839142" y="1633445"/>
                  </a:lnTo>
                  <a:lnTo>
                    <a:pt x="839810" y="1617287"/>
                  </a:lnTo>
                  <a:lnTo>
                    <a:pt x="840478" y="1607383"/>
                  </a:lnTo>
                  <a:lnTo>
                    <a:pt x="841146" y="1606862"/>
                  </a:lnTo>
                  <a:lnTo>
                    <a:pt x="841814" y="1618329"/>
                  </a:lnTo>
                  <a:lnTo>
                    <a:pt x="842482" y="1633170"/>
                  </a:lnTo>
                  <a:lnTo>
                    <a:pt x="843150" y="1614378"/>
                  </a:lnTo>
                  <a:lnTo>
                    <a:pt x="843818" y="1619517"/>
                  </a:lnTo>
                  <a:lnTo>
                    <a:pt x="844486" y="1565250"/>
                  </a:lnTo>
                  <a:lnTo>
                    <a:pt x="845154" y="1553051"/>
                  </a:lnTo>
                  <a:lnTo>
                    <a:pt x="845822" y="1510353"/>
                  </a:lnTo>
                  <a:lnTo>
                    <a:pt x="846490" y="1477567"/>
                  </a:lnTo>
                  <a:lnTo>
                    <a:pt x="847158" y="1429531"/>
                  </a:lnTo>
                  <a:lnTo>
                    <a:pt x="847826" y="1490338"/>
                  </a:lnTo>
                  <a:lnTo>
                    <a:pt x="848494" y="1488771"/>
                  </a:lnTo>
                  <a:lnTo>
                    <a:pt x="849162" y="1558385"/>
                  </a:lnTo>
                  <a:lnTo>
                    <a:pt x="849830" y="1594702"/>
                  </a:lnTo>
                  <a:lnTo>
                    <a:pt x="850498" y="1603696"/>
                  </a:lnTo>
                  <a:lnTo>
                    <a:pt x="851166" y="1604643"/>
                  </a:lnTo>
                  <a:lnTo>
                    <a:pt x="851834" y="1603223"/>
                  </a:lnTo>
                  <a:lnTo>
                    <a:pt x="852502" y="1593282"/>
                  </a:lnTo>
                  <a:lnTo>
                    <a:pt x="853170" y="1576241"/>
                  </a:lnTo>
                  <a:lnTo>
                    <a:pt x="853838" y="1576241"/>
                  </a:lnTo>
                  <a:lnTo>
                    <a:pt x="854507" y="1585708"/>
                  </a:lnTo>
                  <a:lnTo>
                    <a:pt x="855175" y="1593282"/>
                  </a:lnTo>
                  <a:lnTo>
                    <a:pt x="855843" y="1619791"/>
                  </a:lnTo>
                  <a:lnTo>
                    <a:pt x="856511" y="1640145"/>
                  </a:lnTo>
                  <a:lnTo>
                    <a:pt x="857179" y="1668810"/>
                  </a:lnTo>
                  <a:lnTo>
                    <a:pt x="857847" y="1668810"/>
                  </a:lnTo>
                  <a:lnTo>
                    <a:pt x="858515" y="1668810"/>
                  </a:lnTo>
                  <a:lnTo>
                    <a:pt x="859183" y="1656746"/>
                  </a:lnTo>
                  <a:lnTo>
                    <a:pt x="859851" y="1605589"/>
                  </a:lnTo>
                  <a:lnTo>
                    <a:pt x="860519" y="1605589"/>
                  </a:lnTo>
                  <a:lnTo>
                    <a:pt x="861187" y="1605589"/>
                  </a:lnTo>
                  <a:lnTo>
                    <a:pt x="861855" y="1608729"/>
                  </a:lnTo>
                  <a:lnTo>
                    <a:pt x="862523" y="1630709"/>
                  </a:lnTo>
                  <a:lnTo>
                    <a:pt x="863191" y="1668389"/>
                  </a:lnTo>
                  <a:lnTo>
                    <a:pt x="863859" y="1668389"/>
                  </a:lnTo>
                  <a:lnTo>
                    <a:pt x="864527" y="1668389"/>
                  </a:lnTo>
                  <a:lnTo>
                    <a:pt x="865195" y="1668810"/>
                  </a:lnTo>
                  <a:lnTo>
                    <a:pt x="865863" y="1668810"/>
                  </a:lnTo>
                  <a:lnTo>
                    <a:pt x="866531" y="1668810"/>
                  </a:lnTo>
                  <a:lnTo>
                    <a:pt x="867199" y="1668810"/>
                  </a:lnTo>
                  <a:lnTo>
                    <a:pt x="867867" y="1668810"/>
                  </a:lnTo>
                  <a:lnTo>
                    <a:pt x="868535" y="1668810"/>
                  </a:lnTo>
                  <a:lnTo>
                    <a:pt x="869203" y="1668810"/>
                  </a:lnTo>
                  <a:lnTo>
                    <a:pt x="869871" y="1668810"/>
                  </a:lnTo>
                  <a:lnTo>
                    <a:pt x="870539" y="1668810"/>
                  </a:lnTo>
                  <a:lnTo>
                    <a:pt x="871207" y="1668810"/>
                  </a:lnTo>
                  <a:lnTo>
                    <a:pt x="871875" y="1668810"/>
                  </a:lnTo>
                  <a:lnTo>
                    <a:pt x="872543" y="1668810"/>
                  </a:lnTo>
                  <a:lnTo>
                    <a:pt x="873211" y="1668810"/>
                  </a:lnTo>
                  <a:lnTo>
                    <a:pt x="873879" y="1668810"/>
                  </a:lnTo>
                  <a:lnTo>
                    <a:pt x="874547" y="1668810"/>
                  </a:lnTo>
                  <a:lnTo>
                    <a:pt x="875215" y="1668810"/>
                  </a:lnTo>
                  <a:lnTo>
                    <a:pt x="875883" y="1668301"/>
                  </a:lnTo>
                  <a:lnTo>
                    <a:pt x="876551" y="1650744"/>
                  </a:lnTo>
                  <a:lnTo>
                    <a:pt x="877219" y="1602449"/>
                  </a:lnTo>
                  <a:lnTo>
                    <a:pt x="877887" y="1584656"/>
                  </a:lnTo>
                  <a:lnTo>
                    <a:pt x="878555" y="1584656"/>
                  </a:lnTo>
                  <a:lnTo>
                    <a:pt x="879224" y="1584656"/>
                  </a:lnTo>
                  <a:lnTo>
                    <a:pt x="879892" y="1584656"/>
                  </a:lnTo>
                  <a:lnTo>
                    <a:pt x="880560" y="1587796"/>
                  </a:lnTo>
                  <a:lnTo>
                    <a:pt x="881228" y="1609776"/>
                  </a:lnTo>
                  <a:lnTo>
                    <a:pt x="881896" y="1626523"/>
                  </a:lnTo>
                  <a:lnTo>
                    <a:pt x="882564" y="1626523"/>
                  </a:lnTo>
                  <a:lnTo>
                    <a:pt x="883232" y="1626523"/>
                  </a:lnTo>
                  <a:lnTo>
                    <a:pt x="883900" y="1626523"/>
                  </a:lnTo>
                  <a:lnTo>
                    <a:pt x="884568" y="1626523"/>
                  </a:lnTo>
                  <a:lnTo>
                    <a:pt x="885236" y="1626523"/>
                  </a:lnTo>
                  <a:lnTo>
                    <a:pt x="885904" y="1606636"/>
                  </a:lnTo>
                  <a:lnTo>
                    <a:pt x="886572" y="1622336"/>
                  </a:lnTo>
                  <a:lnTo>
                    <a:pt x="887240" y="1629663"/>
                  </a:lnTo>
                  <a:lnTo>
                    <a:pt x="887908" y="1647456"/>
                  </a:lnTo>
                  <a:lnTo>
                    <a:pt x="888576" y="1647456"/>
                  </a:lnTo>
                  <a:lnTo>
                    <a:pt x="889244" y="1628616"/>
                  </a:lnTo>
                  <a:lnTo>
                    <a:pt x="889912" y="1626523"/>
                  </a:lnTo>
                  <a:lnTo>
                    <a:pt x="890580" y="1607683"/>
                  </a:lnTo>
                  <a:lnTo>
                    <a:pt x="891248" y="1594076"/>
                  </a:lnTo>
                  <a:lnTo>
                    <a:pt x="891916" y="1584656"/>
                  </a:lnTo>
                  <a:lnTo>
                    <a:pt x="892584" y="1632774"/>
                  </a:lnTo>
                  <a:lnTo>
                    <a:pt x="893252" y="1636879"/>
                  </a:lnTo>
                  <a:lnTo>
                    <a:pt x="893920" y="1641497"/>
                  </a:lnTo>
                  <a:lnTo>
                    <a:pt x="894588" y="1641497"/>
                  </a:lnTo>
                  <a:lnTo>
                    <a:pt x="895256" y="1641497"/>
                  </a:lnTo>
                  <a:lnTo>
                    <a:pt x="895924" y="1655983"/>
                  </a:lnTo>
                  <a:lnTo>
                    <a:pt x="896592" y="1656746"/>
                  </a:lnTo>
                  <a:lnTo>
                    <a:pt x="897260" y="1656746"/>
                  </a:lnTo>
                  <a:lnTo>
                    <a:pt x="897928" y="1652934"/>
                  </a:lnTo>
                  <a:lnTo>
                    <a:pt x="898596" y="1638447"/>
                  </a:lnTo>
                  <a:lnTo>
                    <a:pt x="899264" y="1637684"/>
                  </a:lnTo>
                  <a:lnTo>
                    <a:pt x="899932" y="1626247"/>
                  </a:lnTo>
                  <a:lnTo>
                    <a:pt x="900600" y="1639972"/>
                  </a:lnTo>
                  <a:lnTo>
                    <a:pt x="901268" y="1649884"/>
                  </a:lnTo>
                  <a:lnTo>
                    <a:pt x="901936" y="1656746"/>
                  </a:lnTo>
                  <a:lnTo>
                    <a:pt x="902604" y="1652590"/>
                  </a:lnTo>
                  <a:lnTo>
                    <a:pt x="903273" y="1648896"/>
                  </a:lnTo>
                  <a:lnTo>
                    <a:pt x="903941" y="1605589"/>
                  </a:lnTo>
                  <a:lnTo>
                    <a:pt x="904609" y="1591983"/>
                  </a:lnTo>
                  <a:lnTo>
                    <a:pt x="905277" y="1584656"/>
                  </a:lnTo>
                  <a:lnTo>
                    <a:pt x="905945" y="1584656"/>
                  </a:lnTo>
                  <a:lnTo>
                    <a:pt x="906613" y="1571049"/>
                  </a:lnTo>
                  <a:lnTo>
                    <a:pt x="907281" y="1563722"/>
                  </a:lnTo>
                  <a:lnTo>
                    <a:pt x="907949" y="1568956"/>
                  </a:lnTo>
                  <a:lnTo>
                    <a:pt x="908617" y="1588843"/>
                  </a:lnTo>
                  <a:lnTo>
                    <a:pt x="909285" y="1608729"/>
                  </a:lnTo>
                  <a:lnTo>
                    <a:pt x="909953" y="1626523"/>
                  </a:lnTo>
                  <a:lnTo>
                    <a:pt x="910621" y="1626523"/>
                  </a:lnTo>
                  <a:lnTo>
                    <a:pt x="911289" y="1611869"/>
                  </a:lnTo>
                  <a:lnTo>
                    <a:pt x="911957" y="1605589"/>
                  </a:lnTo>
                  <a:lnTo>
                    <a:pt x="912625" y="1605589"/>
                  </a:lnTo>
                  <a:lnTo>
                    <a:pt x="913293" y="1605589"/>
                  </a:lnTo>
                  <a:lnTo>
                    <a:pt x="913961" y="1605589"/>
                  </a:lnTo>
                  <a:lnTo>
                    <a:pt x="914629" y="1619196"/>
                  </a:lnTo>
                  <a:lnTo>
                    <a:pt x="915297" y="1626523"/>
                  </a:lnTo>
                  <a:lnTo>
                    <a:pt x="915965" y="1626523"/>
                  </a:lnTo>
                  <a:lnTo>
                    <a:pt x="916633" y="1640129"/>
                  </a:lnTo>
                  <a:lnTo>
                    <a:pt x="917301" y="1647456"/>
                  </a:lnTo>
                  <a:lnTo>
                    <a:pt x="917969" y="1647456"/>
                  </a:lnTo>
                  <a:lnTo>
                    <a:pt x="918637" y="1647456"/>
                  </a:lnTo>
                  <a:lnTo>
                    <a:pt x="919305" y="1647456"/>
                  </a:lnTo>
                  <a:lnTo>
                    <a:pt x="919973" y="1647456"/>
                  </a:lnTo>
                  <a:lnTo>
                    <a:pt x="920641" y="1647456"/>
                  </a:lnTo>
                  <a:lnTo>
                    <a:pt x="921309" y="1662109"/>
                  </a:lnTo>
                  <a:lnTo>
                    <a:pt x="921977" y="1668389"/>
                  </a:lnTo>
                  <a:lnTo>
                    <a:pt x="922645" y="1668389"/>
                  </a:lnTo>
                  <a:lnTo>
                    <a:pt x="923313" y="1634896"/>
                  </a:lnTo>
                  <a:lnTo>
                    <a:pt x="923981" y="1626523"/>
                  </a:lnTo>
                  <a:lnTo>
                    <a:pt x="924649" y="1618149"/>
                  </a:lnTo>
                  <a:lnTo>
                    <a:pt x="925317" y="1605589"/>
                  </a:lnTo>
                  <a:lnTo>
                    <a:pt x="925985" y="1605589"/>
                  </a:lnTo>
                  <a:lnTo>
                    <a:pt x="926653" y="1605589"/>
                  </a:lnTo>
                  <a:lnTo>
                    <a:pt x="927321" y="1605589"/>
                  </a:lnTo>
                  <a:lnTo>
                    <a:pt x="927990" y="1605589"/>
                  </a:lnTo>
                  <a:lnTo>
                    <a:pt x="928658" y="1594076"/>
                  </a:lnTo>
                  <a:lnTo>
                    <a:pt x="929326" y="1584656"/>
                  </a:lnTo>
                  <a:lnTo>
                    <a:pt x="929994" y="1584656"/>
                  </a:lnTo>
                  <a:lnTo>
                    <a:pt x="930662" y="1584656"/>
                  </a:lnTo>
                  <a:lnTo>
                    <a:pt x="931330" y="1584656"/>
                  </a:lnTo>
                  <a:lnTo>
                    <a:pt x="931998" y="1584656"/>
                  </a:lnTo>
                  <a:lnTo>
                    <a:pt x="932666" y="1584656"/>
                  </a:lnTo>
                  <a:lnTo>
                    <a:pt x="933334" y="1618149"/>
                  </a:lnTo>
                  <a:lnTo>
                    <a:pt x="934002" y="1626523"/>
                  </a:lnTo>
                  <a:lnTo>
                    <a:pt x="934670" y="1634896"/>
                  </a:lnTo>
                  <a:lnTo>
                    <a:pt x="935338" y="1647456"/>
                  </a:lnTo>
                  <a:lnTo>
                    <a:pt x="936006" y="1647456"/>
                  </a:lnTo>
                  <a:lnTo>
                    <a:pt x="936674" y="1644316"/>
                  </a:lnTo>
                  <a:lnTo>
                    <a:pt x="937342" y="1626523"/>
                  </a:lnTo>
                  <a:lnTo>
                    <a:pt x="938010" y="1605589"/>
                  </a:lnTo>
                  <a:lnTo>
                    <a:pt x="938678" y="1617103"/>
                  </a:lnTo>
                  <a:lnTo>
                    <a:pt x="939346" y="1626523"/>
                  </a:lnTo>
                  <a:lnTo>
                    <a:pt x="940014" y="1626523"/>
                  </a:lnTo>
                  <a:lnTo>
                    <a:pt x="940682" y="1626523"/>
                  </a:lnTo>
                  <a:lnTo>
                    <a:pt x="941350" y="1626523"/>
                  </a:lnTo>
                  <a:lnTo>
                    <a:pt x="942018" y="1626523"/>
                  </a:lnTo>
                  <a:lnTo>
                    <a:pt x="942686" y="1626523"/>
                  </a:lnTo>
                  <a:lnTo>
                    <a:pt x="943354" y="1626523"/>
                  </a:lnTo>
                  <a:lnTo>
                    <a:pt x="944022" y="1626523"/>
                  </a:lnTo>
                  <a:lnTo>
                    <a:pt x="944690" y="1626523"/>
                  </a:lnTo>
                  <a:lnTo>
                    <a:pt x="945358" y="1626523"/>
                  </a:lnTo>
                  <a:lnTo>
                    <a:pt x="946026" y="1626523"/>
                  </a:lnTo>
                  <a:lnTo>
                    <a:pt x="946694" y="1629663"/>
                  </a:lnTo>
                  <a:lnTo>
                    <a:pt x="947362" y="1647456"/>
                  </a:lnTo>
                  <a:lnTo>
                    <a:pt x="948030" y="1668389"/>
                  </a:lnTo>
                  <a:lnTo>
                    <a:pt x="948698" y="1668389"/>
                  </a:lnTo>
                  <a:lnTo>
                    <a:pt x="949366" y="1668389"/>
                  </a:lnTo>
                  <a:lnTo>
                    <a:pt x="950034" y="1668389"/>
                  </a:lnTo>
                  <a:lnTo>
                    <a:pt x="950702" y="1668389"/>
                  </a:lnTo>
                  <a:lnTo>
                    <a:pt x="951370" y="1668389"/>
                  </a:lnTo>
                  <a:lnTo>
                    <a:pt x="952038" y="1668389"/>
                  </a:lnTo>
                  <a:lnTo>
                    <a:pt x="952707" y="1668389"/>
                  </a:lnTo>
                  <a:lnTo>
                    <a:pt x="953375" y="1668389"/>
                  </a:lnTo>
                  <a:lnTo>
                    <a:pt x="954043" y="1668389"/>
                  </a:lnTo>
                  <a:lnTo>
                    <a:pt x="954711" y="1668389"/>
                  </a:lnTo>
                  <a:lnTo>
                    <a:pt x="955379" y="1668389"/>
                  </a:lnTo>
                  <a:lnTo>
                    <a:pt x="956047" y="1663156"/>
                  </a:lnTo>
                  <a:lnTo>
                    <a:pt x="956715" y="1647456"/>
                  </a:lnTo>
                  <a:lnTo>
                    <a:pt x="957383" y="1634896"/>
                  </a:lnTo>
                  <a:lnTo>
                    <a:pt x="958051" y="1626523"/>
                  </a:lnTo>
                  <a:lnTo>
                    <a:pt x="958719" y="1626523"/>
                  </a:lnTo>
                  <a:lnTo>
                    <a:pt x="959387" y="1626523"/>
                  </a:lnTo>
                  <a:lnTo>
                    <a:pt x="960055" y="1626523"/>
                  </a:lnTo>
                  <a:lnTo>
                    <a:pt x="960723" y="1626523"/>
                  </a:lnTo>
                  <a:lnTo>
                    <a:pt x="961391" y="1626523"/>
                  </a:lnTo>
                  <a:lnTo>
                    <a:pt x="962059" y="1626523"/>
                  </a:lnTo>
                  <a:lnTo>
                    <a:pt x="962727" y="1626523"/>
                  </a:lnTo>
                  <a:lnTo>
                    <a:pt x="963395" y="1626523"/>
                  </a:lnTo>
                  <a:lnTo>
                    <a:pt x="964063" y="1626523"/>
                  </a:lnTo>
                  <a:lnTo>
                    <a:pt x="964731" y="1626523"/>
                  </a:lnTo>
                  <a:lnTo>
                    <a:pt x="965399" y="1626523"/>
                  </a:lnTo>
                  <a:lnTo>
                    <a:pt x="966067" y="1631756"/>
                  </a:lnTo>
                  <a:lnTo>
                    <a:pt x="966735" y="1647456"/>
                  </a:lnTo>
                  <a:lnTo>
                    <a:pt x="967403" y="1660016"/>
                  </a:lnTo>
                  <a:lnTo>
                    <a:pt x="968071" y="1668389"/>
                  </a:lnTo>
                  <a:lnTo>
                    <a:pt x="968739" y="1668389"/>
                  </a:lnTo>
                  <a:lnTo>
                    <a:pt x="969407" y="1668389"/>
                  </a:lnTo>
                  <a:lnTo>
                    <a:pt x="970075" y="1636989"/>
                  </a:lnTo>
                  <a:lnTo>
                    <a:pt x="970743" y="1622336"/>
                  </a:lnTo>
                  <a:lnTo>
                    <a:pt x="971411" y="1605589"/>
                  </a:lnTo>
                  <a:lnTo>
                    <a:pt x="972079" y="1605589"/>
                  </a:lnTo>
                  <a:lnTo>
                    <a:pt x="972747" y="1584656"/>
                  </a:lnTo>
                  <a:lnTo>
                    <a:pt x="973415" y="1584656"/>
                  </a:lnTo>
                  <a:lnTo>
                    <a:pt x="974083" y="1571049"/>
                  </a:lnTo>
                  <a:lnTo>
                    <a:pt x="974751" y="1555349"/>
                  </a:lnTo>
                  <a:lnTo>
                    <a:pt x="975419" y="1542789"/>
                  </a:lnTo>
                  <a:lnTo>
                    <a:pt x="976087" y="1528136"/>
                  </a:lnTo>
                  <a:lnTo>
                    <a:pt x="976755" y="1521856"/>
                  </a:lnTo>
                  <a:lnTo>
                    <a:pt x="977424" y="1521856"/>
                  </a:lnTo>
                  <a:lnTo>
                    <a:pt x="978092" y="1508249"/>
                  </a:lnTo>
                  <a:lnTo>
                    <a:pt x="978760" y="1489409"/>
                  </a:lnTo>
                  <a:lnTo>
                    <a:pt x="979428" y="1438122"/>
                  </a:lnTo>
                  <a:lnTo>
                    <a:pt x="980096" y="1454869"/>
                  </a:lnTo>
                  <a:lnTo>
                    <a:pt x="980764" y="1463242"/>
                  </a:lnTo>
                  <a:lnTo>
                    <a:pt x="981432" y="1479989"/>
                  </a:lnTo>
                  <a:lnTo>
                    <a:pt x="982100" y="1479989"/>
                  </a:lnTo>
                  <a:lnTo>
                    <a:pt x="982768" y="1493596"/>
                  </a:lnTo>
                  <a:lnTo>
                    <a:pt x="983436" y="1479989"/>
                  </a:lnTo>
                  <a:lnTo>
                    <a:pt x="984104" y="1487316"/>
                  </a:lnTo>
                  <a:lnTo>
                    <a:pt x="984772" y="1474756"/>
                  </a:lnTo>
                  <a:lnTo>
                    <a:pt x="985440" y="1479989"/>
                  </a:lnTo>
                  <a:lnTo>
                    <a:pt x="986108" y="1494642"/>
                  </a:lnTo>
                  <a:lnTo>
                    <a:pt x="986776" y="1500922"/>
                  </a:lnTo>
                  <a:lnTo>
                    <a:pt x="987444" y="1500922"/>
                  </a:lnTo>
                  <a:lnTo>
                    <a:pt x="988112" y="1514529"/>
                  </a:lnTo>
                  <a:lnTo>
                    <a:pt x="988780" y="1533369"/>
                  </a:lnTo>
                  <a:lnTo>
                    <a:pt x="989448" y="1584656"/>
                  </a:lnTo>
                  <a:lnTo>
                    <a:pt x="990116" y="1599309"/>
                  </a:lnTo>
                  <a:lnTo>
                    <a:pt x="990784" y="1605589"/>
                  </a:lnTo>
                  <a:lnTo>
                    <a:pt x="991452" y="1605589"/>
                  </a:lnTo>
                  <a:lnTo>
                    <a:pt x="992120" y="1605589"/>
                  </a:lnTo>
                  <a:lnTo>
                    <a:pt x="992788" y="1612916"/>
                  </a:lnTo>
                  <a:lnTo>
                    <a:pt x="993456" y="1626523"/>
                  </a:lnTo>
                  <a:lnTo>
                    <a:pt x="994124" y="1632803"/>
                  </a:lnTo>
                  <a:lnTo>
                    <a:pt x="994792" y="1661063"/>
                  </a:lnTo>
                  <a:lnTo>
                    <a:pt x="995460" y="1668389"/>
                  </a:lnTo>
                  <a:lnTo>
                    <a:pt x="996128" y="1668389"/>
                  </a:lnTo>
                  <a:lnTo>
                    <a:pt x="996796" y="1668389"/>
                  </a:lnTo>
                  <a:lnTo>
                    <a:pt x="997464" y="1661063"/>
                  </a:lnTo>
                  <a:lnTo>
                    <a:pt x="998132" y="1647456"/>
                  </a:lnTo>
                  <a:lnTo>
                    <a:pt x="998800" y="1630709"/>
                  </a:lnTo>
                  <a:lnTo>
                    <a:pt x="999468" y="1626523"/>
                  </a:lnTo>
                  <a:lnTo>
                    <a:pt x="1000136" y="1624429"/>
                  </a:lnTo>
                  <a:lnTo>
                    <a:pt x="1000804" y="1605589"/>
                  </a:lnTo>
                  <a:lnTo>
                    <a:pt x="1001473" y="1605589"/>
                  </a:lnTo>
                  <a:lnTo>
                    <a:pt x="1002141" y="1586749"/>
                  </a:lnTo>
                  <a:lnTo>
                    <a:pt x="1002809" y="1584656"/>
                  </a:lnTo>
                  <a:lnTo>
                    <a:pt x="1003477" y="1584656"/>
                  </a:lnTo>
                  <a:lnTo>
                    <a:pt x="1004145" y="1584656"/>
                  </a:lnTo>
                  <a:lnTo>
                    <a:pt x="1004813" y="1584656"/>
                  </a:lnTo>
                  <a:lnTo>
                    <a:pt x="1005481" y="1584656"/>
                  </a:lnTo>
                  <a:lnTo>
                    <a:pt x="1006149" y="1571049"/>
                  </a:lnTo>
                  <a:lnTo>
                    <a:pt x="1006817" y="1539649"/>
                  </a:lnTo>
                  <a:lnTo>
                    <a:pt x="1007485" y="1517669"/>
                  </a:lnTo>
                  <a:lnTo>
                    <a:pt x="1008153" y="1521856"/>
                  </a:lnTo>
                  <a:lnTo>
                    <a:pt x="1008821" y="1538602"/>
                  </a:lnTo>
                  <a:lnTo>
                    <a:pt x="1009489" y="1522902"/>
                  </a:lnTo>
                  <a:lnTo>
                    <a:pt x="1010157" y="1462196"/>
                  </a:lnTo>
                  <a:lnTo>
                    <a:pt x="1010825" y="1459056"/>
                  </a:lnTo>
                  <a:lnTo>
                    <a:pt x="1011493" y="1459056"/>
                  </a:lnTo>
                  <a:lnTo>
                    <a:pt x="1012161" y="1477896"/>
                  </a:lnTo>
                  <a:lnTo>
                    <a:pt x="1012829" y="1479989"/>
                  </a:lnTo>
                  <a:lnTo>
                    <a:pt x="1013497" y="1479989"/>
                  </a:lnTo>
                  <a:lnTo>
                    <a:pt x="1014165" y="1479989"/>
                  </a:lnTo>
                  <a:lnTo>
                    <a:pt x="1014833" y="1472662"/>
                  </a:lnTo>
                  <a:lnTo>
                    <a:pt x="1015501" y="1459056"/>
                  </a:lnTo>
                  <a:lnTo>
                    <a:pt x="1016169" y="1470569"/>
                  </a:lnTo>
                  <a:lnTo>
                    <a:pt x="1016837" y="1483129"/>
                  </a:lnTo>
                  <a:lnTo>
                    <a:pt x="1017505" y="1512436"/>
                  </a:lnTo>
                  <a:lnTo>
                    <a:pt x="1018173" y="1521856"/>
                  </a:lnTo>
                  <a:lnTo>
                    <a:pt x="1018841" y="1521856"/>
                  </a:lnTo>
                  <a:lnTo>
                    <a:pt x="1019509" y="1541742"/>
                  </a:lnTo>
                  <a:lnTo>
                    <a:pt x="1020177" y="1604543"/>
                  </a:lnTo>
                  <a:lnTo>
                    <a:pt x="1020845" y="1626523"/>
                  </a:lnTo>
                  <a:lnTo>
                    <a:pt x="1021513" y="1626523"/>
                  </a:lnTo>
                  <a:lnTo>
                    <a:pt x="1022181" y="1626523"/>
                  </a:lnTo>
                  <a:lnTo>
                    <a:pt x="1022849" y="1610823"/>
                  </a:lnTo>
                  <a:lnTo>
                    <a:pt x="1023517" y="1570003"/>
                  </a:lnTo>
                  <a:lnTo>
                    <a:pt x="1024185" y="1563722"/>
                  </a:lnTo>
                  <a:lnTo>
                    <a:pt x="1024853" y="1571049"/>
                  </a:lnTo>
                  <a:lnTo>
                    <a:pt x="1025521" y="1584656"/>
                  </a:lnTo>
                  <a:lnTo>
                    <a:pt x="1026190" y="1586749"/>
                  </a:lnTo>
                  <a:lnTo>
                    <a:pt x="1026858" y="1605589"/>
                  </a:lnTo>
                  <a:lnTo>
                    <a:pt x="1027526" y="1602449"/>
                  </a:lnTo>
                  <a:lnTo>
                    <a:pt x="1028194" y="1584656"/>
                  </a:lnTo>
                  <a:lnTo>
                    <a:pt x="1028862" y="1563722"/>
                  </a:lnTo>
                  <a:lnTo>
                    <a:pt x="1029530" y="1535462"/>
                  </a:lnTo>
                  <a:lnTo>
                    <a:pt x="1030198" y="1479989"/>
                  </a:lnTo>
                  <a:lnTo>
                    <a:pt x="1030866" y="1479989"/>
                  </a:lnTo>
                  <a:lnTo>
                    <a:pt x="1031534" y="1479989"/>
                  </a:lnTo>
                  <a:lnTo>
                    <a:pt x="1032202" y="1464289"/>
                  </a:lnTo>
                  <a:lnTo>
                    <a:pt x="1032870" y="1474756"/>
                  </a:lnTo>
                  <a:lnTo>
                    <a:pt x="1033538" y="1515576"/>
                  </a:lnTo>
                  <a:lnTo>
                    <a:pt x="1034206" y="1508249"/>
                  </a:lnTo>
                  <a:lnTo>
                    <a:pt x="1034874" y="1491502"/>
                  </a:lnTo>
                  <a:lnTo>
                    <a:pt x="1035542" y="1432889"/>
                  </a:lnTo>
                  <a:lnTo>
                    <a:pt x="1036210" y="1399395"/>
                  </a:lnTo>
                  <a:lnTo>
                    <a:pt x="1036878" y="1396255"/>
                  </a:lnTo>
                  <a:lnTo>
                    <a:pt x="1037546" y="1399395"/>
                  </a:lnTo>
                  <a:lnTo>
                    <a:pt x="1038214" y="1417189"/>
                  </a:lnTo>
                  <a:lnTo>
                    <a:pt x="1038882" y="1438122"/>
                  </a:lnTo>
                  <a:lnTo>
                    <a:pt x="1039550" y="1466382"/>
                  </a:lnTo>
                  <a:lnTo>
                    <a:pt x="1040218" y="1514529"/>
                  </a:lnTo>
                  <a:lnTo>
                    <a:pt x="1040886" y="1500922"/>
                  </a:lnTo>
                  <a:lnTo>
                    <a:pt x="1041554" y="1499876"/>
                  </a:lnTo>
                  <a:lnTo>
                    <a:pt x="1042222" y="1463242"/>
                  </a:lnTo>
                  <a:lnTo>
                    <a:pt x="1042890" y="1438122"/>
                  </a:lnTo>
                  <a:lnTo>
                    <a:pt x="1043558" y="1421376"/>
                  </a:lnTo>
                  <a:lnTo>
                    <a:pt x="1044226" y="1430796"/>
                  </a:lnTo>
                  <a:lnTo>
                    <a:pt x="1044894" y="1447542"/>
                  </a:lnTo>
                  <a:lnTo>
                    <a:pt x="1045562" y="1506156"/>
                  </a:lnTo>
                  <a:lnTo>
                    <a:pt x="1046230" y="1539649"/>
                  </a:lnTo>
                  <a:lnTo>
                    <a:pt x="1046898" y="1542789"/>
                  </a:lnTo>
                  <a:lnTo>
                    <a:pt x="1047566" y="1542789"/>
                  </a:lnTo>
                  <a:lnTo>
                    <a:pt x="1048234" y="1524996"/>
                  </a:lnTo>
                  <a:lnTo>
                    <a:pt x="1048902" y="1510342"/>
                  </a:lnTo>
                  <a:lnTo>
                    <a:pt x="1049570" y="1500922"/>
                  </a:lnTo>
                  <a:lnTo>
                    <a:pt x="1050238" y="1508249"/>
                  </a:lnTo>
                  <a:lnTo>
                    <a:pt x="1050907" y="1521856"/>
                  </a:lnTo>
                  <a:lnTo>
                    <a:pt x="1051575" y="1522902"/>
                  </a:lnTo>
                  <a:lnTo>
                    <a:pt x="1052243" y="1575236"/>
                  </a:lnTo>
                  <a:lnTo>
                    <a:pt x="1052911" y="1605589"/>
                  </a:lnTo>
                  <a:lnTo>
                    <a:pt x="1053579" y="1622336"/>
                  </a:lnTo>
                  <a:lnTo>
                    <a:pt x="1054247" y="1626523"/>
                  </a:lnTo>
                  <a:lnTo>
                    <a:pt x="1054915" y="1626523"/>
                  </a:lnTo>
                  <a:lnTo>
                    <a:pt x="1055583" y="1626523"/>
                  </a:lnTo>
                  <a:lnTo>
                    <a:pt x="1056251" y="1626523"/>
                  </a:lnTo>
                  <a:lnTo>
                    <a:pt x="1056919" y="1626523"/>
                  </a:lnTo>
                  <a:lnTo>
                    <a:pt x="1057587" y="1626523"/>
                  </a:lnTo>
                  <a:lnTo>
                    <a:pt x="1058255" y="1644316"/>
                  </a:lnTo>
                  <a:lnTo>
                    <a:pt x="1058923" y="1658969"/>
                  </a:lnTo>
                  <a:lnTo>
                    <a:pt x="1059591" y="1668389"/>
                  </a:lnTo>
                  <a:lnTo>
                    <a:pt x="1060259" y="1668389"/>
                  </a:lnTo>
                  <a:lnTo>
                    <a:pt x="1060927" y="1668389"/>
                  </a:lnTo>
                  <a:lnTo>
                    <a:pt x="1061595" y="1668389"/>
                  </a:lnTo>
                  <a:lnTo>
                    <a:pt x="1062263" y="1668389"/>
                  </a:lnTo>
                  <a:lnTo>
                    <a:pt x="1062931" y="1668389"/>
                  </a:lnTo>
                  <a:lnTo>
                    <a:pt x="1063599" y="1668389"/>
                  </a:lnTo>
                  <a:lnTo>
                    <a:pt x="1064267" y="1668389"/>
                  </a:lnTo>
                  <a:lnTo>
                    <a:pt x="1064935" y="1668389"/>
                  </a:lnTo>
                  <a:lnTo>
                    <a:pt x="1065603" y="1668389"/>
                  </a:lnTo>
                  <a:lnTo>
                    <a:pt x="1066271" y="1668389"/>
                  </a:lnTo>
                  <a:lnTo>
                    <a:pt x="1066939" y="1668389"/>
                  </a:lnTo>
                  <a:lnTo>
                    <a:pt x="1067607" y="1668389"/>
                  </a:lnTo>
                  <a:lnTo>
                    <a:pt x="1068275" y="1668389"/>
                  </a:lnTo>
                  <a:lnTo>
                    <a:pt x="1068943" y="1668389"/>
                  </a:lnTo>
                  <a:lnTo>
                    <a:pt x="1069611" y="1668389"/>
                  </a:lnTo>
                  <a:lnTo>
                    <a:pt x="1070279" y="1668389"/>
                  </a:lnTo>
                  <a:lnTo>
                    <a:pt x="1070947" y="1668389"/>
                  </a:lnTo>
                  <a:lnTo>
                    <a:pt x="1071615" y="1668389"/>
                  </a:lnTo>
                  <a:lnTo>
                    <a:pt x="1072283" y="1668389"/>
                  </a:lnTo>
                  <a:lnTo>
                    <a:pt x="1072951" y="1668389"/>
                  </a:lnTo>
                  <a:lnTo>
                    <a:pt x="1073619" y="1668389"/>
                  </a:lnTo>
                  <a:lnTo>
                    <a:pt x="1074287" y="1668389"/>
                  </a:lnTo>
                  <a:lnTo>
                    <a:pt x="1074955" y="1668389"/>
                  </a:lnTo>
                  <a:lnTo>
                    <a:pt x="1075624" y="1668389"/>
                  </a:lnTo>
                  <a:lnTo>
                    <a:pt x="1076292" y="1668389"/>
                  </a:lnTo>
                  <a:lnTo>
                    <a:pt x="1076960" y="1668389"/>
                  </a:lnTo>
                  <a:lnTo>
                    <a:pt x="1077628" y="1661063"/>
                  </a:lnTo>
                  <a:lnTo>
                    <a:pt x="1078296" y="1641176"/>
                  </a:lnTo>
                  <a:lnTo>
                    <a:pt x="1078964" y="1643953"/>
                  </a:lnTo>
                  <a:lnTo>
                    <a:pt x="1079632" y="1633109"/>
                  </a:lnTo>
                  <a:lnTo>
                    <a:pt x="1080300" y="1646365"/>
                  </a:lnTo>
                  <a:lnTo>
                    <a:pt x="1080968" y="1632562"/>
                  </a:lnTo>
                  <a:lnTo>
                    <a:pt x="1081636" y="1643414"/>
                  </a:lnTo>
                  <a:lnTo>
                    <a:pt x="1082304" y="1636832"/>
                  </a:lnTo>
                  <a:lnTo>
                    <a:pt x="1082972" y="1638689"/>
                  </a:lnTo>
                  <a:lnTo>
                    <a:pt x="1083640" y="1649130"/>
                  </a:lnTo>
                  <a:lnTo>
                    <a:pt x="1084308" y="1649130"/>
                  </a:lnTo>
                  <a:lnTo>
                    <a:pt x="1084976" y="1649130"/>
                  </a:lnTo>
                  <a:lnTo>
                    <a:pt x="1085644" y="1659402"/>
                  </a:lnTo>
                  <a:lnTo>
                    <a:pt x="1086312" y="1659402"/>
                  </a:lnTo>
                  <a:lnTo>
                    <a:pt x="1086980" y="1659402"/>
                  </a:lnTo>
                  <a:lnTo>
                    <a:pt x="1087648" y="1662019"/>
                  </a:lnTo>
                  <a:lnTo>
                    <a:pt x="1088316" y="1668748"/>
                  </a:lnTo>
                  <a:lnTo>
                    <a:pt x="1088984" y="1668810"/>
                  </a:lnTo>
                  <a:lnTo>
                    <a:pt x="1089652" y="1668810"/>
                  </a:lnTo>
                  <a:lnTo>
                    <a:pt x="1090320" y="1668810"/>
                  </a:lnTo>
                  <a:lnTo>
                    <a:pt x="1090988" y="1668810"/>
                  </a:lnTo>
                  <a:lnTo>
                    <a:pt x="1091656" y="1668810"/>
                  </a:lnTo>
                  <a:lnTo>
                    <a:pt x="1092324" y="1668810"/>
                  </a:lnTo>
                  <a:lnTo>
                    <a:pt x="1092992" y="1668810"/>
                  </a:lnTo>
                  <a:lnTo>
                    <a:pt x="1093660" y="1668810"/>
                  </a:lnTo>
                  <a:lnTo>
                    <a:pt x="1094328" y="1668810"/>
                  </a:lnTo>
                  <a:lnTo>
                    <a:pt x="1094996" y="1668810"/>
                  </a:lnTo>
                  <a:lnTo>
                    <a:pt x="1095664" y="1668810"/>
                  </a:lnTo>
                  <a:lnTo>
                    <a:pt x="1096332" y="1668810"/>
                  </a:lnTo>
                  <a:lnTo>
                    <a:pt x="1097000" y="1668810"/>
                  </a:lnTo>
                  <a:lnTo>
                    <a:pt x="1097668" y="1668810"/>
                  </a:lnTo>
                  <a:lnTo>
                    <a:pt x="1098336" y="1668810"/>
                  </a:lnTo>
                  <a:lnTo>
                    <a:pt x="1099004" y="1668389"/>
                  </a:lnTo>
                  <a:lnTo>
                    <a:pt x="1099673" y="1668389"/>
                  </a:lnTo>
                  <a:lnTo>
                    <a:pt x="1100341" y="1668389"/>
                  </a:lnTo>
                  <a:lnTo>
                    <a:pt x="1101009" y="1668389"/>
                  </a:lnTo>
                  <a:lnTo>
                    <a:pt x="1101677" y="1668810"/>
                  </a:lnTo>
                  <a:lnTo>
                    <a:pt x="1102345" y="1668810"/>
                  </a:lnTo>
                  <a:lnTo>
                    <a:pt x="1103013" y="1668810"/>
                  </a:lnTo>
                  <a:lnTo>
                    <a:pt x="1103681" y="1668810"/>
                  </a:lnTo>
                  <a:lnTo>
                    <a:pt x="1104349" y="1651689"/>
                  </a:lnTo>
                  <a:lnTo>
                    <a:pt x="1105017" y="1639179"/>
                  </a:lnTo>
                  <a:lnTo>
                    <a:pt x="1105685" y="1637615"/>
                  </a:lnTo>
                  <a:lnTo>
                    <a:pt x="1106353" y="1637615"/>
                  </a:lnTo>
                  <a:lnTo>
                    <a:pt x="1107021" y="1637615"/>
                  </a:lnTo>
                  <a:lnTo>
                    <a:pt x="1107689" y="1637615"/>
                  </a:lnTo>
                  <a:lnTo>
                    <a:pt x="1108357" y="1637615"/>
                  </a:lnTo>
                  <a:lnTo>
                    <a:pt x="1109025" y="1637615"/>
                  </a:lnTo>
                  <a:lnTo>
                    <a:pt x="1109693" y="1637615"/>
                  </a:lnTo>
                  <a:lnTo>
                    <a:pt x="1110361" y="1637615"/>
                  </a:lnTo>
                  <a:lnTo>
                    <a:pt x="1111029" y="1637615"/>
                  </a:lnTo>
                  <a:lnTo>
                    <a:pt x="1111697" y="1613959"/>
                  </a:lnTo>
                  <a:lnTo>
                    <a:pt x="1112365" y="1627761"/>
                  </a:lnTo>
                  <a:lnTo>
                    <a:pt x="1113033" y="1663167"/>
                  </a:lnTo>
                  <a:lnTo>
                    <a:pt x="1113701" y="1647092"/>
                  </a:lnTo>
                  <a:lnTo>
                    <a:pt x="1114369" y="1640129"/>
                  </a:lnTo>
                  <a:lnTo>
                    <a:pt x="1115037" y="1650596"/>
                  </a:lnTo>
                  <a:lnTo>
                    <a:pt x="1115705" y="1635943"/>
                  </a:lnTo>
                  <a:lnTo>
                    <a:pt x="1116373" y="1609776"/>
                  </a:lnTo>
                  <a:lnTo>
                    <a:pt x="1117041" y="1605589"/>
                  </a:lnTo>
                  <a:lnTo>
                    <a:pt x="1117709" y="1605589"/>
                  </a:lnTo>
                  <a:lnTo>
                    <a:pt x="1118377" y="1605589"/>
                  </a:lnTo>
                  <a:lnTo>
                    <a:pt x="1119045" y="1605589"/>
                  </a:lnTo>
                  <a:lnTo>
                    <a:pt x="1119713" y="1605589"/>
                  </a:lnTo>
                  <a:lnTo>
                    <a:pt x="1120381" y="1605589"/>
                  </a:lnTo>
                  <a:lnTo>
                    <a:pt x="1121049" y="1605589"/>
                  </a:lnTo>
                  <a:lnTo>
                    <a:pt x="1121717" y="1605589"/>
                  </a:lnTo>
                  <a:lnTo>
                    <a:pt x="1122385" y="1605589"/>
                  </a:lnTo>
                  <a:lnTo>
                    <a:pt x="1123053" y="1605589"/>
                  </a:lnTo>
                  <a:lnTo>
                    <a:pt x="1123721" y="1591983"/>
                  </a:lnTo>
                  <a:lnTo>
                    <a:pt x="1124390" y="1584656"/>
                  </a:lnTo>
                  <a:lnTo>
                    <a:pt x="1125058" y="1599309"/>
                  </a:lnTo>
                  <a:lnTo>
                    <a:pt x="1125726" y="1617103"/>
                  </a:lnTo>
                  <a:lnTo>
                    <a:pt x="1126394" y="1643269"/>
                  </a:lnTo>
                  <a:lnTo>
                    <a:pt x="1127062" y="1647456"/>
                  </a:lnTo>
                  <a:lnTo>
                    <a:pt x="1127730" y="1647456"/>
                  </a:lnTo>
                  <a:lnTo>
                    <a:pt x="1128398" y="1647456"/>
                  </a:lnTo>
                  <a:lnTo>
                    <a:pt x="1129066" y="1647456"/>
                  </a:lnTo>
                  <a:lnTo>
                    <a:pt x="1129734" y="1647456"/>
                  </a:lnTo>
                  <a:lnTo>
                    <a:pt x="1130402" y="1647456"/>
                  </a:lnTo>
                  <a:lnTo>
                    <a:pt x="1131070" y="1647456"/>
                  </a:lnTo>
                  <a:lnTo>
                    <a:pt x="1131738" y="1647456"/>
                  </a:lnTo>
                  <a:lnTo>
                    <a:pt x="1132406" y="1647456"/>
                  </a:lnTo>
                  <a:lnTo>
                    <a:pt x="1133074" y="1647456"/>
                  </a:lnTo>
                  <a:lnTo>
                    <a:pt x="1133742" y="1661063"/>
                  </a:lnTo>
                  <a:lnTo>
                    <a:pt x="1134410" y="1668389"/>
                  </a:lnTo>
                  <a:lnTo>
                    <a:pt x="1135078" y="1668389"/>
                  </a:lnTo>
                  <a:lnTo>
                    <a:pt x="1135746" y="1662109"/>
                  </a:lnTo>
                  <a:lnTo>
                    <a:pt x="1136414" y="1647456"/>
                  </a:lnTo>
                  <a:lnTo>
                    <a:pt x="1137082" y="1647456"/>
                  </a:lnTo>
                  <a:lnTo>
                    <a:pt x="1137750" y="1647456"/>
                  </a:lnTo>
                  <a:lnTo>
                    <a:pt x="1138418" y="1647456"/>
                  </a:lnTo>
                  <a:lnTo>
                    <a:pt x="1139086" y="1647456"/>
                  </a:lnTo>
                  <a:lnTo>
                    <a:pt x="1139754" y="1647456"/>
                  </a:lnTo>
                  <a:lnTo>
                    <a:pt x="1140422" y="1647456"/>
                  </a:lnTo>
                  <a:lnTo>
                    <a:pt x="1141090" y="1638036"/>
                  </a:lnTo>
                  <a:lnTo>
                    <a:pt x="1141758" y="1587796"/>
                  </a:lnTo>
                  <a:lnTo>
                    <a:pt x="1142426" y="1584656"/>
                  </a:lnTo>
                  <a:lnTo>
                    <a:pt x="1143094" y="1561629"/>
                  </a:lnTo>
                  <a:lnTo>
                    <a:pt x="1143762" y="1542789"/>
                  </a:lnTo>
                  <a:lnTo>
                    <a:pt x="1144430" y="1542789"/>
                  </a:lnTo>
                  <a:lnTo>
                    <a:pt x="1145098" y="1542789"/>
                  </a:lnTo>
                  <a:lnTo>
                    <a:pt x="1145766" y="1530229"/>
                  </a:lnTo>
                  <a:lnTo>
                    <a:pt x="1146434" y="1542789"/>
                  </a:lnTo>
                  <a:lnTo>
                    <a:pt x="1147102" y="1542789"/>
                  </a:lnTo>
                  <a:lnTo>
                    <a:pt x="1147770" y="1542789"/>
                  </a:lnTo>
                  <a:lnTo>
                    <a:pt x="1148438" y="1542789"/>
                  </a:lnTo>
                  <a:lnTo>
                    <a:pt x="1149107" y="1594889"/>
                  </a:lnTo>
                  <a:lnTo>
                    <a:pt x="1149775" y="1589746"/>
                  </a:lnTo>
                  <a:lnTo>
                    <a:pt x="1150443" y="1594661"/>
                  </a:lnTo>
                  <a:lnTo>
                    <a:pt x="1151111" y="1600323"/>
                  </a:lnTo>
                  <a:lnTo>
                    <a:pt x="1151779" y="1623960"/>
                  </a:lnTo>
                  <a:lnTo>
                    <a:pt x="1152447" y="1626247"/>
                  </a:lnTo>
                  <a:lnTo>
                    <a:pt x="1153115" y="1643022"/>
                  </a:lnTo>
                  <a:lnTo>
                    <a:pt x="1153783" y="1656746"/>
                  </a:lnTo>
                  <a:lnTo>
                    <a:pt x="1154451" y="1651409"/>
                  </a:lnTo>
                  <a:lnTo>
                    <a:pt x="1155119" y="1668810"/>
                  </a:lnTo>
                  <a:lnTo>
                    <a:pt x="1155787" y="1668810"/>
                  </a:lnTo>
                  <a:lnTo>
                    <a:pt x="1156455" y="1668810"/>
                  </a:lnTo>
                  <a:lnTo>
                    <a:pt x="1157123" y="1668810"/>
                  </a:lnTo>
                  <a:lnTo>
                    <a:pt x="1157791" y="1668810"/>
                  </a:lnTo>
                  <a:lnTo>
                    <a:pt x="1158459" y="1668810"/>
                  </a:lnTo>
                  <a:lnTo>
                    <a:pt x="1159127" y="1668810"/>
                  </a:lnTo>
                  <a:lnTo>
                    <a:pt x="1159795" y="1668810"/>
                  </a:lnTo>
                  <a:lnTo>
                    <a:pt x="1160463" y="1661753"/>
                  </a:lnTo>
                  <a:lnTo>
                    <a:pt x="1161131" y="1661239"/>
                  </a:lnTo>
                  <a:lnTo>
                    <a:pt x="1161799" y="1665091"/>
                  </a:lnTo>
                  <a:lnTo>
                    <a:pt x="1162467" y="1660469"/>
                  </a:lnTo>
                  <a:lnTo>
                    <a:pt x="1163135" y="1660212"/>
                  </a:lnTo>
                  <a:lnTo>
                    <a:pt x="1163803" y="1655333"/>
                  </a:lnTo>
                  <a:lnTo>
                    <a:pt x="1164471" y="1657131"/>
                  </a:lnTo>
                  <a:lnTo>
                    <a:pt x="1165139" y="1664064"/>
                  </a:lnTo>
                  <a:lnTo>
                    <a:pt x="1165807" y="1667567"/>
                  </a:lnTo>
                  <a:lnTo>
                    <a:pt x="1166475" y="1665064"/>
                  </a:lnTo>
                  <a:lnTo>
                    <a:pt x="1167143" y="1668424"/>
                  </a:lnTo>
                  <a:lnTo>
                    <a:pt x="1167811" y="1668810"/>
                  </a:lnTo>
                  <a:lnTo>
                    <a:pt x="1168479" y="1641077"/>
                  </a:lnTo>
                  <a:lnTo>
                    <a:pt x="1169147" y="1626247"/>
                  </a:lnTo>
                  <a:lnTo>
                    <a:pt x="1169815" y="1562676"/>
                  </a:lnTo>
                  <a:lnTo>
                    <a:pt x="1170483" y="1600356"/>
                  </a:lnTo>
                  <a:lnTo>
                    <a:pt x="1171151" y="1605589"/>
                  </a:lnTo>
                  <a:lnTo>
                    <a:pt x="1171819" y="1607683"/>
                  </a:lnTo>
                  <a:lnTo>
                    <a:pt x="1172487" y="1626523"/>
                  </a:lnTo>
                  <a:lnTo>
                    <a:pt x="1173155" y="1627569"/>
                  </a:lnTo>
                  <a:lnTo>
                    <a:pt x="1173824" y="1647456"/>
                  </a:lnTo>
                  <a:lnTo>
                    <a:pt x="1174492" y="1647456"/>
                  </a:lnTo>
                  <a:lnTo>
                    <a:pt x="1175160" y="1647456"/>
                  </a:lnTo>
                  <a:lnTo>
                    <a:pt x="1175828" y="1647456"/>
                  </a:lnTo>
                  <a:lnTo>
                    <a:pt x="1176496" y="1647456"/>
                  </a:lnTo>
                  <a:lnTo>
                    <a:pt x="1177164" y="1658875"/>
                  </a:lnTo>
                  <a:lnTo>
                    <a:pt x="1177832" y="1667485"/>
                  </a:lnTo>
                  <a:lnTo>
                    <a:pt x="1178500" y="1666432"/>
                  </a:lnTo>
                  <a:lnTo>
                    <a:pt x="1179168" y="1665602"/>
                  </a:lnTo>
                  <a:lnTo>
                    <a:pt x="1179836" y="1665915"/>
                  </a:lnTo>
                  <a:lnTo>
                    <a:pt x="1180504" y="1656104"/>
                  </a:lnTo>
                  <a:lnTo>
                    <a:pt x="1181172" y="1646958"/>
                  </a:lnTo>
                  <a:lnTo>
                    <a:pt x="1181840" y="1619019"/>
                  </a:lnTo>
                  <a:lnTo>
                    <a:pt x="1182508" y="1612245"/>
                  </a:lnTo>
                  <a:lnTo>
                    <a:pt x="1183176" y="1613962"/>
                  </a:lnTo>
                  <a:lnTo>
                    <a:pt x="1183844" y="1599694"/>
                  </a:lnTo>
                  <a:lnTo>
                    <a:pt x="1184512" y="1596756"/>
                  </a:lnTo>
                  <a:lnTo>
                    <a:pt x="1185180" y="1596756"/>
                  </a:lnTo>
                  <a:lnTo>
                    <a:pt x="1185848" y="1596337"/>
                  </a:lnTo>
                  <a:lnTo>
                    <a:pt x="1186516" y="1591301"/>
                  </a:lnTo>
                  <a:lnTo>
                    <a:pt x="1187184" y="1595078"/>
                  </a:lnTo>
                  <a:lnTo>
                    <a:pt x="1187852" y="1593718"/>
                  </a:lnTo>
                  <a:lnTo>
                    <a:pt x="1188520" y="1594396"/>
                  </a:lnTo>
                  <a:lnTo>
                    <a:pt x="1189188" y="1593685"/>
                  </a:lnTo>
                  <a:lnTo>
                    <a:pt x="1189856" y="1584978"/>
                  </a:lnTo>
                  <a:lnTo>
                    <a:pt x="1190524" y="1554685"/>
                  </a:lnTo>
                  <a:lnTo>
                    <a:pt x="1191192" y="1538273"/>
                  </a:lnTo>
                  <a:lnTo>
                    <a:pt x="1191860" y="1571780"/>
                  </a:lnTo>
                  <a:lnTo>
                    <a:pt x="1192528" y="1570262"/>
                  </a:lnTo>
                  <a:lnTo>
                    <a:pt x="1193196" y="1521898"/>
                  </a:lnTo>
                  <a:lnTo>
                    <a:pt x="1193864" y="1548482"/>
                  </a:lnTo>
                  <a:lnTo>
                    <a:pt x="1194532" y="1554215"/>
                  </a:lnTo>
                  <a:lnTo>
                    <a:pt x="1195200" y="1554215"/>
                  </a:lnTo>
                  <a:lnTo>
                    <a:pt x="1195868" y="1555258"/>
                  </a:lnTo>
                  <a:lnTo>
                    <a:pt x="1196536" y="1567768"/>
                  </a:lnTo>
                  <a:lnTo>
                    <a:pt x="1197204" y="1578881"/>
                  </a:lnTo>
                  <a:lnTo>
                    <a:pt x="1197873" y="1560373"/>
                  </a:lnTo>
                  <a:lnTo>
                    <a:pt x="1198541" y="1563407"/>
                  </a:lnTo>
                  <a:lnTo>
                    <a:pt x="1199209" y="1542376"/>
                  </a:lnTo>
                  <a:lnTo>
                    <a:pt x="1199877" y="1599958"/>
                  </a:lnTo>
                  <a:lnTo>
                    <a:pt x="1200545" y="1650234"/>
                  </a:lnTo>
                  <a:lnTo>
                    <a:pt x="1201213" y="1657304"/>
                  </a:lnTo>
                  <a:lnTo>
                    <a:pt x="1201881" y="1635943"/>
                  </a:lnTo>
                  <a:lnTo>
                    <a:pt x="1202549" y="1647456"/>
                  </a:lnTo>
                  <a:lnTo>
                    <a:pt x="1203217" y="1647456"/>
                  </a:lnTo>
                  <a:lnTo>
                    <a:pt x="1203885" y="1665249"/>
                  </a:lnTo>
                  <a:lnTo>
                    <a:pt x="1204553" y="1668389"/>
                  </a:lnTo>
                  <a:lnTo>
                    <a:pt x="1205221" y="1668389"/>
                  </a:lnTo>
                  <a:lnTo>
                    <a:pt x="1205889" y="1668389"/>
                  </a:lnTo>
                  <a:lnTo>
                    <a:pt x="1206557" y="1668389"/>
                  </a:lnTo>
                  <a:lnTo>
                    <a:pt x="1207225" y="1668389"/>
                  </a:lnTo>
                  <a:lnTo>
                    <a:pt x="1207893" y="1668389"/>
                  </a:lnTo>
                  <a:lnTo>
                    <a:pt x="1208561" y="1668389"/>
                  </a:lnTo>
                  <a:lnTo>
                    <a:pt x="1209229" y="1668389"/>
                  </a:lnTo>
                  <a:lnTo>
                    <a:pt x="1209897" y="1668389"/>
                  </a:lnTo>
                  <a:lnTo>
                    <a:pt x="1210565" y="1668389"/>
                  </a:lnTo>
                  <a:lnTo>
                    <a:pt x="1211233" y="1668389"/>
                  </a:lnTo>
                  <a:lnTo>
                    <a:pt x="1211901" y="1668389"/>
                  </a:lnTo>
                  <a:lnTo>
                    <a:pt x="1212569" y="1668389"/>
                  </a:lnTo>
                  <a:lnTo>
                    <a:pt x="1213237" y="1668389"/>
                  </a:lnTo>
                  <a:lnTo>
                    <a:pt x="1213905" y="1652689"/>
                  </a:lnTo>
                  <a:lnTo>
                    <a:pt x="1214573" y="1643269"/>
                  </a:lnTo>
                  <a:lnTo>
                    <a:pt x="1215241" y="1626523"/>
                  </a:lnTo>
                  <a:lnTo>
                    <a:pt x="1215909" y="1626523"/>
                  </a:lnTo>
                  <a:lnTo>
                    <a:pt x="1216577" y="1626523"/>
                  </a:lnTo>
                  <a:lnTo>
                    <a:pt x="1217245" y="1626523"/>
                  </a:lnTo>
                  <a:lnTo>
                    <a:pt x="1217913" y="1626523"/>
                  </a:lnTo>
                  <a:lnTo>
                    <a:pt x="1218581" y="1626523"/>
                  </a:lnTo>
                  <a:lnTo>
                    <a:pt x="1219249" y="1626523"/>
                  </a:lnTo>
                  <a:lnTo>
                    <a:pt x="1219917" y="1626523"/>
                  </a:lnTo>
                  <a:lnTo>
                    <a:pt x="1220585" y="1626523"/>
                  </a:lnTo>
                  <a:lnTo>
                    <a:pt x="1221253" y="1607683"/>
                  </a:lnTo>
                  <a:lnTo>
                    <a:pt x="1221921" y="1602449"/>
                  </a:lnTo>
                  <a:lnTo>
                    <a:pt x="1222590" y="1584656"/>
                  </a:lnTo>
                  <a:lnTo>
                    <a:pt x="1223258" y="1584656"/>
                  </a:lnTo>
                  <a:lnTo>
                    <a:pt x="1223926" y="1600356"/>
                  </a:lnTo>
                  <a:lnTo>
                    <a:pt x="1224594" y="1590936"/>
                  </a:lnTo>
                  <a:lnTo>
                    <a:pt x="1225262" y="1605589"/>
                  </a:lnTo>
                  <a:lnTo>
                    <a:pt x="1225930" y="1605589"/>
                  </a:lnTo>
                  <a:lnTo>
                    <a:pt x="1226598" y="1586749"/>
                  </a:lnTo>
                  <a:lnTo>
                    <a:pt x="1227266" y="1584656"/>
                  </a:lnTo>
                  <a:lnTo>
                    <a:pt x="1227934" y="1578376"/>
                  </a:lnTo>
                  <a:lnTo>
                    <a:pt x="1228602" y="1562676"/>
                  </a:lnTo>
                  <a:lnTo>
                    <a:pt x="1229270" y="1542789"/>
                  </a:lnTo>
                  <a:lnTo>
                    <a:pt x="1229938" y="1542789"/>
                  </a:lnTo>
                  <a:lnTo>
                    <a:pt x="1230606" y="1542789"/>
                  </a:lnTo>
                  <a:lnTo>
                    <a:pt x="1231274" y="1561629"/>
                  </a:lnTo>
                  <a:lnTo>
                    <a:pt x="1231942" y="1566863"/>
                  </a:lnTo>
                  <a:lnTo>
                    <a:pt x="1232610" y="1584656"/>
                  </a:lnTo>
                  <a:lnTo>
                    <a:pt x="1233278" y="1584656"/>
                  </a:lnTo>
                  <a:lnTo>
                    <a:pt x="1233946" y="1584656"/>
                  </a:lnTo>
                  <a:lnTo>
                    <a:pt x="1234614" y="1603496"/>
                  </a:lnTo>
                  <a:lnTo>
                    <a:pt x="1235282" y="1605589"/>
                  </a:lnTo>
                  <a:lnTo>
                    <a:pt x="1235950" y="1605589"/>
                  </a:lnTo>
                  <a:lnTo>
                    <a:pt x="1236618" y="1624429"/>
                  </a:lnTo>
                  <a:lnTo>
                    <a:pt x="1237286" y="1626523"/>
                  </a:lnTo>
                  <a:lnTo>
                    <a:pt x="1237954" y="1632803"/>
                  </a:lnTo>
                  <a:lnTo>
                    <a:pt x="1238622" y="1643269"/>
                  </a:lnTo>
                  <a:lnTo>
                    <a:pt x="1239290" y="1647456"/>
                  </a:lnTo>
                  <a:lnTo>
                    <a:pt x="1239958" y="1635943"/>
                  </a:lnTo>
                  <a:lnTo>
                    <a:pt x="1240626" y="1626523"/>
                  </a:lnTo>
                  <a:lnTo>
                    <a:pt x="1241294" y="1626523"/>
                  </a:lnTo>
                  <a:lnTo>
                    <a:pt x="1241962" y="1626523"/>
                  </a:lnTo>
                  <a:lnTo>
                    <a:pt x="1242630" y="1626523"/>
                  </a:lnTo>
                  <a:lnTo>
                    <a:pt x="1243298" y="1626523"/>
                  </a:lnTo>
                  <a:lnTo>
                    <a:pt x="1243966" y="1626523"/>
                  </a:lnTo>
                  <a:lnTo>
                    <a:pt x="1244634" y="1626523"/>
                  </a:lnTo>
                  <a:lnTo>
                    <a:pt x="1245302" y="1664228"/>
                  </a:lnTo>
                  <a:lnTo>
                    <a:pt x="1245970" y="1661231"/>
                  </a:lnTo>
                  <a:lnTo>
                    <a:pt x="1246638" y="1648359"/>
                  </a:lnTo>
                  <a:lnTo>
                    <a:pt x="1247307" y="1626247"/>
                  </a:lnTo>
                  <a:lnTo>
                    <a:pt x="1247975" y="1629562"/>
                  </a:lnTo>
                  <a:lnTo>
                    <a:pt x="1248643" y="1612558"/>
                  </a:lnTo>
                  <a:lnTo>
                    <a:pt x="1249311" y="1611951"/>
                  </a:lnTo>
                  <a:lnTo>
                    <a:pt x="1249979" y="1616805"/>
                  </a:lnTo>
                  <a:lnTo>
                    <a:pt x="1250647" y="1611951"/>
                  </a:lnTo>
                  <a:lnTo>
                    <a:pt x="1251315" y="1611951"/>
                  </a:lnTo>
                  <a:lnTo>
                    <a:pt x="1251983" y="1611951"/>
                  </a:lnTo>
                  <a:lnTo>
                    <a:pt x="1252651" y="1600422"/>
                  </a:lnTo>
                  <a:lnTo>
                    <a:pt x="1253319" y="1587679"/>
                  </a:lnTo>
                  <a:lnTo>
                    <a:pt x="1253987" y="1587679"/>
                  </a:lnTo>
                  <a:lnTo>
                    <a:pt x="1254655" y="1587679"/>
                  </a:lnTo>
                  <a:lnTo>
                    <a:pt x="1255323" y="1589955"/>
                  </a:lnTo>
                  <a:lnTo>
                    <a:pt x="1255991" y="1587738"/>
                  </a:lnTo>
                  <a:lnTo>
                    <a:pt x="1256659" y="1558388"/>
                  </a:lnTo>
                  <a:lnTo>
                    <a:pt x="1257327" y="1569825"/>
                  </a:lnTo>
                  <a:lnTo>
                    <a:pt x="1257995" y="1583127"/>
                  </a:lnTo>
                  <a:lnTo>
                    <a:pt x="1258663" y="1527089"/>
                  </a:lnTo>
                  <a:lnTo>
                    <a:pt x="1259331" y="1530229"/>
                  </a:lnTo>
                  <a:lnTo>
                    <a:pt x="1259999" y="1524996"/>
                  </a:lnTo>
                  <a:lnTo>
                    <a:pt x="1260667" y="1542789"/>
                  </a:lnTo>
                  <a:lnTo>
                    <a:pt x="1261335" y="1542789"/>
                  </a:lnTo>
                  <a:lnTo>
                    <a:pt x="1262003" y="1539649"/>
                  </a:lnTo>
                  <a:lnTo>
                    <a:pt x="1262671" y="1541742"/>
                  </a:lnTo>
                  <a:lnTo>
                    <a:pt x="1263339" y="1546976"/>
                  </a:lnTo>
                  <a:lnTo>
                    <a:pt x="1264007" y="1536509"/>
                  </a:lnTo>
                  <a:lnTo>
                    <a:pt x="1264675" y="1521856"/>
                  </a:lnTo>
                  <a:lnTo>
                    <a:pt x="1265343" y="1521856"/>
                  </a:lnTo>
                  <a:lnTo>
                    <a:pt x="1266011" y="1521856"/>
                  </a:lnTo>
                  <a:lnTo>
                    <a:pt x="1266679" y="1514529"/>
                  </a:lnTo>
                  <a:lnTo>
                    <a:pt x="1267347" y="1512436"/>
                  </a:lnTo>
                  <a:lnTo>
                    <a:pt x="1268015" y="1515576"/>
                  </a:lnTo>
                  <a:lnTo>
                    <a:pt x="1268683" y="1529182"/>
                  </a:lnTo>
                  <a:lnTo>
                    <a:pt x="1269351" y="1534416"/>
                  </a:lnTo>
                  <a:lnTo>
                    <a:pt x="1270019" y="1542789"/>
                  </a:lnTo>
                  <a:lnTo>
                    <a:pt x="1270687" y="1542789"/>
                  </a:lnTo>
                  <a:lnTo>
                    <a:pt x="1271355" y="1542789"/>
                  </a:lnTo>
                  <a:lnTo>
                    <a:pt x="1272024" y="1545929"/>
                  </a:lnTo>
                  <a:lnTo>
                    <a:pt x="1272692" y="1563722"/>
                  </a:lnTo>
                  <a:lnTo>
                    <a:pt x="1273360" y="1580469"/>
                  </a:lnTo>
                  <a:lnTo>
                    <a:pt x="1274028" y="1590936"/>
                  </a:lnTo>
                  <a:lnTo>
                    <a:pt x="1274696" y="1605589"/>
                  </a:lnTo>
                  <a:lnTo>
                    <a:pt x="1275364" y="1605589"/>
                  </a:lnTo>
                  <a:lnTo>
                    <a:pt x="1276032" y="1605589"/>
                  </a:lnTo>
                  <a:lnTo>
                    <a:pt x="1276700" y="1612916"/>
                  </a:lnTo>
                  <a:lnTo>
                    <a:pt x="1277368" y="1629663"/>
                  </a:lnTo>
                  <a:lnTo>
                    <a:pt x="1278036" y="1647456"/>
                  </a:lnTo>
                  <a:lnTo>
                    <a:pt x="1278704" y="1660016"/>
                  </a:lnTo>
                  <a:lnTo>
                    <a:pt x="1279372" y="1668389"/>
                  </a:lnTo>
                  <a:lnTo>
                    <a:pt x="1280040" y="1668389"/>
                  </a:lnTo>
                  <a:lnTo>
                    <a:pt x="1280708" y="1668389"/>
                  </a:lnTo>
                  <a:lnTo>
                    <a:pt x="1281376" y="1668389"/>
                  </a:lnTo>
                  <a:lnTo>
                    <a:pt x="1282044" y="1668389"/>
                  </a:lnTo>
                  <a:lnTo>
                    <a:pt x="1282712" y="1668389"/>
                  </a:lnTo>
                  <a:lnTo>
                    <a:pt x="1283380" y="1668389"/>
                  </a:lnTo>
                  <a:lnTo>
                    <a:pt x="1284048" y="1668389"/>
                  </a:lnTo>
                  <a:lnTo>
                    <a:pt x="1284716" y="1668389"/>
                  </a:lnTo>
                  <a:lnTo>
                    <a:pt x="1285384" y="1668389"/>
                  </a:lnTo>
                  <a:lnTo>
                    <a:pt x="1286052" y="1656876"/>
                  </a:lnTo>
                  <a:lnTo>
                    <a:pt x="1286720" y="1647456"/>
                  </a:lnTo>
                  <a:lnTo>
                    <a:pt x="1287388" y="1647456"/>
                  </a:lnTo>
                  <a:lnTo>
                    <a:pt x="1288056" y="1647456"/>
                  </a:lnTo>
                  <a:lnTo>
                    <a:pt x="1288724" y="1646409"/>
                  </a:lnTo>
                  <a:lnTo>
                    <a:pt x="1289392" y="1626523"/>
                  </a:lnTo>
                  <a:lnTo>
                    <a:pt x="1290060" y="1626523"/>
                  </a:lnTo>
                  <a:lnTo>
                    <a:pt x="1290728" y="1603496"/>
                  </a:lnTo>
                  <a:lnTo>
                    <a:pt x="1291396" y="1584656"/>
                  </a:lnTo>
                  <a:lnTo>
                    <a:pt x="1292064" y="1584656"/>
                  </a:lnTo>
                  <a:lnTo>
                    <a:pt x="1292732" y="1584656"/>
                  </a:lnTo>
                  <a:lnTo>
                    <a:pt x="1293400" y="1584656"/>
                  </a:lnTo>
                  <a:lnTo>
                    <a:pt x="1294068" y="1584656"/>
                  </a:lnTo>
                  <a:lnTo>
                    <a:pt x="1294736" y="1584656"/>
                  </a:lnTo>
                  <a:lnTo>
                    <a:pt x="1295404" y="1584656"/>
                  </a:lnTo>
                  <a:lnTo>
                    <a:pt x="1296073" y="1596169"/>
                  </a:lnTo>
                  <a:lnTo>
                    <a:pt x="1296741" y="1605589"/>
                  </a:lnTo>
                  <a:lnTo>
                    <a:pt x="1297409" y="1605589"/>
                  </a:lnTo>
                  <a:lnTo>
                    <a:pt x="1298077" y="1639086"/>
                  </a:lnTo>
                  <a:lnTo>
                    <a:pt x="1298745" y="1632166"/>
                  </a:lnTo>
                  <a:lnTo>
                    <a:pt x="1299413" y="1626093"/>
                  </a:lnTo>
                  <a:lnTo>
                    <a:pt x="1300081" y="1626247"/>
                  </a:lnTo>
                  <a:lnTo>
                    <a:pt x="1300749" y="1643022"/>
                  </a:lnTo>
                  <a:lnTo>
                    <a:pt x="1301417" y="1656746"/>
                  </a:lnTo>
                  <a:lnTo>
                    <a:pt x="1302085" y="1656746"/>
                  </a:lnTo>
                  <a:lnTo>
                    <a:pt x="1302753" y="1653696"/>
                  </a:lnTo>
                  <a:lnTo>
                    <a:pt x="1303421" y="1625485"/>
                  </a:lnTo>
                  <a:lnTo>
                    <a:pt x="1304089" y="1588124"/>
                  </a:lnTo>
                  <a:lnTo>
                    <a:pt x="1304757" y="1573637"/>
                  </a:lnTo>
                  <a:lnTo>
                    <a:pt x="1305425" y="1565250"/>
                  </a:lnTo>
                  <a:lnTo>
                    <a:pt x="1306093" y="1565250"/>
                  </a:lnTo>
                  <a:lnTo>
                    <a:pt x="1306761" y="1565250"/>
                  </a:lnTo>
                  <a:lnTo>
                    <a:pt x="1307429" y="1553813"/>
                  </a:lnTo>
                  <a:lnTo>
                    <a:pt x="1308097" y="1556328"/>
                  </a:lnTo>
                  <a:lnTo>
                    <a:pt x="1308765" y="1547326"/>
                  </a:lnTo>
                  <a:lnTo>
                    <a:pt x="1309433" y="1549007"/>
                  </a:lnTo>
                  <a:lnTo>
                    <a:pt x="1310101" y="1479989"/>
                  </a:lnTo>
                  <a:lnTo>
                    <a:pt x="1310769" y="1465336"/>
                  </a:lnTo>
                  <a:lnTo>
                    <a:pt x="1311437" y="1438122"/>
                  </a:lnTo>
                  <a:lnTo>
                    <a:pt x="1312105" y="1438122"/>
                  </a:lnTo>
                  <a:lnTo>
                    <a:pt x="1312773" y="1442309"/>
                  </a:lnTo>
                  <a:lnTo>
                    <a:pt x="1313441" y="1465336"/>
                  </a:lnTo>
                  <a:lnTo>
                    <a:pt x="1314109" y="1511389"/>
                  </a:lnTo>
                  <a:lnTo>
                    <a:pt x="1314777" y="1531276"/>
                  </a:lnTo>
                  <a:lnTo>
                    <a:pt x="1315445" y="1542789"/>
                  </a:lnTo>
                  <a:lnTo>
                    <a:pt x="1316113" y="1526042"/>
                  </a:lnTo>
                  <a:lnTo>
                    <a:pt x="1316781" y="1521856"/>
                  </a:lnTo>
                  <a:lnTo>
                    <a:pt x="1317449" y="1537556"/>
                  </a:lnTo>
                  <a:lnTo>
                    <a:pt x="1318117" y="1543836"/>
                  </a:lnTo>
                  <a:lnTo>
                    <a:pt x="1318785" y="1564769"/>
                  </a:lnTo>
                  <a:lnTo>
                    <a:pt x="1319453" y="1584656"/>
                  </a:lnTo>
                  <a:lnTo>
                    <a:pt x="1320121" y="1582563"/>
                  </a:lnTo>
                  <a:lnTo>
                    <a:pt x="1320790" y="1565816"/>
                  </a:lnTo>
                  <a:lnTo>
                    <a:pt x="1321458" y="1584656"/>
                  </a:lnTo>
                  <a:lnTo>
                    <a:pt x="1322126" y="1566863"/>
                  </a:lnTo>
                  <a:lnTo>
                    <a:pt x="1322794" y="1548022"/>
                  </a:lnTo>
                  <a:lnTo>
                    <a:pt x="1323462" y="1553256"/>
                  </a:lnTo>
                  <a:lnTo>
                    <a:pt x="1324130" y="1523949"/>
                  </a:lnTo>
                  <a:lnTo>
                    <a:pt x="1324798" y="1505109"/>
                  </a:lnTo>
                  <a:lnTo>
                    <a:pt x="1325466" y="1564258"/>
                  </a:lnTo>
                  <a:lnTo>
                    <a:pt x="1326134" y="1552040"/>
                  </a:lnTo>
                  <a:lnTo>
                    <a:pt x="1326802" y="1535514"/>
                  </a:lnTo>
                  <a:lnTo>
                    <a:pt x="1327470" y="1534751"/>
                  </a:lnTo>
                  <a:lnTo>
                    <a:pt x="1328138" y="1523314"/>
                  </a:lnTo>
                  <a:lnTo>
                    <a:pt x="1328806" y="1519502"/>
                  </a:lnTo>
                  <a:lnTo>
                    <a:pt x="1329474" y="1511878"/>
                  </a:lnTo>
                  <a:lnTo>
                    <a:pt x="1330142" y="1458505"/>
                  </a:lnTo>
                  <a:lnTo>
                    <a:pt x="1330810" y="1527296"/>
                  </a:lnTo>
                  <a:lnTo>
                    <a:pt x="1331478" y="1541947"/>
                  </a:lnTo>
                  <a:lnTo>
                    <a:pt x="1332146" y="1552149"/>
                  </a:lnTo>
                  <a:lnTo>
                    <a:pt x="1332814" y="1560373"/>
                  </a:lnTo>
                  <a:lnTo>
                    <a:pt x="1333482" y="1566441"/>
                  </a:lnTo>
                  <a:lnTo>
                    <a:pt x="1334150" y="1581004"/>
                  </a:lnTo>
                  <a:lnTo>
                    <a:pt x="1334818" y="1570689"/>
                  </a:lnTo>
                  <a:lnTo>
                    <a:pt x="1335486" y="1556949"/>
                  </a:lnTo>
                  <a:lnTo>
                    <a:pt x="1336154" y="1570752"/>
                  </a:lnTo>
                  <a:lnTo>
                    <a:pt x="1336822" y="1487479"/>
                  </a:lnTo>
                  <a:lnTo>
                    <a:pt x="1337490" y="1541947"/>
                  </a:lnTo>
                  <a:lnTo>
                    <a:pt x="1338158" y="1539547"/>
                  </a:lnTo>
                  <a:lnTo>
                    <a:pt x="1338826" y="1516684"/>
                  </a:lnTo>
                  <a:lnTo>
                    <a:pt x="1339494" y="1520931"/>
                  </a:lnTo>
                  <a:lnTo>
                    <a:pt x="1340162" y="1539135"/>
                  </a:lnTo>
                  <a:lnTo>
                    <a:pt x="1340830" y="1541347"/>
                  </a:lnTo>
                  <a:lnTo>
                    <a:pt x="1341498" y="1517943"/>
                  </a:lnTo>
                  <a:lnTo>
                    <a:pt x="1342166" y="1504863"/>
                  </a:lnTo>
                  <a:lnTo>
                    <a:pt x="1342834" y="1408182"/>
                  </a:lnTo>
                  <a:lnTo>
                    <a:pt x="1343502" y="1360909"/>
                  </a:lnTo>
                  <a:lnTo>
                    <a:pt x="1344170" y="1335748"/>
                  </a:lnTo>
                  <a:lnTo>
                    <a:pt x="1344838" y="1354810"/>
                  </a:lnTo>
                  <a:lnTo>
                    <a:pt x="1345507" y="1382258"/>
                  </a:lnTo>
                  <a:lnTo>
                    <a:pt x="1346175" y="1394458"/>
                  </a:lnTo>
                  <a:lnTo>
                    <a:pt x="1346843" y="1444018"/>
                  </a:lnTo>
                  <a:lnTo>
                    <a:pt x="1347511" y="1448347"/>
                  </a:lnTo>
                  <a:lnTo>
                    <a:pt x="1348179" y="1445205"/>
                  </a:lnTo>
                  <a:lnTo>
                    <a:pt x="1348847" y="1443634"/>
                  </a:lnTo>
                  <a:lnTo>
                    <a:pt x="1349515" y="1432636"/>
                  </a:lnTo>
                  <a:lnTo>
                    <a:pt x="1350183" y="1446776"/>
                  </a:lnTo>
                  <a:lnTo>
                    <a:pt x="1350851" y="1455130"/>
                  </a:lnTo>
                  <a:lnTo>
                    <a:pt x="1351519" y="1473754"/>
                  </a:lnTo>
                  <a:lnTo>
                    <a:pt x="1352187" y="1476804"/>
                  </a:lnTo>
                  <a:lnTo>
                    <a:pt x="1352855" y="1508828"/>
                  </a:lnTo>
                  <a:lnTo>
                    <a:pt x="1353523" y="1553813"/>
                  </a:lnTo>
                  <a:lnTo>
                    <a:pt x="1354191" y="1572875"/>
                  </a:lnTo>
                  <a:lnTo>
                    <a:pt x="1354859" y="1580499"/>
                  </a:lnTo>
                  <a:lnTo>
                    <a:pt x="1355527" y="1550001"/>
                  </a:lnTo>
                  <a:lnTo>
                    <a:pt x="1356195" y="1534751"/>
                  </a:lnTo>
                  <a:lnTo>
                    <a:pt x="1356863" y="1534751"/>
                  </a:lnTo>
                  <a:lnTo>
                    <a:pt x="1357531" y="1524839"/>
                  </a:lnTo>
                  <a:lnTo>
                    <a:pt x="1358199" y="1521790"/>
                  </a:lnTo>
                  <a:lnTo>
                    <a:pt x="1358867" y="1537114"/>
                  </a:lnTo>
                  <a:lnTo>
                    <a:pt x="1359535" y="1542613"/>
                  </a:lnTo>
                  <a:lnTo>
                    <a:pt x="1360203" y="1552825"/>
                  </a:lnTo>
                  <a:lnTo>
                    <a:pt x="1360871" y="1552262"/>
                  </a:lnTo>
                  <a:lnTo>
                    <a:pt x="1361539" y="1482082"/>
                  </a:lnTo>
                  <a:lnTo>
                    <a:pt x="1362207" y="1479989"/>
                  </a:lnTo>
                  <a:lnTo>
                    <a:pt x="1362875" y="1429749"/>
                  </a:lnTo>
                  <a:lnTo>
                    <a:pt x="1363543" y="1380556"/>
                  </a:lnTo>
                  <a:lnTo>
                    <a:pt x="1364211" y="1375322"/>
                  </a:lnTo>
                  <a:lnTo>
                    <a:pt x="1364879" y="1327175"/>
                  </a:lnTo>
                  <a:lnTo>
                    <a:pt x="1365547" y="1354389"/>
                  </a:lnTo>
                  <a:lnTo>
                    <a:pt x="1366215" y="1375322"/>
                  </a:lnTo>
                  <a:lnTo>
                    <a:pt x="1366883" y="1375322"/>
                  </a:lnTo>
                  <a:lnTo>
                    <a:pt x="1367551" y="1388929"/>
                  </a:lnTo>
                  <a:lnTo>
                    <a:pt x="1368219" y="1403582"/>
                  </a:lnTo>
                  <a:lnTo>
                    <a:pt x="1368887" y="1349155"/>
                  </a:lnTo>
                  <a:lnTo>
                    <a:pt x="1369556" y="1305195"/>
                  </a:lnTo>
                  <a:lnTo>
                    <a:pt x="1370224" y="1288449"/>
                  </a:lnTo>
                  <a:lnTo>
                    <a:pt x="1370892" y="1287402"/>
                  </a:lnTo>
                  <a:lnTo>
                    <a:pt x="1371560" y="1259142"/>
                  </a:lnTo>
                  <a:lnTo>
                    <a:pt x="1372228" y="1203668"/>
                  </a:lnTo>
                  <a:lnTo>
                    <a:pt x="1372896" y="1200528"/>
                  </a:lnTo>
                  <a:lnTo>
                    <a:pt x="1373564" y="1241349"/>
                  </a:lnTo>
                  <a:lnTo>
                    <a:pt x="1374232" y="1249722"/>
                  </a:lnTo>
                  <a:lnTo>
                    <a:pt x="1374900" y="1270655"/>
                  </a:lnTo>
                  <a:lnTo>
                    <a:pt x="1375568" y="1247629"/>
                  </a:lnTo>
                  <a:lnTo>
                    <a:pt x="1376236" y="1201575"/>
                  </a:lnTo>
                  <a:lnTo>
                    <a:pt x="1376904" y="1123075"/>
                  </a:lnTo>
                  <a:lnTo>
                    <a:pt x="1377572" y="1071788"/>
                  </a:lnTo>
                  <a:lnTo>
                    <a:pt x="1378240" y="988055"/>
                  </a:lnTo>
                  <a:lnTo>
                    <a:pt x="1378908" y="998521"/>
                  </a:lnTo>
                  <a:lnTo>
                    <a:pt x="1379576" y="1210061"/>
                  </a:lnTo>
                  <a:lnTo>
                    <a:pt x="1380244" y="1219752"/>
                  </a:lnTo>
                  <a:lnTo>
                    <a:pt x="1380912" y="1190117"/>
                  </a:lnTo>
                  <a:lnTo>
                    <a:pt x="1381580" y="1168768"/>
                  </a:lnTo>
                  <a:lnTo>
                    <a:pt x="1382248" y="1200029"/>
                  </a:lnTo>
                  <a:lnTo>
                    <a:pt x="1382916" y="1225953"/>
                  </a:lnTo>
                  <a:lnTo>
                    <a:pt x="1383584" y="1221378"/>
                  </a:lnTo>
                  <a:lnTo>
                    <a:pt x="1384252" y="1214516"/>
                  </a:lnTo>
                  <a:lnTo>
                    <a:pt x="1384920" y="1219853"/>
                  </a:lnTo>
                  <a:lnTo>
                    <a:pt x="1385588" y="1216803"/>
                  </a:lnTo>
                  <a:lnTo>
                    <a:pt x="1386256" y="1214516"/>
                  </a:lnTo>
                  <a:lnTo>
                    <a:pt x="1386924" y="1210704"/>
                  </a:lnTo>
                  <a:lnTo>
                    <a:pt x="1387592" y="1184017"/>
                  </a:lnTo>
                  <a:lnTo>
                    <a:pt x="1388260" y="1216803"/>
                  </a:lnTo>
                  <a:lnTo>
                    <a:pt x="1388928" y="1246540"/>
                  </a:lnTo>
                  <a:lnTo>
                    <a:pt x="1389596" y="1247368"/>
                  </a:lnTo>
                  <a:lnTo>
                    <a:pt x="1390264" y="1263743"/>
                  </a:lnTo>
                  <a:lnTo>
                    <a:pt x="1390932" y="1161802"/>
                  </a:lnTo>
                  <a:lnTo>
                    <a:pt x="1391600" y="1238209"/>
                  </a:lnTo>
                  <a:lnTo>
                    <a:pt x="1392268" y="1252862"/>
                  </a:lnTo>
                  <a:lnTo>
                    <a:pt x="1392936" y="1249722"/>
                  </a:lnTo>
                  <a:lnTo>
                    <a:pt x="1393604" y="1220415"/>
                  </a:lnTo>
                  <a:lnTo>
                    <a:pt x="1394273" y="1172268"/>
                  </a:lnTo>
                  <a:lnTo>
                    <a:pt x="1394941" y="1182735"/>
                  </a:lnTo>
                  <a:lnTo>
                    <a:pt x="1395609" y="1190062"/>
                  </a:lnTo>
                  <a:lnTo>
                    <a:pt x="1396277" y="1183782"/>
                  </a:lnTo>
                  <a:lnTo>
                    <a:pt x="1396945" y="1208902"/>
                  </a:lnTo>
                  <a:lnTo>
                    <a:pt x="1397613" y="1253909"/>
                  </a:lnTo>
                  <a:lnTo>
                    <a:pt x="1398281" y="1354421"/>
                  </a:lnTo>
                  <a:lnTo>
                    <a:pt x="1398949" y="1341512"/>
                  </a:lnTo>
                  <a:lnTo>
                    <a:pt x="1399617" y="1327372"/>
                  </a:lnTo>
                  <a:lnTo>
                    <a:pt x="1400285" y="1292808"/>
                  </a:lnTo>
                  <a:lnTo>
                    <a:pt x="1400953" y="1240468"/>
                  </a:lnTo>
                  <a:lnTo>
                    <a:pt x="1401621" y="1301306"/>
                  </a:lnTo>
                  <a:lnTo>
                    <a:pt x="1402289" y="1264864"/>
                  </a:lnTo>
                  <a:lnTo>
                    <a:pt x="1402957" y="1256368"/>
                  </a:lnTo>
                  <a:lnTo>
                    <a:pt x="1403625" y="1258796"/>
                  </a:lnTo>
                  <a:lnTo>
                    <a:pt x="1404293" y="1260616"/>
                  </a:lnTo>
                  <a:lnTo>
                    <a:pt x="1404961" y="1261830"/>
                  </a:lnTo>
                  <a:lnTo>
                    <a:pt x="1405629" y="1275786"/>
                  </a:lnTo>
                  <a:lnTo>
                    <a:pt x="1406297" y="1262437"/>
                  </a:lnTo>
                  <a:lnTo>
                    <a:pt x="1406965" y="1284281"/>
                  </a:lnTo>
                  <a:lnTo>
                    <a:pt x="1407633" y="1285495"/>
                  </a:lnTo>
                  <a:lnTo>
                    <a:pt x="1408301" y="1302506"/>
                  </a:lnTo>
                  <a:lnTo>
                    <a:pt x="1408969" y="1299506"/>
                  </a:lnTo>
                  <a:lnTo>
                    <a:pt x="1409637" y="1295305"/>
                  </a:lnTo>
                  <a:lnTo>
                    <a:pt x="1410305" y="1291705"/>
                  </a:lnTo>
                  <a:lnTo>
                    <a:pt x="1410973" y="1311697"/>
                  </a:lnTo>
                  <a:lnTo>
                    <a:pt x="1411641" y="1241747"/>
                  </a:lnTo>
                  <a:lnTo>
                    <a:pt x="1412309" y="1253530"/>
                  </a:lnTo>
                  <a:lnTo>
                    <a:pt x="1412977" y="1261934"/>
                  </a:lnTo>
                  <a:lnTo>
                    <a:pt x="1413645" y="1280850"/>
                  </a:lnTo>
                  <a:lnTo>
                    <a:pt x="1414313" y="1289238"/>
                  </a:lnTo>
                  <a:lnTo>
                    <a:pt x="1414981" y="1259501"/>
                  </a:lnTo>
                  <a:lnTo>
                    <a:pt x="1415649" y="1218328"/>
                  </a:lnTo>
                  <a:lnTo>
                    <a:pt x="1416317" y="1235865"/>
                  </a:lnTo>
                  <a:lnTo>
                    <a:pt x="1416985" y="1220616"/>
                  </a:lnTo>
                  <a:lnTo>
                    <a:pt x="1417653" y="1171818"/>
                  </a:lnTo>
                  <a:lnTo>
                    <a:pt x="1418321" y="1159619"/>
                  </a:lnTo>
                  <a:lnTo>
                    <a:pt x="1418990" y="1165718"/>
                  </a:lnTo>
                  <a:lnTo>
                    <a:pt x="1419658" y="1187830"/>
                  </a:lnTo>
                  <a:lnTo>
                    <a:pt x="1420326" y="1225953"/>
                  </a:lnTo>
                  <a:lnTo>
                    <a:pt x="1420994" y="1229003"/>
                  </a:lnTo>
                  <a:lnTo>
                    <a:pt x="1421662" y="1215935"/>
                  </a:lnTo>
                  <a:lnTo>
                    <a:pt x="1422330" y="1211111"/>
                  </a:lnTo>
                  <a:lnTo>
                    <a:pt x="1422998" y="1188627"/>
                  </a:lnTo>
                  <a:lnTo>
                    <a:pt x="1423666" y="1169476"/>
                  </a:lnTo>
                  <a:lnTo>
                    <a:pt x="1424334" y="1174190"/>
                  </a:lnTo>
                  <a:lnTo>
                    <a:pt x="1425002" y="1177155"/>
                  </a:lnTo>
                  <a:lnTo>
                    <a:pt x="1425670" y="1188592"/>
                  </a:lnTo>
                  <a:lnTo>
                    <a:pt x="1426338" y="1205366"/>
                  </a:lnTo>
                  <a:lnTo>
                    <a:pt x="1427006" y="1219853"/>
                  </a:lnTo>
                  <a:lnTo>
                    <a:pt x="1427674" y="1248064"/>
                  </a:lnTo>
                  <a:lnTo>
                    <a:pt x="1428342" y="1270176"/>
                  </a:lnTo>
                  <a:lnTo>
                    <a:pt x="1429010" y="1295337"/>
                  </a:lnTo>
                  <a:lnTo>
                    <a:pt x="1429678" y="1290763"/>
                  </a:lnTo>
                  <a:lnTo>
                    <a:pt x="1430346" y="1256452"/>
                  </a:lnTo>
                  <a:lnTo>
                    <a:pt x="1431014" y="1231290"/>
                  </a:lnTo>
                  <a:lnTo>
                    <a:pt x="1431682" y="1184017"/>
                  </a:lnTo>
                  <a:lnTo>
                    <a:pt x="1432350" y="1146656"/>
                  </a:lnTo>
                  <a:lnTo>
                    <a:pt x="1433018" y="1173769"/>
                  </a:lnTo>
                  <a:lnTo>
                    <a:pt x="1433686" y="1187544"/>
                  </a:lnTo>
                  <a:lnTo>
                    <a:pt x="1434354" y="1165250"/>
                  </a:lnTo>
                  <a:lnTo>
                    <a:pt x="1435022" y="998521"/>
                  </a:lnTo>
                  <a:lnTo>
                    <a:pt x="1435690" y="973401"/>
                  </a:lnTo>
                  <a:lnTo>
                    <a:pt x="1436358" y="931534"/>
                  </a:lnTo>
                  <a:lnTo>
                    <a:pt x="1437026" y="945141"/>
                  </a:lnTo>
                  <a:lnTo>
                    <a:pt x="1437694" y="979681"/>
                  </a:lnTo>
                  <a:lnTo>
                    <a:pt x="1438362" y="989101"/>
                  </a:lnTo>
                  <a:lnTo>
                    <a:pt x="1439030" y="894901"/>
                  </a:lnTo>
                  <a:lnTo>
                    <a:pt x="1439698" y="836288"/>
                  </a:lnTo>
                  <a:lnTo>
                    <a:pt x="1440366" y="822681"/>
                  </a:lnTo>
                  <a:lnTo>
                    <a:pt x="1441034" y="844661"/>
                  </a:lnTo>
                  <a:lnTo>
                    <a:pt x="1441702" y="921068"/>
                  </a:lnTo>
                  <a:lnTo>
                    <a:pt x="1442370" y="950375"/>
                  </a:lnTo>
                  <a:lnTo>
                    <a:pt x="1443038" y="956655"/>
                  </a:lnTo>
                  <a:lnTo>
                    <a:pt x="1443707" y="944094"/>
                  </a:lnTo>
                  <a:lnTo>
                    <a:pt x="1444375" y="950375"/>
                  </a:lnTo>
                  <a:lnTo>
                    <a:pt x="1445043" y="961888"/>
                  </a:lnTo>
                  <a:lnTo>
                    <a:pt x="1445711" y="990148"/>
                  </a:lnTo>
                  <a:lnTo>
                    <a:pt x="1446379" y="983868"/>
                  </a:lnTo>
                  <a:lnTo>
                    <a:pt x="1447047" y="957701"/>
                  </a:lnTo>
                  <a:lnTo>
                    <a:pt x="1447715" y="992241"/>
                  </a:lnTo>
                  <a:lnTo>
                    <a:pt x="1448383" y="1020501"/>
                  </a:lnTo>
                  <a:lnTo>
                    <a:pt x="1449051" y="1092722"/>
                  </a:lnTo>
                  <a:lnTo>
                    <a:pt x="1449719" y="1132495"/>
                  </a:lnTo>
                  <a:lnTo>
                    <a:pt x="1450387" y="1138775"/>
                  </a:lnTo>
                  <a:lnTo>
                    <a:pt x="1451055" y="1105282"/>
                  </a:lnTo>
                  <a:lnTo>
                    <a:pt x="1451723" y="1118888"/>
                  </a:lnTo>
                  <a:lnTo>
                    <a:pt x="1452391" y="1275683"/>
                  </a:lnTo>
                  <a:lnTo>
                    <a:pt x="1453059" y="1305249"/>
                  </a:lnTo>
                  <a:lnTo>
                    <a:pt x="1453727" y="1418326"/>
                  </a:lnTo>
                  <a:lnTo>
                    <a:pt x="1454395" y="1438129"/>
                  </a:lnTo>
                  <a:lnTo>
                    <a:pt x="1455063" y="1433553"/>
                  </a:lnTo>
                  <a:lnTo>
                    <a:pt x="1455731" y="1414135"/>
                  </a:lnTo>
                  <a:lnTo>
                    <a:pt x="1456399" y="1381368"/>
                  </a:lnTo>
                  <a:lnTo>
                    <a:pt x="1457067" y="1416013"/>
                  </a:lnTo>
                  <a:lnTo>
                    <a:pt x="1457735" y="1366845"/>
                  </a:lnTo>
                  <a:lnTo>
                    <a:pt x="1458403" y="1326896"/>
                  </a:lnTo>
                  <a:lnTo>
                    <a:pt x="1459071" y="1334067"/>
                  </a:lnTo>
                  <a:lnTo>
                    <a:pt x="1459739" y="1338940"/>
                  </a:lnTo>
                  <a:lnTo>
                    <a:pt x="1460407" y="1366045"/>
                  </a:lnTo>
                  <a:lnTo>
                    <a:pt x="1461075" y="1397841"/>
                  </a:lnTo>
                  <a:lnTo>
                    <a:pt x="1461743" y="1386895"/>
                  </a:lnTo>
                  <a:lnTo>
                    <a:pt x="1462411" y="1312556"/>
                  </a:lnTo>
                  <a:lnTo>
                    <a:pt x="1463079" y="1346131"/>
                  </a:lnTo>
                  <a:lnTo>
                    <a:pt x="1463747" y="1308725"/>
                  </a:lnTo>
                  <a:lnTo>
                    <a:pt x="1464415" y="1224607"/>
                  </a:lnTo>
                  <a:lnTo>
                    <a:pt x="1465083" y="1186265"/>
                  </a:lnTo>
                  <a:lnTo>
                    <a:pt x="1465751" y="1228034"/>
                  </a:lnTo>
                  <a:lnTo>
                    <a:pt x="1466419" y="1239401"/>
                  </a:lnTo>
                  <a:lnTo>
                    <a:pt x="1467087" y="1257648"/>
                  </a:lnTo>
                  <a:lnTo>
                    <a:pt x="1467756" y="1281279"/>
                  </a:lnTo>
                  <a:lnTo>
                    <a:pt x="1468424" y="1303415"/>
                  </a:lnTo>
                  <a:lnTo>
                    <a:pt x="1469092" y="1304013"/>
                  </a:lnTo>
                  <a:lnTo>
                    <a:pt x="1469760" y="1302817"/>
                  </a:lnTo>
                  <a:lnTo>
                    <a:pt x="1470428" y="1297432"/>
                  </a:lnTo>
                  <a:lnTo>
                    <a:pt x="1471096" y="1293544"/>
                  </a:lnTo>
                  <a:lnTo>
                    <a:pt x="1471764" y="1302817"/>
                  </a:lnTo>
                  <a:lnTo>
                    <a:pt x="1472432" y="1322277"/>
                  </a:lnTo>
                  <a:lnTo>
                    <a:pt x="1473100" y="1331230"/>
                  </a:lnTo>
                  <a:lnTo>
                    <a:pt x="1473768" y="1339693"/>
                  </a:lnTo>
                  <a:lnTo>
                    <a:pt x="1474436" y="1415342"/>
                  </a:lnTo>
                  <a:lnTo>
                    <a:pt x="1475104" y="1449852"/>
                  </a:lnTo>
                  <a:lnTo>
                    <a:pt x="1475772" y="1378088"/>
                  </a:lnTo>
                  <a:lnTo>
                    <a:pt x="1476440" y="1319849"/>
                  </a:lnTo>
                  <a:lnTo>
                    <a:pt x="1477108" y="1319849"/>
                  </a:lnTo>
                  <a:lnTo>
                    <a:pt x="1477776" y="1267515"/>
                  </a:lnTo>
                  <a:lnTo>
                    <a:pt x="1478444" y="1226695"/>
                  </a:lnTo>
                  <a:lnTo>
                    <a:pt x="1479112" y="1194248"/>
                  </a:lnTo>
                  <a:lnTo>
                    <a:pt x="1479780" y="1088535"/>
                  </a:lnTo>
                  <a:lnTo>
                    <a:pt x="1480448" y="1026781"/>
                  </a:lnTo>
                  <a:lnTo>
                    <a:pt x="1481116" y="981775"/>
                  </a:lnTo>
                  <a:lnTo>
                    <a:pt x="1481784" y="975495"/>
                  </a:lnTo>
                  <a:lnTo>
                    <a:pt x="1482452" y="931534"/>
                  </a:lnTo>
                  <a:lnTo>
                    <a:pt x="1483120" y="876061"/>
                  </a:lnTo>
                  <a:lnTo>
                    <a:pt x="1483788" y="808028"/>
                  </a:lnTo>
                  <a:lnTo>
                    <a:pt x="1484456" y="838381"/>
                  </a:lnTo>
                  <a:lnTo>
                    <a:pt x="1485124" y="836288"/>
                  </a:lnTo>
                  <a:lnTo>
                    <a:pt x="1485792" y="832101"/>
                  </a:lnTo>
                  <a:lnTo>
                    <a:pt x="1486460" y="825821"/>
                  </a:lnTo>
                  <a:lnTo>
                    <a:pt x="1487128" y="834194"/>
                  </a:lnTo>
                  <a:lnTo>
                    <a:pt x="1487796" y="818495"/>
                  </a:lnTo>
                  <a:lnTo>
                    <a:pt x="1488464" y="811168"/>
                  </a:lnTo>
                  <a:lnTo>
                    <a:pt x="1489132" y="757787"/>
                  </a:lnTo>
                  <a:lnTo>
                    <a:pt x="1489800" y="752554"/>
                  </a:lnTo>
                  <a:lnTo>
                    <a:pt x="1490468" y="754648"/>
                  </a:lnTo>
                  <a:lnTo>
                    <a:pt x="1491136" y="978274"/>
                  </a:lnTo>
                  <a:lnTo>
                    <a:pt x="1491804" y="1092983"/>
                  </a:lnTo>
                  <a:lnTo>
                    <a:pt x="1492473" y="1081005"/>
                  </a:lnTo>
                  <a:lnTo>
                    <a:pt x="1493141" y="1150712"/>
                  </a:lnTo>
                  <a:lnTo>
                    <a:pt x="1493809" y="1133568"/>
                  </a:lnTo>
                  <a:lnTo>
                    <a:pt x="1494477" y="1090826"/>
                  </a:lnTo>
                  <a:lnTo>
                    <a:pt x="1495145" y="1053296"/>
                  </a:lnTo>
                  <a:lnTo>
                    <a:pt x="1495813" y="998565"/>
                  </a:lnTo>
                  <a:lnTo>
                    <a:pt x="1496481" y="979279"/>
                  </a:lnTo>
                  <a:lnTo>
                    <a:pt x="1497149" y="938621"/>
                  </a:lnTo>
                  <a:lnTo>
                    <a:pt x="1497817" y="902134"/>
                  </a:lnTo>
                  <a:lnTo>
                    <a:pt x="1498485" y="861998"/>
                  </a:lnTo>
                  <a:lnTo>
                    <a:pt x="1499153" y="877114"/>
                  </a:lnTo>
                  <a:lnTo>
                    <a:pt x="1499821" y="901092"/>
                  </a:lnTo>
                  <a:lnTo>
                    <a:pt x="1500489" y="900049"/>
                  </a:lnTo>
                  <a:lnTo>
                    <a:pt x="1501157" y="793383"/>
                  </a:lnTo>
                  <a:lnTo>
                    <a:pt x="1501825" y="825426"/>
                  </a:lnTo>
                  <a:lnTo>
                    <a:pt x="1502493" y="586245"/>
                  </a:lnTo>
                  <a:lnTo>
                    <a:pt x="1503161" y="632159"/>
                  </a:lnTo>
                  <a:lnTo>
                    <a:pt x="1503829" y="302487"/>
                  </a:lnTo>
                  <a:lnTo>
                    <a:pt x="1504497" y="339120"/>
                  </a:lnTo>
                  <a:lnTo>
                    <a:pt x="1505165" y="396687"/>
                  </a:lnTo>
                  <a:lnTo>
                    <a:pt x="1505833" y="541128"/>
                  </a:lnTo>
                  <a:lnTo>
                    <a:pt x="1506501" y="594507"/>
                  </a:lnTo>
                  <a:lnTo>
                    <a:pt x="1507169" y="653121"/>
                  </a:lnTo>
                  <a:lnTo>
                    <a:pt x="1507837" y="741041"/>
                  </a:lnTo>
                  <a:lnTo>
                    <a:pt x="1508505" y="974868"/>
                  </a:lnTo>
                  <a:lnTo>
                    <a:pt x="1509173" y="982515"/>
                  </a:lnTo>
                  <a:lnTo>
                    <a:pt x="1509841" y="939310"/>
                  </a:lnTo>
                  <a:lnTo>
                    <a:pt x="1510509" y="980439"/>
                  </a:lnTo>
                  <a:lnTo>
                    <a:pt x="1511177" y="975102"/>
                  </a:lnTo>
                  <a:lnTo>
                    <a:pt x="1511845" y="926304"/>
                  </a:lnTo>
                  <a:lnTo>
                    <a:pt x="1512513" y="897330"/>
                  </a:lnTo>
                  <a:lnTo>
                    <a:pt x="1513181" y="881319"/>
                  </a:lnTo>
                  <a:lnTo>
                    <a:pt x="1513849" y="875981"/>
                  </a:lnTo>
                  <a:lnTo>
                    <a:pt x="1514517" y="908768"/>
                  </a:lnTo>
                  <a:lnTo>
                    <a:pt x="1515185" y="1010732"/>
                  </a:lnTo>
                  <a:lnTo>
                    <a:pt x="1515853" y="982052"/>
                  </a:lnTo>
                  <a:lnTo>
                    <a:pt x="1516521" y="956248"/>
                  </a:lnTo>
                  <a:lnTo>
                    <a:pt x="1517190" y="945446"/>
                  </a:lnTo>
                  <a:lnTo>
                    <a:pt x="1517858" y="927443"/>
                  </a:lnTo>
                  <a:lnTo>
                    <a:pt x="1518526" y="926611"/>
                  </a:lnTo>
                  <a:lnTo>
                    <a:pt x="1519194" y="961649"/>
                  </a:lnTo>
                  <a:lnTo>
                    <a:pt x="1519862" y="992854"/>
                  </a:lnTo>
                  <a:lnTo>
                    <a:pt x="1520530" y="795923"/>
                  </a:lnTo>
                  <a:lnTo>
                    <a:pt x="1521198" y="811935"/>
                  </a:lnTo>
                  <a:lnTo>
                    <a:pt x="1521866" y="857682"/>
                  </a:lnTo>
                  <a:lnTo>
                    <a:pt x="1522534" y="931641"/>
                  </a:lnTo>
                  <a:lnTo>
                    <a:pt x="1523202" y="967477"/>
                  </a:lnTo>
                  <a:lnTo>
                    <a:pt x="1523870" y="971290"/>
                  </a:lnTo>
                  <a:lnTo>
                    <a:pt x="1524538" y="967477"/>
                  </a:lnTo>
                  <a:lnTo>
                    <a:pt x="1525206" y="1015508"/>
                  </a:lnTo>
                  <a:lnTo>
                    <a:pt x="1525874" y="1054786"/>
                  </a:lnTo>
                  <a:lnTo>
                    <a:pt x="1526542" y="1059499"/>
                  </a:lnTo>
                  <a:lnTo>
                    <a:pt x="1527210" y="1075996"/>
                  </a:lnTo>
                  <a:lnTo>
                    <a:pt x="1527878" y="1137269"/>
                  </a:lnTo>
                  <a:lnTo>
                    <a:pt x="1528546" y="1205612"/>
                  </a:lnTo>
                  <a:lnTo>
                    <a:pt x="1529214" y="1101095"/>
                  </a:lnTo>
                  <a:lnTo>
                    <a:pt x="1529882" y="1173315"/>
                  </a:lnTo>
                  <a:lnTo>
                    <a:pt x="1530550" y="1204715"/>
                  </a:lnTo>
                  <a:lnTo>
                    <a:pt x="1531218" y="1253909"/>
                  </a:lnTo>
                  <a:lnTo>
                    <a:pt x="1531886" y="1298915"/>
                  </a:lnTo>
                  <a:lnTo>
                    <a:pt x="1532554" y="1317755"/>
                  </a:lnTo>
                  <a:lnTo>
                    <a:pt x="1533222" y="1260189"/>
                  </a:lnTo>
                  <a:lnTo>
                    <a:pt x="1533890" y="1220415"/>
                  </a:lnTo>
                  <a:lnTo>
                    <a:pt x="1534558" y="1157615"/>
                  </a:lnTo>
                  <a:lnTo>
                    <a:pt x="1535226" y="1105282"/>
                  </a:lnTo>
                  <a:lnTo>
                    <a:pt x="1535894" y="1067602"/>
                  </a:lnTo>
                  <a:lnTo>
                    <a:pt x="1536562" y="1091675"/>
                  </a:lnTo>
                  <a:lnTo>
                    <a:pt x="1537230" y="1104235"/>
                  </a:lnTo>
                  <a:lnTo>
                    <a:pt x="1537898" y="1004801"/>
                  </a:lnTo>
                  <a:lnTo>
                    <a:pt x="1538566" y="912695"/>
                  </a:lnTo>
                  <a:lnTo>
                    <a:pt x="1539234" y="799654"/>
                  </a:lnTo>
                  <a:lnTo>
                    <a:pt x="1539902" y="702314"/>
                  </a:lnTo>
                  <a:lnTo>
                    <a:pt x="1540570" y="564154"/>
                  </a:lnTo>
                  <a:lnTo>
                    <a:pt x="1541238" y="474140"/>
                  </a:lnTo>
                  <a:lnTo>
                    <a:pt x="1541907" y="432274"/>
                  </a:lnTo>
                  <a:lnTo>
                    <a:pt x="1542575" y="328653"/>
                  </a:lnTo>
                  <a:lnTo>
                    <a:pt x="1543243" y="382033"/>
                  </a:lnTo>
                  <a:lnTo>
                    <a:pt x="1543911" y="419714"/>
                  </a:lnTo>
                  <a:lnTo>
                    <a:pt x="1544579" y="472047"/>
                  </a:lnTo>
                  <a:lnTo>
                    <a:pt x="1545247" y="428087"/>
                  </a:lnTo>
                  <a:lnTo>
                    <a:pt x="1545915" y="328653"/>
                  </a:lnTo>
                  <a:lnTo>
                    <a:pt x="1546583" y="621781"/>
                  </a:lnTo>
                  <a:lnTo>
                    <a:pt x="1547251" y="782048"/>
                  </a:lnTo>
                  <a:lnTo>
                    <a:pt x="1547919" y="974016"/>
                  </a:lnTo>
                  <a:lnTo>
                    <a:pt x="1548587" y="958651"/>
                  </a:lnTo>
                  <a:lnTo>
                    <a:pt x="1549255" y="949944"/>
                  </a:lnTo>
                  <a:lnTo>
                    <a:pt x="1549923" y="938100"/>
                  </a:lnTo>
                  <a:lnTo>
                    <a:pt x="1550591" y="970418"/>
                  </a:lnTo>
                  <a:lnTo>
                    <a:pt x="1551259" y="968854"/>
                  </a:lnTo>
                  <a:lnTo>
                    <a:pt x="1551927" y="920378"/>
                  </a:lnTo>
                  <a:lnTo>
                    <a:pt x="1552595" y="930803"/>
                  </a:lnTo>
                  <a:lnTo>
                    <a:pt x="1553263" y="929760"/>
                  </a:lnTo>
                  <a:lnTo>
                    <a:pt x="1553931" y="914644"/>
                  </a:lnTo>
                  <a:lnTo>
                    <a:pt x="1554599" y="914123"/>
                  </a:lnTo>
                  <a:lnTo>
                    <a:pt x="1555267" y="953738"/>
                  </a:lnTo>
                  <a:lnTo>
                    <a:pt x="1555935" y="994395"/>
                  </a:lnTo>
                  <a:lnTo>
                    <a:pt x="1556603" y="952970"/>
                  </a:lnTo>
                  <a:lnTo>
                    <a:pt x="1557271" y="1027660"/>
                  </a:lnTo>
                  <a:lnTo>
                    <a:pt x="1557939" y="854470"/>
                  </a:lnTo>
                  <a:lnTo>
                    <a:pt x="1558607" y="911030"/>
                  </a:lnTo>
                  <a:lnTo>
                    <a:pt x="1559275" y="962187"/>
                  </a:lnTo>
                  <a:lnTo>
                    <a:pt x="1559943" y="750461"/>
                  </a:lnTo>
                  <a:lnTo>
                    <a:pt x="1560611" y="748368"/>
                  </a:lnTo>
                  <a:lnTo>
                    <a:pt x="1561279" y="771395"/>
                  </a:lnTo>
                  <a:lnTo>
                    <a:pt x="1561947" y="881294"/>
                  </a:lnTo>
                  <a:lnTo>
                    <a:pt x="1562615" y="920021"/>
                  </a:lnTo>
                  <a:lnTo>
                    <a:pt x="1563283" y="835241"/>
                  </a:lnTo>
                  <a:lnTo>
                    <a:pt x="1563951" y="802794"/>
                  </a:lnTo>
                  <a:lnTo>
                    <a:pt x="1564619" y="737901"/>
                  </a:lnTo>
                  <a:lnTo>
                    <a:pt x="1565287" y="780814"/>
                  </a:lnTo>
                  <a:lnTo>
                    <a:pt x="1565956" y="826868"/>
                  </a:lnTo>
                  <a:lnTo>
                    <a:pt x="1566624" y="786048"/>
                  </a:lnTo>
                  <a:lnTo>
                    <a:pt x="1567292" y="768254"/>
                  </a:lnTo>
                  <a:lnTo>
                    <a:pt x="1567960" y="768254"/>
                  </a:lnTo>
                  <a:lnTo>
                    <a:pt x="1568628" y="1001632"/>
                  </a:lnTo>
                  <a:lnTo>
                    <a:pt x="1569296" y="1029639"/>
                  </a:lnTo>
                  <a:lnTo>
                    <a:pt x="1569964" y="1027712"/>
                  </a:lnTo>
                  <a:lnTo>
                    <a:pt x="1570632" y="1049061"/>
                  </a:lnTo>
                  <a:lnTo>
                    <a:pt x="1571300" y="1008650"/>
                  </a:lnTo>
                  <a:lnTo>
                    <a:pt x="1571968" y="932404"/>
                  </a:lnTo>
                  <a:lnTo>
                    <a:pt x="1572636" y="884369"/>
                  </a:lnTo>
                  <a:lnTo>
                    <a:pt x="1573304" y="898093"/>
                  </a:lnTo>
                  <a:lnTo>
                    <a:pt x="1573972" y="973577"/>
                  </a:lnTo>
                  <a:lnTo>
                    <a:pt x="1574640" y="1032287"/>
                  </a:lnTo>
                  <a:lnTo>
                    <a:pt x="1575308" y="1009413"/>
                  </a:lnTo>
                  <a:lnTo>
                    <a:pt x="1575976" y="1041436"/>
                  </a:lnTo>
                  <a:lnTo>
                    <a:pt x="1576644" y="1060498"/>
                  </a:lnTo>
                  <a:lnTo>
                    <a:pt x="1577312" y="1075747"/>
                  </a:lnTo>
                  <a:lnTo>
                    <a:pt x="1577980" y="1053636"/>
                  </a:lnTo>
                  <a:lnTo>
                    <a:pt x="1578648" y="1046145"/>
                  </a:lnTo>
                  <a:lnTo>
                    <a:pt x="1579316" y="1042993"/>
                  </a:lnTo>
                  <a:lnTo>
                    <a:pt x="1579984" y="871874"/>
                  </a:lnTo>
                  <a:lnTo>
                    <a:pt x="1580652" y="871874"/>
                  </a:lnTo>
                  <a:lnTo>
                    <a:pt x="1581320" y="953515"/>
                  </a:lnTo>
                  <a:lnTo>
                    <a:pt x="1581988" y="1045621"/>
                  </a:lnTo>
                  <a:lnTo>
                    <a:pt x="1582656" y="1132495"/>
                  </a:lnTo>
                  <a:lnTo>
                    <a:pt x="1583324" y="1236115"/>
                  </a:lnTo>
                  <a:lnTo>
                    <a:pt x="1583992" y="1229835"/>
                  </a:lnTo>
                  <a:lnTo>
                    <a:pt x="1584660" y="1261235"/>
                  </a:lnTo>
                  <a:lnTo>
                    <a:pt x="1585328" y="1312522"/>
                  </a:lnTo>
                  <a:lnTo>
                    <a:pt x="1585996" y="1328222"/>
                  </a:lnTo>
                  <a:lnTo>
                    <a:pt x="1586664" y="1364855"/>
                  </a:lnTo>
                  <a:lnTo>
                    <a:pt x="1587332" y="1377416"/>
                  </a:lnTo>
                  <a:lnTo>
                    <a:pt x="1588000" y="1419282"/>
                  </a:lnTo>
                  <a:lnTo>
                    <a:pt x="1588668" y="1441262"/>
                  </a:lnTo>
                  <a:lnTo>
                    <a:pt x="1589336" y="1399395"/>
                  </a:lnTo>
                  <a:lnTo>
                    <a:pt x="1590004" y="1425562"/>
                  </a:lnTo>
                  <a:lnTo>
                    <a:pt x="1590673" y="1462196"/>
                  </a:lnTo>
                  <a:lnTo>
                    <a:pt x="1591341" y="1472662"/>
                  </a:lnTo>
                  <a:lnTo>
                    <a:pt x="1592009" y="1488362"/>
                  </a:lnTo>
                  <a:lnTo>
                    <a:pt x="1592677" y="1448589"/>
                  </a:lnTo>
                  <a:lnTo>
                    <a:pt x="1593345" y="1386835"/>
                  </a:lnTo>
                  <a:lnTo>
                    <a:pt x="1594013" y="1370089"/>
                  </a:lnTo>
                  <a:lnTo>
                    <a:pt x="1594681" y="1417552"/>
                  </a:lnTo>
                  <a:lnTo>
                    <a:pt x="1595349" y="1345440"/>
                  </a:lnTo>
                  <a:lnTo>
                    <a:pt x="1596017" y="1360300"/>
                  </a:lnTo>
                  <a:lnTo>
                    <a:pt x="1596685" y="1338164"/>
                  </a:lnTo>
                  <a:lnTo>
                    <a:pt x="1597353" y="1257192"/>
                  </a:lnTo>
                  <a:lnTo>
                    <a:pt x="1598021" y="1240303"/>
                  </a:lnTo>
                  <a:lnTo>
                    <a:pt x="1598689" y="1221184"/>
                  </a:lnTo>
                  <a:lnTo>
                    <a:pt x="1599357" y="1164750"/>
                  </a:lnTo>
                  <a:lnTo>
                    <a:pt x="1600025" y="1187457"/>
                  </a:lnTo>
                  <a:lnTo>
                    <a:pt x="1600693" y="1137020"/>
                  </a:lnTo>
                  <a:lnTo>
                    <a:pt x="1601361" y="1113741"/>
                  </a:lnTo>
                  <a:lnTo>
                    <a:pt x="1602029" y="1153850"/>
                  </a:lnTo>
                  <a:lnTo>
                    <a:pt x="1602697" y="1152354"/>
                  </a:lnTo>
                  <a:lnTo>
                    <a:pt x="1603365" y="1150260"/>
                  </a:lnTo>
                  <a:lnTo>
                    <a:pt x="1604033" y="1131116"/>
                  </a:lnTo>
                  <a:lnTo>
                    <a:pt x="1604701" y="1133210"/>
                  </a:lnTo>
                  <a:lnTo>
                    <a:pt x="1605369" y="1160131"/>
                  </a:lnTo>
                  <a:lnTo>
                    <a:pt x="1606037" y="1130554"/>
                  </a:lnTo>
                  <a:lnTo>
                    <a:pt x="1606705" y="1180344"/>
                  </a:lnTo>
                  <a:lnTo>
                    <a:pt x="1607373" y="1206017"/>
                  </a:lnTo>
                  <a:lnTo>
                    <a:pt x="1608041" y="1241431"/>
                  </a:lnTo>
                  <a:lnTo>
                    <a:pt x="1608709" y="1201334"/>
                  </a:lnTo>
                  <a:lnTo>
                    <a:pt x="1609377" y="1247722"/>
                  </a:lnTo>
                  <a:lnTo>
                    <a:pt x="1610045" y="1199936"/>
                  </a:lnTo>
                  <a:lnTo>
                    <a:pt x="1610713" y="1284888"/>
                  </a:lnTo>
                  <a:lnTo>
                    <a:pt x="1611381" y="1346314"/>
                  </a:lnTo>
                  <a:lnTo>
                    <a:pt x="1612049" y="1232053"/>
                  </a:lnTo>
                  <a:lnTo>
                    <a:pt x="1612717" y="1222894"/>
                  </a:lnTo>
                  <a:lnTo>
                    <a:pt x="1613385" y="1083302"/>
                  </a:lnTo>
                  <a:lnTo>
                    <a:pt x="1614053" y="1186922"/>
                  </a:lnTo>
                  <a:lnTo>
                    <a:pt x="1614721" y="1369296"/>
                  </a:lnTo>
                  <a:lnTo>
                    <a:pt x="1615390" y="1371584"/>
                  </a:lnTo>
                  <a:lnTo>
                    <a:pt x="1616058" y="1486738"/>
                  </a:lnTo>
                  <a:lnTo>
                    <a:pt x="1616726" y="1494233"/>
                  </a:lnTo>
                  <a:lnTo>
                    <a:pt x="1617394" y="1463893"/>
                  </a:lnTo>
                  <a:lnTo>
                    <a:pt x="1618062" y="1439014"/>
                  </a:lnTo>
                  <a:lnTo>
                    <a:pt x="1618730" y="1414135"/>
                  </a:lnTo>
                  <a:lnTo>
                    <a:pt x="1619398" y="1412922"/>
                  </a:lnTo>
                  <a:lnTo>
                    <a:pt x="1620066" y="1426878"/>
                  </a:lnTo>
                  <a:lnTo>
                    <a:pt x="1620734" y="1437194"/>
                  </a:lnTo>
                  <a:lnTo>
                    <a:pt x="1621402" y="1422024"/>
                  </a:lnTo>
                  <a:lnTo>
                    <a:pt x="1622070" y="1431732"/>
                  </a:lnTo>
                  <a:lnTo>
                    <a:pt x="1622738" y="1452364"/>
                  </a:lnTo>
                  <a:lnTo>
                    <a:pt x="1623406" y="1418990"/>
                  </a:lnTo>
                  <a:lnTo>
                    <a:pt x="1624074" y="1381368"/>
                  </a:lnTo>
                  <a:lnTo>
                    <a:pt x="1624742" y="1300675"/>
                  </a:lnTo>
                  <a:lnTo>
                    <a:pt x="1625410" y="1304867"/>
                  </a:lnTo>
                  <a:lnTo>
                    <a:pt x="1626078" y="1278101"/>
                  </a:lnTo>
                  <a:lnTo>
                    <a:pt x="1626746" y="1147148"/>
                  </a:lnTo>
                  <a:lnTo>
                    <a:pt x="1627414" y="1213088"/>
                  </a:lnTo>
                  <a:lnTo>
                    <a:pt x="1628082" y="1303102"/>
                  </a:lnTo>
                  <a:lnTo>
                    <a:pt x="1628750" y="1339735"/>
                  </a:lnTo>
                  <a:lnTo>
                    <a:pt x="1629418" y="1354389"/>
                  </a:lnTo>
                  <a:lnTo>
                    <a:pt x="1630086" y="1334502"/>
                  </a:lnTo>
                  <a:lnTo>
                    <a:pt x="1630754" y="1303102"/>
                  </a:lnTo>
                  <a:lnTo>
                    <a:pt x="1631422" y="1335549"/>
                  </a:lnTo>
                  <a:lnTo>
                    <a:pt x="1632090" y="1354389"/>
                  </a:lnTo>
                  <a:lnTo>
                    <a:pt x="1632758" y="1334502"/>
                  </a:lnTo>
                  <a:lnTo>
                    <a:pt x="1633426" y="1380556"/>
                  </a:lnTo>
                  <a:lnTo>
                    <a:pt x="1634094" y="1438122"/>
                  </a:lnTo>
                  <a:lnTo>
                    <a:pt x="1634762" y="1424516"/>
                  </a:lnTo>
                  <a:lnTo>
                    <a:pt x="1635430" y="1397302"/>
                  </a:lnTo>
                  <a:lnTo>
                    <a:pt x="1636098" y="1396256"/>
                  </a:lnTo>
                  <a:lnTo>
                    <a:pt x="1636766" y="1396256"/>
                  </a:lnTo>
                  <a:lnTo>
                    <a:pt x="1637434" y="1396256"/>
                  </a:lnTo>
                  <a:lnTo>
                    <a:pt x="1638102" y="1372182"/>
                  </a:lnTo>
                  <a:lnTo>
                    <a:pt x="1638770" y="1340782"/>
                  </a:lnTo>
                  <a:lnTo>
                    <a:pt x="1639438" y="1374019"/>
                  </a:lnTo>
                  <a:lnTo>
                    <a:pt x="1640107" y="1330514"/>
                  </a:lnTo>
                  <a:lnTo>
                    <a:pt x="1640775" y="1271901"/>
                  </a:lnTo>
                  <a:lnTo>
                    <a:pt x="1641443" y="1196979"/>
                  </a:lnTo>
                  <a:lnTo>
                    <a:pt x="1642111" y="1156569"/>
                  </a:lnTo>
                  <a:lnTo>
                    <a:pt x="1642779" y="1178680"/>
                  </a:lnTo>
                  <a:lnTo>
                    <a:pt x="1643447" y="1186305"/>
                  </a:lnTo>
                  <a:lnTo>
                    <a:pt x="1644115" y="1168768"/>
                  </a:lnTo>
                  <a:lnTo>
                    <a:pt x="1644783" y="1178680"/>
                  </a:lnTo>
                  <a:lnTo>
                    <a:pt x="1645451" y="1200029"/>
                  </a:lnTo>
                  <a:lnTo>
                    <a:pt x="1646119" y="1214516"/>
                  </a:lnTo>
                  <a:lnTo>
                    <a:pt x="1646787" y="1211466"/>
                  </a:lnTo>
                  <a:lnTo>
                    <a:pt x="1647455" y="1140557"/>
                  </a:lnTo>
                  <a:lnTo>
                    <a:pt x="1648123" y="1073460"/>
                  </a:lnTo>
                  <a:lnTo>
                    <a:pt x="1648791" y="1052111"/>
                  </a:lnTo>
                  <a:lnTo>
                    <a:pt x="1649459" y="1031172"/>
                  </a:lnTo>
                  <a:lnTo>
                    <a:pt x="1650127" y="1063427"/>
                  </a:lnTo>
                  <a:lnTo>
                    <a:pt x="1650795" y="1128222"/>
                  </a:lnTo>
                  <a:lnTo>
                    <a:pt x="1651463" y="1003755"/>
                  </a:lnTo>
                  <a:lnTo>
                    <a:pt x="1652131" y="1017361"/>
                  </a:lnTo>
                  <a:lnTo>
                    <a:pt x="1652799" y="996428"/>
                  </a:lnTo>
                  <a:lnTo>
                    <a:pt x="1653467" y="969215"/>
                  </a:lnTo>
                  <a:lnTo>
                    <a:pt x="1654135" y="982821"/>
                  </a:lnTo>
                  <a:lnTo>
                    <a:pt x="1654803" y="977588"/>
                  </a:lnTo>
                  <a:lnTo>
                    <a:pt x="1655471" y="956655"/>
                  </a:lnTo>
                  <a:lnTo>
                    <a:pt x="1656139" y="918975"/>
                  </a:lnTo>
                  <a:lnTo>
                    <a:pt x="1656807" y="907461"/>
                  </a:lnTo>
                  <a:lnTo>
                    <a:pt x="1657475" y="977588"/>
                  </a:lnTo>
                  <a:lnTo>
                    <a:pt x="1658143" y="1063415"/>
                  </a:lnTo>
                  <a:lnTo>
                    <a:pt x="1658811" y="1150288"/>
                  </a:lnTo>
                  <a:lnTo>
                    <a:pt x="1659479" y="1261235"/>
                  </a:lnTo>
                  <a:lnTo>
                    <a:pt x="1660147" y="1266469"/>
                  </a:lnTo>
                  <a:lnTo>
                    <a:pt x="1660815" y="1257049"/>
                  </a:lnTo>
                  <a:lnTo>
                    <a:pt x="1661483" y="1274842"/>
                  </a:lnTo>
                  <a:lnTo>
                    <a:pt x="1662151" y="1331362"/>
                  </a:lnTo>
                  <a:lnTo>
                    <a:pt x="1662819" y="1356482"/>
                  </a:lnTo>
                  <a:lnTo>
                    <a:pt x="1663487" y="1394162"/>
                  </a:lnTo>
                  <a:lnTo>
                    <a:pt x="1664156" y="1411956"/>
                  </a:lnTo>
                  <a:lnTo>
                    <a:pt x="1664824" y="1481232"/>
                  </a:lnTo>
                  <a:lnTo>
                    <a:pt x="1665492" y="1484482"/>
                  </a:lnTo>
                  <a:lnTo>
                    <a:pt x="1666160" y="1498916"/>
                  </a:lnTo>
                  <a:lnTo>
                    <a:pt x="1666828" y="1537746"/>
                  </a:lnTo>
                  <a:lnTo>
                    <a:pt x="1667496" y="1528145"/>
                  </a:lnTo>
                  <a:lnTo>
                    <a:pt x="1668164" y="1514257"/>
                  </a:lnTo>
                  <a:lnTo>
                    <a:pt x="1668832" y="1496660"/>
                  </a:lnTo>
                  <a:lnTo>
                    <a:pt x="1669500" y="1525616"/>
                  </a:lnTo>
                  <a:lnTo>
                    <a:pt x="1670168" y="1547839"/>
                  </a:lnTo>
                  <a:lnTo>
                    <a:pt x="1670836" y="1552099"/>
                  </a:lnTo>
                  <a:lnTo>
                    <a:pt x="1671504" y="1564880"/>
                  </a:lnTo>
                  <a:lnTo>
                    <a:pt x="1672172" y="1556833"/>
                  </a:lnTo>
                  <a:lnTo>
                    <a:pt x="1672840" y="1549732"/>
                  </a:lnTo>
                  <a:lnTo>
                    <a:pt x="1673508" y="1542632"/>
                  </a:lnTo>
                  <a:lnTo>
                    <a:pt x="1674176" y="1538372"/>
                  </a:lnTo>
                  <a:lnTo>
                    <a:pt x="1674844" y="1534111"/>
                  </a:lnTo>
                  <a:lnTo>
                    <a:pt x="1675512" y="1470816"/>
                  </a:lnTo>
                  <a:lnTo>
                    <a:pt x="1676180" y="1469790"/>
                  </a:lnTo>
                  <a:lnTo>
                    <a:pt x="1676848" y="1481570"/>
                  </a:lnTo>
                  <a:lnTo>
                    <a:pt x="1677516" y="1488228"/>
                  </a:lnTo>
                  <a:lnTo>
                    <a:pt x="1678184" y="1439014"/>
                  </a:lnTo>
                  <a:lnTo>
                    <a:pt x="1678852" y="1448116"/>
                  </a:lnTo>
                  <a:lnTo>
                    <a:pt x="1679520" y="1471135"/>
                  </a:lnTo>
                  <a:lnTo>
                    <a:pt x="1680188" y="1350648"/>
                  </a:lnTo>
                  <a:lnTo>
                    <a:pt x="1680856" y="1196342"/>
                  </a:lnTo>
                  <a:lnTo>
                    <a:pt x="1681524" y="1155522"/>
                  </a:lnTo>
                  <a:lnTo>
                    <a:pt x="1682192" y="1146102"/>
                  </a:lnTo>
                  <a:lnTo>
                    <a:pt x="1682860" y="1156568"/>
                  </a:lnTo>
                  <a:lnTo>
                    <a:pt x="1683528" y="1071788"/>
                  </a:lnTo>
                  <a:lnTo>
                    <a:pt x="1684196" y="1223849"/>
                  </a:lnTo>
                  <a:lnTo>
                    <a:pt x="1684864" y="1217395"/>
                  </a:lnTo>
                  <a:lnTo>
                    <a:pt x="1685532" y="1252639"/>
                  </a:lnTo>
                  <a:lnTo>
                    <a:pt x="1686200" y="1367917"/>
                  </a:lnTo>
                  <a:lnTo>
                    <a:pt x="1686868" y="1357097"/>
                  </a:lnTo>
                  <a:lnTo>
                    <a:pt x="1687536" y="1343140"/>
                  </a:lnTo>
                  <a:lnTo>
                    <a:pt x="1688204" y="1343140"/>
                  </a:lnTo>
                  <a:lnTo>
                    <a:pt x="1688873" y="1339500"/>
                  </a:lnTo>
                  <a:lnTo>
                    <a:pt x="1689541" y="1329184"/>
                  </a:lnTo>
                  <a:lnTo>
                    <a:pt x="1690209" y="1326757"/>
                  </a:lnTo>
                  <a:lnTo>
                    <a:pt x="1690877" y="1307946"/>
                  </a:lnTo>
                  <a:lnTo>
                    <a:pt x="1691545" y="1281854"/>
                  </a:lnTo>
                  <a:lnTo>
                    <a:pt x="1692213" y="1270931"/>
                  </a:lnTo>
                  <a:lnTo>
                    <a:pt x="1692881" y="1246053"/>
                  </a:lnTo>
                  <a:lnTo>
                    <a:pt x="1693549" y="1281247"/>
                  </a:lnTo>
                  <a:lnTo>
                    <a:pt x="1694217" y="1238295"/>
                  </a:lnTo>
                  <a:lnTo>
                    <a:pt x="1694885" y="1228694"/>
                  </a:lnTo>
                  <a:lnTo>
                    <a:pt x="1695553" y="1213244"/>
                  </a:lnTo>
                  <a:lnTo>
                    <a:pt x="1696221" y="1060305"/>
                  </a:lnTo>
                  <a:lnTo>
                    <a:pt x="1696889" y="1028077"/>
                  </a:lnTo>
                  <a:lnTo>
                    <a:pt x="1697557" y="1036099"/>
                  </a:lnTo>
                  <a:lnTo>
                    <a:pt x="1698225" y="996451"/>
                  </a:lnTo>
                  <a:lnTo>
                    <a:pt x="1698893" y="959853"/>
                  </a:lnTo>
                  <a:lnTo>
                    <a:pt x="1699561" y="936216"/>
                  </a:lnTo>
                  <a:lnTo>
                    <a:pt x="1700229" y="930116"/>
                  </a:lnTo>
                  <a:lnTo>
                    <a:pt x="1700897" y="947653"/>
                  </a:lnTo>
                  <a:lnTo>
                    <a:pt x="1701565" y="978152"/>
                  </a:lnTo>
                  <a:lnTo>
                    <a:pt x="1702233" y="1002551"/>
                  </a:lnTo>
                  <a:lnTo>
                    <a:pt x="1702901" y="1031524"/>
                  </a:lnTo>
                  <a:lnTo>
                    <a:pt x="1703569" y="1049824"/>
                  </a:lnTo>
                  <a:lnTo>
                    <a:pt x="1704237" y="1094047"/>
                  </a:lnTo>
                  <a:lnTo>
                    <a:pt x="1704905" y="1101919"/>
                  </a:lnTo>
                  <a:lnTo>
                    <a:pt x="1705573" y="1119201"/>
                  </a:lnTo>
                  <a:lnTo>
                    <a:pt x="1706241" y="1149838"/>
                  </a:lnTo>
                  <a:lnTo>
                    <a:pt x="1706909" y="1151547"/>
                  </a:lnTo>
                  <a:lnTo>
                    <a:pt x="1707577" y="1034108"/>
                  </a:lnTo>
                  <a:lnTo>
                    <a:pt x="1708245" y="1127262"/>
                  </a:lnTo>
                  <a:lnTo>
                    <a:pt x="1708913" y="1190062"/>
                  </a:lnTo>
                  <a:lnTo>
                    <a:pt x="1709581" y="1239255"/>
                  </a:lnTo>
                  <a:lnTo>
                    <a:pt x="1710249" y="1266469"/>
                  </a:lnTo>
                  <a:lnTo>
                    <a:pt x="1710917" y="1314615"/>
                  </a:lnTo>
                  <a:lnTo>
                    <a:pt x="1711585" y="1349155"/>
                  </a:lnTo>
                  <a:lnTo>
                    <a:pt x="1712253" y="1318802"/>
                  </a:lnTo>
                  <a:lnTo>
                    <a:pt x="1712921" y="1325082"/>
                  </a:lnTo>
                  <a:lnTo>
                    <a:pt x="1713590" y="1319849"/>
                  </a:lnTo>
                  <a:lnTo>
                    <a:pt x="1714258" y="1361715"/>
                  </a:lnTo>
                  <a:lnTo>
                    <a:pt x="1714926" y="1386835"/>
                  </a:lnTo>
                  <a:lnTo>
                    <a:pt x="1715594" y="1370089"/>
                  </a:lnTo>
                  <a:lnTo>
                    <a:pt x="1716262" y="1357529"/>
                  </a:lnTo>
                  <a:lnTo>
                    <a:pt x="1716930" y="1369042"/>
                  </a:lnTo>
                  <a:lnTo>
                    <a:pt x="1717598" y="1298915"/>
                  </a:lnTo>
                  <a:lnTo>
                    <a:pt x="1718266" y="1285309"/>
                  </a:lnTo>
                  <a:lnTo>
                    <a:pt x="1718934" y="1264375"/>
                  </a:lnTo>
                  <a:lnTo>
                    <a:pt x="1719602" y="1249722"/>
                  </a:lnTo>
                  <a:lnTo>
                    <a:pt x="1720270" y="1246582"/>
                  </a:lnTo>
                  <a:lnTo>
                    <a:pt x="1720938" y="1216228"/>
                  </a:lnTo>
                  <a:lnTo>
                    <a:pt x="1721606" y="1180642"/>
                  </a:lnTo>
                  <a:lnTo>
                    <a:pt x="1722274" y="1314018"/>
                  </a:lnTo>
                  <a:lnTo>
                    <a:pt x="1722942" y="1312447"/>
                  </a:lnTo>
                  <a:lnTo>
                    <a:pt x="1723610" y="1343199"/>
                  </a:lnTo>
                  <a:lnTo>
                    <a:pt x="1724278" y="1326598"/>
                  </a:lnTo>
                  <a:lnTo>
                    <a:pt x="1724946" y="1279326"/>
                  </a:lnTo>
                  <a:lnTo>
                    <a:pt x="1725614" y="1286950"/>
                  </a:lnTo>
                  <a:lnTo>
                    <a:pt x="1726282" y="1299150"/>
                  </a:lnTo>
                  <a:lnTo>
                    <a:pt x="1726950" y="1310587"/>
                  </a:lnTo>
                  <a:lnTo>
                    <a:pt x="1727618" y="1352522"/>
                  </a:lnTo>
                  <a:lnTo>
                    <a:pt x="1728286" y="1345660"/>
                  </a:lnTo>
                  <a:lnTo>
                    <a:pt x="1728954" y="1369296"/>
                  </a:lnTo>
                  <a:lnTo>
                    <a:pt x="1729622" y="1350997"/>
                  </a:lnTo>
                  <a:lnTo>
                    <a:pt x="1730290" y="1331173"/>
                  </a:lnTo>
                  <a:lnTo>
                    <a:pt x="1730958" y="1285425"/>
                  </a:lnTo>
                  <a:lnTo>
                    <a:pt x="1731626" y="1263314"/>
                  </a:lnTo>
                  <a:lnTo>
                    <a:pt x="1732294" y="1224465"/>
                  </a:lnTo>
                  <a:lnTo>
                    <a:pt x="1732962" y="1172619"/>
                  </a:lnTo>
                  <a:lnTo>
                    <a:pt x="1733630" y="1147614"/>
                  </a:lnTo>
                  <a:lnTo>
                    <a:pt x="1734298" y="991195"/>
                  </a:lnTo>
                  <a:lnTo>
                    <a:pt x="1734966" y="1080162"/>
                  </a:lnTo>
                  <a:lnTo>
                    <a:pt x="1735634" y="1051901"/>
                  </a:lnTo>
                  <a:lnTo>
                    <a:pt x="1736302" y="1000615"/>
                  </a:lnTo>
                  <a:lnTo>
                    <a:pt x="1736970" y="984915"/>
                  </a:lnTo>
                  <a:lnTo>
                    <a:pt x="1737638" y="947234"/>
                  </a:lnTo>
                  <a:lnTo>
                    <a:pt x="1738307" y="923161"/>
                  </a:lnTo>
                  <a:lnTo>
                    <a:pt x="1738975" y="870828"/>
                  </a:lnTo>
                  <a:lnTo>
                    <a:pt x="1739643" y="844661"/>
                  </a:lnTo>
                  <a:lnTo>
                    <a:pt x="1740311" y="841521"/>
                  </a:lnTo>
                  <a:lnTo>
                    <a:pt x="1740979" y="900135"/>
                  </a:lnTo>
                  <a:lnTo>
                    <a:pt x="1741647" y="968168"/>
                  </a:lnTo>
                  <a:lnTo>
                    <a:pt x="1742315" y="1016315"/>
                  </a:lnTo>
                  <a:lnTo>
                    <a:pt x="1742983" y="1068648"/>
                  </a:lnTo>
                  <a:lnTo>
                    <a:pt x="1743651" y="1208778"/>
                  </a:lnTo>
                  <a:lnTo>
                    <a:pt x="1744319" y="1214516"/>
                  </a:lnTo>
                  <a:lnTo>
                    <a:pt x="1744987" y="1196979"/>
                  </a:lnTo>
                  <a:lnTo>
                    <a:pt x="1745655" y="1342113"/>
                  </a:lnTo>
                  <a:lnTo>
                    <a:pt x="1746323" y="1356490"/>
                  </a:lnTo>
                  <a:lnTo>
                    <a:pt x="1746991" y="1326150"/>
                  </a:lnTo>
                  <a:lnTo>
                    <a:pt x="1747659" y="1326757"/>
                  </a:lnTo>
                  <a:lnTo>
                    <a:pt x="1748327" y="1352242"/>
                  </a:lnTo>
                  <a:lnTo>
                    <a:pt x="1748995" y="1374087"/>
                  </a:lnTo>
                  <a:lnTo>
                    <a:pt x="1749663" y="1401393"/>
                  </a:lnTo>
                  <a:lnTo>
                    <a:pt x="1750331" y="1394718"/>
                  </a:lnTo>
                  <a:lnTo>
                    <a:pt x="1750999" y="1445718"/>
                  </a:lnTo>
                  <a:lnTo>
                    <a:pt x="1751667" y="1427793"/>
                  </a:lnTo>
                  <a:lnTo>
                    <a:pt x="1752335" y="1428073"/>
                  </a:lnTo>
                  <a:lnTo>
                    <a:pt x="1753003" y="1410351"/>
                  </a:lnTo>
                  <a:lnTo>
                    <a:pt x="1753671" y="1422159"/>
                  </a:lnTo>
                  <a:lnTo>
                    <a:pt x="1754339" y="1337072"/>
                  </a:lnTo>
                  <a:lnTo>
                    <a:pt x="1755007" y="1334645"/>
                  </a:lnTo>
                  <a:lnTo>
                    <a:pt x="1755675" y="1340984"/>
                  </a:lnTo>
                  <a:lnTo>
                    <a:pt x="1756343" y="1266364"/>
                  </a:lnTo>
                  <a:lnTo>
                    <a:pt x="1757011" y="1324311"/>
                  </a:lnTo>
                  <a:lnTo>
                    <a:pt x="1757679" y="1360147"/>
                  </a:lnTo>
                  <a:lnTo>
                    <a:pt x="1758347" y="1367009"/>
                  </a:lnTo>
                  <a:lnTo>
                    <a:pt x="1759015" y="1379971"/>
                  </a:lnTo>
                  <a:lnTo>
                    <a:pt x="1759683" y="1395983"/>
                  </a:lnTo>
                  <a:lnTo>
                    <a:pt x="1760351" y="1439797"/>
                  </a:lnTo>
                  <a:lnTo>
                    <a:pt x="1761019" y="1474270"/>
                  </a:lnTo>
                  <a:lnTo>
                    <a:pt x="1761687" y="1497970"/>
                  </a:lnTo>
                  <a:lnTo>
                    <a:pt x="1762356" y="1453822"/>
                  </a:lnTo>
                  <a:lnTo>
                    <a:pt x="1763024" y="1521856"/>
                  </a:lnTo>
                  <a:lnTo>
                    <a:pt x="1763692" y="1555349"/>
                  </a:lnTo>
                  <a:lnTo>
                    <a:pt x="1764360" y="1619196"/>
                  </a:lnTo>
                  <a:lnTo>
                    <a:pt x="1765028" y="1647456"/>
                  </a:lnTo>
                  <a:lnTo>
                    <a:pt x="1765696" y="1662109"/>
                  </a:lnTo>
                  <a:lnTo>
                    <a:pt x="1766364" y="1668389"/>
                  </a:lnTo>
                  <a:lnTo>
                    <a:pt x="1767032" y="1668389"/>
                  </a:lnTo>
                  <a:lnTo>
                    <a:pt x="1767700" y="1668389"/>
                  </a:lnTo>
                  <a:lnTo>
                    <a:pt x="1768368" y="1656876"/>
                  </a:lnTo>
                  <a:lnTo>
                    <a:pt x="1769036" y="1647456"/>
                  </a:lnTo>
                  <a:lnTo>
                    <a:pt x="1769704" y="1647456"/>
                  </a:lnTo>
                  <a:lnTo>
                    <a:pt x="1770372" y="1642223"/>
                  </a:lnTo>
                  <a:lnTo>
                    <a:pt x="1771040" y="1626523"/>
                  </a:lnTo>
                  <a:lnTo>
                    <a:pt x="1771708" y="1623383"/>
                  </a:lnTo>
                  <a:lnTo>
                    <a:pt x="1772376" y="1588843"/>
                  </a:lnTo>
                  <a:lnTo>
                    <a:pt x="1773044" y="1559536"/>
                  </a:lnTo>
                  <a:lnTo>
                    <a:pt x="1773712" y="1523949"/>
                  </a:lnTo>
                  <a:lnTo>
                    <a:pt x="1774380" y="1521856"/>
                  </a:lnTo>
                  <a:lnTo>
                    <a:pt x="1775048" y="1518716"/>
                  </a:lnTo>
                  <a:lnTo>
                    <a:pt x="1775716" y="1500922"/>
                  </a:lnTo>
                  <a:lnTo>
                    <a:pt x="1776384" y="1486269"/>
                  </a:lnTo>
                  <a:lnTo>
                    <a:pt x="1777052" y="1479989"/>
                  </a:lnTo>
                  <a:lnTo>
                    <a:pt x="1777720" y="1442309"/>
                  </a:lnTo>
                  <a:lnTo>
                    <a:pt x="1778388" y="1392069"/>
                  </a:lnTo>
                  <a:lnTo>
                    <a:pt x="1779056" y="1387882"/>
                  </a:lnTo>
                  <a:lnTo>
                    <a:pt x="1779724" y="1375322"/>
                  </a:lnTo>
                  <a:lnTo>
                    <a:pt x="1780392" y="1363809"/>
                  </a:lnTo>
                  <a:lnTo>
                    <a:pt x="1781060" y="1357529"/>
                  </a:lnTo>
                  <a:lnTo>
                    <a:pt x="1781728" y="1340782"/>
                  </a:lnTo>
                  <a:lnTo>
                    <a:pt x="1782396" y="1336595"/>
                  </a:lnTo>
                  <a:lnTo>
                    <a:pt x="1783064" y="1358575"/>
                  </a:lnTo>
                  <a:lnTo>
                    <a:pt x="1783732" y="1379509"/>
                  </a:lnTo>
                  <a:lnTo>
                    <a:pt x="1784400" y="1375322"/>
                  </a:lnTo>
                  <a:lnTo>
                    <a:pt x="1785068" y="1361715"/>
                  </a:lnTo>
                  <a:lnTo>
                    <a:pt x="1785736" y="1344969"/>
                  </a:lnTo>
                  <a:lnTo>
                    <a:pt x="1786404" y="1335549"/>
                  </a:lnTo>
                  <a:lnTo>
                    <a:pt x="1787073" y="1329269"/>
                  </a:lnTo>
                  <a:lnTo>
                    <a:pt x="1787741" y="1350202"/>
                  </a:lnTo>
                  <a:lnTo>
                    <a:pt x="1788409" y="1411956"/>
                  </a:lnTo>
                  <a:lnTo>
                    <a:pt x="1789077" y="1425562"/>
                  </a:lnTo>
                  <a:lnTo>
                    <a:pt x="1789745" y="1421376"/>
                  </a:lnTo>
                  <a:lnTo>
                    <a:pt x="1790413" y="1433936"/>
                  </a:lnTo>
                  <a:lnTo>
                    <a:pt x="1791081" y="1455916"/>
                  </a:lnTo>
                  <a:lnTo>
                    <a:pt x="1791749" y="1475802"/>
                  </a:lnTo>
                  <a:lnTo>
                    <a:pt x="1792417" y="1514529"/>
                  </a:lnTo>
                  <a:lnTo>
                    <a:pt x="1793085" y="1521856"/>
                  </a:lnTo>
                  <a:lnTo>
                    <a:pt x="1793753" y="1536509"/>
                  </a:lnTo>
                  <a:lnTo>
                    <a:pt x="1794421" y="1542789"/>
                  </a:lnTo>
                  <a:lnTo>
                    <a:pt x="1795089" y="1618026"/>
                  </a:lnTo>
                  <a:lnTo>
                    <a:pt x="1795757" y="1643949"/>
                  </a:lnTo>
                  <a:lnTo>
                    <a:pt x="1796425" y="1665895"/>
                  </a:lnTo>
                  <a:lnTo>
                    <a:pt x="1797093" y="1668810"/>
                  </a:lnTo>
                  <a:lnTo>
                    <a:pt x="1797761" y="1668810"/>
                  </a:lnTo>
                  <a:lnTo>
                    <a:pt x="1798429" y="1668810"/>
                  </a:lnTo>
                  <a:lnTo>
                    <a:pt x="1799097" y="1668810"/>
                  </a:lnTo>
                  <a:lnTo>
                    <a:pt x="1799765" y="1668810"/>
                  </a:lnTo>
                  <a:lnTo>
                    <a:pt x="1800433" y="1668810"/>
                  </a:lnTo>
                  <a:lnTo>
                    <a:pt x="1801101" y="1668810"/>
                  </a:lnTo>
                  <a:lnTo>
                    <a:pt x="1801769" y="1668810"/>
                  </a:lnTo>
                  <a:lnTo>
                    <a:pt x="1802437" y="1668810"/>
                  </a:lnTo>
                  <a:lnTo>
                    <a:pt x="1803105" y="1662567"/>
                  </a:lnTo>
                  <a:lnTo>
                    <a:pt x="1803773" y="1648359"/>
                  </a:lnTo>
                  <a:lnTo>
                    <a:pt x="1804441" y="1648359"/>
                  </a:lnTo>
                  <a:lnTo>
                    <a:pt x="1805109" y="1646365"/>
                  </a:lnTo>
                  <a:lnTo>
                    <a:pt x="1805777" y="1631979"/>
                  </a:lnTo>
                  <a:lnTo>
                    <a:pt x="1806445" y="1595749"/>
                  </a:lnTo>
                  <a:lnTo>
                    <a:pt x="1807113" y="1582024"/>
                  </a:lnTo>
                  <a:lnTo>
                    <a:pt x="1807781" y="1561438"/>
                  </a:lnTo>
                  <a:lnTo>
                    <a:pt x="1808449" y="1557625"/>
                  </a:lnTo>
                  <a:lnTo>
                    <a:pt x="1809117" y="1589607"/>
                  </a:lnTo>
                  <a:lnTo>
                    <a:pt x="1809785" y="1580954"/>
                  </a:lnTo>
                  <a:lnTo>
                    <a:pt x="1810453" y="1570689"/>
                  </a:lnTo>
                  <a:lnTo>
                    <a:pt x="1811121" y="1563407"/>
                  </a:lnTo>
                  <a:lnTo>
                    <a:pt x="1811790" y="1544596"/>
                  </a:lnTo>
                  <a:lnTo>
                    <a:pt x="1812458" y="1534888"/>
                  </a:lnTo>
                  <a:lnTo>
                    <a:pt x="1813126" y="1508796"/>
                  </a:lnTo>
                  <a:lnTo>
                    <a:pt x="1813794" y="1462679"/>
                  </a:lnTo>
                  <a:lnTo>
                    <a:pt x="1814462" y="1462108"/>
                  </a:lnTo>
                  <a:lnTo>
                    <a:pt x="1815130" y="1412428"/>
                  </a:lnTo>
                  <a:lnTo>
                    <a:pt x="1815798" y="1372479"/>
                  </a:lnTo>
                  <a:lnTo>
                    <a:pt x="1816466" y="1323824"/>
                  </a:lnTo>
                  <a:lnTo>
                    <a:pt x="1817134" y="1278996"/>
                  </a:lnTo>
                  <a:lnTo>
                    <a:pt x="1817802" y="1244073"/>
                  </a:lnTo>
                  <a:lnTo>
                    <a:pt x="1818470" y="1252934"/>
                  </a:lnTo>
                  <a:lnTo>
                    <a:pt x="1819138" y="1275680"/>
                  </a:lnTo>
                  <a:lnTo>
                    <a:pt x="1819806" y="1289508"/>
                  </a:lnTo>
                  <a:lnTo>
                    <a:pt x="1820474" y="1204184"/>
                  </a:lnTo>
                  <a:lnTo>
                    <a:pt x="1821142" y="1211466"/>
                  </a:lnTo>
                  <a:lnTo>
                    <a:pt x="1821810" y="1239496"/>
                  </a:lnTo>
                  <a:lnTo>
                    <a:pt x="1822478" y="1274302"/>
                  </a:lnTo>
                  <a:lnTo>
                    <a:pt x="1823146" y="1168768"/>
                  </a:lnTo>
                  <a:lnTo>
                    <a:pt x="1823814" y="1234340"/>
                  </a:lnTo>
                  <a:lnTo>
                    <a:pt x="1824482" y="1297521"/>
                  </a:lnTo>
                  <a:lnTo>
                    <a:pt x="1825150" y="1378433"/>
                  </a:lnTo>
                  <a:lnTo>
                    <a:pt x="1825818" y="1450704"/>
                  </a:lnTo>
                  <a:lnTo>
                    <a:pt x="1826486" y="1512762"/>
                  </a:lnTo>
                  <a:lnTo>
                    <a:pt x="1827154" y="1578749"/>
                  </a:lnTo>
                  <a:lnTo>
                    <a:pt x="1827822" y="1656746"/>
                  </a:lnTo>
                  <a:lnTo>
                    <a:pt x="1828490" y="1656746"/>
                  </a:lnTo>
                  <a:lnTo>
                    <a:pt x="1829158" y="1656746"/>
                  </a:lnTo>
                  <a:lnTo>
                    <a:pt x="1829826" y="1656746"/>
                  </a:lnTo>
                  <a:lnTo>
                    <a:pt x="1830494" y="1656746"/>
                  </a:lnTo>
                  <a:lnTo>
                    <a:pt x="1831162" y="1656746"/>
                  </a:lnTo>
                  <a:lnTo>
                    <a:pt x="1831830" y="1651409"/>
                  </a:lnTo>
                  <a:lnTo>
                    <a:pt x="1832498" y="1646071"/>
                  </a:lnTo>
                  <a:lnTo>
                    <a:pt x="1833166" y="1662846"/>
                  </a:lnTo>
                  <a:lnTo>
                    <a:pt x="1833834" y="1656746"/>
                  </a:lnTo>
                  <a:lnTo>
                    <a:pt x="1834502" y="1656746"/>
                  </a:lnTo>
                  <a:lnTo>
                    <a:pt x="1835170" y="1653696"/>
                  </a:lnTo>
                  <a:lnTo>
                    <a:pt x="1835838" y="1640660"/>
                  </a:lnTo>
                  <a:lnTo>
                    <a:pt x="1836507" y="1636879"/>
                  </a:lnTo>
                  <a:lnTo>
                    <a:pt x="1837175" y="1648896"/>
                  </a:lnTo>
                  <a:lnTo>
                    <a:pt x="1837843" y="1605589"/>
                  </a:lnTo>
                  <a:lnTo>
                    <a:pt x="1838511" y="1605589"/>
                  </a:lnTo>
                  <a:lnTo>
                    <a:pt x="1839179" y="1605589"/>
                  </a:lnTo>
                  <a:lnTo>
                    <a:pt x="1839847" y="1605589"/>
                  </a:lnTo>
                  <a:lnTo>
                    <a:pt x="1840515" y="1597216"/>
                  </a:lnTo>
                  <a:lnTo>
                    <a:pt x="1841183" y="1584656"/>
                  </a:lnTo>
                  <a:lnTo>
                    <a:pt x="1841851" y="1591983"/>
                  </a:lnTo>
                  <a:lnTo>
                    <a:pt x="1842519" y="1605589"/>
                  </a:lnTo>
                  <a:lnTo>
                    <a:pt x="1843187" y="1606636"/>
                  </a:lnTo>
                  <a:lnTo>
                    <a:pt x="1843855" y="1626523"/>
                  </a:lnTo>
                  <a:lnTo>
                    <a:pt x="1844523" y="1626523"/>
                  </a:lnTo>
                  <a:lnTo>
                    <a:pt x="1845191" y="1630709"/>
                  </a:lnTo>
                  <a:lnTo>
                    <a:pt x="1845859" y="1647456"/>
                  </a:lnTo>
                  <a:lnTo>
                    <a:pt x="1846527" y="1641176"/>
                  </a:lnTo>
                  <a:lnTo>
                    <a:pt x="1847195" y="1626523"/>
                  </a:lnTo>
                  <a:lnTo>
                    <a:pt x="1847863" y="1626523"/>
                  </a:lnTo>
                  <a:lnTo>
                    <a:pt x="1848531" y="1626523"/>
                  </a:lnTo>
                  <a:lnTo>
                    <a:pt x="1849199" y="1626523"/>
                  </a:lnTo>
                  <a:lnTo>
                    <a:pt x="1849867" y="1626523"/>
                  </a:lnTo>
                  <a:lnTo>
                    <a:pt x="1850535" y="1634896"/>
                  </a:lnTo>
                  <a:lnTo>
                    <a:pt x="1851203" y="1627569"/>
                  </a:lnTo>
                  <a:lnTo>
                    <a:pt x="1851871" y="1621289"/>
                  </a:lnTo>
                  <a:lnTo>
                    <a:pt x="1852539" y="1605589"/>
                  </a:lnTo>
                  <a:lnTo>
                    <a:pt x="1853207" y="1605589"/>
                  </a:lnTo>
                  <a:lnTo>
                    <a:pt x="1853875" y="1605589"/>
                  </a:lnTo>
                  <a:lnTo>
                    <a:pt x="1854543" y="1605589"/>
                  </a:lnTo>
                  <a:lnTo>
                    <a:pt x="1855211" y="1605589"/>
                  </a:lnTo>
                  <a:lnTo>
                    <a:pt x="1855879" y="1605589"/>
                  </a:lnTo>
                  <a:lnTo>
                    <a:pt x="1856547" y="1611869"/>
                  </a:lnTo>
                  <a:lnTo>
                    <a:pt x="1857215" y="1626523"/>
                  </a:lnTo>
                  <a:lnTo>
                    <a:pt x="1857883" y="1616056"/>
                  </a:lnTo>
                  <a:lnTo>
                    <a:pt x="1858551" y="1583609"/>
                  </a:lnTo>
                  <a:lnTo>
                    <a:pt x="1859219" y="1563722"/>
                  </a:lnTo>
                  <a:lnTo>
                    <a:pt x="1859887" y="1563722"/>
                  </a:lnTo>
                  <a:lnTo>
                    <a:pt x="1860556" y="1556396"/>
                  </a:lnTo>
                  <a:lnTo>
                    <a:pt x="1861224" y="1544882"/>
                  </a:lnTo>
                  <a:lnTo>
                    <a:pt x="1861892" y="1539649"/>
                  </a:lnTo>
                  <a:lnTo>
                    <a:pt x="1862560" y="1529182"/>
                  </a:lnTo>
                  <a:lnTo>
                    <a:pt x="1863228" y="1488362"/>
                  </a:lnTo>
                  <a:lnTo>
                    <a:pt x="1863896" y="1478942"/>
                  </a:lnTo>
                  <a:lnTo>
                    <a:pt x="1864564" y="1459056"/>
                  </a:lnTo>
                  <a:lnTo>
                    <a:pt x="1865232" y="1459056"/>
                  </a:lnTo>
                  <a:lnTo>
                    <a:pt x="1865900" y="1459056"/>
                  </a:lnTo>
                  <a:lnTo>
                    <a:pt x="1866568" y="1454869"/>
                  </a:lnTo>
                  <a:lnTo>
                    <a:pt x="1867236" y="1438122"/>
                  </a:lnTo>
                  <a:lnTo>
                    <a:pt x="1867904" y="1448589"/>
                  </a:lnTo>
                  <a:lnTo>
                    <a:pt x="1868572" y="1460102"/>
                  </a:lnTo>
                  <a:lnTo>
                    <a:pt x="1869240" y="1459056"/>
                  </a:lnTo>
                  <a:lnTo>
                    <a:pt x="1869908" y="1459056"/>
                  </a:lnTo>
                  <a:lnTo>
                    <a:pt x="1870576" y="1449636"/>
                  </a:lnTo>
                  <a:lnTo>
                    <a:pt x="1871244" y="1476849"/>
                  </a:lnTo>
                  <a:lnTo>
                    <a:pt x="1871912" y="1488362"/>
                  </a:lnTo>
                  <a:lnTo>
                    <a:pt x="1872580" y="1514529"/>
                  </a:lnTo>
                  <a:lnTo>
                    <a:pt x="1873248" y="1555349"/>
                  </a:lnTo>
                  <a:lnTo>
                    <a:pt x="1873916" y="1546976"/>
                  </a:lnTo>
                  <a:lnTo>
                    <a:pt x="1874584" y="1548022"/>
                  </a:lnTo>
                  <a:lnTo>
                    <a:pt x="1875252" y="1514529"/>
                  </a:lnTo>
                  <a:lnTo>
                    <a:pt x="1875920" y="1494642"/>
                  </a:lnTo>
                  <a:lnTo>
                    <a:pt x="1876588" y="1543309"/>
                  </a:lnTo>
                  <a:lnTo>
                    <a:pt x="1877256" y="1558324"/>
                  </a:lnTo>
                  <a:lnTo>
                    <a:pt x="1877924" y="1563995"/>
                  </a:lnTo>
                  <a:lnTo>
                    <a:pt x="1878592" y="1573637"/>
                  </a:lnTo>
                  <a:lnTo>
                    <a:pt x="1879260" y="1580499"/>
                  </a:lnTo>
                  <a:lnTo>
                    <a:pt x="1879928" y="1580499"/>
                  </a:lnTo>
                  <a:lnTo>
                    <a:pt x="1880596" y="1592699"/>
                  </a:lnTo>
                  <a:lnTo>
                    <a:pt x="1881264" y="1580499"/>
                  </a:lnTo>
                  <a:lnTo>
                    <a:pt x="1881932" y="1565250"/>
                  </a:lnTo>
                  <a:lnTo>
                    <a:pt x="1882600" y="1542376"/>
                  </a:lnTo>
                  <a:lnTo>
                    <a:pt x="1883268" y="1559950"/>
                  </a:lnTo>
                  <a:lnTo>
                    <a:pt x="1883936" y="1564151"/>
                  </a:lnTo>
                  <a:lnTo>
                    <a:pt x="1884604" y="1594758"/>
                  </a:lnTo>
                  <a:lnTo>
                    <a:pt x="1885273" y="1599367"/>
                  </a:lnTo>
                  <a:lnTo>
                    <a:pt x="1885941" y="1599880"/>
                  </a:lnTo>
                  <a:lnTo>
                    <a:pt x="1886609" y="1605513"/>
                  </a:lnTo>
                  <a:lnTo>
                    <a:pt x="1887277" y="1594758"/>
                  </a:lnTo>
                  <a:lnTo>
                    <a:pt x="1887945" y="1547024"/>
                  </a:lnTo>
                  <a:lnTo>
                    <a:pt x="1888613" y="1511830"/>
                  </a:lnTo>
                  <a:lnTo>
                    <a:pt x="1889281" y="1505762"/>
                  </a:lnTo>
                  <a:lnTo>
                    <a:pt x="1889949" y="1472388"/>
                  </a:lnTo>
                  <a:lnTo>
                    <a:pt x="1890617" y="1435980"/>
                  </a:lnTo>
                  <a:lnTo>
                    <a:pt x="1891285" y="1409281"/>
                  </a:lnTo>
                  <a:lnTo>
                    <a:pt x="1891953" y="1458010"/>
                  </a:lnTo>
                  <a:lnTo>
                    <a:pt x="1892621" y="1462620"/>
                  </a:lnTo>
                  <a:lnTo>
                    <a:pt x="1893289" y="1419597"/>
                  </a:lnTo>
                  <a:lnTo>
                    <a:pt x="1893957" y="1448402"/>
                  </a:lnTo>
                  <a:lnTo>
                    <a:pt x="1894625" y="1385616"/>
                  </a:lnTo>
                  <a:lnTo>
                    <a:pt x="1895293" y="1385009"/>
                  </a:lnTo>
                  <a:lnTo>
                    <a:pt x="1895961" y="1337679"/>
                  </a:lnTo>
                  <a:lnTo>
                    <a:pt x="1896629" y="1288529"/>
                  </a:lnTo>
                  <a:lnTo>
                    <a:pt x="1897297" y="1276393"/>
                  </a:lnTo>
                  <a:lnTo>
                    <a:pt x="1897965" y="1276393"/>
                  </a:lnTo>
                  <a:lnTo>
                    <a:pt x="1898633" y="1317048"/>
                  </a:lnTo>
                  <a:lnTo>
                    <a:pt x="1899301" y="1329791"/>
                  </a:lnTo>
                  <a:lnTo>
                    <a:pt x="1899969" y="1363165"/>
                  </a:lnTo>
                  <a:lnTo>
                    <a:pt x="1900637" y="1390470"/>
                  </a:lnTo>
                  <a:lnTo>
                    <a:pt x="1901305" y="1429728"/>
                  </a:lnTo>
                  <a:lnTo>
                    <a:pt x="1901973" y="1443530"/>
                  </a:lnTo>
                  <a:lnTo>
                    <a:pt x="1902641" y="1446531"/>
                  </a:lnTo>
                  <a:lnTo>
                    <a:pt x="1903309" y="1462133"/>
                  </a:lnTo>
                  <a:lnTo>
                    <a:pt x="1903977" y="1403571"/>
                  </a:lnTo>
                  <a:lnTo>
                    <a:pt x="1904645" y="1430279"/>
                  </a:lnTo>
                  <a:lnTo>
                    <a:pt x="1905313" y="1449133"/>
                  </a:lnTo>
                  <a:lnTo>
                    <a:pt x="1905981" y="1524546"/>
                  </a:lnTo>
                  <a:lnTo>
                    <a:pt x="1906649" y="1535462"/>
                  </a:lnTo>
                  <a:lnTo>
                    <a:pt x="1907317" y="1586749"/>
                  </a:lnTo>
                  <a:lnTo>
                    <a:pt x="1907985" y="1605589"/>
                  </a:lnTo>
                  <a:lnTo>
                    <a:pt x="1908653" y="1605589"/>
                  </a:lnTo>
                  <a:lnTo>
                    <a:pt x="1909321" y="1605589"/>
                  </a:lnTo>
                  <a:lnTo>
                    <a:pt x="1909990" y="1605589"/>
                  </a:lnTo>
                  <a:lnTo>
                    <a:pt x="1910658" y="1621289"/>
                  </a:lnTo>
                  <a:lnTo>
                    <a:pt x="1911326" y="1627569"/>
                  </a:lnTo>
                  <a:lnTo>
                    <a:pt x="1911994" y="1647456"/>
                  </a:lnTo>
                  <a:lnTo>
                    <a:pt x="1912662" y="1664203"/>
                  </a:lnTo>
                  <a:lnTo>
                    <a:pt x="1913330" y="1668389"/>
                  </a:lnTo>
                  <a:lnTo>
                    <a:pt x="1913998" y="1668389"/>
                  </a:lnTo>
                  <a:lnTo>
                    <a:pt x="1914666" y="1668389"/>
                  </a:lnTo>
                  <a:lnTo>
                    <a:pt x="1915334" y="1668389"/>
                  </a:lnTo>
                  <a:lnTo>
                    <a:pt x="1916002" y="1668389"/>
                  </a:lnTo>
                  <a:lnTo>
                    <a:pt x="1916670" y="1668389"/>
                  </a:lnTo>
                  <a:lnTo>
                    <a:pt x="1917338" y="1668389"/>
                  </a:lnTo>
                  <a:lnTo>
                    <a:pt x="1918006" y="1668389"/>
                  </a:lnTo>
                  <a:lnTo>
                    <a:pt x="1918674" y="1668389"/>
                  </a:lnTo>
                  <a:lnTo>
                    <a:pt x="1919342" y="1668389"/>
                  </a:lnTo>
                  <a:lnTo>
                    <a:pt x="1920010" y="1668389"/>
                  </a:lnTo>
                  <a:lnTo>
                    <a:pt x="1920678" y="1668389"/>
                  </a:lnTo>
                  <a:lnTo>
                    <a:pt x="1921346" y="1668389"/>
                  </a:lnTo>
                  <a:lnTo>
                    <a:pt x="1922014" y="1668389"/>
                  </a:lnTo>
                  <a:lnTo>
                    <a:pt x="1922682" y="1668389"/>
                  </a:lnTo>
                  <a:lnTo>
                    <a:pt x="1923350" y="1668389"/>
                  </a:lnTo>
                  <a:lnTo>
                    <a:pt x="1924018" y="1668389"/>
                  </a:lnTo>
                  <a:lnTo>
                    <a:pt x="1924686" y="1668389"/>
                  </a:lnTo>
                  <a:lnTo>
                    <a:pt x="1925354" y="1652689"/>
                  </a:lnTo>
                  <a:lnTo>
                    <a:pt x="1926022" y="1647456"/>
                  </a:lnTo>
                  <a:lnTo>
                    <a:pt x="1926690" y="1634896"/>
                  </a:lnTo>
                  <a:lnTo>
                    <a:pt x="1927358" y="1626523"/>
                  </a:lnTo>
                  <a:lnTo>
                    <a:pt x="1928026" y="1626523"/>
                  </a:lnTo>
                  <a:lnTo>
                    <a:pt x="1928694" y="1626523"/>
                  </a:lnTo>
                  <a:lnTo>
                    <a:pt x="1929362" y="1626523"/>
                  </a:lnTo>
                  <a:lnTo>
                    <a:pt x="1930030" y="1605589"/>
                  </a:lnTo>
                  <a:lnTo>
                    <a:pt x="1930698" y="1578376"/>
                  </a:lnTo>
                  <a:lnTo>
                    <a:pt x="1931366" y="1528136"/>
                  </a:lnTo>
                  <a:lnTo>
                    <a:pt x="1932034" y="1477896"/>
                  </a:lnTo>
                  <a:lnTo>
                    <a:pt x="1932702" y="1492848"/>
                  </a:lnTo>
                  <a:lnTo>
                    <a:pt x="1933370" y="1428769"/>
                  </a:lnTo>
                  <a:lnTo>
                    <a:pt x="1934039" y="1456732"/>
                  </a:lnTo>
                  <a:lnTo>
                    <a:pt x="1934707" y="1412315"/>
                  </a:lnTo>
                  <a:lnTo>
                    <a:pt x="1935375" y="1414742"/>
                  </a:lnTo>
                  <a:lnTo>
                    <a:pt x="1936043" y="1417776"/>
                  </a:lnTo>
                  <a:lnTo>
                    <a:pt x="1936711" y="1425058"/>
                  </a:lnTo>
                  <a:lnTo>
                    <a:pt x="1937379" y="1429912"/>
                  </a:lnTo>
                  <a:lnTo>
                    <a:pt x="1938047" y="1429912"/>
                  </a:lnTo>
                  <a:lnTo>
                    <a:pt x="1938715" y="1429912"/>
                  </a:lnTo>
                  <a:lnTo>
                    <a:pt x="1939383" y="1429912"/>
                  </a:lnTo>
                  <a:lnTo>
                    <a:pt x="1940051" y="1432946"/>
                  </a:lnTo>
                  <a:lnTo>
                    <a:pt x="1940719" y="1426878"/>
                  </a:lnTo>
                  <a:lnTo>
                    <a:pt x="1941387" y="1450543"/>
                  </a:lnTo>
                  <a:lnTo>
                    <a:pt x="1942055" y="1479669"/>
                  </a:lnTo>
                  <a:lnTo>
                    <a:pt x="1942723" y="1523944"/>
                  </a:lnTo>
                  <a:lnTo>
                    <a:pt x="1943391" y="1521027"/>
                  </a:lnTo>
                  <a:lnTo>
                    <a:pt x="1944059" y="1569901"/>
                  </a:lnTo>
                  <a:lnTo>
                    <a:pt x="1944727" y="1573143"/>
                  </a:lnTo>
                  <a:lnTo>
                    <a:pt x="1945395" y="1584656"/>
                  </a:lnTo>
                  <a:lnTo>
                    <a:pt x="1946063" y="1584656"/>
                  </a:lnTo>
                  <a:lnTo>
                    <a:pt x="1946731" y="1584656"/>
                  </a:lnTo>
                  <a:lnTo>
                    <a:pt x="1947399" y="1584656"/>
                  </a:lnTo>
                  <a:lnTo>
                    <a:pt x="1948067" y="1584656"/>
                  </a:lnTo>
                  <a:lnTo>
                    <a:pt x="1948735" y="1584656"/>
                  </a:lnTo>
                  <a:lnTo>
                    <a:pt x="1949403" y="1568956"/>
                  </a:lnTo>
                  <a:lnTo>
                    <a:pt x="1950071" y="1576283"/>
                  </a:lnTo>
                  <a:lnTo>
                    <a:pt x="1950739" y="1596169"/>
                  </a:lnTo>
                  <a:lnTo>
                    <a:pt x="1951407" y="1605589"/>
                  </a:lnTo>
                  <a:lnTo>
                    <a:pt x="1952075" y="1605589"/>
                  </a:lnTo>
                  <a:lnTo>
                    <a:pt x="1952743" y="1605589"/>
                  </a:lnTo>
                  <a:lnTo>
                    <a:pt x="1953411" y="1660446"/>
                  </a:lnTo>
                  <a:lnTo>
                    <a:pt x="1954079" y="1652590"/>
                  </a:lnTo>
                  <a:lnTo>
                    <a:pt x="1954747" y="1656746"/>
                  </a:lnTo>
                  <a:lnTo>
                    <a:pt x="1955415" y="1656746"/>
                  </a:lnTo>
                  <a:lnTo>
                    <a:pt x="1956083" y="1637684"/>
                  </a:lnTo>
                  <a:lnTo>
                    <a:pt x="1956751" y="1626247"/>
                  </a:lnTo>
                  <a:lnTo>
                    <a:pt x="1957419" y="1598798"/>
                  </a:lnTo>
                  <a:lnTo>
                    <a:pt x="1958087" y="1580499"/>
                  </a:lnTo>
                  <a:lnTo>
                    <a:pt x="1958756" y="1580499"/>
                  </a:lnTo>
                  <a:lnTo>
                    <a:pt x="1959424" y="1569825"/>
                  </a:lnTo>
                  <a:lnTo>
                    <a:pt x="1960092" y="1537801"/>
                  </a:lnTo>
                  <a:lnTo>
                    <a:pt x="1960760" y="1550001"/>
                  </a:lnTo>
                  <a:lnTo>
                    <a:pt x="1961428" y="1550001"/>
                  </a:lnTo>
                  <a:lnTo>
                    <a:pt x="1962096" y="1538564"/>
                  </a:lnTo>
                  <a:lnTo>
                    <a:pt x="1962764" y="1519502"/>
                  </a:lnTo>
                  <a:lnTo>
                    <a:pt x="1963432" y="1516690"/>
                  </a:lnTo>
                  <a:lnTo>
                    <a:pt x="1964100" y="1520618"/>
                  </a:lnTo>
                  <a:lnTo>
                    <a:pt x="1964768" y="1466723"/>
                  </a:lnTo>
                  <a:lnTo>
                    <a:pt x="1965436" y="1469697"/>
                  </a:lnTo>
                  <a:lnTo>
                    <a:pt x="1966104" y="1477567"/>
                  </a:lnTo>
                  <a:lnTo>
                    <a:pt x="1966772" y="1489004"/>
                  </a:lnTo>
                  <a:lnTo>
                    <a:pt x="1967440" y="1516452"/>
                  </a:lnTo>
                  <a:lnTo>
                    <a:pt x="1968108" y="1534751"/>
                  </a:lnTo>
                  <a:lnTo>
                    <a:pt x="1968776" y="1531702"/>
                  </a:lnTo>
                  <a:lnTo>
                    <a:pt x="1969444" y="1540089"/>
                  </a:lnTo>
                  <a:lnTo>
                    <a:pt x="1970112" y="1562963"/>
                  </a:lnTo>
                  <a:lnTo>
                    <a:pt x="1970780" y="1550001"/>
                  </a:lnTo>
                  <a:lnTo>
                    <a:pt x="1971448" y="1550001"/>
                  </a:lnTo>
                  <a:lnTo>
                    <a:pt x="1972116" y="1561438"/>
                  </a:lnTo>
                  <a:lnTo>
                    <a:pt x="1972784" y="1580499"/>
                  </a:lnTo>
                  <a:lnTo>
                    <a:pt x="1973452" y="1580499"/>
                  </a:lnTo>
                  <a:lnTo>
                    <a:pt x="1974120" y="1586599"/>
                  </a:lnTo>
                  <a:lnTo>
                    <a:pt x="1974788" y="1625882"/>
                  </a:lnTo>
                  <a:lnTo>
                    <a:pt x="1975456" y="1634220"/>
                  </a:lnTo>
                  <a:lnTo>
                    <a:pt x="1976124" y="1605589"/>
                  </a:lnTo>
                  <a:lnTo>
                    <a:pt x="1976792" y="1605589"/>
                  </a:lnTo>
                  <a:lnTo>
                    <a:pt x="1977460" y="1598263"/>
                  </a:lnTo>
                  <a:lnTo>
                    <a:pt x="1978128" y="1563722"/>
                  </a:lnTo>
                  <a:lnTo>
                    <a:pt x="1978796" y="1567909"/>
                  </a:lnTo>
                  <a:lnTo>
                    <a:pt x="1979464" y="1586749"/>
                  </a:lnTo>
                  <a:lnTo>
                    <a:pt x="1980132" y="1607683"/>
                  </a:lnTo>
                  <a:lnTo>
                    <a:pt x="1980800" y="1626523"/>
                  </a:lnTo>
                  <a:lnTo>
                    <a:pt x="1981468" y="1626523"/>
                  </a:lnTo>
                  <a:lnTo>
                    <a:pt x="1982136" y="1626523"/>
                  </a:lnTo>
                  <a:lnTo>
                    <a:pt x="1982804" y="1609776"/>
                  </a:lnTo>
                  <a:lnTo>
                    <a:pt x="1983473" y="1582563"/>
                  </a:lnTo>
                  <a:lnTo>
                    <a:pt x="1984141" y="1563722"/>
                  </a:lnTo>
                  <a:lnTo>
                    <a:pt x="1984809" y="1563722"/>
                  </a:lnTo>
                  <a:lnTo>
                    <a:pt x="1985477" y="1605979"/>
                  </a:lnTo>
                  <a:lnTo>
                    <a:pt x="1986145" y="1596031"/>
                  </a:lnTo>
                  <a:lnTo>
                    <a:pt x="1986813" y="1590411"/>
                  </a:lnTo>
                  <a:lnTo>
                    <a:pt x="1987481" y="1585837"/>
                  </a:lnTo>
                  <a:lnTo>
                    <a:pt x="1988149" y="1610998"/>
                  </a:lnTo>
                  <a:lnTo>
                    <a:pt x="1988817" y="1588886"/>
                  </a:lnTo>
                  <a:lnTo>
                    <a:pt x="1989485" y="1558388"/>
                  </a:lnTo>
                  <a:lnTo>
                    <a:pt x="1990153" y="1550001"/>
                  </a:lnTo>
                  <a:lnTo>
                    <a:pt x="1990821" y="1550001"/>
                  </a:lnTo>
                  <a:lnTo>
                    <a:pt x="1991489" y="1550001"/>
                  </a:lnTo>
                  <a:lnTo>
                    <a:pt x="1992157" y="1540851"/>
                  </a:lnTo>
                  <a:lnTo>
                    <a:pt x="1992825" y="1546951"/>
                  </a:lnTo>
                  <a:lnTo>
                    <a:pt x="1993493" y="1541614"/>
                  </a:lnTo>
                  <a:lnTo>
                    <a:pt x="1994161" y="1539326"/>
                  </a:lnTo>
                  <a:lnTo>
                    <a:pt x="1994829" y="1504253"/>
                  </a:lnTo>
                  <a:lnTo>
                    <a:pt x="1995497" y="1507262"/>
                  </a:lnTo>
                  <a:lnTo>
                    <a:pt x="1996165" y="1497354"/>
                  </a:lnTo>
                  <a:lnTo>
                    <a:pt x="1996833" y="1424516"/>
                  </a:lnTo>
                  <a:lnTo>
                    <a:pt x="1997501" y="1438122"/>
                  </a:lnTo>
                  <a:lnTo>
                    <a:pt x="1998169" y="1438122"/>
                  </a:lnTo>
                  <a:lnTo>
                    <a:pt x="1998837" y="1468476"/>
                  </a:lnTo>
                  <a:lnTo>
                    <a:pt x="1999505" y="1510342"/>
                  </a:lnTo>
                  <a:lnTo>
                    <a:pt x="2000173" y="1521856"/>
                  </a:lnTo>
                  <a:lnTo>
                    <a:pt x="2000841" y="1521856"/>
                  </a:lnTo>
                  <a:lnTo>
                    <a:pt x="2001509" y="1521856"/>
                  </a:lnTo>
                  <a:lnTo>
                    <a:pt x="2002177" y="1534416"/>
                  </a:lnTo>
                  <a:lnTo>
                    <a:pt x="2002845" y="1542789"/>
                  </a:lnTo>
                  <a:lnTo>
                    <a:pt x="2003513" y="1577329"/>
                  </a:lnTo>
                  <a:lnTo>
                    <a:pt x="2004181" y="1578376"/>
                  </a:lnTo>
                  <a:lnTo>
                    <a:pt x="2004849" y="1617103"/>
                  </a:lnTo>
                  <a:lnTo>
                    <a:pt x="2005517" y="1609776"/>
                  </a:lnTo>
                  <a:lnTo>
                    <a:pt x="2006185" y="1605589"/>
                  </a:lnTo>
                  <a:lnTo>
                    <a:pt x="2006853" y="1605589"/>
                  </a:lnTo>
                  <a:lnTo>
                    <a:pt x="2007521" y="1605589"/>
                  </a:lnTo>
                  <a:lnTo>
                    <a:pt x="2008190" y="1596169"/>
                  </a:lnTo>
                  <a:lnTo>
                    <a:pt x="2008858" y="1563722"/>
                  </a:lnTo>
                  <a:lnTo>
                    <a:pt x="2009526" y="1563722"/>
                  </a:lnTo>
                  <a:lnTo>
                    <a:pt x="2010194" y="1563722"/>
                  </a:lnTo>
                  <a:lnTo>
                    <a:pt x="2010862" y="1563722"/>
                  </a:lnTo>
                  <a:lnTo>
                    <a:pt x="2011530" y="1563722"/>
                  </a:lnTo>
                  <a:lnTo>
                    <a:pt x="2012198" y="1563722"/>
                  </a:lnTo>
                  <a:lnTo>
                    <a:pt x="2012866" y="1563722"/>
                  </a:lnTo>
                  <a:lnTo>
                    <a:pt x="2013534" y="1552209"/>
                  </a:lnTo>
                  <a:lnTo>
                    <a:pt x="2014202" y="1557442"/>
                  </a:lnTo>
                  <a:lnTo>
                    <a:pt x="2014870" y="1552209"/>
                  </a:lnTo>
                  <a:lnTo>
                    <a:pt x="2015538" y="1564769"/>
                  </a:lnTo>
                  <a:lnTo>
                    <a:pt x="2016206" y="1584656"/>
                  </a:lnTo>
                  <a:lnTo>
                    <a:pt x="2016874" y="1584656"/>
                  </a:lnTo>
                  <a:lnTo>
                    <a:pt x="2017542" y="1584656"/>
                  </a:lnTo>
                  <a:lnTo>
                    <a:pt x="2018210" y="1594076"/>
                  </a:lnTo>
                  <a:lnTo>
                    <a:pt x="2018878" y="1615009"/>
                  </a:lnTo>
                  <a:lnTo>
                    <a:pt x="2019546" y="1603496"/>
                  </a:lnTo>
                  <a:lnTo>
                    <a:pt x="2020214" y="1579423"/>
                  </a:lnTo>
                  <a:lnTo>
                    <a:pt x="2020882" y="1563722"/>
                  </a:lnTo>
                  <a:lnTo>
                    <a:pt x="2021550" y="1563722"/>
                  </a:lnTo>
                  <a:lnTo>
                    <a:pt x="2022218" y="1563722"/>
                  </a:lnTo>
                  <a:lnTo>
                    <a:pt x="2022886" y="1563722"/>
                  </a:lnTo>
                  <a:lnTo>
                    <a:pt x="2023554" y="1575236"/>
                  </a:lnTo>
                  <a:lnTo>
                    <a:pt x="2024222" y="1590936"/>
                  </a:lnTo>
                  <a:lnTo>
                    <a:pt x="2024890" y="1605589"/>
                  </a:lnTo>
                  <a:lnTo>
                    <a:pt x="2025558" y="1605589"/>
                  </a:lnTo>
                  <a:lnTo>
                    <a:pt x="2026226" y="1587796"/>
                  </a:lnTo>
                  <a:lnTo>
                    <a:pt x="2026894" y="1563722"/>
                  </a:lnTo>
                  <a:lnTo>
                    <a:pt x="2027562" y="1563722"/>
                  </a:lnTo>
                  <a:lnTo>
                    <a:pt x="2028230" y="1563722"/>
                  </a:lnTo>
                  <a:lnTo>
                    <a:pt x="2028898" y="1575236"/>
                  </a:lnTo>
                  <a:lnTo>
                    <a:pt x="2029566" y="1586749"/>
                  </a:lnTo>
                  <a:lnTo>
                    <a:pt x="2030234" y="1610823"/>
                  </a:lnTo>
                  <a:lnTo>
                    <a:pt x="2030902" y="1626523"/>
                  </a:lnTo>
                  <a:lnTo>
                    <a:pt x="2031570" y="1606636"/>
                  </a:lnTo>
                  <a:lnTo>
                    <a:pt x="2032239" y="1584656"/>
                  </a:lnTo>
                  <a:lnTo>
                    <a:pt x="2032907" y="1564769"/>
                  </a:lnTo>
                  <a:lnTo>
                    <a:pt x="2033575" y="1558489"/>
                  </a:lnTo>
                  <a:lnTo>
                    <a:pt x="2034243" y="1542789"/>
                  </a:lnTo>
                  <a:lnTo>
                    <a:pt x="2034911" y="1542789"/>
                  </a:lnTo>
                  <a:lnTo>
                    <a:pt x="2035579" y="1531276"/>
                  </a:lnTo>
                  <a:lnTo>
                    <a:pt x="2036247" y="1539649"/>
                  </a:lnTo>
                  <a:lnTo>
                    <a:pt x="2036915" y="1563722"/>
                  </a:lnTo>
                  <a:lnTo>
                    <a:pt x="2037583" y="1563722"/>
                  </a:lnTo>
                  <a:lnTo>
                    <a:pt x="2038251" y="1537556"/>
                  </a:lnTo>
                  <a:lnTo>
                    <a:pt x="2038919" y="1504062"/>
                  </a:lnTo>
                  <a:lnTo>
                    <a:pt x="2039587" y="1500922"/>
                  </a:lnTo>
                  <a:lnTo>
                    <a:pt x="2040255" y="1500922"/>
                  </a:lnTo>
                  <a:lnTo>
                    <a:pt x="2040923" y="1500922"/>
                  </a:lnTo>
                  <a:lnTo>
                    <a:pt x="2041591" y="1520809"/>
                  </a:lnTo>
                  <a:lnTo>
                    <a:pt x="2042259" y="1542789"/>
                  </a:lnTo>
                  <a:lnTo>
                    <a:pt x="2042927" y="1562676"/>
                  </a:lnTo>
                  <a:lnTo>
                    <a:pt x="2043595" y="1568956"/>
                  </a:lnTo>
                  <a:lnTo>
                    <a:pt x="2044263" y="1584656"/>
                  </a:lnTo>
                  <a:lnTo>
                    <a:pt x="2044931" y="1584656"/>
                  </a:lnTo>
                  <a:lnTo>
                    <a:pt x="2045599" y="1583609"/>
                  </a:lnTo>
                  <a:lnTo>
                    <a:pt x="2046267" y="1584656"/>
                  </a:lnTo>
                  <a:lnTo>
                    <a:pt x="2046935" y="1584656"/>
                  </a:lnTo>
                  <a:lnTo>
                    <a:pt x="2047603" y="1584656"/>
                  </a:lnTo>
                  <a:lnTo>
                    <a:pt x="2048271" y="1610823"/>
                  </a:lnTo>
                  <a:lnTo>
                    <a:pt x="2048939" y="1644316"/>
                  </a:lnTo>
                  <a:lnTo>
                    <a:pt x="2049607" y="1647456"/>
                  </a:lnTo>
                  <a:lnTo>
                    <a:pt x="2050275" y="1647456"/>
                  </a:lnTo>
                  <a:lnTo>
                    <a:pt x="2050943" y="1647456"/>
                  </a:lnTo>
                  <a:lnTo>
                    <a:pt x="2051611" y="1647456"/>
                  </a:lnTo>
                  <a:lnTo>
                    <a:pt x="2052279" y="1647456"/>
                  </a:lnTo>
                  <a:lnTo>
                    <a:pt x="2052947" y="1647456"/>
                  </a:lnTo>
                  <a:lnTo>
                    <a:pt x="2053615" y="1647456"/>
                  </a:lnTo>
                  <a:lnTo>
                    <a:pt x="2054283" y="1647456"/>
                  </a:lnTo>
                  <a:lnTo>
                    <a:pt x="2054951" y="1647456"/>
                  </a:lnTo>
                  <a:lnTo>
                    <a:pt x="2055619" y="1650596"/>
                  </a:lnTo>
                  <a:lnTo>
                    <a:pt x="2056287" y="1647456"/>
                  </a:lnTo>
                  <a:lnTo>
                    <a:pt x="2056956" y="1641176"/>
                  </a:lnTo>
                  <a:lnTo>
                    <a:pt x="2057624" y="1626523"/>
                  </a:lnTo>
                  <a:lnTo>
                    <a:pt x="2058292" y="1626523"/>
                  </a:lnTo>
                  <a:lnTo>
                    <a:pt x="2058960" y="1626523"/>
                  </a:lnTo>
                  <a:lnTo>
                    <a:pt x="2059628" y="1626523"/>
                  </a:lnTo>
                  <a:lnTo>
                    <a:pt x="2060296" y="1626523"/>
                  </a:lnTo>
                  <a:lnTo>
                    <a:pt x="2060964" y="1626523"/>
                  </a:lnTo>
                  <a:lnTo>
                    <a:pt x="2061632" y="1597216"/>
                  </a:lnTo>
                  <a:lnTo>
                    <a:pt x="2062300" y="1584656"/>
                  </a:lnTo>
                  <a:lnTo>
                    <a:pt x="2062968" y="1584656"/>
                  </a:lnTo>
                  <a:lnTo>
                    <a:pt x="2063636" y="1584656"/>
                  </a:lnTo>
                  <a:lnTo>
                    <a:pt x="2064304" y="1580469"/>
                  </a:lnTo>
                  <a:lnTo>
                    <a:pt x="2064972" y="1563722"/>
                  </a:lnTo>
                  <a:lnTo>
                    <a:pt x="2065640" y="1573143"/>
                  </a:lnTo>
                  <a:lnTo>
                    <a:pt x="2066308" y="1584656"/>
                  </a:lnTo>
                  <a:lnTo>
                    <a:pt x="2066976" y="1584656"/>
                  </a:lnTo>
                  <a:lnTo>
                    <a:pt x="2067644" y="1565816"/>
                  </a:lnTo>
                  <a:lnTo>
                    <a:pt x="2068312" y="1549069"/>
                  </a:lnTo>
                  <a:lnTo>
                    <a:pt x="2068980" y="1500922"/>
                  </a:lnTo>
                  <a:lnTo>
                    <a:pt x="2069648" y="1490456"/>
                  </a:lnTo>
                  <a:lnTo>
                    <a:pt x="2070316" y="1479989"/>
                  </a:lnTo>
                  <a:lnTo>
                    <a:pt x="2070984" y="1479989"/>
                  </a:lnTo>
                  <a:lnTo>
                    <a:pt x="2071652" y="1509296"/>
                  </a:lnTo>
                  <a:lnTo>
                    <a:pt x="2072320" y="1500922"/>
                  </a:lnTo>
                  <a:lnTo>
                    <a:pt x="2072988" y="1500922"/>
                  </a:lnTo>
                  <a:lnTo>
                    <a:pt x="2073656" y="1500922"/>
                  </a:lnTo>
                  <a:lnTo>
                    <a:pt x="2074324" y="1490456"/>
                  </a:lnTo>
                  <a:lnTo>
                    <a:pt x="2074992" y="1565064"/>
                  </a:lnTo>
                  <a:lnTo>
                    <a:pt x="2075660" y="1545755"/>
                  </a:lnTo>
                  <a:lnTo>
                    <a:pt x="2076328" y="1542613"/>
                  </a:lnTo>
                  <a:lnTo>
                    <a:pt x="2076996" y="1548662"/>
                  </a:lnTo>
                  <a:lnTo>
                    <a:pt x="2077664" y="1563725"/>
                  </a:lnTo>
                  <a:lnTo>
                    <a:pt x="2078332" y="1575925"/>
                  </a:lnTo>
                  <a:lnTo>
                    <a:pt x="2079000" y="1610998"/>
                  </a:lnTo>
                  <a:lnTo>
                    <a:pt x="2079668" y="1618623"/>
                  </a:lnTo>
                  <a:lnTo>
                    <a:pt x="2080336" y="1610998"/>
                  </a:lnTo>
                  <a:lnTo>
                    <a:pt x="2081004" y="1610998"/>
                  </a:lnTo>
                  <a:lnTo>
                    <a:pt x="2081673" y="1610998"/>
                  </a:lnTo>
                  <a:lnTo>
                    <a:pt x="2082341" y="1626247"/>
                  </a:lnTo>
                  <a:lnTo>
                    <a:pt x="2083009" y="1626247"/>
                  </a:lnTo>
                  <a:lnTo>
                    <a:pt x="2083677" y="1626247"/>
                  </a:lnTo>
                  <a:lnTo>
                    <a:pt x="2084345" y="1636922"/>
                  </a:lnTo>
                  <a:lnTo>
                    <a:pt x="2085013" y="1640022"/>
                  </a:lnTo>
                  <a:lnTo>
                    <a:pt x="2085681" y="1665159"/>
                  </a:lnTo>
                  <a:lnTo>
                    <a:pt x="2086349" y="1668301"/>
                  </a:lnTo>
                  <a:lnTo>
                    <a:pt x="2087017" y="1668649"/>
                  </a:lnTo>
                  <a:lnTo>
                    <a:pt x="2087685" y="1647456"/>
                  </a:lnTo>
                  <a:lnTo>
                    <a:pt x="2088353" y="1647456"/>
                  </a:lnTo>
                  <a:lnTo>
                    <a:pt x="2089021" y="1632803"/>
                  </a:lnTo>
                  <a:lnTo>
                    <a:pt x="2089689" y="1626523"/>
                  </a:lnTo>
                  <a:lnTo>
                    <a:pt x="2090357" y="1647456"/>
                  </a:lnTo>
                  <a:lnTo>
                    <a:pt x="2091025" y="1647456"/>
                  </a:lnTo>
                  <a:lnTo>
                    <a:pt x="2091693" y="1647456"/>
                  </a:lnTo>
                  <a:lnTo>
                    <a:pt x="2092361" y="1647456"/>
                  </a:lnTo>
                  <a:lnTo>
                    <a:pt x="2093029" y="1647456"/>
                  </a:lnTo>
                  <a:lnTo>
                    <a:pt x="2093697" y="1647456"/>
                  </a:lnTo>
                  <a:lnTo>
                    <a:pt x="2094365" y="1647456"/>
                  </a:lnTo>
                  <a:lnTo>
                    <a:pt x="2095033" y="1636989"/>
                  </a:lnTo>
                  <a:lnTo>
                    <a:pt x="2095701" y="1626523"/>
                  </a:lnTo>
                  <a:lnTo>
                    <a:pt x="2096369" y="1665017"/>
                  </a:lnTo>
                  <a:lnTo>
                    <a:pt x="2097037" y="1654947"/>
                  </a:lnTo>
                  <a:lnTo>
                    <a:pt x="2097705" y="1655221"/>
                  </a:lnTo>
                  <a:lnTo>
                    <a:pt x="2098373" y="1641497"/>
                  </a:lnTo>
                  <a:lnTo>
                    <a:pt x="2099041" y="1652171"/>
                  </a:lnTo>
                  <a:lnTo>
                    <a:pt x="2099709" y="1643022"/>
                  </a:lnTo>
                  <a:lnTo>
                    <a:pt x="2100377" y="1638447"/>
                  </a:lnTo>
                  <a:lnTo>
                    <a:pt x="2101045" y="1626247"/>
                  </a:lnTo>
                  <a:lnTo>
                    <a:pt x="2101713" y="1626247"/>
                  </a:lnTo>
                  <a:lnTo>
                    <a:pt x="2102381" y="1626247"/>
                  </a:lnTo>
                  <a:lnTo>
                    <a:pt x="2103049" y="1626247"/>
                  </a:lnTo>
                  <a:lnTo>
                    <a:pt x="2103717" y="1626247"/>
                  </a:lnTo>
                  <a:lnTo>
                    <a:pt x="2104385" y="1626247"/>
                  </a:lnTo>
                  <a:lnTo>
                    <a:pt x="2105053" y="1633872"/>
                  </a:lnTo>
                  <a:lnTo>
                    <a:pt x="2105721" y="1641497"/>
                  </a:lnTo>
                  <a:lnTo>
                    <a:pt x="2106390" y="1636879"/>
                  </a:lnTo>
                  <a:lnTo>
                    <a:pt x="2107058" y="1646478"/>
                  </a:lnTo>
                  <a:lnTo>
                    <a:pt x="2107726" y="1606636"/>
                  </a:lnTo>
                  <a:lnTo>
                    <a:pt x="2108394" y="1605589"/>
                  </a:lnTo>
                  <a:lnTo>
                    <a:pt x="2109062" y="1605589"/>
                  </a:lnTo>
                  <a:lnTo>
                    <a:pt x="2109730" y="1611869"/>
                  </a:lnTo>
                  <a:lnTo>
                    <a:pt x="2110398" y="1587796"/>
                  </a:lnTo>
                  <a:lnTo>
                    <a:pt x="2111066" y="1577329"/>
                  </a:lnTo>
                  <a:lnTo>
                    <a:pt x="2111734" y="1561629"/>
                  </a:lnTo>
                  <a:lnTo>
                    <a:pt x="2112402" y="1542789"/>
                  </a:lnTo>
                  <a:lnTo>
                    <a:pt x="2113070" y="1542789"/>
                  </a:lnTo>
                  <a:lnTo>
                    <a:pt x="2113738" y="1542789"/>
                  </a:lnTo>
                  <a:lnTo>
                    <a:pt x="2114406" y="1541742"/>
                  </a:lnTo>
                  <a:lnTo>
                    <a:pt x="2115074" y="1521856"/>
                  </a:lnTo>
                  <a:lnTo>
                    <a:pt x="2115742" y="1521856"/>
                  </a:lnTo>
                  <a:lnTo>
                    <a:pt x="2116410" y="1521856"/>
                  </a:lnTo>
                  <a:lnTo>
                    <a:pt x="2117078" y="1521856"/>
                  </a:lnTo>
                  <a:lnTo>
                    <a:pt x="2117746" y="1522902"/>
                  </a:lnTo>
                  <a:lnTo>
                    <a:pt x="2118414" y="1542789"/>
                  </a:lnTo>
                  <a:lnTo>
                    <a:pt x="2119082" y="1541742"/>
                  </a:lnTo>
                  <a:lnTo>
                    <a:pt x="2119750" y="1534416"/>
                  </a:lnTo>
                  <a:lnTo>
                    <a:pt x="2120418" y="1564769"/>
                  </a:lnTo>
                  <a:lnTo>
                    <a:pt x="2121086" y="1591983"/>
                  </a:lnTo>
                  <a:lnTo>
                    <a:pt x="2121754" y="1607683"/>
                  </a:lnTo>
                  <a:lnTo>
                    <a:pt x="2122422" y="1626523"/>
                  </a:lnTo>
                  <a:lnTo>
                    <a:pt x="2123090" y="1626523"/>
                  </a:lnTo>
                  <a:lnTo>
                    <a:pt x="2123758" y="1626523"/>
                  </a:lnTo>
                  <a:lnTo>
                    <a:pt x="2124426" y="1627569"/>
                  </a:lnTo>
                  <a:lnTo>
                    <a:pt x="2125094" y="1647456"/>
                  </a:lnTo>
                  <a:lnTo>
                    <a:pt x="2125762" y="1647456"/>
                  </a:lnTo>
                  <a:lnTo>
                    <a:pt x="2126430" y="1647456"/>
                  </a:lnTo>
                  <a:lnTo>
                    <a:pt x="2127098" y="1647456"/>
                  </a:lnTo>
                  <a:lnTo>
                    <a:pt x="2127766" y="1647456"/>
                  </a:lnTo>
                  <a:lnTo>
                    <a:pt x="2128434" y="1647456"/>
                  </a:lnTo>
                  <a:lnTo>
                    <a:pt x="2129102" y="1648503"/>
                  </a:lnTo>
                  <a:lnTo>
                    <a:pt x="2129770" y="1668389"/>
                  </a:lnTo>
                  <a:lnTo>
                    <a:pt x="2130439" y="1668389"/>
                  </a:lnTo>
                  <a:lnTo>
                    <a:pt x="2131107" y="1668389"/>
                  </a:lnTo>
                  <a:lnTo>
                    <a:pt x="2131775" y="1668389"/>
                  </a:lnTo>
                  <a:lnTo>
                    <a:pt x="2132443" y="1668389"/>
                  </a:lnTo>
                  <a:lnTo>
                    <a:pt x="2133111" y="1668389"/>
                  </a:lnTo>
                  <a:lnTo>
                    <a:pt x="2133779" y="1668389"/>
                  </a:lnTo>
                  <a:lnTo>
                    <a:pt x="2134447" y="1668389"/>
                  </a:lnTo>
                  <a:lnTo>
                    <a:pt x="2135115" y="1668389"/>
                  </a:lnTo>
                  <a:lnTo>
                    <a:pt x="2135783" y="1668389"/>
                  </a:lnTo>
                  <a:lnTo>
                    <a:pt x="2136451" y="1668389"/>
                  </a:lnTo>
                  <a:lnTo>
                    <a:pt x="2137119" y="1668389"/>
                  </a:lnTo>
                  <a:lnTo>
                    <a:pt x="2137787" y="1668810"/>
                  </a:lnTo>
                  <a:lnTo>
                    <a:pt x="2138455" y="1668810"/>
                  </a:lnTo>
                  <a:lnTo>
                    <a:pt x="2139123" y="1668810"/>
                  </a:lnTo>
                  <a:lnTo>
                    <a:pt x="2139791" y="1668810"/>
                  </a:lnTo>
                  <a:lnTo>
                    <a:pt x="2140459" y="1668810"/>
                  </a:lnTo>
                  <a:lnTo>
                    <a:pt x="2141127" y="1668810"/>
                  </a:lnTo>
                  <a:lnTo>
                    <a:pt x="2141795" y="1668810"/>
                  </a:lnTo>
                  <a:lnTo>
                    <a:pt x="2142463" y="1668810"/>
                  </a:lnTo>
                  <a:lnTo>
                    <a:pt x="2143131" y="1668810"/>
                  </a:lnTo>
                  <a:lnTo>
                    <a:pt x="2143799" y="1662083"/>
                  </a:lnTo>
                  <a:lnTo>
                    <a:pt x="2144467" y="1656746"/>
                  </a:lnTo>
                  <a:lnTo>
                    <a:pt x="2145135" y="1656746"/>
                  </a:lnTo>
                  <a:lnTo>
                    <a:pt x="2145803" y="1656746"/>
                  </a:lnTo>
                  <a:lnTo>
                    <a:pt x="2146471" y="1656746"/>
                  </a:lnTo>
                  <a:lnTo>
                    <a:pt x="2147139" y="1656746"/>
                  </a:lnTo>
                  <a:lnTo>
                    <a:pt x="2147807" y="1655993"/>
                  </a:lnTo>
                  <a:lnTo>
                    <a:pt x="2148475" y="1652590"/>
                  </a:lnTo>
                  <a:lnTo>
                    <a:pt x="2149143" y="1640022"/>
                  </a:lnTo>
                  <a:lnTo>
                    <a:pt x="2149811" y="1584656"/>
                  </a:lnTo>
                  <a:lnTo>
                    <a:pt x="2150479" y="1584656"/>
                  </a:lnTo>
                  <a:lnTo>
                    <a:pt x="2151147" y="1584656"/>
                  </a:lnTo>
                  <a:lnTo>
                    <a:pt x="2151815" y="1584656"/>
                  </a:lnTo>
                  <a:lnTo>
                    <a:pt x="2152483" y="1584656"/>
                  </a:lnTo>
                  <a:lnTo>
                    <a:pt x="2153151" y="1605589"/>
                  </a:lnTo>
                  <a:lnTo>
                    <a:pt x="2153819" y="1640129"/>
                  </a:lnTo>
                  <a:lnTo>
                    <a:pt x="2154487" y="1647456"/>
                  </a:lnTo>
                  <a:lnTo>
                    <a:pt x="2155156" y="1647456"/>
                  </a:lnTo>
                  <a:lnTo>
                    <a:pt x="2155824" y="1647456"/>
                  </a:lnTo>
                  <a:lnTo>
                    <a:pt x="2156492" y="1647456"/>
                  </a:lnTo>
                  <a:lnTo>
                    <a:pt x="2157160" y="1634896"/>
                  </a:lnTo>
                  <a:lnTo>
                    <a:pt x="2157828" y="1618149"/>
                  </a:lnTo>
                  <a:lnTo>
                    <a:pt x="2158496" y="1598263"/>
                  </a:lnTo>
                  <a:lnTo>
                    <a:pt x="2159164" y="1634387"/>
                  </a:lnTo>
                  <a:lnTo>
                    <a:pt x="2159832" y="1634523"/>
                  </a:lnTo>
                  <a:lnTo>
                    <a:pt x="2160500" y="1598387"/>
                  </a:lnTo>
                  <a:lnTo>
                    <a:pt x="2161168" y="1574035"/>
                  </a:lnTo>
                  <a:lnTo>
                    <a:pt x="2161836" y="1574035"/>
                  </a:lnTo>
                  <a:lnTo>
                    <a:pt x="2162504" y="1566013"/>
                  </a:lnTo>
                  <a:lnTo>
                    <a:pt x="2163172" y="1565250"/>
                  </a:lnTo>
                  <a:lnTo>
                    <a:pt x="2163840" y="1555338"/>
                  </a:lnTo>
                  <a:lnTo>
                    <a:pt x="2164508" y="1534751"/>
                  </a:lnTo>
                  <a:lnTo>
                    <a:pt x="2165176" y="1534751"/>
                  </a:lnTo>
                  <a:lnTo>
                    <a:pt x="2165844" y="1534751"/>
                  </a:lnTo>
                  <a:lnTo>
                    <a:pt x="2166512" y="1534751"/>
                  </a:lnTo>
                  <a:lnTo>
                    <a:pt x="2167180" y="1543901"/>
                  </a:lnTo>
                  <a:lnTo>
                    <a:pt x="2167848" y="1556101"/>
                  </a:lnTo>
                  <a:lnTo>
                    <a:pt x="2168516" y="1570587"/>
                  </a:lnTo>
                  <a:lnTo>
                    <a:pt x="2169184" y="1574821"/>
                  </a:lnTo>
                  <a:lnTo>
                    <a:pt x="2169852" y="1576392"/>
                  </a:lnTo>
                  <a:lnTo>
                    <a:pt x="2170520" y="1612527"/>
                  </a:lnTo>
                  <a:lnTo>
                    <a:pt x="2171188" y="1636879"/>
                  </a:lnTo>
                  <a:lnTo>
                    <a:pt x="2171856" y="1636879"/>
                  </a:lnTo>
                  <a:lnTo>
                    <a:pt x="2172524" y="1586749"/>
                  </a:lnTo>
                  <a:lnTo>
                    <a:pt x="2173192" y="1563722"/>
                  </a:lnTo>
                  <a:lnTo>
                    <a:pt x="2173860" y="1577329"/>
                  </a:lnTo>
                  <a:lnTo>
                    <a:pt x="2174528" y="1594076"/>
                  </a:lnTo>
                  <a:lnTo>
                    <a:pt x="2175196" y="1584656"/>
                  </a:lnTo>
                  <a:lnTo>
                    <a:pt x="2175864" y="1567909"/>
                  </a:lnTo>
                  <a:lnTo>
                    <a:pt x="2176532" y="1563722"/>
                  </a:lnTo>
                  <a:lnTo>
                    <a:pt x="2177200" y="1563722"/>
                  </a:lnTo>
                  <a:lnTo>
                    <a:pt x="2177868" y="1563722"/>
                  </a:lnTo>
                  <a:lnTo>
                    <a:pt x="2178536" y="1548022"/>
                  </a:lnTo>
                  <a:lnTo>
                    <a:pt x="2179204" y="1556396"/>
                  </a:lnTo>
                  <a:lnTo>
                    <a:pt x="2179873" y="1551163"/>
                  </a:lnTo>
                  <a:lnTo>
                    <a:pt x="2180541" y="1522902"/>
                  </a:lnTo>
                  <a:lnTo>
                    <a:pt x="2181209" y="1521856"/>
                  </a:lnTo>
                  <a:lnTo>
                    <a:pt x="2181877" y="1521856"/>
                  </a:lnTo>
                  <a:lnTo>
                    <a:pt x="2182545" y="1539649"/>
                  </a:lnTo>
                  <a:lnTo>
                    <a:pt x="2183213" y="1553256"/>
                  </a:lnTo>
                  <a:lnTo>
                    <a:pt x="2183881" y="1542789"/>
                  </a:lnTo>
                  <a:lnTo>
                    <a:pt x="2184549" y="1554302"/>
                  </a:lnTo>
                  <a:lnTo>
                    <a:pt x="2185217" y="1563722"/>
                  </a:lnTo>
                  <a:lnTo>
                    <a:pt x="2185885" y="1580469"/>
                  </a:lnTo>
                  <a:lnTo>
                    <a:pt x="2186553" y="1584656"/>
                  </a:lnTo>
                  <a:lnTo>
                    <a:pt x="2187221" y="1584656"/>
                  </a:lnTo>
                  <a:lnTo>
                    <a:pt x="2187889" y="1584656"/>
                  </a:lnTo>
                  <a:lnTo>
                    <a:pt x="2188557" y="1600356"/>
                  </a:lnTo>
                  <a:lnTo>
                    <a:pt x="2189225" y="1605589"/>
                  </a:lnTo>
                  <a:lnTo>
                    <a:pt x="2189893" y="1618149"/>
                  </a:lnTo>
                  <a:lnTo>
                    <a:pt x="2190561" y="1646409"/>
                  </a:lnTo>
                  <a:lnTo>
                    <a:pt x="2191229" y="1647456"/>
                  </a:lnTo>
                  <a:lnTo>
                    <a:pt x="2191897" y="1647456"/>
                  </a:lnTo>
                  <a:lnTo>
                    <a:pt x="2192565" y="1647456"/>
                  </a:lnTo>
                  <a:lnTo>
                    <a:pt x="2193233" y="1657923"/>
                  </a:lnTo>
                  <a:lnTo>
                    <a:pt x="2193901" y="1668389"/>
                  </a:lnTo>
                  <a:lnTo>
                    <a:pt x="2194569" y="1668389"/>
                  </a:lnTo>
                  <a:lnTo>
                    <a:pt x="2195237" y="1668389"/>
                  </a:lnTo>
                  <a:lnTo>
                    <a:pt x="2195905" y="1668389"/>
                  </a:lnTo>
                  <a:lnTo>
                    <a:pt x="2196573" y="1668389"/>
                  </a:lnTo>
                  <a:lnTo>
                    <a:pt x="2197241" y="1668389"/>
                  </a:lnTo>
                  <a:lnTo>
                    <a:pt x="2197909" y="1668389"/>
                  </a:lnTo>
                  <a:lnTo>
                    <a:pt x="2198577" y="1668389"/>
                  </a:lnTo>
                  <a:lnTo>
                    <a:pt x="2199245" y="1668389"/>
                  </a:lnTo>
                  <a:lnTo>
                    <a:pt x="2199913" y="1668389"/>
                  </a:lnTo>
                  <a:lnTo>
                    <a:pt x="2200581" y="1668389"/>
                  </a:lnTo>
                  <a:lnTo>
                    <a:pt x="2201249" y="1668389"/>
                  </a:lnTo>
                  <a:lnTo>
                    <a:pt x="2201917" y="1668389"/>
                  </a:lnTo>
                  <a:lnTo>
                    <a:pt x="2202585" y="1668389"/>
                  </a:lnTo>
                  <a:lnTo>
                    <a:pt x="2203253" y="1668389"/>
                  </a:lnTo>
                  <a:lnTo>
                    <a:pt x="2203921" y="1668389"/>
                  </a:lnTo>
                  <a:lnTo>
                    <a:pt x="2204590" y="1668389"/>
                  </a:lnTo>
                  <a:lnTo>
                    <a:pt x="2205258" y="1668389"/>
                  </a:lnTo>
                  <a:lnTo>
                    <a:pt x="2205926" y="1668389"/>
                  </a:lnTo>
                  <a:lnTo>
                    <a:pt x="2206594" y="1651643"/>
                  </a:lnTo>
                  <a:lnTo>
                    <a:pt x="2207262" y="1647456"/>
                  </a:lnTo>
                  <a:lnTo>
                    <a:pt x="2207930" y="1647456"/>
                  </a:lnTo>
                  <a:lnTo>
                    <a:pt x="2208598" y="1647456"/>
                  </a:lnTo>
                  <a:lnTo>
                    <a:pt x="2209266" y="1647456"/>
                  </a:lnTo>
                  <a:lnTo>
                    <a:pt x="2209934" y="1668810"/>
                  </a:lnTo>
                  <a:lnTo>
                    <a:pt x="2210602" y="1668810"/>
                  </a:lnTo>
                  <a:lnTo>
                    <a:pt x="2211270" y="1664374"/>
                  </a:lnTo>
                  <a:lnTo>
                    <a:pt x="2211938" y="1656746"/>
                  </a:lnTo>
                  <a:lnTo>
                    <a:pt x="2212606" y="1656746"/>
                  </a:lnTo>
                  <a:lnTo>
                    <a:pt x="2213274" y="1656746"/>
                  </a:lnTo>
                  <a:lnTo>
                    <a:pt x="2213942" y="1656746"/>
                  </a:lnTo>
                  <a:lnTo>
                    <a:pt x="2214610" y="1643784"/>
                  </a:lnTo>
                  <a:lnTo>
                    <a:pt x="2215278" y="1641497"/>
                  </a:lnTo>
                  <a:lnTo>
                    <a:pt x="2215946" y="1641497"/>
                  </a:lnTo>
                  <a:lnTo>
                    <a:pt x="2216614" y="1653696"/>
                  </a:lnTo>
                  <a:lnTo>
                    <a:pt x="2217282" y="1656746"/>
                  </a:lnTo>
                  <a:lnTo>
                    <a:pt x="2217950" y="1656746"/>
                  </a:lnTo>
                  <a:lnTo>
                    <a:pt x="2218618" y="1630060"/>
                  </a:lnTo>
                  <a:lnTo>
                    <a:pt x="2219286" y="1626247"/>
                  </a:lnTo>
                  <a:lnTo>
                    <a:pt x="2219954" y="1621168"/>
                  </a:lnTo>
                  <a:lnTo>
                    <a:pt x="2220622" y="1607814"/>
                  </a:lnTo>
                  <a:lnTo>
                    <a:pt x="2221290" y="1620683"/>
                  </a:lnTo>
                  <a:lnTo>
                    <a:pt x="2221958" y="1574189"/>
                  </a:lnTo>
                  <a:lnTo>
                    <a:pt x="2222626" y="1559536"/>
                  </a:lnTo>
                  <a:lnTo>
                    <a:pt x="2223294" y="1542789"/>
                  </a:lnTo>
                  <a:lnTo>
                    <a:pt x="2223962" y="1542789"/>
                  </a:lnTo>
                  <a:lnTo>
                    <a:pt x="2224630" y="1560582"/>
                  </a:lnTo>
                  <a:lnTo>
                    <a:pt x="2225298" y="1557442"/>
                  </a:lnTo>
                  <a:lnTo>
                    <a:pt x="2225966" y="1529182"/>
                  </a:lnTo>
                  <a:lnTo>
                    <a:pt x="2226634" y="1521856"/>
                  </a:lnTo>
                  <a:lnTo>
                    <a:pt x="2227302" y="1521856"/>
                  </a:lnTo>
                  <a:lnTo>
                    <a:pt x="2227970" y="1521856"/>
                  </a:lnTo>
                  <a:lnTo>
                    <a:pt x="2228639" y="1558489"/>
                  </a:lnTo>
                  <a:lnTo>
                    <a:pt x="2229307" y="1563722"/>
                  </a:lnTo>
                  <a:lnTo>
                    <a:pt x="2229975" y="1563722"/>
                  </a:lnTo>
                  <a:lnTo>
                    <a:pt x="2230643" y="1582563"/>
                  </a:lnTo>
                  <a:lnTo>
                    <a:pt x="2231311" y="1584656"/>
                  </a:lnTo>
                  <a:lnTo>
                    <a:pt x="2231979" y="1588843"/>
                  </a:lnTo>
                  <a:lnTo>
                    <a:pt x="2232647" y="1588843"/>
                  </a:lnTo>
                  <a:lnTo>
                    <a:pt x="2233315" y="1605589"/>
                  </a:lnTo>
                  <a:lnTo>
                    <a:pt x="2233983" y="1605589"/>
                  </a:lnTo>
                  <a:lnTo>
                    <a:pt x="2234651" y="1605589"/>
                  </a:lnTo>
                  <a:lnTo>
                    <a:pt x="2235319" y="1611869"/>
                  </a:lnTo>
                  <a:lnTo>
                    <a:pt x="2235987" y="1640129"/>
                  </a:lnTo>
                  <a:lnTo>
                    <a:pt x="2236655" y="1633849"/>
                  </a:lnTo>
                  <a:lnTo>
                    <a:pt x="2237323" y="1626523"/>
                  </a:lnTo>
                  <a:lnTo>
                    <a:pt x="2237991" y="1626523"/>
                  </a:lnTo>
                  <a:lnTo>
                    <a:pt x="2238659" y="1626523"/>
                  </a:lnTo>
                  <a:lnTo>
                    <a:pt x="2239327" y="1626523"/>
                  </a:lnTo>
                  <a:lnTo>
                    <a:pt x="2239995" y="1626523"/>
                  </a:lnTo>
                  <a:lnTo>
                    <a:pt x="2240663" y="1665017"/>
                  </a:lnTo>
                  <a:lnTo>
                    <a:pt x="2241331" y="1668301"/>
                  </a:lnTo>
                  <a:lnTo>
                    <a:pt x="2241999" y="1668810"/>
                  </a:lnTo>
                  <a:lnTo>
                    <a:pt x="2242667" y="1668810"/>
                  </a:lnTo>
                  <a:lnTo>
                    <a:pt x="2243335" y="1668810"/>
                  </a:lnTo>
                  <a:lnTo>
                    <a:pt x="2244003" y="1668810"/>
                  </a:lnTo>
                  <a:lnTo>
                    <a:pt x="2244671" y="1668810"/>
                  </a:lnTo>
                  <a:lnTo>
                    <a:pt x="2245339" y="1668810"/>
                  </a:lnTo>
                  <a:lnTo>
                    <a:pt x="2246007" y="1668810"/>
                  </a:lnTo>
                  <a:lnTo>
                    <a:pt x="2246675" y="1668810"/>
                  </a:lnTo>
                  <a:lnTo>
                    <a:pt x="2247343" y="1668810"/>
                  </a:lnTo>
                  <a:lnTo>
                    <a:pt x="2248011" y="1668810"/>
                  </a:lnTo>
                  <a:lnTo>
                    <a:pt x="2248679" y="1668810"/>
                  </a:lnTo>
                  <a:lnTo>
                    <a:pt x="2249347" y="1668810"/>
                  </a:lnTo>
                  <a:lnTo>
                    <a:pt x="2250015" y="1668810"/>
                  </a:lnTo>
                  <a:lnTo>
                    <a:pt x="2250683" y="1668810"/>
                  </a:lnTo>
                  <a:lnTo>
                    <a:pt x="2251351" y="1668810"/>
                  </a:lnTo>
                  <a:lnTo>
                    <a:pt x="2252019" y="1668810"/>
                  </a:lnTo>
                  <a:lnTo>
                    <a:pt x="2252687" y="1668389"/>
                  </a:lnTo>
                  <a:lnTo>
                    <a:pt x="2253356" y="1668389"/>
                  </a:lnTo>
                  <a:lnTo>
                    <a:pt x="2254024" y="1668389"/>
                  </a:lnTo>
                  <a:lnTo>
                    <a:pt x="2254692" y="1668389"/>
                  </a:lnTo>
                  <a:lnTo>
                    <a:pt x="2255360" y="1668389"/>
                  </a:lnTo>
                  <a:lnTo>
                    <a:pt x="2256028" y="1668389"/>
                  </a:lnTo>
                  <a:lnTo>
                    <a:pt x="2256696" y="1668389"/>
                  </a:lnTo>
                  <a:lnTo>
                    <a:pt x="2257364" y="1668389"/>
                  </a:lnTo>
                  <a:lnTo>
                    <a:pt x="2258032" y="1668389"/>
                  </a:lnTo>
                  <a:lnTo>
                    <a:pt x="2258700" y="1668389"/>
                  </a:lnTo>
                  <a:lnTo>
                    <a:pt x="2259368" y="1668389"/>
                  </a:lnTo>
                  <a:lnTo>
                    <a:pt x="2260036" y="1668389"/>
                  </a:lnTo>
                  <a:lnTo>
                    <a:pt x="2260704" y="1668389"/>
                  </a:lnTo>
                  <a:lnTo>
                    <a:pt x="2261372" y="1668389"/>
                  </a:lnTo>
                  <a:lnTo>
                    <a:pt x="2262040" y="1668389"/>
                  </a:lnTo>
                  <a:lnTo>
                    <a:pt x="2262708" y="1668389"/>
                  </a:lnTo>
                  <a:lnTo>
                    <a:pt x="2263376" y="1668389"/>
                  </a:lnTo>
                  <a:lnTo>
                    <a:pt x="2264044" y="1668389"/>
                  </a:lnTo>
                  <a:lnTo>
                    <a:pt x="2264712" y="1668389"/>
                  </a:lnTo>
                  <a:lnTo>
                    <a:pt x="2265380" y="1668810"/>
                  </a:lnTo>
                  <a:lnTo>
                    <a:pt x="2266048" y="1668810"/>
                  </a:lnTo>
                  <a:lnTo>
                    <a:pt x="2266716" y="1668810"/>
                  </a:lnTo>
                  <a:lnTo>
                    <a:pt x="2267384" y="1668810"/>
                  </a:lnTo>
                  <a:lnTo>
                    <a:pt x="2268052" y="1668810"/>
                  </a:lnTo>
                  <a:lnTo>
                    <a:pt x="2268720" y="1668810"/>
                  </a:lnTo>
                  <a:lnTo>
                    <a:pt x="2269388" y="1668810"/>
                  </a:lnTo>
                  <a:lnTo>
                    <a:pt x="2270056" y="1668810"/>
                  </a:lnTo>
                  <a:lnTo>
                    <a:pt x="2270724" y="1668810"/>
                  </a:lnTo>
                  <a:lnTo>
                    <a:pt x="2271392" y="1664287"/>
                  </a:lnTo>
                  <a:lnTo>
                    <a:pt x="2272060" y="1655767"/>
                  </a:lnTo>
                  <a:lnTo>
                    <a:pt x="2272728" y="1651980"/>
                  </a:lnTo>
                  <a:lnTo>
                    <a:pt x="2273396" y="1651980"/>
                  </a:lnTo>
                  <a:lnTo>
                    <a:pt x="2274064" y="1651980"/>
                  </a:lnTo>
                  <a:lnTo>
                    <a:pt x="2274732" y="1651980"/>
                  </a:lnTo>
                  <a:lnTo>
                    <a:pt x="2275400" y="1651980"/>
                  </a:lnTo>
                  <a:lnTo>
                    <a:pt x="2276068" y="1651980"/>
                  </a:lnTo>
                  <a:lnTo>
                    <a:pt x="2276736" y="1660974"/>
                  </a:lnTo>
                  <a:lnTo>
                    <a:pt x="2277404" y="1668510"/>
                  </a:lnTo>
                  <a:lnTo>
                    <a:pt x="2278073" y="1648359"/>
                  </a:lnTo>
                  <a:lnTo>
                    <a:pt x="2278741" y="1616127"/>
                  </a:lnTo>
                  <a:lnTo>
                    <a:pt x="2279409" y="1581516"/>
                  </a:lnTo>
                  <a:lnTo>
                    <a:pt x="2280077" y="1617103"/>
                  </a:lnTo>
                  <a:lnTo>
                    <a:pt x="2280745" y="1626523"/>
                  </a:lnTo>
                  <a:lnTo>
                    <a:pt x="2281413" y="1641176"/>
                  </a:lnTo>
                  <a:lnTo>
                    <a:pt x="2282081" y="1660016"/>
                  </a:lnTo>
                  <a:lnTo>
                    <a:pt x="2282749" y="1668389"/>
                  </a:lnTo>
                  <a:lnTo>
                    <a:pt x="2283417" y="1668389"/>
                  </a:lnTo>
                  <a:lnTo>
                    <a:pt x="2284085" y="1668389"/>
                  </a:lnTo>
                  <a:lnTo>
                    <a:pt x="2284753" y="1668389"/>
                  </a:lnTo>
                  <a:lnTo>
                    <a:pt x="2285421" y="1668389"/>
                  </a:lnTo>
                  <a:lnTo>
                    <a:pt x="2286089" y="1668389"/>
                  </a:lnTo>
                  <a:lnTo>
                    <a:pt x="2286757" y="1668389"/>
                  </a:lnTo>
                  <a:lnTo>
                    <a:pt x="2287425" y="1668389"/>
                  </a:lnTo>
                  <a:lnTo>
                    <a:pt x="2288093" y="1668389"/>
                  </a:lnTo>
                  <a:lnTo>
                    <a:pt x="2288761" y="1668389"/>
                  </a:lnTo>
                  <a:lnTo>
                    <a:pt x="2289429" y="1668389"/>
                  </a:lnTo>
                  <a:lnTo>
                    <a:pt x="2290097" y="1668389"/>
                  </a:lnTo>
                  <a:lnTo>
                    <a:pt x="2290765" y="1668389"/>
                  </a:lnTo>
                  <a:lnTo>
                    <a:pt x="2291433" y="1668389"/>
                  </a:lnTo>
                  <a:lnTo>
                    <a:pt x="2292101" y="1668389"/>
                  </a:lnTo>
                  <a:lnTo>
                    <a:pt x="2292769" y="1668389"/>
                  </a:lnTo>
                  <a:lnTo>
                    <a:pt x="2293437" y="1668389"/>
                  </a:lnTo>
                  <a:lnTo>
                    <a:pt x="2294105" y="1668389"/>
                  </a:lnTo>
                  <a:lnTo>
                    <a:pt x="2294773" y="1668389"/>
                  </a:lnTo>
                  <a:lnTo>
                    <a:pt x="2295441" y="1668389"/>
                  </a:lnTo>
                  <a:lnTo>
                    <a:pt x="2296109" y="1668389"/>
                  </a:lnTo>
                  <a:lnTo>
                    <a:pt x="2296777" y="1668810"/>
                  </a:lnTo>
                  <a:lnTo>
                    <a:pt x="2297445" y="1668810"/>
                  </a:lnTo>
                  <a:lnTo>
                    <a:pt x="2298113" y="1668810"/>
                  </a:lnTo>
                  <a:lnTo>
                    <a:pt x="2298781" y="1668810"/>
                  </a:lnTo>
                  <a:lnTo>
                    <a:pt x="2299449" y="1668810"/>
                  </a:lnTo>
                  <a:lnTo>
                    <a:pt x="2300117" y="1668810"/>
                  </a:lnTo>
                  <a:lnTo>
                    <a:pt x="2300785" y="1668810"/>
                  </a:lnTo>
                  <a:lnTo>
                    <a:pt x="2301453" y="1668810"/>
                  </a:lnTo>
                  <a:lnTo>
                    <a:pt x="2302121" y="1668810"/>
                  </a:lnTo>
                  <a:lnTo>
                    <a:pt x="2302790" y="1668810"/>
                  </a:lnTo>
                  <a:lnTo>
                    <a:pt x="2303458" y="1668810"/>
                  </a:lnTo>
                  <a:lnTo>
                    <a:pt x="2304126" y="1668810"/>
                  </a:lnTo>
                  <a:lnTo>
                    <a:pt x="2304794" y="1668810"/>
                  </a:lnTo>
                  <a:lnTo>
                    <a:pt x="2305462" y="1668810"/>
                  </a:lnTo>
                  <a:lnTo>
                    <a:pt x="2306130" y="1668810"/>
                  </a:lnTo>
                  <a:lnTo>
                    <a:pt x="2306798" y="1668301"/>
                  </a:lnTo>
                  <a:lnTo>
                    <a:pt x="2307466" y="1668301"/>
                  </a:lnTo>
                  <a:lnTo>
                    <a:pt x="2308134" y="1663766"/>
                  </a:lnTo>
                  <a:lnTo>
                    <a:pt x="2308802" y="1626523"/>
                  </a:lnTo>
                  <a:lnTo>
                    <a:pt x="2309470" y="1626523"/>
                  </a:lnTo>
                  <a:lnTo>
                    <a:pt x="2310138" y="1626523"/>
                  </a:lnTo>
                  <a:lnTo>
                    <a:pt x="2310806" y="1626523"/>
                  </a:lnTo>
                  <a:lnTo>
                    <a:pt x="2311474" y="1626523"/>
                  </a:lnTo>
                  <a:lnTo>
                    <a:pt x="2312142" y="1626523"/>
                  </a:lnTo>
                  <a:lnTo>
                    <a:pt x="2312810" y="1626523"/>
                  </a:lnTo>
                  <a:lnTo>
                    <a:pt x="2313478" y="1626523"/>
                  </a:lnTo>
                  <a:lnTo>
                    <a:pt x="2314146" y="1640129"/>
                  </a:lnTo>
                  <a:lnTo>
                    <a:pt x="2314814" y="1647456"/>
                  </a:lnTo>
                  <a:lnTo>
                    <a:pt x="2315482" y="1647456"/>
                  </a:lnTo>
                  <a:lnTo>
                    <a:pt x="2316150" y="1657923"/>
                  </a:lnTo>
                  <a:lnTo>
                    <a:pt x="2316818" y="1668389"/>
                  </a:lnTo>
                  <a:lnTo>
                    <a:pt x="2317486" y="1668389"/>
                  </a:lnTo>
                  <a:lnTo>
                    <a:pt x="2318154" y="1668389"/>
                  </a:lnTo>
                  <a:lnTo>
                    <a:pt x="2318822" y="1668389"/>
                  </a:lnTo>
                  <a:lnTo>
                    <a:pt x="2319490" y="1668389"/>
                  </a:lnTo>
                  <a:lnTo>
                    <a:pt x="2320158" y="1668389"/>
                  </a:lnTo>
                  <a:lnTo>
                    <a:pt x="2320826" y="1666296"/>
                  </a:lnTo>
                  <a:lnTo>
                    <a:pt x="2321494" y="1647456"/>
                  </a:lnTo>
                  <a:lnTo>
                    <a:pt x="2322162" y="1647456"/>
                  </a:lnTo>
                  <a:lnTo>
                    <a:pt x="2322830" y="1647456"/>
                  </a:lnTo>
                  <a:lnTo>
                    <a:pt x="2323498" y="1647456"/>
                  </a:lnTo>
                  <a:lnTo>
                    <a:pt x="2324166" y="1647456"/>
                  </a:lnTo>
                  <a:lnTo>
                    <a:pt x="2324834" y="1647456"/>
                  </a:lnTo>
                  <a:lnTo>
                    <a:pt x="2325502" y="1636989"/>
                  </a:lnTo>
                  <a:lnTo>
                    <a:pt x="2326170" y="1621289"/>
                  </a:lnTo>
                  <a:lnTo>
                    <a:pt x="2326839" y="1560582"/>
                  </a:lnTo>
                  <a:lnTo>
                    <a:pt x="2327507" y="1599347"/>
                  </a:lnTo>
                  <a:lnTo>
                    <a:pt x="2328175" y="1605457"/>
                  </a:lnTo>
                  <a:lnTo>
                    <a:pt x="2328843" y="1610998"/>
                  </a:lnTo>
                  <a:lnTo>
                    <a:pt x="2329511" y="1595749"/>
                  </a:lnTo>
                  <a:lnTo>
                    <a:pt x="2330179" y="1595749"/>
                  </a:lnTo>
                  <a:lnTo>
                    <a:pt x="2330847" y="1587362"/>
                  </a:lnTo>
                  <a:lnTo>
                    <a:pt x="2331515" y="1580499"/>
                  </a:lnTo>
                  <a:lnTo>
                    <a:pt x="2332183" y="1579737"/>
                  </a:lnTo>
                  <a:lnTo>
                    <a:pt x="2332851" y="1565250"/>
                  </a:lnTo>
                  <a:lnTo>
                    <a:pt x="2333519" y="1565250"/>
                  </a:lnTo>
                  <a:lnTo>
                    <a:pt x="2334187" y="1565250"/>
                  </a:lnTo>
                  <a:lnTo>
                    <a:pt x="2334855" y="1565250"/>
                  </a:lnTo>
                  <a:lnTo>
                    <a:pt x="2335523" y="1572875"/>
                  </a:lnTo>
                  <a:lnTo>
                    <a:pt x="2336191" y="1584312"/>
                  </a:lnTo>
                  <a:lnTo>
                    <a:pt x="2336859" y="1621673"/>
                  </a:lnTo>
                  <a:lnTo>
                    <a:pt x="2337527" y="1625327"/>
                  </a:lnTo>
                  <a:lnTo>
                    <a:pt x="2338195" y="1616653"/>
                  </a:lnTo>
                  <a:lnTo>
                    <a:pt x="2338863" y="1563722"/>
                  </a:lnTo>
                  <a:lnTo>
                    <a:pt x="2339531" y="1584656"/>
                  </a:lnTo>
                  <a:lnTo>
                    <a:pt x="2340199" y="1584656"/>
                  </a:lnTo>
                  <a:lnTo>
                    <a:pt x="2340867" y="1598263"/>
                  </a:lnTo>
                  <a:lnTo>
                    <a:pt x="2341535" y="1660984"/>
                  </a:lnTo>
                  <a:lnTo>
                    <a:pt x="2342203" y="1650234"/>
                  </a:lnTo>
                  <a:lnTo>
                    <a:pt x="2342871" y="1645520"/>
                  </a:lnTo>
                  <a:lnTo>
                    <a:pt x="2343539" y="1626247"/>
                  </a:lnTo>
                  <a:lnTo>
                    <a:pt x="2344207" y="1656904"/>
                  </a:lnTo>
                  <a:lnTo>
                    <a:pt x="2344875" y="1661967"/>
                  </a:lnTo>
                  <a:lnTo>
                    <a:pt x="2345543" y="1657461"/>
                  </a:lnTo>
                  <a:lnTo>
                    <a:pt x="2346211" y="1648359"/>
                  </a:lnTo>
                  <a:lnTo>
                    <a:pt x="2346879" y="1653820"/>
                  </a:lnTo>
                  <a:lnTo>
                    <a:pt x="2347547" y="1660495"/>
                  </a:lnTo>
                  <a:lnTo>
                    <a:pt x="2348215" y="1648359"/>
                  </a:lnTo>
                  <a:lnTo>
                    <a:pt x="2348883" y="1648359"/>
                  </a:lnTo>
                  <a:lnTo>
                    <a:pt x="2349551" y="1648359"/>
                  </a:lnTo>
                  <a:lnTo>
                    <a:pt x="2350219" y="1647752"/>
                  </a:lnTo>
                  <a:lnTo>
                    <a:pt x="2350887" y="1636223"/>
                  </a:lnTo>
                  <a:lnTo>
                    <a:pt x="2351556" y="1640364"/>
                  </a:lnTo>
                  <a:lnTo>
                    <a:pt x="2352224" y="1652366"/>
                  </a:lnTo>
                  <a:lnTo>
                    <a:pt x="2352892" y="1662512"/>
                  </a:lnTo>
                  <a:lnTo>
                    <a:pt x="2353560" y="1656746"/>
                  </a:lnTo>
                  <a:lnTo>
                    <a:pt x="2354228" y="1655993"/>
                  </a:lnTo>
                  <a:lnTo>
                    <a:pt x="2354896" y="1648896"/>
                  </a:lnTo>
                  <a:lnTo>
                    <a:pt x="2355564" y="1600356"/>
                  </a:lnTo>
                  <a:lnTo>
                    <a:pt x="2356232" y="1605589"/>
                  </a:lnTo>
                  <a:lnTo>
                    <a:pt x="2356900" y="1605589"/>
                  </a:lnTo>
                  <a:lnTo>
                    <a:pt x="2357568" y="1605589"/>
                  </a:lnTo>
                  <a:lnTo>
                    <a:pt x="2358236" y="1610823"/>
                  </a:lnTo>
                  <a:lnTo>
                    <a:pt x="2358904" y="1605589"/>
                  </a:lnTo>
                  <a:lnTo>
                    <a:pt x="2359572" y="1605589"/>
                  </a:lnTo>
                  <a:lnTo>
                    <a:pt x="2360240" y="1606636"/>
                  </a:lnTo>
                  <a:lnTo>
                    <a:pt x="2360908" y="1626523"/>
                  </a:lnTo>
                  <a:lnTo>
                    <a:pt x="2361576" y="1626523"/>
                  </a:lnTo>
                  <a:lnTo>
                    <a:pt x="2362244" y="1610823"/>
                  </a:lnTo>
                  <a:lnTo>
                    <a:pt x="2362912" y="1605589"/>
                  </a:lnTo>
                  <a:lnTo>
                    <a:pt x="2363580" y="1605589"/>
                  </a:lnTo>
                  <a:lnTo>
                    <a:pt x="2364248" y="1605589"/>
                  </a:lnTo>
                  <a:lnTo>
                    <a:pt x="2364916" y="1605589"/>
                  </a:lnTo>
                  <a:lnTo>
                    <a:pt x="2365584" y="1616056"/>
                  </a:lnTo>
                  <a:lnTo>
                    <a:pt x="2366252" y="1626523"/>
                  </a:lnTo>
                  <a:lnTo>
                    <a:pt x="2366920" y="1626523"/>
                  </a:lnTo>
                  <a:lnTo>
                    <a:pt x="2367588" y="1626523"/>
                  </a:lnTo>
                  <a:lnTo>
                    <a:pt x="2368256" y="1642223"/>
                  </a:lnTo>
                  <a:lnTo>
                    <a:pt x="2368924" y="1647456"/>
                  </a:lnTo>
                  <a:lnTo>
                    <a:pt x="2369592" y="1642223"/>
                  </a:lnTo>
                  <a:lnTo>
                    <a:pt x="2370260" y="1626523"/>
                  </a:lnTo>
                  <a:lnTo>
                    <a:pt x="2370928" y="1626523"/>
                  </a:lnTo>
                  <a:lnTo>
                    <a:pt x="2371596" y="1626523"/>
                  </a:lnTo>
                  <a:lnTo>
                    <a:pt x="2372264" y="1642223"/>
                  </a:lnTo>
                  <a:lnTo>
                    <a:pt x="2372932" y="1647456"/>
                  </a:lnTo>
                  <a:lnTo>
                    <a:pt x="2373600" y="1647456"/>
                  </a:lnTo>
                  <a:lnTo>
                    <a:pt x="2374268" y="1647456"/>
                  </a:lnTo>
                  <a:lnTo>
                    <a:pt x="2374936" y="1647456"/>
                  </a:lnTo>
                  <a:lnTo>
                    <a:pt x="2375604" y="1647456"/>
                  </a:lnTo>
                  <a:lnTo>
                    <a:pt x="2376273" y="1647456"/>
                  </a:lnTo>
                  <a:lnTo>
                    <a:pt x="2376941" y="1647456"/>
                  </a:lnTo>
                  <a:lnTo>
                    <a:pt x="2377609" y="1647456"/>
                  </a:lnTo>
                  <a:lnTo>
                    <a:pt x="2378277" y="1647456"/>
                  </a:lnTo>
                  <a:lnTo>
                    <a:pt x="2378945" y="1647456"/>
                  </a:lnTo>
                  <a:lnTo>
                    <a:pt x="2379613" y="1652689"/>
                  </a:lnTo>
                  <a:lnTo>
                    <a:pt x="2380281" y="1668389"/>
                  </a:lnTo>
                  <a:lnTo>
                    <a:pt x="2380949" y="1668389"/>
                  </a:lnTo>
                  <a:lnTo>
                    <a:pt x="2381617" y="1668389"/>
                  </a:lnTo>
                  <a:lnTo>
                    <a:pt x="2382285" y="1668389"/>
                  </a:lnTo>
                  <a:lnTo>
                    <a:pt x="2382953" y="1668389"/>
                  </a:lnTo>
                  <a:lnTo>
                    <a:pt x="2383621" y="1668389"/>
                  </a:lnTo>
                  <a:lnTo>
                    <a:pt x="2384289" y="1668389"/>
                  </a:lnTo>
                  <a:lnTo>
                    <a:pt x="2384957" y="1668389"/>
                  </a:lnTo>
                  <a:lnTo>
                    <a:pt x="2385625" y="1668389"/>
                  </a:lnTo>
                  <a:lnTo>
                    <a:pt x="2386293" y="1668389"/>
                  </a:lnTo>
                  <a:lnTo>
                    <a:pt x="2386961" y="1668389"/>
                  </a:lnTo>
                  <a:lnTo>
                    <a:pt x="2387629" y="1668389"/>
                  </a:lnTo>
                  <a:lnTo>
                    <a:pt x="2388297" y="1668389"/>
                  </a:lnTo>
                  <a:lnTo>
                    <a:pt x="2388965" y="1668389"/>
                  </a:lnTo>
                  <a:lnTo>
                    <a:pt x="2389633" y="1668389"/>
                  </a:lnTo>
                  <a:lnTo>
                    <a:pt x="2390301" y="1668389"/>
                  </a:lnTo>
                  <a:lnTo>
                    <a:pt x="2390969" y="1668389"/>
                  </a:lnTo>
                  <a:lnTo>
                    <a:pt x="2391637" y="1668389"/>
                  </a:lnTo>
                  <a:lnTo>
                    <a:pt x="2392305" y="1668389"/>
                  </a:lnTo>
                  <a:lnTo>
                    <a:pt x="2392973" y="1668389"/>
                  </a:lnTo>
                  <a:lnTo>
                    <a:pt x="2393641" y="1668389"/>
                  </a:lnTo>
                  <a:lnTo>
                    <a:pt x="2394309" y="1668389"/>
                  </a:lnTo>
                  <a:lnTo>
                    <a:pt x="2394977" y="1668389"/>
                  </a:lnTo>
                  <a:lnTo>
                    <a:pt x="2395645" y="1668389"/>
                  </a:lnTo>
                  <a:lnTo>
                    <a:pt x="2396313" y="1665249"/>
                  </a:lnTo>
                  <a:lnTo>
                    <a:pt x="2396981" y="1647456"/>
                  </a:lnTo>
                  <a:lnTo>
                    <a:pt x="2397649" y="1647456"/>
                  </a:lnTo>
                  <a:lnTo>
                    <a:pt x="2398317" y="1647456"/>
                  </a:lnTo>
                  <a:lnTo>
                    <a:pt x="2398985" y="1647456"/>
                  </a:lnTo>
                  <a:lnTo>
                    <a:pt x="2399653" y="1636989"/>
                  </a:lnTo>
                  <a:lnTo>
                    <a:pt x="2400321" y="1625476"/>
                  </a:lnTo>
                  <a:lnTo>
                    <a:pt x="2400990" y="1605589"/>
                  </a:lnTo>
                  <a:lnTo>
                    <a:pt x="2401658" y="1605589"/>
                  </a:lnTo>
                  <a:lnTo>
                    <a:pt x="2402326" y="1594076"/>
                  </a:lnTo>
                  <a:lnTo>
                    <a:pt x="2402994" y="1563722"/>
                  </a:lnTo>
                  <a:lnTo>
                    <a:pt x="2403662" y="1563722"/>
                  </a:lnTo>
                  <a:lnTo>
                    <a:pt x="2404330" y="1593771"/>
                  </a:lnTo>
                  <a:lnTo>
                    <a:pt x="2404998" y="1534758"/>
                  </a:lnTo>
                  <a:lnTo>
                    <a:pt x="2405666" y="1556582"/>
                  </a:lnTo>
                  <a:lnTo>
                    <a:pt x="2406334" y="1535346"/>
                  </a:lnTo>
                  <a:lnTo>
                    <a:pt x="2407002" y="1513043"/>
                  </a:lnTo>
                  <a:lnTo>
                    <a:pt x="2407670" y="1530759"/>
                  </a:lnTo>
                  <a:lnTo>
                    <a:pt x="2408338" y="1515643"/>
                  </a:lnTo>
                  <a:lnTo>
                    <a:pt x="2409006" y="1498963"/>
                  </a:lnTo>
                  <a:lnTo>
                    <a:pt x="2409674" y="1496878"/>
                  </a:lnTo>
                  <a:lnTo>
                    <a:pt x="2410342" y="1502612"/>
                  </a:lnTo>
                  <a:lnTo>
                    <a:pt x="2411010" y="1512516"/>
                  </a:lnTo>
                  <a:lnTo>
                    <a:pt x="2411678" y="1512516"/>
                  </a:lnTo>
                  <a:lnTo>
                    <a:pt x="2412346" y="1518249"/>
                  </a:lnTo>
                  <a:lnTo>
                    <a:pt x="2413014" y="1533366"/>
                  </a:lnTo>
                  <a:lnTo>
                    <a:pt x="2413682" y="1533366"/>
                  </a:lnTo>
                  <a:lnTo>
                    <a:pt x="2414350" y="1551224"/>
                  </a:lnTo>
                  <a:lnTo>
                    <a:pt x="2415018" y="1594246"/>
                  </a:lnTo>
                  <a:lnTo>
                    <a:pt x="2415686" y="1590555"/>
                  </a:lnTo>
                  <a:lnTo>
                    <a:pt x="2416354" y="1612663"/>
                  </a:lnTo>
                  <a:lnTo>
                    <a:pt x="2417022" y="1590532"/>
                  </a:lnTo>
                  <a:lnTo>
                    <a:pt x="2417690" y="1548022"/>
                  </a:lnTo>
                  <a:lnTo>
                    <a:pt x="2418358" y="1578376"/>
                  </a:lnTo>
                  <a:lnTo>
                    <a:pt x="2419026" y="1602449"/>
                  </a:lnTo>
                  <a:lnTo>
                    <a:pt x="2419694" y="1605589"/>
                  </a:lnTo>
                  <a:lnTo>
                    <a:pt x="2420362" y="1605589"/>
                  </a:lnTo>
                  <a:lnTo>
                    <a:pt x="2421030" y="1605589"/>
                  </a:lnTo>
                  <a:lnTo>
                    <a:pt x="2421698" y="1584656"/>
                  </a:lnTo>
                  <a:lnTo>
                    <a:pt x="2422366" y="1584656"/>
                  </a:lnTo>
                  <a:lnTo>
                    <a:pt x="2423034" y="1584656"/>
                  </a:lnTo>
                  <a:lnTo>
                    <a:pt x="2423702" y="1584656"/>
                  </a:lnTo>
                  <a:lnTo>
                    <a:pt x="2424370" y="1584656"/>
                  </a:lnTo>
                  <a:lnTo>
                    <a:pt x="2425039" y="1549069"/>
                  </a:lnTo>
                  <a:lnTo>
                    <a:pt x="2425707" y="1542789"/>
                  </a:lnTo>
                  <a:lnTo>
                    <a:pt x="2426375" y="1548022"/>
                  </a:lnTo>
                  <a:lnTo>
                    <a:pt x="2427043" y="1551163"/>
                  </a:lnTo>
                  <a:lnTo>
                    <a:pt x="2427711" y="1545929"/>
                  </a:lnTo>
                  <a:lnTo>
                    <a:pt x="2428379" y="1521856"/>
                  </a:lnTo>
                  <a:lnTo>
                    <a:pt x="2429047" y="1514529"/>
                  </a:lnTo>
                  <a:lnTo>
                    <a:pt x="2429715" y="1494642"/>
                  </a:lnTo>
                  <a:lnTo>
                    <a:pt x="2430383" y="1479989"/>
                  </a:lnTo>
                  <a:lnTo>
                    <a:pt x="2431051" y="1479989"/>
                  </a:lnTo>
                  <a:lnTo>
                    <a:pt x="2431719" y="1565284"/>
                  </a:lnTo>
                  <a:lnTo>
                    <a:pt x="2432387" y="1558324"/>
                  </a:lnTo>
                  <a:lnTo>
                    <a:pt x="2433055" y="1563994"/>
                  </a:lnTo>
                  <a:lnTo>
                    <a:pt x="2433723" y="1562200"/>
                  </a:lnTo>
                  <a:lnTo>
                    <a:pt x="2434391" y="1550001"/>
                  </a:lnTo>
                  <a:lnTo>
                    <a:pt x="2435059" y="1568300"/>
                  </a:lnTo>
                  <a:lnTo>
                    <a:pt x="2435727" y="1565250"/>
                  </a:lnTo>
                  <a:lnTo>
                    <a:pt x="2436395" y="1565250"/>
                  </a:lnTo>
                  <a:lnTo>
                    <a:pt x="2437063" y="1575925"/>
                  </a:lnTo>
                  <a:lnTo>
                    <a:pt x="2437731" y="1593461"/>
                  </a:lnTo>
                  <a:lnTo>
                    <a:pt x="2438399" y="1610998"/>
                  </a:lnTo>
                  <a:lnTo>
                    <a:pt x="2439067" y="1623197"/>
                  </a:lnTo>
                  <a:lnTo>
                    <a:pt x="2439735" y="1668810"/>
                  </a:lnTo>
                  <a:lnTo>
                    <a:pt x="2440403" y="1668810"/>
                  </a:lnTo>
                  <a:lnTo>
                    <a:pt x="2441071" y="1668810"/>
                  </a:lnTo>
                  <a:lnTo>
                    <a:pt x="2441739" y="1668810"/>
                  </a:lnTo>
                  <a:lnTo>
                    <a:pt x="2442407" y="1668810"/>
                  </a:lnTo>
                  <a:lnTo>
                    <a:pt x="2443075" y="1668810"/>
                  </a:lnTo>
                  <a:lnTo>
                    <a:pt x="2443743" y="1668810"/>
                  </a:lnTo>
                  <a:lnTo>
                    <a:pt x="2444411" y="1668810"/>
                  </a:lnTo>
                  <a:lnTo>
                    <a:pt x="2445079" y="1668810"/>
                  </a:lnTo>
                  <a:lnTo>
                    <a:pt x="2445747" y="1668810"/>
                  </a:lnTo>
                  <a:lnTo>
                    <a:pt x="2446415" y="1668810"/>
                  </a:lnTo>
                  <a:lnTo>
                    <a:pt x="2447083" y="1668810"/>
                  </a:lnTo>
                  <a:lnTo>
                    <a:pt x="2447751" y="1668810"/>
                  </a:lnTo>
                  <a:lnTo>
                    <a:pt x="2448419" y="1668810"/>
                  </a:lnTo>
                  <a:lnTo>
                    <a:pt x="2449087" y="1668810"/>
                  </a:lnTo>
                  <a:lnTo>
                    <a:pt x="2449756" y="1668810"/>
                  </a:lnTo>
                  <a:lnTo>
                    <a:pt x="2450424" y="1668810"/>
                  </a:lnTo>
                  <a:lnTo>
                    <a:pt x="2451092" y="1668810"/>
                  </a:lnTo>
                  <a:lnTo>
                    <a:pt x="2451760" y="1668389"/>
                  </a:lnTo>
                  <a:lnTo>
                    <a:pt x="2452428" y="1668389"/>
                  </a:lnTo>
                  <a:lnTo>
                    <a:pt x="2453096" y="1668389"/>
                  </a:lnTo>
                  <a:lnTo>
                    <a:pt x="2453764" y="1668389"/>
                  </a:lnTo>
                  <a:lnTo>
                    <a:pt x="2454432" y="1668389"/>
                  </a:lnTo>
                  <a:lnTo>
                    <a:pt x="2455100" y="1668389"/>
                  </a:lnTo>
                  <a:lnTo>
                    <a:pt x="2455768" y="1668389"/>
                  </a:lnTo>
                  <a:lnTo>
                    <a:pt x="2456436" y="1668389"/>
                  </a:lnTo>
                  <a:lnTo>
                    <a:pt x="2457104" y="1668389"/>
                  </a:lnTo>
                  <a:lnTo>
                    <a:pt x="2457772" y="1668389"/>
                  </a:lnTo>
                  <a:lnTo>
                    <a:pt x="2458440" y="1668389"/>
                  </a:lnTo>
                  <a:lnTo>
                    <a:pt x="2459108" y="1668389"/>
                  </a:lnTo>
                  <a:lnTo>
                    <a:pt x="2459776" y="1668389"/>
                  </a:lnTo>
                  <a:lnTo>
                    <a:pt x="2460444" y="1668389"/>
                  </a:lnTo>
                  <a:lnTo>
                    <a:pt x="2461112" y="1668389"/>
                  </a:lnTo>
                  <a:lnTo>
                    <a:pt x="2461780" y="1668389"/>
                  </a:lnTo>
                  <a:lnTo>
                    <a:pt x="2462448" y="1668389"/>
                  </a:lnTo>
                  <a:lnTo>
                    <a:pt x="2463116" y="1668389"/>
                  </a:lnTo>
                  <a:lnTo>
                    <a:pt x="2463784" y="1668389"/>
                  </a:lnTo>
                  <a:lnTo>
                    <a:pt x="2464452" y="1668389"/>
                  </a:lnTo>
                  <a:lnTo>
                    <a:pt x="2465120" y="1668389"/>
                  </a:lnTo>
                  <a:lnTo>
                    <a:pt x="2465788" y="1668389"/>
                  </a:lnTo>
                  <a:lnTo>
                    <a:pt x="2466456" y="1668389"/>
                  </a:lnTo>
                  <a:lnTo>
                    <a:pt x="2467124" y="1668389"/>
                  </a:lnTo>
                  <a:lnTo>
                    <a:pt x="2467792" y="1668389"/>
                  </a:lnTo>
                  <a:lnTo>
                    <a:pt x="2468460" y="1668389"/>
                  </a:lnTo>
                  <a:lnTo>
                    <a:pt x="2469128" y="1648503"/>
                  </a:lnTo>
                  <a:lnTo>
                    <a:pt x="2469796" y="1631756"/>
                  </a:lnTo>
                  <a:lnTo>
                    <a:pt x="2470464" y="1605589"/>
                  </a:lnTo>
                  <a:lnTo>
                    <a:pt x="2471132" y="1596169"/>
                  </a:lnTo>
                  <a:lnTo>
                    <a:pt x="2471800" y="1584656"/>
                  </a:lnTo>
                  <a:lnTo>
                    <a:pt x="2472468" y="1584656"/>
                  </a:lnTo>
                  <a:lnTo>
                    <a:pt x="2473136" y="1584656"/>
                  </a:lnTo>
                  <a:lnTo>
                    <a:pt x="2473804" y="1584656"/>
                  </a:lnTo>
                  <a:lnTo>
                    <a:pt x="2474473" y="1583609"/>
                  </a:lnTo>
                  <a:lnTo>
                    <a:pt x="2475141" y="1546976"/>
                  </a:lnTo>
                  <a:lnTo>
                    <a:pt x="2475809" y="1542789"/>
                  </a:lnTo>
                  <a:lnTo>
                    <a:pt x="2476477" y="1542789"/>
                  </a:lnTo>
                  <a:lnTo>
                    <a:pt x="2477145" y="1542789"/>
                  </a:lnTo>
                  <a:lnTo>
                    <a:pt x="2477813" y="1542789"/>
                  </a:lnTo>
                  <a:lnTo>
                    <a:pt x="2478481" y="1542789"/>
                  </a:lnTo>
                  <a:lnTo>
                    <a:pt x="2479149" y="1562676"/>
                  </a:lnTo>
                  <a:lnTo>
                    <a:pt x="2479817" y="1579423"/>
                  </a:lnTo>
                  <a:lnTo>
                    <a:pt x="2480485" y="1605589"/>
                  </a:lnTo>
                  <a:lnTo>
                    <a:pt x="2481153" y="1615009"/>
                  </a:lnTo>
                  <a:lnTo>
                    <a:pt x="2481821" y="1626523"/>
                  </a:lnTo>
                  <a:lnTo>
                    <a:pt x="2482489" y="1626523"/>
                  </a:lnTo>
                  <a:lnTo>
                    <a:pt x="2483157" y="1626523"/>
                  </a:lnTo>
                  <a:lnTo>
                    <a:pt x="2483825" y="1626523"/>
                  </a:lnTo>
                  <a:lnTo>
                    <a:pt x="2484493" y="1627569"/>
                  </a:lnTo>
                  <a:lnTo>
                    <a:pt x="2485161" y="1664203"/>
                  </a:lnTo>
                  <a:lnTo>
                    <a:pt x="2485829" y="1668389"/>
                  </a:lnTo>
                  <a:lnTo>
                    <a:pt x="2486497" y="1647456"/>
                  </a:lnTo>
                  <a:lnTo>
                    <a:pt x="2487165" y="1647456"/>
                  </a:lnTo>
                  <a:lnTo>
                    <a:pt x="2487833" y="1647456"/>
                  </a:lnTo>
                  <a:lnTo>
                    <a:pt x="2488501" y="1627569"/>
                  </a:lnTo>
                  <a:lnTo>
                    <a:pt x="2489169" y="1626523"/>
                  </a:lnTo>
                  <a:lnTo>
                    <a:pt x="2489837" y="1626523"/>
                  </a:lnTo>
                  <a:lnTo>
                    <a:pt x="2490505" y="1626523"/>
                  </a:lnTo>
                  <a:lnTo>
                    <a:pt x="2491173" y="1609776"/>
                  </a:lnTo>
                  <a:lnTo>
                    <a:pt x="2491841" y="1584656"/>
                  </a:lnTo>
                  <a:lnTo>
                    <a:pt x="2492509" y="1584656"/>
                  </a:lnTo>
                  <a:lnTo>
                    <a:pt x="2493177" y="1584656"/>
                  </a:lnTo>
                  <a:lnTo>
                    <a:pt x="2493845" y="1584656"/>
                  </a:lnTo>
                  <a:lnTo>
                    <a:pt x="2494513" y="1584656"/>
                  </a:lnTo>
                  <a:lnTo>
                    <a:pt x="2495181" y="1584656"/>
                  </a:lnTo>
                  <a:lnTo>
                    <a:pt x="2495849" y="1584656"/>
                  </a:lnTo>
                  <a:lnTo>
                    <a:pt x="2496517" y="1605589"/>
                  </a:lnTo>
                  <a:lnTo>
                    <a:pt x="2497185" y="1605589"/>
                  </a:lnTo>
                  <a:lnTo>
                    <a:pt x="2497853" y="1605589"/>
                  </a:lnTo>
                  <a:lnTo>
                    <a:pt x="2498521" y="1625476"/>
                  </a:lnTo>
                  <a:lnTo>
                    <a:pt x="2499190" y="1626523"/>
                  </a:lnTo>
                  <a:lnTo>
                    <a:pt x="2499858" y="1626523"/>
                  </a:lnTo>
                  <a:lnTo>
                    <a:pt x="2500526" y="1626523"/>
                  </a:lnTo>
                  <a:lnTo>
                    <a:pt x="2501194" y="1643269"/>
                  </a:lnTo>
                  <a:lnTo>
                    <a:pt x="2501862" y="1668389"/>
                  </a:lnTo>
                  <a:lnTo>
                    <a:pt x="2502530" y="1668389"/>
                  </a:lnTo>
                  <a:lnTo>
                    <a:pt x="2503198" y="1668389"/>
                  </a:lnTo>
                  <a:lnTo>
                    <a:pt x="2503866" y="1668389"/>
                  </a:lnTo>
                  <a:lnTo>
                    <a:pt x="2504534" y="1668389"/>
                  </a:lnTo>
                  <a:lnTo>
                    <a:pt x="2505202" y="1668389"/>
                  </a:lnTo>
                  <a:lnTo>
                    <a:pt x="2505870" y="1668389"/>
                  </a:lnTo>
                  <a:lnTo>
                    <a:pt x="2506538" y="1668389"/>
                  </a:lnTo>
                  <a:lnTo>
                    <a:pt x="2507206" y="1668389"/>
                  </a:lnTo>
                  <a:lnTo>
                    <a:pt x="2507874" y="1668389"/>
                  </a:lnTo>
                  <a:lnTo>
                    <a:pt x="2508542" y="1668389"/>
                  </a:lnTo>
                  <a:lnTo>
                    <a:pt x="2509210" y="1668389"/>
                  </a:lnTo>
                  <a:lnTo>
                    <a:pt x="2509878" y="1668389"/>
                  </a:lnTo>
                  <a:lnTo>
                    <a:pt x="2510546" y="1668389"/>
                  </a:lnTo>
                  <a:lnTo>
                    <a:pt x="2511214" y="1668389"/>
                  </a:lnTo>
                  <a:lnTo>
                    <a:pt x="2511882" y="1668389"/>
                  </a:lnTo>
                  <a:lnTo>
                    <a:pt x="2512550" y="1668389"/>
                  </a:lnTo>
                  <a:lnTo>
                    <a:pt x="2513218" y="1668389"/>
                  </a:lnTo>
                  <a:lnTo>
                    <a:pt x="2513886" y="1668389"/>
                  </a:lnTo>
                  <a:lnTo>
                    <a:pt x="2514554" y="1668389"/>
                  </a:lnTo>
                  <a:lnTo>
                    <a:pt x="2515222" y="1668389"/>
                  </a:lnTo>
                  <a:lnTo>
                    <a:pt x="2515890" y="1668389"/>
                  </a:lnTo>
                  <a:lnTo>
                    <a:pt x="2516558" y="1668389"/>
                  </a:lnTo>
                  <a:lnTo>
                    <a:pt x="2517226" y="1668389"/>
                  </a:lnTo>
                  <a:lnTo>
                    <a:pt x="2517894" y="1668389"/>
                  </a:lnTo>
                  <a:lnTo>
                    <a:pt x="2518562" y="1668389"/>
                  </a:lnTo>
                  <a:lnTo>
                    <a:pt x="2519230" y="1668389"/>
                  </a:lnTo>
                  <a:lnTo>
                    <a:pt x="2519898" y="1668389"/>
                  </a:lnTo>
                  <a:lnTo>
                    <a:pt x="2520566" y="1668389"/>
                  </a:lnTo>
                  <a:lnTo>
                    <a:pt x="2521234" y="1668389"/>
                  </a:lnTo>
                  <a:lnTo>
                    <a:pt x="2521902" y="1668389"/>
                  </a:lnTo>
                  <a:lnTo>
                    <a:pt x="2522570" y="1668389"/>
                  </a:lnTo>
                  <a:lnTo>
                    <a:pt x="2523239" y="1668389"/>
                  </a:lnTo>
                  <a:lnTo>
                    <a:pt x="2523907" y="1668389"/>
                  </a:lnTo>
                  <a:lnTo>
                    <a:pt x="2524575" y="1668389"/>
                  </a:lnTo>
                  <a:lnTo>
                    <a:pt x="2525243" y="1668389"/>
                  </a:lnTo>
                  <a:lnTo>
                    <a:pt x="2525911" y="1668389"/>
                  </a:lnTo>
                  <a:lnTo>
                    <a:pt x="2526579" y="1668389"/>
                  </a:lnTo>
                  <a:lnTo>
                    <a:pt x="2527247" y="1668389"/>
                  </a:lnTo>
                  <a:lnTo>
                    <a:pt x="2527915" y="1668389"/>
                  </a:lnTo>
                  <a:lnTo>
                    <a:pt x="2528583" y="1668389"/>
                  </a:lnTo>
                  <a:lnTo>
                    <a:pt x="2529251" y="1668389"/>
                  </a:lnTo>
                  <a:lnTo>
                    <a:pt x="2529919" y="1668389"/>
                  </a:lnTo>
                  <a:lnTo>
                    <a:pt x="2530587" y="1668389"/>
                  </a:lnTo>
                  <a:lnTo>
                    <a:pt x="2531255" y="1668389"/>
                  </a:lnTo>
                  <a:lnTo>
                    <a:pt x="2531923" y="1668389"/>
                  </a:lnTo>
                  <a:lnTo>
                    <a:pt x="2532591" y="1668389"/>
                  </a:lnTo>
                  <a:lnTo>
                    <a:pt x="2533259" y="1668389"/>
                  </a:lnTo>
                  <a:lnTo>
                    <a:pt x="2533927" y="1668389"/>
                  </a:lnTo>
                  <a:lnTo>
                    <a:pt x="2534595" y="1668389"/>
                  </a:lnTo>
                  <a:lnTo>
                    <a:pt x="2535263" y="1668810"/>
                  </a:lnTo>
                  <a:lnTo>
                    <a:pt x="2535931" y="1668810"/>
                  </a:lnTo>
                  <a:lnTo>
                    <a:pt x="2536599" y="1668810"/>
                  </a:lnTo>
                  <a:lnTo>
                    <a:pt x="2537267" y="1668810"/>
                  </a:lnTo>
                  <a:lnTo>
                    <a:pt x="2537935" y="1668810"/>
                  </a:lnTo>
                  <a:lnTo>
                    <a:pt x="2538603" y="1668810"/>
                  </a:lnTo>
                  <a:lnTo>
                    <a:pt x="2539271" y="1668810"/>
                  </a:lnTo>
                  <a:lnTo>
                    <a:pt x="2539939" y="1668810"/>
                  </a:lnTo>
                  <a:lnTo>
                    <a:pt x="2540607" y="1668810"/>
                  </a:lnTo>
                  <a:lnTo>
                    <a:pt x="2541275" y="1668810"/>
                  </a:lnTo>
                  <a:lnTo>
                    <a:pt x="2541943" y="1668810"/>
                  </a:lnTo>
                  <a:lnTo>
                    <a:pt x="2542611" y="1668810"/>
                  </a:lnTo>
                  <a:lnTo>
                    <a:pt x="2543279" y="1668810"/>
                  </a:lnTo>
                  <a:lnTo>
                    <a:pt x="2543947" y="1668810"/>
                  </a:lnTo>
                  <a:lnTo>
                    <a:pt x="2544615" y="1668810"/>
                  </a:lnTo>
                  <a:lnTo>
                    <a:pt x="2545283" y="1668810"/>
                  </a:lnTo>
                  <a:lnTo>
                    <a:pt x="2545951" y="1668810"/>
                  </a:lnTo>
                  <a:lnTo>
                    <a:pt x="2546619" y="1668810"/>
                  </a:lnTo>
                  <a:lnTo>
                    <a:pt x="2547287" y="1668810"/>
                  </a:lnTo>
                  <a:lnTo>
                    <a:pt x="2547956" y="1647456"/>
                  </a:lnTo>
                  <a:lnTo>
                    <a:pt x="2548624" y="1647456"/>
                  </a:lnTo>
                  <a:lnTo>
                    <a:pt x="2549292" y="1629663"/>
                  </a:lnTo>
                  <a:lnTo>
                    <a:pt x="2549960" y="1626523"/>
                  </a:lnTo>
                  <a:lnTo>
                    <a:pt x="2550628" y="1626523"/>
                  </a:lnTo>
                  <a:lnTo>
                    <a:pt x="2551296" y="1626523"/>
                  </a:lnTo>
                  <a:lnTo>
                    <a:pt x="2551964" y="1626523"/>
                  </a:lnTo>
                  <a:lnTo>
                    <a:pt x="2552632" y="1626523"/>
                  </a:lnTo>
                  <a:lnTo>
                    <a:pt x="2553300" y="1626523"/>
                  </a:lnTo>
                  <a:lnTo>
                    <a:pt x="2553968" y="1626523"/>
                  </a:lnTo>
                  <a:lnTo>
                    <a:pt x="2554636" y="1640129"/>
                  </a:lnTo>
                  <a:lnTo>
                    <a:pt x="2555304" y="1647456"/>
                  </a:lnTo>
                  <a:lnTo>
                    <a:pt x="2555972" y="1647456"/>
                  </a:lnTo>
                  <a:lnTo>
                    <a:pt x="2556640" y="1647456"/>
                  </a:lnTo>
                  <a:lnTo>
                    <a:pt x="2557308" y="1647456"/>
                  </a:lnTo>
                  <a:lnTo>
                    <a:pt x="2557976" y="1647456"/>
                  </a:lnTo>
                  <a:lnTo>
                    <a:pt x="2558644" y="1647456"/>
                  </a:lnTo>
                  <a:lnTo>
                    <a:pt x="2559312" y="1645363"/>
                  </a:lnTo>
                  <a:lnTo>
                    <a:pt x="2559980" y="1647456"/>
                  </a:lnTo>
                  <a:lnTo>
                    <a:pt x="2560648" y="1647456"/>
                  </a:lnTo>
                  <a:lnTo>
                    <a:pt x="2561316" y="1647456"/>
                  </a:lnTo>
                  <a:lnTo>
                    <a:pt x="2561984" y="1624429"/>
                  </a:lnTo>
                  <a:lnTo>
                    <a:pt x="2562652" y="1605589"/>
                  </a:lnTo>
                  <a:lnTo>
                    <a:pt x="2563320" y="1605589"/>
                  </a:lnTo>
                  <a:lnTo>
                    <a:pt x="2563988" y="1605589"/>
                  </a:lnTo>
                  <a:lnTo>
                    <a:pt x="2564656" y="1599309"/>
                  </a:lnTo>
                  <a:lnTo>
                    <a:pt x="2565324" y="1584656"/>
                  </a:lnTo>
                  <a:lnTo>
                    <a:pt x="2565992" y="1584656"/>
                  </a:lnTo>
                  <a:lnTo>
                    <a:pt x="2566660" y="1566863"/>
                  </a:lnTo>
                  <a:lnTo>
                    <a:pt x="2567328" y="1557442"/>
                  </a:lnTo>
                  <a:lnTo>
                    <a:pt x="2567996" y="1542789"/>
                  </a:lnTo>
                  <a:lnTo>
                    <a:pt x="2568664" y="1521856"/>
                  </a:lnTo>
                  <a:lnTo>
                    <a:pt x="2569332" y="1512436"/>
                  </a:lnTo>
                  <a:lnTo>
                    <a:pt x="2570000" y="1500922"/>
                  </a:lnTo>
                  <a:lnTo>
                    <a:pt x="2570668" y="1500922"/>
                  </a:lnTo>
                  <a:lnTo>
                    <a:pt x="2571336" y="1500922"/>
                  </a:lnTo>
                  <a:lnTo>
                    <a:pt x="2572004" y="1523949"/>
                  </a:lnTo>
                  <a:lnTo>
                    <a:pt x="2572673" y="1542789"/>
                  </a:lnTo>
                  <a:lnTo>
                    <a:pt x="2573341" y="1542789"/>
                  </a:lnTo>
                  <a:lnTo>
                    <a:pt x="2574009" y="1532322"/>
                  </a:lnTo>
                  <a:lnTo>
                    <a:pt x="2574677" y="1508249"/>
                  </a:lnTo>
                  <a:lnTo>
                    <a:pt x="2575345" y="1521856"/>
                  </a:lnTo>
                  <a:lnTo>
                    <a:pt x="2576013" y="1521856"/>
                  </a:lnTo>
                  <a:lnTo>
                    <a:pt x="2576681" y="1539649"/>
                  </a:lnTo>
                  <a:lnTo>
                    <a:pt x="2577349" y="1549069"/>
                  </a:lnTo>
                  <a:lnTo>
                    <a:pt x="2578017" y="1563722"/>
                  </a:lnTo>
                  <a:lnTo>
                    <a:pt x="2578685" y="1584656"/>
                  </a:lnTo>
                  <a:lnTo>
                    <a:pt x="2579353" y="1594076"/>
                  </a:lnTo>
                  <a:lnTo>
                    <a:pt x="2580021" y="1605589"/>
                  </a:lnTo>
                  <a:lnTo>
                    <a:pt x="2580689" y="1605589"/>
                  </a:lnTo>
                  <a:lnTo>
                    <a:pt x="2581357" y="1605589"/>
                  </a:lnTo>
                  <a:lnTo>
                    <a:pt x="2582025" y="1605589"/>
                  </a:lnTo>
                  <a:lnTo>
                    <a:pt x="2582693" y="1605589"/>
                  </a:lnTo>
                  <a:lnTo>
                    <a:pt x="2583361" y="1605589"/>
                  </a:lnTo>
                  <a:lnTo>
                    <a:pt x="2584029" y="1616056"/>
                  </a:lnTo>
                  <a:lnTo>
                    <a:pt x="2584697" y="1646409"/>
                  </a:lnTo>
                  <a:lnTo>
                    <a:pt x="2585365" y="1647456"/>
                  </a:lnTo>
                  <a:lnTo>
                    <a:pt x="2586033" y="1647456"/>
                  </a:lnTo>
                  <a:lnTo>
                    <a:pt x="2586701" y="1647456"/>
                  </a:lnTo>
                  <a:lnTo>
                    <a:pt x="2587369" y="1647456"/>
                  </a:lnTo>
                  <a:lnTo>
                    <a:pt x="2588037" y="1647456"/>
                  </a:lnTo>
                  <a:lnTo>
                    <a:pt x="2588705" y="1647456"/>
                  </a:lnTo>
                  <a:lnTo>
                    <a:pt x="2589373" y="1667343"/>
                  </a:lnTo>
                  <a:lnTo>
                    <a:pt x="2590041" y="1668389"/>
                  </a:lnTo>
                  <a:lnTo>
                    <a:pt x="2590709" y="1668389"/>
                  </a:lnTo>
                  <a:lnTo>
                    <a:pt x="2591377" y="1668389"/>
                  </a:lnTo>
                  <a:lnTo>
                    <a:pt x="2592045" y="1668389"/>
                  </a:lnTo>
                  <a:lnTo>
                    <a:pt x="2592713" y="1668389"/>
                  </a:lnTo>
                  <a:lnTo>
                    <a:pt x="2593381" y="1668389"/>
                  </a:lnTo>
                  <a:lnTo>
                    <a:pt x="2594049" y="1668389"/>
                  </a:lnTo>
                  <a:lnTo>
                    <a:pt x="2594717" y="1668389"/>
                  </a:lnTo>
                  <a:lnTo>
                    <a:pt x="2595385" y="1668389"/>
                  </a:lnTo>
                  <a:lnTo>
                    <a:pt x="2596053" y="1668389"/>
                  </a:lnTo>
                  <a:lnTo>
                    <a:pt x="2596722" y="1668389"/>
                  </a:lnTo>
                  <a:lnTo>
                    <a:pt x="2597390" y="1668389"/>
                  </a:lnTo>
                  <a:lnTo>
                    <a:pt x="2598058" y="1668389"/>
                  </a:lnTo>
                  <a:lnTo>
                    <a:pt x="2598726" y="1668389"/>
                  </a:lnTo>
                  <a:lnTo>
                    <a:pt x="2599394" y="1668389"/>
                  </a:lnTo>
                  <a:lnTo>
                    <a:pt x="2600062" y="1661063"/>
                  </a:lnTo>
                  <a:lnTo>
                    <a:pt x="2600730" y="1647456"/>
                  </a:lnTo>
                  <a:lnTo>
                    <a:pt x="2601398" y="1647456"/>
                  </a:lnTo>
                  <a:lnTo>
                    <a:pt x="2602066" y="1647456"/>
                  </a:lnTo>
                  <a:lnTo>
                    <a:pt x="2602734" y="1642223"/>
                  </a:lnTo>
                  <a:lnTo>
                    <a:pt x="2603402" y="1605589"/>
                  </a:lnTo>
                  <a:lnTo>
                    <a:pt x="2604070" y="1605589"/>
                  </a:lnTo>
                  <a:lnTo>
                    <a:pt x="2604738" y="1605589"/>
                  </a:lnTo>
                  <a:lnTo>
                    <a:pt x="2605406" y="1584656"/>
                  </a:lnTo>
                  <a:lnTo>
                    <a:pt x="2606074" y="1601910"/>
                  </a:lnTo>
                  <a:lnTo>
                    <a:pt x="2606742" y="1605457"/>
                  </a:lnTo>
                  <a:lnTo>
                    <a:pt x="2607410" y="1596031"/>
                  </a:lnTo>
                  <a:lnTo>
                    <a:pt x="2608078" y="1581627"/>
                  </a:lnTo>
                  <a:lnTo>
                    <a:pt x="2608746" y="1533989"/>
                  </a:lnTo>
                  <a:lnTo>
                    <a:pt x="2609414" y="1497391"/>
                  </a:lnTo>
                  <a:lnTo>
                    <a:pt x="2610082" y="1494341"/>
                  </a:lnTo>
                  <a:lnTo>
                    <a:pt x="2610750" y="1494341"/>
                  </a:lnTo>
                  <a:lnTo>
                    <a:pt x="2611418" y="1473754"/>
                  </a:lnTo>
                  <a:lnTo>
                    <a:pt x="2612086" y="1473754"/>
                  </a:lnTo>
                  <a:lnTo>
                    <a:pt x="2612754" y="1477566"/>
                  </a:lnTo>
                  <a:lnTo>
                    <a:pt x="2613422" y="1501965"/>
                  </a:lnTo>
                  <a:lnTo>
                    <a:pt x="2614090" y="1482141"/>
                  </a:lnTo>
                  <a:lnTo>
                    <a:pt x="2614758" y="1472229"/>
                  </a:lnTo>
                  <a:lnTo>
                    <a:pt x="2615426" y="1473754"/>
                  </a:lnTo>
                  <a:lnTo>
                    <a:pt x="2616094" y="1499596"/>
                  </a:lnTo>
                  <a:lnTo>
                    <a:pt x="2616762" y="1495480"/>
                  </a:lnTo>
                  <a:lnTo>
                    <a:pt x="2617430" y="1504907"/>
                  </a:lnTo>
                  <a:lnTo>
                    <a:pt x="2618098" y="1515813"/>
                  </a:lnTo>
                  <a:lnTo>
                    <a:pt x="2618766" y="1482082"/>
                  </a:lnTo>
                  <a:lnTo>
                    <a:pt x="2619434" y="1531276"/>
                  </a:lnTo>
                  <a:lnTo>
                    <a:pt x="2620102" y="1542789"/>
                  </a:lnTo>
                  <a:lnTo>
                    <a:pt x="2620770" y="1556396"/>
                  </a:lnTo>
                  <a:lnTo>
                    <a:pt x="2621439" y="1584656"/>
                  </a:lnTo>
                  <a:lnTo>
                    <a:pt x="2622107" y="1559536"/>
                  </a:lnTo>
                  <a:lnTo>
                    <a:pt x="2622775" y="1516622"/>
                  </a:lnTo>
                  <a:lnTo>
                    <a:pt x="2623443" y="1570707"/>
                  </a:lnTo>
                  <a:lnTo>
                    <a:pt x="2624111" y="1597727"/>
                  </a:lnTo>
                  <a:lnTo>
                    <a:pt x="2624779" y="1576687"/>
                  </a:lnTo>
                  <a:lnTo>
                    <a:pt x="2625447" y="1552288"/>
                  </a:lnTo>
                  <a:lnTo>
                    <a:pt x="2626115" y="1538564"/>
                  </a:lnTo>
                  <a:lnTo>
                    <a:pt x="2626783" y="1534751"/>
                  </a:lnTo>
                  <a:lnTo>
                    <a:pt x="2627451" y="1519502"/>
                  </a:lnTo>
                  <a:lnTo>
                    <a:pt x="2628119" y="1515690"/>
                  </a:lnTo>
                  <a:lnTo>
                    <a:pt x="2628787" y="1518740"/>
                  </a:lnTo>
                  <a:lnTo>
                    <a:pt x="2629455" y="1519502"/>
                  </a:lnTo>
                  <a:lnTo>
                    <a:pt x="2630123" y="1495866"/>
                  </a:lnTo>
                  <a:lnTo>
                    <a:pt x="2630791" y="1473754"/>
                  </a:lnTo>
                  <a:lnTo>
                    <a:pt x="2631459" y="1473754"/>
                  </a:lnTo>
                  <a:lnTo>
                    <a:pt x="2632127" y="1492053"/>
                  </a:lnTo>
                  <a:lnTo>
                    <a:pt x="2632795" y="1523314"/>
                  </a:lnTo>
                  <a:lnTo>
                    <a:pt x="2633463" y="1526902"/>
                  </a:lnTo>
                  <a:lnTo>
                    <a:pt x="2634131" y="1522301"/>
                  </a:lnTo>
                  <a:lnTo>
                    <a:pt x="2634799" y="1487316"/>
                  </a:lnTo>
                  <a:lnTo>
                    <a:pt x="2635467" y="1539649"/>
                  </a:lnTo>
                  <a:lnTo>
                    <a:pt x="2636135" y="1549069"/>
                  </a:lnTo>
                  <a:lnTo>
                    <a:pt x="2636803" y="1542789"/>
                  </a:lnTo>
                  <a:lnTo>
                    <a:pt x="2637471" y="1559536"/>
                  </a:lnTo>
                  <a:lnTo>
                    <a:pt x="2638139" y="1540696"/>
                  </a:lnTo>
                  <a:lnTo>
                    <a:pt x="2638807" y="1533369"/>
                  </a:lnTo>
                  <a:lnTo>
                    <a:pt x="2639475" y="1516622"/>
                  </a:lnTo>
                  <a:lnTo>
                    <a:pt x="2640143" y="1517669"/>
                  </a:lnTo>
                  <a:lnTo>
                    <a:pt x="2640811" y="1541742"/>
                  </a:lnTo>
                  <a:lnTo>
                    <a:pt x="2641479" y="1518716"/>
                  </a:lnTo>
                  <a:lnTo>
                    <a:pt x="2642147" y="1473709"/>
                  </a:lnTo>
                  <a:lnTo>
                    <a:pt x="2642815" y="1452776"/>
                  </a:lnTo>
                  <a:lnTo>
                    <a:pt x="2643483" y="1428702"/>
                  </a:lnTo>
                  <a:lnTo>
                    <a:pt x="2644151" y="1417189"/>
                  </a:lnTo>
                  <a:lnTo>
                    <a:pt x="2644819" y="1417189"/>
                  </a:lnTo>
                  <a:lnTo>
                    <a:pt x="2645487" y="1417189"/>
                  </a:lnTo>
                  <a:lnTo>
                    <a:pt x="2646156" y="1426609"/>
                  </a:lnTo>
                  <a:lnTo>
                    <a:pt x="2646824" y="1438122"/>
                  </a:lnTo>
                  <a:lnTo>
                    <a:pt x="2647492" y="1442309"/>
                  </a:lnTo>
                  <a:lnTo>
                    <a:pt x="2648160" y="1466382"/>
                  </a:lnTo>
                  <a:lnTo>
                    <a:pt x="2648828" y="1489409"/>
                  </a:lnTo>
                  <a:lnTo>
                    <a:pt x="2649496" y="1506156"/>
                  </a:lnTo>
                  <a:lnTo>
                    <a:pt x="2650164" y="1537556"/>
                  </a:lnTo>
                  <a:lnTo>
                    <a:pt x="2650832" y="1532322"/>
                  </a:lnTo>
                  <a:lnTo>
                    <a:pt x="2651500" y="1545929"/>
                  </a:lnTo>
                  <a:lnTo>
                    <a:pt x="2652168" y="1590936"/>
                  </a:lnTo>
                  <a:lnTo>
                    <a:pt x="2652836" y="1611869"/>
                  </a:lnTo>
                  <a:lnTo>
                    <a:pt x="2653504" y="1619196"/>
                  </a:lnTo>
                  <a:lnTo>
                    <a:pt x="2654172" y="1615009"/>
                  </a:lnTo>
                  <a:lnTo>
                    <a:pt x="2654840" y="1605589"/>
                  </a:lnTo>
                  <a:lnTo>
                    <a:pt x="2655508" y="1585703"/>
                  </a:lnTo>
                  <a:lnTo>
                    <a:pt x="2656176" y="1584656"/>
                  </a:lnTo>
                  <a:lnTo>
                    <a:pt x="2656844" y="1584656"/>
                  </a:lnTo>
                  <a:lnTo>
                    <a:pt x="2657512" y="1584656"/>
                  </a:lnTo>
                  <a:lnTo>
                    <a:pt x="2658180" y="1580469"/>
                  </a:lnTo>
                  <a:lnTo>
                    <a:pt x="2658848" y="1563722"/>
                  </a:lnTo>
                  <a:lnTo>
                    <a:pt x="2659516" y="1563722"/>
                  </a:lnTo>
                  <a:lnTo>
                    <a:pt x="2660184" y="1563722"/>
                  </a:lnTo>
                  <a:lnTo>
                    <a:pt x="2660852" y="1575236"/>
                  </a:lnTo>
                  <a:lnTo>
                    <a:pt x="2661520" y="1584656"/>
                  </a:lnTo>
                  <a:lnTo>
                    <a:pt x="2662188" y="1573143"/>
                  </a:lnTo>
                  <a:lnTo>
                    <a:pt x="2662856" y="1542789"/>
                  </a:lnTo>
                  <a:lnTo>
                    <a:pt x="2663524" y="1538602"/>
                  </a:lnTo>
                  <a:lnTo>
                    <a:pt x="2664192" y="1618427"/>
                  </a:lnTo>
                  <a:lnTo>
                    <a:pt x="2664860" y="1648165"/>
                  </a:lnTo>
                  <a:lnTo>
                    <a:pt x="2665528" y="1649365"/>
                  </a:lnTo>
                  <a:lnTo>
                    <a:pt x="2666196" y="1645974"/>
                  </a:lnTo>
                  <a:lnTo>
                    <a:pt x="2666864" y="1626148"/>
                  </a:lnTo>
                  <a:lnTo>
                    <a:pt x="2667532" y="1616765"/>
                  </a:lnTo>
                  <a:lnTo>
                    <a:pt x="2668200" y="1618850"/>
                  </a:lnTo>
                  <a:lnTo>
                    <a:pt x="2668868" y="1621978"/>
                  </a:lnTo>
                  <a:lnTo>
                    <a:pt x="2669536" y="1612074"/>
                  </a:lnTo>
                  <a:lnTo>
                    <a:pt x="2670204" y="1606340"/>
                  </a:lnTo>
                  <a:lnTo>
                    <a:pt x="2670873" y="1601649"/>
                  </a:lnTo>
                  <a:lnTo>
                    <a:pt x="2671541" y="1577150"/>
                  </a:lnTo>
                  <a:lnTo>
                    <a:pt x="2672209" y="1552131"/>
                  </a:lnTo>
                  <a:lnTo>
                    <a:pt x="2672877" y="1552131"/>
                  </a:lnTo>
                  <a:lnTo>
                    <a:pt x="2673545" y="1554215"/>
                  </a:lnTo>
                  <a:lnTo>
                    <a:pt x="2674213" y="1514864"/>
                  </a:lnTo>
                  <a:lnTo>
                    <a:pt x="2674881" y="1531745"/>
                  </a:lnTo>
                  <a:lnTo>
                    <a:pt x="2675549" y="1532281"/>
                  </a:lnTo>
                  <a:lnTo>
                    <a:pt x="2676217" y="1494936"/>
                  </a:lnTo>
                  <a:lnTo>
                    <a:pt x="2676885" y="1419282"/>
                  </a:lnTo>
                  <a:lnTo>
                    <a:pt x="2677553" y="1401489"/>
                  </a:lnTo>
                  <a:lnTo>
                    <a:pt x="2678221" y="1396255"/>
                  </a:lnTo>
                  <a:lnTo>
                    <a:pt x="2678889" y="1406722"/>
                  </a:lnTo>
                  <a:lnTo>
                    <a:pt x="2679557" y="1426609"/>
                  </a:lnTo>
                  <a:lnTo>
                    <a:pt x="2680225" y="1438122"/>
                  </a:lnTo>
                  <a:lnTo>
                    <a:pt x="2680893" y="1447542"/>
                  </a:lnTo>
                  <a:lnTo>
                    <a:pt x="2681561" y="1496736"/>
                  </a:lnTo>
                  <a:lnTo>
                    <a:pt x="2682229" y="1537556"/>
                  </a:lnTo>
                  <a:lnTo>
                    <a:pt x="2682897" y="1557442"/>
                  </a:lnTo>
                  <a:lnTo>
                    <a:pt x="2683565" y="1563722"/>
                  </a:lnTo>
                  <a:lnTo>
                    <a:pt x="2684233" y="1563722"/>
                  </a:lnTo>
                  <a:lnTo>
                    <a:pt x="2684901" y="1563722"/>
                  </a:lnTo>
                  <a:lnTo>
                    <a:pt x="2685569" y="1563722"/>
                  </a:lnTo>
                  <a:lnTo>
                    <a:pt x="2686237" y="1563722"/>
                  </a:lnTo>
                  <a:lnTo>
                    <a:pt x="2686905" y="1584656"/>
                  </a:lnTo>
                  <a:lnTo>
                    <a:pt x="2687573" y="1621289"/>
                  </a:lnTo>
                  <a:lnTo>
                    <a:pt x="2688241" y="1626523"/>
                  </a:lnTo>
                  <a:lnTo>
                    <a:pt x="2688909" y="1626523"/>
                  </a:lnTo>
                  <a:lnTo>
                    <a:pt x="2689577" y="1626523"/>
                  </a:lnTo>
                  <a:lnTo>
                    <a:pt x="2690245" y="1626523"/>
                  </a:lnTo>
                  <a:lnTo>
                    <a:pt x="2690913" y="1626523"/>
                  </a:lnTo>
                  <a:lnTo>
                    <a:pt x="2691581" y="1626523"/>
                  </a:lnTo>
                  <a:lnTo>
                    <a:pt x="2692249" y="1647456"/>
                  </a:lnTo>
                  <a:lnTo>
                    <a:pt x="2692917" y="1657923"/>
                  </a:lnTo>
                  <a:lnTo>
                    <a:pt x="2693585" y="1668389"/>
                  </a:lnTo>
                  <a:lnTo>
                    <a:pt x="2694253" y="1668389"/>
                  </a:lnTo>
                  <a:lnTo>
                    <a:pt x="2694922" y="1668389"/>
                  </a:lnTo>
                  <a:lnTo>
                    <a:pt x="2695590" y="1668389"/>
                  </a:lnTo>
                  <a:lnTo>
                    <a:pt x="2696258" y="1668389"/>
                  </a:lnTo>
                  <a:lnTo>
                    <a:pt x="2696926" y="1668389"/>
                  </a:lnTo>
                  <a:lnTo>
                    <a:pt x="2697594" y="1668389"/>
                  </a:lnTo>
                  <a:lnTo>
                    <a:pt x="2698262" y="1668389"/>
                  </a:lnTo>
                  <a:lnTo>
                    <a:pt x="2698930" y="1668389"/>
                  </a:lnTo>
                  <a:lnTo>
                    <a:pt x="2699598" y="1668389"/>
                  </a:lnTo>
                  <a:lnTo>
                    <a:pt x="2700266" y="1668389"/>
                  </a:lnTo>
                  <a:lnTo>
                    <a:pt x="2700934" y="1668389"/>
                  </a:lnTo>
                  <a:lnTo>
                    <a:pt x="2701602" y="1668389"/>
                  </a:lnTo>
                  <a:lnTo>
                    <a:pt x="2702270" y="1668389"/>
                  </a:lnTo>
                  <a:lnTo>
                    <a:pt x="2702938" y="1668389"/>
                  </a:lnTo>
                  <a:lnTo>
                    <a:pt x="2703606" y="1668389"/>
                  </a:lnTo>
                  <a:lnTo>
                    <a:pt x="2704274" y="1668389"/>
                  </a:lnTo>
                  <a:lnTo>
                    <a:pt x="2704942" y="1662109"/>
                  </a:lnTo>
                  <a:lnTo>
                    <a:pt x="2705610" y="1647456"/>
                  </a:lnTo>
                  <a:lnTo>
                    <a:pt x="2706278" y="1630709"/>
                  </a:lnTo>
                  <a:lnTo>
                    <a:pt x="2706946" y="1605589"/>
                  </a:lnTo>
                  <a:lnTo>
                    <a:pt x="2707614" y="1599309"/>
                  </a:lnTo>
                  <a:lnTo>
                    <a:pt x="2708282" y="1576283"/>
                  </a:lnTo>
                  <a:lnTo>
                    <a:pt x="2708950" y="1615567"/>
                  </a:lnTo>
                  <a:lnTo>
                    <a:pt x="2709618" y="1608600"/>
                  </a:lnTo>
                  <a:lnTo>
                    <a:pt x="2710286" y="1581891"/>
                  </a:lnTo>
                  <a:lnTo>
                    <a:pt x="2710954" y="1543139"/>
                  </a:lnTo>
                  <a:lnTo>
                    <a:pt x="2711622" y="1523314"/>
                  </a:lnTo>
                  <a:lnTo>
                    <a:pt x="2712290" y="1519502"/>
                  </a:lnTo>
                  <a:lnTo>
                    <a:pt x="2712958" y="1519502"/>
                  </a:lnTo>
                  <a:lnTo>
                    <a:pt x="2713626" y="1519502"/>
                  </a:lnTo>
                  <a:lnTo>
                    <a:pt x="2714294" y="1519502"/>
                  </a:lnTo>
                  <a:lnTo>
                    <a:pt x="2714962" y="1524077"/>
                  </a:lnTo>
                  <a:lnTo>
                    <a:pt x="2715630" y="1534751"/>
                  </a:lnTo>
                  <a:lnTo>
                    <a:pt x="2716298" y="1546951"/>
                  </a:lnTo>
                  <a:lnTo>
                    <a:pt x="2716966" y="1565250"/>
                  </a:lnTo>
                  <a:lnTo>
                    <a:pt x="2717634" y="1554576"/>
                  </a:lnTo>
                  <a:lnTo>
                    <a:pt x="2718302" y="1564488"/>
                  </a:lnTo>
                  <a:lnTo>
                    <a:pt x="2718970" y="1558324"/>
                  </a:lnTo>
                  <a:lnTo>
                    <a:pt x="2719639" y="1559895"/>
                  </a:lnTo>
                  <a:lnTo>
                    <a:pt x="2720307" y="1559422"/>
                  </a:lnTo>
                  <a:lnTo>
                    <a:pt x="2720975" y="1529182"/>
                  </a:lnTo>
                  <a:lnTo>
                    <a:pt x="2721643" y="1537556"/>
                  </a:lnTo>
                  <a:lnTo>
                    <a:pt x="2722311" y="1542789"/>
                  </a:lnTo>
                  <a:lnTo>
                    <a:pt x="2722979" y="1542789"/>
                  </a:lnTo>
                  <a:lnTo>
                    <a:pt x="2723647" y="1542789"/>
                  </a:lnTo>
                  <a:lnTo>
                    <a:pt x="2724315" y="1523949"/>
                  </a:lnTo>
                  <a:lnTo>
                    <a:pt x="2724983" y="1500922"/>
                  </a:lnTo>
                  <a:lnTo>
                    <a:pt x="2725651" y="1500922"/>
                  </a:lnTo>
                  <a:lnTo>
                    <a:pt x="2726319" y="1500922"/>
                  </a:lnTo>
                  <a:lnTo>
                    <a:pt x="2726987" y="1470569"/>
                  </a:lnTo>
                  <a:lnTo>
                    <a:pt x="2727655" y="1479989"/>
                  </a:lnTo>
                  <a:lnTo>
                    <a:pt x="2728323" y="1488362"/>
                  </a:lnTo>
                  <a:lnTo>
                    <a:pt x="2728991" y="1448589"/>
                  </a:lnTo>
                  <a:lnTo>
                    <a:pt x="2729659" y="1372182"/>
                  </a:lnTo>
                  <a:lnTo>
                    <a:pt x="2730327" y="1338689"/>
                  </a:lnTo>
                  <a:lnTo>
                    <a:pt x="2730995" y="1336595"/>
                  </a:lnTo>
                  <a:lnTo>
                    <a:pt x="2731663" y="1298915"/>
                  </a:lnTo>
                  <a:lnTo>
                    <a:pt x="2732331" y="1267515"/>
                  </a:lnTo>
                  <a:lnTo>
                    <a:pt x="2732999" y="1238209"/>
                  </a:lnTo>
                  <a:lnTo>
                    <a:pt x="2733667" y="1172269"/>
                  </a:lnTo>
                  <a:lnTo>
                    <a:pt x="2734335" y="1141915"/>
                  </a:lnTo>
                  <a:lnTo>
                    <a:pt x="2735003" y="1124122"/>
                  </a:lnTo>
                  <a:lnTo>
                    <a:pt x="2735671" y="1097955"/>
                  </a:lnTo>
                  <a:lnTo>
                    <a:pt x="2736339" y="1058181"/>
                  </a:lnTo>
                  <a:lnTo>
                    <a:pt x="2737007" y="1053995"/>
                  </a:lnTo>
                  <a:lnTo>
                    <a:pt x="2737675" y="1040388"/>
                  </a:lnTo>
                  <a:lnTo>
                    <a:pt x="2738343" y="1016315"/>
                  </a:lnTo>
                  <a:lnTo>
                    <a:pt x="2739011" y="1024688"/>
                  </a:lnTo>
                  <a:lnTo>
                    <a:pt x="2739679" y="1072835"/>
                  </a:lnTo>
                  <a:lnTo>
                    <a:pt x="2740347" y="1079115"/>
                  </a:lnTo>
                  <a:lnTo>
                    <a:pt x="2741015" y="1034108"/>
                  </a:lnTo>
                  <a:lnTo>
                    <a:pt x="2741683" y="1052948"/>
                  </a:lnTo>
                  <a:lnTo>
                    <a:pt x="2742351" y="1049808"/>
                  </a:lnTo>
                  <a:lnTo>
                    <a:pt x="2743019" y="1039342"/>
                  </a:lnTo>
                  <a:lnTo>
                    <a:pt x="2743687" y="1090628"/>
                  </a:lnTo>
                  <a:lnTo>
                    <a:pt x="2744356" y="1078068"/>
                  </a:lnTo>
                  <a:lnTo>
                    <a:pt x="2745024" y="1227517"/>
                  </a:lnTo>
                  <a:lnTo>
                    <a:pt x="2745692" y="1261386"/>
                  </a:lnTo>
                  <a:lnTo>
                    <a:pt x="2746360" y="1240962"/>
                  </a:lnTo>
                  <a:lnTo>
                    <a:pt x="2747028" y="1330391"/>
                  </a:lnTo>
                  <a:lnTo>
                    <a:pt x="2747696" y="1353456"/>
                  </a:lnTo>
                  <a:lnTo>
                    <a:pt x="2748364" y="1358917"/>
                  </a:lnTo>
                  <a:lnTo>
                    <a:pt x="2749032" y="1362558"/>
                  </a:lnTo>
                  <a:lnTo>
                    <a:pt x="2749700" y="1336466"/>
                  </a:lnTo>
                  <a:lnTo>
                    <a:pt x="2750368" y="1345567"/>
                  </a:lnTo>
                  <a:lnTo>
                    <a:pt x="2751036" y="1384402"/>
                  </a:lnTo>
                  <a:lnTo>
                    <a:pt x="2751704" y="1376514"/>
                  </a:lnTo>
                  <a:lnTo>
                    <a:pt x="2752372" y="1363165"/>
                  </a:lnTo>
                  <a:lnTo>
                    <a:pt x="2753040" y="1369232"/>
                  </a:lnTo>
                  <a:lnTo>
                    <a:pt x="2753708" y="1372873"/>
                  </a:lnTo>
                  <a:lnTo>
                    <a:pt x="2754376" y="1408674"/>
                  </a:lnTo>
                  <a:lnTo>
                    <a:pt x="2755044" y="1443530"/>
                  </a:lnTo>
                  <a:lnTo>
                    <a:pt x="2755712" y="1447731"/>
                  </a:lnTo>
                  <a:lnTo>
                    <a:pt x="2756380" y="1474331"/>
                  </a:lnTo>
                  <a:lnTo>
                    <a:pt x="2757048" y="1448347"/>
                  </a:lnTo>
                  <a:lnTo>
                    <a:pt x="2757716" y="1440758"/>
                  </a:lnTo>
                  <a:lnTo>
                    <a:pt x="2758384" y="1355435"/>
                  </a:lnTo>
                  <a:lnTo>
                    <a:pt x="2759052" y="1388929"/>
                  </a:lnTo>
                  <a:lnTo>
                    <a:pt x="2759720" y="1459056"/>
                  </a:lnTo>
                  <a:lnTo>
                    <a:pt x="2760388" y="1498829"/>
                  </a:lnTo>
                  <a:lnTo>
                    <a:pt x="2761056" y="1500922"/>
                  </a:lnTo>
                  <a:lnTo>
                    <a:pt x="2761724" y="1552209"/>
                  </a:lnTo>
                  <a:lnTo>
                    <a:pt x="2762392" y="1609776"/>
                  </a:lnTo>
                  <a:lnTo>
                    <a:pt x="2763060" y="1639083"/>
                  </a:lnTo>
                  <a:lnTo>
                    <a:pt x="2763728" y="1630709"/>
                  </a:lnTo>
                  <a:lnTo>
                    <a:pt x="2764396" y="1616056"/>
                  </a:lnTo>
                  <a:lnTo>
                    <a:pt x="2765064" y="1605589"/>
                  </a:lnTo>
                  <a:lnTo>
                    <a:pt x="2765732" y="1605589"/>
                  </a:lnTo>
                  <a:lnTo>
                    <a:pt x="2766400" y="1605589"/>
                  </a:lnTo>
                  <a:lnTo>
                    <a:pt x="2767068" y="1605589"/>
                  </a:lnTo>
                  <a:lnTo>
                    <a:pt x="2767736" y="1605589"/>
                  </a:lnTo>
                  <a:lnTo>
                    <a:pt x="2768404" y="1605589"/>
                  </a:lnTo>
                  <a:lnTo>
                    <a:pt x="2769073" y="1608729"/>
                  </a:lnTo>
                  <a:lnTo>
                    <a:pt x="2769741" y="1626523"/>
                  </a:lnTo>
                  <a:lnTo>
                    <a:pt x="2770409" y="1626523"/>
                  </a:lnTo>
                  <a:lnTo>
                    <a:pt x="2771077" y="1626523"/>
                  </a:lnTo>
                  <a:lnTo>
                    <a:pt x="2771745" y="1626523"/>
                  </a:lnTo>
                  <a:lnTo>
                    <a:pt x="2772413" y="1626523"/>
                  </a:lnTo>
                  <a:lnTo>
                    <a:pt x="2773081" y="1617103"/>
                  </a:lnTo>
                  <a:lnTo>
                    <a:pt x="2773749" y="1660510"/>
                  </a:lnTo>
                  <a:lnTo>
                    <a:pt x="2774417" y="1660446"/>
                  </a:lnTo>
                  <a:lnTo>
                    <a:pt x="2775085" y="1665133"/>
                  </a:lnTo>
                  <a:lnTo>
                    <a:pt x="2775753" y="1656746"/>
                  </a:lnTo>
                  <a:lnTo>
                    <a:pt x="2776421" y="1656746"/>
                  </a:lnTo>
                  <a:lnTo>
                    <a:pt x="2777089" y="1651409"/>
                  </a:lnTo>
                  <a:lnTo>
                    <a:pt x="2777757" y="1662512"/>
                  </a:lnTo>
                  <a:lnTo>
                    <a:pt x="2778425" y="1655366"/>
                  </a:lnTo>
                  <a:lnTo>
                    <a:pt x="2779093" y="1637363"/>
                  </a:lnTo>
                  <a:lnTo>
                    <a:pt x="2779761" y="1616805"/>
                  </a:lnTo>
                  <a:lnTo>
                    <a:pt x="2780429" y="1611951"/>
                  </a:lnTo>
                  <a:lnTo>
                    <a:pt x="2781097" y="1602242"/>
                  </a:lnTo>
                  <a:lnTo>
                    <a:pt x="2781765" y="1593140"/>
                  </a:lnTo>
                  <a:lnTo>
                    <a:pt x="2782433" y="1587679"/>
                  </a:lnTo>
                  <a:lnTo>
                    <a:pt x="2783101" y="1593140"/>
                  </a:lnTo>
                  <a:lnTo>
                    <a:pt x="2783769" y="1601957"/>
                  </a:lnTo>
                  <a:lnTo>
                    <a:pt x="2784437" y="1601957"/>
                  </a:lnTo>
                  <a:lnTo>
                    <a:pt x="2785105" y="1556863"/>
                  </a:lnTo>
                  <a:lnTo>
                    <a:pt x="2785773" y="1565250"/>
                  </a:lnTo>
                  <a:lnTo>
                    <a:pt x="2786441" y="1564488"/>
                  </a:lnTo>
                  <a:lnTo>
                    <a:pt x="2787109" y="1555338"/>
                  </a:lnTo>
                  <a:lnTo>
                    <a:pt x="2787777" y="1572428"/>
                  </a:lnTo>
                  <a:lnTo>
                    <a:pt x="2788445" y="1568536"/>
                  </a:lnTo>
                  <a:lnTo>
                    <a:pt x="2789113" y="1585216"/>
                  </a:lnTo>
                  <a:lnTo>
                    <a:pt x="2789781" y="1555349"/>
                  </a:lnTo>
                  <a:lnTo>
                    <a:pt x="2790449" y="1563722"/>
                  </a:lnTo>
                  <a:lnTo>
                    <a:pt x="2791117" y="1576283"/>
                  </a:lnTo>
                  <a:lnTo>
                    <a:pt x="2791785" y="1575236"/>
                  </a:lnTo>
                  <a:lnTo>
                    <a:pt x="2792453" y="1568956"/>
                  </a:lnTo>
                  <a:lnTo>
                    <a:pt x="2793122" y="1563722"/>
                  </a:lnTo>
                  <a:lnTo>
                    <a:pt x="2793790" y="1542789"/>
                  </a:lnTo>
                  <a:lnTo>
                    <a:pt x="2794458" y="1542789"/>
                  </a:lnTo>
                  <a:lnTo>
                    <a:pt x="2795126" y="1542789"/>
                  </a:lnTo>
                  <a:lnTo>
                    <a:pt x="2795794" y="1542789"/>
                  </a:lnTo>
                  <a:lnTo>
                    <a:pt x="2796462" y="1543836"/>
                  </a:lnTo>
                  <a:lnTo>
                    <a:pt x="2797130" y="1563722"/>
                  </a:lnTo>
                  <a:lnTo>
                    <a:pt x="2797798" y="1563722"/>
                  </a:lnTo>
                  <a:lnTo>
                    <a:pt x="2798466" y="1572096"/>
                  </a:lnTo>
                  <a:lnTo>
                    <a:pt x="2799134" y="1548022"/>
                  </a:lnTo>
                  <a:lnTo>
                    <a:pt x="2799802" y="1521856"/>
                  </a:lnTo>
                  <a:lnTo>
                    <a:pt x="2800470" y="1504062"/>
                  </a:lnTo>
                  <a:lnTo>
                    <a:pt x="2801138" y="1505109"/>
                  </a:lnTo>
                  <a:lnTo>
                    <a:pt x="2801806" y="1521856"/>
                  </a:lnTo>
                  <a:lnTo>
                    <a:pt x="2802474" y="1537556"/>
                  </a:lnTo>
                  <a:lnTo>
                    <a:pt x="2803142" y="1542789"/>
                  </a:lnTo>
                  <a:lnTo>
                    <a:pt x="2803810" y="1563722"/>
                  </a:lnTo>
                  <a:lnTo>
                    <a:pt x="2804478" y="1568956"/>
                  </a:lnTo>
                  <a:lnTo>
                    <a:pt x="2805146" y="1563722"/>
                  </a:lnTo>
                  <a:lnTo>
                    <a:pt x="2805814" y="1563722"/>
                  </a:lnTo>
                  <a:lnTo>
                    <a:pt x="2806482" y="1563722"/>
                  </a:lnTo>
                  <a:lnTo>
                    <a:pt x="2807150" y="1563722"/>
                  </a:lnTo>
                  <a:lnTo>
                    <a:pt x="2807818" y="1563722"/>
                  </a:lnTo>
                  <a:lnTo>
                    <a:pt x="2808486" y="1574189"/>
                  </a:lnTo>
                  <a:lnTo>
                    <a:pt x="2809154" y="1600356"/>
                  </a:lnTo>
                  <a:lnTo>
                    <a:pt x="2809822" y="1626523"/>
                  </a:lnTo>
                  <a:lnTo>
                    <a:pt x="2810490" y="1644316"/>
                  </a:lnTo>
                  <a:lnTo>
                    <a:pt x="2811158" y="1647456"/>
                  </a:lnTo>
                  <a:lnTo>
                    <a:pt x="2811826" y="1647456"/>
                  </a:lnTo>
                  <a:lnTo>
                    <a:pt x="2812494" y="1647456"/>
                  </a:lnTo>
                  <a:lnTo>
                    <a:pt x="2813162" y="1647456"/>
                  </a:lnTo>
                  <a:lnTo>
                    <a:pt x="2813830" y="1647456"/>
                  </a:lnTo>
                  <a:lnTo>
                    <a:pt x="2814498" y="1663156"/>
                  </a:lnTo>
                  <a:lnTo>
                    <a:pt x="2815166" y="1668389"/>
                  </a:lnTo>
                  <a:lnTo>
                    <a:pt x="2815834" y="1668389"/>
                  </a:lnTo>
                  <a:lnTo>
                    <a:pt x="2816502" y="1668389"/>
                  </a:lnTo>
                  <a:lnTo>
                    <a:pt x="2817170" y="1668389"/>
                  </a:lnTo>
                  <a:lnTo>
                    <a:pt x="2817839" y="1668389"/>
                  </a:lnTo>
                  <a:lnTo>
                    <a:pt x="2818507" y="1668389"/>
                  </a:lnTo>
                  <a:lnTo>
                    <a:pt x="2819175" y="1668389"/>
                  </a:lnTo>
                  <a:lnTo>
                    <a:pt x="2819843" y="1668389"/>
                  </a:lnTo>
                  <a:lnTo>
                    <a:pt x="2820511" y="1664203"/>
                  </a:lnTo>
                  <a:lnTo>
                    <a:pt x="2821179" y="1647456"/>
                  </a:lnTo>
                  <a:lnTo>
                    <a:pt x="2821847" y="1647456"/>
                  </a:lnTo>
                  <a:lnTo>
                    <a:pt x="2822515" y="1647456"/>
                  </a:lnTo>
                  <a:lnTo>
                    <a:pt x="2823183" y="1647456"/>
                  </a:lnTo>
                  <a:lnTo>
                    <a:pt x="2823851" y="1647456"/>
                  </a:lnTo>
                  <a:lnTo>
                    <a:pt x="2824519" y="1647456"/>
                  </a:lnTo>
                  <a:lnTo>
                    <a:pt x="2825187" y="1647456"/>
                  </a:lnTo>
                  <a:lnTo>
                    <a:pt x="2825855" y="1632803"/>
                  </a:lnTo>
                  <a:lnTo>
                    <a:pt x="2826523" y="1626523"/>
                  </a:lnTo>
                  <a:lnTo>
                    <a:pt x="2827191" y="1626523"/>
                  </a:lnTo>
                  <a:lnTo>
                    <a:pt x="2827859" y="1626523"/>
                  </a:lnTo>
                  <a:lnTo>
                    <a:pt x="2828527" y="1626523"/>
                  </a:lnTo>
                  <a:lnTo>
                    <a:pt x="2829195" y="1626523"/>
                  </a:lnTo>
                  <a:lnTo>
                    <a:pt x="2829863" y="1626523"/>
                  </a:lnTo>
                  <a:lnTo>
                    <a:pt x="2830531" y="1630709"/>
                  </a:lnTo>
                  <a:lnTo>
                    <a:pt x="2831199" y="1647456"/>
                  </a:lnTo>
                  <a:lnTo>
                    <a:pt x="2831867" y="1644316"/>
                  </a:lnTo>
                  <a:lnTo>
                    <a:pt x="2832535" y="1626523"/>
                  </a:lnTo>
                  <a:lnTo>
                    <a:pt x="2833203" y="1626523"/>
                  </a:lnTo>
                  <a:lnTo>
                    <a:pt x="2833871" y="1626523"/>
                  </a:lnTo>
                  <a:lnTo>
                    <a:pt x="2834539" y="1626523"/>
                  </a:lnTo>
                  <a:lnTo>
                    <a:pt x="2835207" y="1626523"/>
                  </a:lnTo>
                  <a:lnTo>
                    <a:pt x="2835875" y="1641176"/>
                  </a:lnTo>
                  <a:lnTo>
                    <a:pt x="2836543" y="1647456"/>
                  </a:lnTo>
                  <a:lnTo>
                    <a:pt x="2837211" y="1647456"/>
                  </a:lnTo>
                  <a:lnTo>
                    <a:pt x="2837879" y="1631756"/>
                  </a:lnTo>
                  <a:lnTo>
                    <a:pt x="2838547" y="1626523"/>
                  </a:lnTo>
                  <a:lnTo>
                    <a:pt x="2839215" y="1626523"/>
                  </a:lnTo>
                  <a:lnTo>
                    <a:pt x="2839883" y="1605589"/>
                  </a:lnTo>
                  <a:lnTo>
                    <a:pt x="2840551" y="1605589"/>
                  </a:lnTo>
                  <a:lnTo>
                    <a:pt x="2841219" y="1605589"/>
                  </a:lnTo>
                  <a:lnTo>
                    <a:pt x="2841887" y="1608729"/>
                  </a:lnTo>
                  <a:lnTo>
                    <a:pt x="2842556" y="1626523"/>
                  </a:lnTo>
                  <a:lnTo>
                    <a:pt x="2843224" y="1621289"/>
                  </a:lnTo>
                  <a:lnTo>
                    <a:pt x="2843892" y="1605589"/>
                  </a:lnTo>
                  <a:lnTo>
                    <a:pt x="2844560" y="1605589"/>
                  </a:lnTo>
                  <a:lnTo>
                    <a:pt x="2845228" y="1580469"/>
                  </a:lnTo>
                  <a:lnTo>
                    <a:pt x="2845896" y="1563722"/>
                  </a:lnTo>
                  <a:lnTo>
                    <a:pt x="2846564" y="1615567"/>
                  </a:lnTo>
                  <a:lnTo>
                    <a:pt x="2847232" y="1621168"/>
                  </a:lnTo>
                  <a:lnTo>
                    <a:pt x="2847900" y="1633760"/>
                  </a:lnTo>
                  <a:lnTo>
                    <a:pt x="2848568" y="1626247"/>
                  </a:lnTo>
                  <a:lnTo>
                    <a:pt x="2849236" y="1626247"/>
                  </a:lnTo>
                  <a:lnTo>
                    <a:pt x="2849904" y="1641497"/>
                  </a:lnTo>
                  <a:lnTo>
                    <a:pt x="2850572" y="1639972"/>
                  </a:lnTo>
                  <a:lnTo>
                    <a:pt x="2851240" y="1614048"/>
                  </a:lnTo>
                  <a:lnTo>
                    <a:pt x="2851908" y="1610998"/>
                  </a:lnTo>
                  <a:lnTo>
                    <a:pt x="2852576" y="1610998"/>
                  </a:lnTo>
                  <a:lnTo>
                    <a:pt x="2853244" y="1614810"/>
                  </a:lnTo>
                  <a:lnTo>
                    <a:pt x="2853912" y="1626247"/>
                  </a:lnTo>
                  <a:lnTo>
                    <a:pt x="2854580" y="1626247"/>
                  </a:lnTo>
                  <a:lnTo>
                    <a:pt x="2855248" y="1644546"/>
                  </a:lnTo>
                  <a:lnTo>
                    <a:pt x="2855916" y="1645309"/>
                  </a:lnTo>
                  <a:lnTo>
                    <a:pt x="2856584" y="1640660"/>
                  </a:lnTo>
                  <a:lnTo>
                    <a:pt x="2857252" y="1636879"/>
                  </a:lnTo>
                  <a:lnTo>
                    <a:pt x="2857920" y="1634466"/>
                  </a:lnTo>
                  <a:lnTo>
                    <a:pt x="2858588" y="1605589"/>
                  </a:lnTo>
                  <a:lnTo>
                    <a:pt x="2859256" y="1605589"/>
                  </a:lnTo>
                  <a:lnTo>
                    <a:pt x="2859924" y="1605589"/>
                  </a:lnTo>
                  <a:lnTo>
                    <a:pt x="2860592" y="1607683"/>
                  </a:lnTo>
                  <a:lnTo>
                    <a:pt x="2861260" y="1636989"/>
                  </a:lnTo>
                  <a:lnTo>
                    <a:pt x="2861928" y="1652926"/>
                  </a:lnTo>
                  <a:lnTo>
                    <a:pt x="2862596" y="1643949"/>
                  </a:lnTo>
                  <a:lnTo>
                    <a:pt x="2863264" y="1640660"/>
                  </a:lnTo>
                  <a:lnTo>
                    <a:pt x="2863932" y="1668810"/>
                  </a:lnTo>
                  <a:lnTo>
                    <a:pt x="2864600" y="1668810"/>
                  </a:lnTo>
                  <a:lnTo>
                    <a:pt x="2865268" y="1668810"/>
                  </a:lnTo>
                  <a:lnTo>
                    <a:pt x="2865936" y="1668810"/>
                  </a:lnTo>
                  <a:lnTo>
                    <a:pt x="2866604" y="1668810"/>
                  </a:lnTo>
                  <a:lnTo>
                    <a:pt x="2867273" y="1668810"/>
                  </a:lnTo>
                  <a:lnTo>
                    <a:pt x="2867941" y="1668810"/>
                  </a:lnTo>
                  <a:lnTo>
                    <a:pt x="2868609" y="1668810"/>
                  </a:lnTo>
                  <a:lnTo>
                    <a:pt x="2869277" y="1660495"/>
                  </a:lnTo>
                  <a:lnTo>
                    <a:pt x="2869945" y="1647752"/>
                  </a:lnTo>
                  <a:lnTo>
                    <a:pt x="2870613" y="1624087"/>
                  </a:lnTo>
                  <a:lnTo>
                    <a:pt x="2871281" y="1653657"/>
                  </a:lnTo>
                  <a:lnTo>
                    <a:pt x="2871949" y="1664924"/>
                  </a:lnTo>
                  <a:lnTo>
                    <a:pt x="2872617" y="1664199"/>
                  </a:lnTo>
                  <a:lnTo>
                    <a:pt x="2873285" y="1668810"/>
                  </a:lnTo>
                  <a:lnTo>
                    <a:pt x="2873953" y="1648359"/>
                  </a:lnTo>
                  <a:lnTo>
                    <a:pt x="2874621" y="1639863"/>
                  </a:lnTo>
                  <a:lnTo>
                    <a:pt x="2875289" y="1627728"/>
                  </a:lnTo>
                  <a:lnTo>
                    <a:pt x="2875957" y="1624087"/>
                  </a:lnTo>
                  <a:lnTo>
                    <a:pt x="2876625" y="1625300"/>
                  </a:lnTo>
                  <a:lnTo>
                    <a:pt x="2877293" y="1636223"/>
                  </a:lnTo>
                  <a:lnTo>
                    <a:pt x="2877961" y="1636223"/>
                  </a:lnTo>
                  <a:lnTo>
                    <a:pt x="2878629" y="1639863"/>
                  </a:lnTo>
                  <a:lnTo>
                    <a:pt x="2879297" y="1648359"/>
                  </a:lnTo>
                  <a:lnTo>
                    <a:pt x="2879965" y="1661101"/>
                  </a:lnTo>
                  <a:lnTo>
                    <a:pt x="2880633" y="1668810"/>
                  </a:lnTo>
                  <a:lnTo>
                    <a:pt x="2881301" y="1668810"/>
                  </a:lnTo>
                  <a:lnTo>
                    <a:pt x="2881969" y="1658271"/>
                  </a:lnTo>
                  <a:lnTo>
                    <a:pt x="2882637" y="1652590"/>
                  </a:lnTo>
                  <a:lnTo>
                    <a:pt x="2883305" y="1652590"/>
                  </a:lnTo>
                  <a:lnTo>
                    <a:pt x="2883973" y="1652590"/>
                  </a:lnTo>
                  <a:lnTo>
                    <a:pt x="2884641" y="1663588"/>
                  </a:lnTo>
                  <a:lnTo>
                    <a:pt x="2885309" y="1668810"/>
                  </a:lnTo>
                  <a:lnTo>
                    <a:pt x="2885977" y="1647456"/>
                  </a:lnTo>
                  <a:lnTo>
                    <a:pt x="2886645" y="1647456"/>
                  </a:lnTo>
                  <a:lnTo>
                    <a:pt x="2887313" y="1647456"/>
                  </a:lnTo>
                  <a:lnTo>
                    <a:pt x="2887981" y="1647456"/>
                  </a:lnTo>
                  <a:lnTo>
                    <a:pt x="2888649" y="1647456"/>
                  </a:lnTo>
                  <a:lnTo>
                    <a:pt x="2889317" y="1647456"/>
                  </a:lnTo>
                  <a:lnTo>
                    <a:pt x="2889985" y="1647456"/>
                  </a:lnTo>
                  <a:lnTo>
                    <a:pt x="2890653" y="1647456"/>
                  </a:lnTo>
                  <a:lnTo>
                    <a:pt x="2891322" y="1647456"/>
                  </a:lnTo>
                  <a:lnTo>
                    <a:pt x="2891990" y="1652689"/>
                  </a:lnTo>
                  <a:lnTo>
                    <a:pt x="2892658" y="1668389"/>
                  </a:lnTo>
                  <a:lnTo>
                    <a:pt x="2893326" y="1668389"/>
                  </a:lnTo>
                  <a:lnTo>
                    <a:pt x="2893994" y="1668389"/>
                  </a:lnTo>
                  <a:lnTo>
                    <a:pt x="2894662" y="1649549"/>
                  </a:lnTo>
                  <a:lnTo>
                    <a:pt x="2895330" y="1630709"/>
                  </a:lnTo>
                  <a:lnTo>
                    <a:pt x="2895998" y="1626523"/>
                  </a:lnTo>
                  <a:lnTo>
                    <a:pt x="2896666" y="1626523"/>
                  </a:lnTo>
                  <a:lnTo>
                    <a:pt x="2897334" y="1626523"/>
                  </a:lnTo>
                  <a:lnTo>
                    <a:pt x="2898002" y="1626523"/>
                  </a:lnTo>
                  <a:lnTo>
                    <a:pt x="2898670" y="1626523"/>
                  </a:lnTo>
                  <a:lnTo>
                    <a:pt x="2899338" y="1626523"/>
                  </a:lnTo>
                  <a:lnTo>
                    <a:pt x="2900006" y="1626523"/>
                  </a:lnTo>
                  <a:lnTo>
                    <a:pt x="2900674" y="1619196"/>
                  </a:lnTo>
                  <a:lnTo>
                    <a:pt x="2901342" y="1605589"/>
                  </a:lnTo>
                  <a:lnTo>
                    <a:pt x="2902010" y="1605589"/>
                  </a:lnTo>
                  <a:lnTo>
                    <a:pt x="2902678" y="1605589"/>
                  </a:lnTo>
                  <a:lnTo>
                    <a:pt x="2903346" y="1602449"/>
                  </a:lnTo>
                  <a:lnTo>
                    <a:pt x="2904014" y="1584656"/>
                  </a:lnTo>
                  <a:lnTo>
                    <a:pt x="2904682" y="1603496"/>
                  </a:lnTo>
                  <a:lnTo>
                    <a:pt x="2905350" y="1622336"/>
                  </a:lnTo>
                  <a:lnTo>
                    <a:pt x="2906018" y="1626523"/>
                  </a:lnTo>
                  <a:lnTo>
                    <a:pt x="2906686" y="1626523"/>
                  </a:lnTo>
                  <a:lnTo>
                    <a:pt x="2907354" y="1626523"/>
                  </a:lnTo>
                  <a:lnTo>
                    <a:pt x="2908022" y="1626523"/>
                  </a:lnTo>
                  <a:lnTo>
                    <a:pt x="2908690" y="1616056"/>
                  </a:lnTo>
                  <a:lnTo>
                    <a:pt x="2909358" y="1605589"/>
                  </a:lnTo>
                  <a:lnTo>
                    <a:pt x="2910026" y="1605589"/>
                  </a:lnTo>
                  <a:lnTo>
                    <a:pt x="2910694" y="1612916"/>
                  </a:lnTo>
                  <a:lnTo>
                    <a:pt x="2911362" y="1626523"/>
                  </a:lnTo>
                  <a:lnTo>
                    <a:pt x="2912030" y="1626523"/>
                  </a:lnTo>
                  <a:lnTo>
                    <a:pt x="2912698" y="1668301"/>
                  </a:lnTo>
                  <a:lnTo>
                    <a:pt x="2913366" y="1668810"/>
                  </a:lnTo>
                  <a:lnTo>
                    <a:pt x="2914034" y="1668810"/>
                  </a:lnTo>
                  <a:lnTo>
                    <a:pt x="2914702" y="1668810"/>
                  </a:lnTo>
                  <a:lnTo>
                    <a:pt x="2915370" y="1668810"/>
                  </a:lnTo>
                  <a:lnTo>
                    <a:pt x="2916039" y="1668810"/>
                  </a:lnTo>
                  <a:lnTo>
                    <a:pt x="2916707" y="1668810"/>
                  </a:lnTo>
                  <a:lnTo>
                    <a:pt x="2917375" y="1668810"/>
                  </a:lnTo>
                  <a:lnTo>
                    <a:pt x="2918043" y="1668810"/>
                  </a:lnTo>
                  <a:lnTo>
                    <a:pt x="2918711" y="1668810"/>
                  </a:lnTo>
                  <a:lnTo>
                    <a:pt x="2919379" y="1668810"/>
                  </a:lnTo>
                  <a:lnTo>
                    <a:pt x="2920047" y="1668810"/>
                  </a:lnTo>
                  <a:lnTo>
                    <a:pt x="2920715" y="1668810"/>
                  </a:lnTo>
                  <a:lnTo>
                    <a:pt x="2921383" y="1668810"/>
                  </a:lnTo>
                  <a:lnTo>
                    <a:pt x="2922051" y="1668810"/>
                  </a:lnTo>
                  <a:lnTo>
                    <a:pt x="2922719" y="1668810"/>
                  </a:lnTo>
                  <a:lnTo>
                    <a:pt x="2923387" y="1647456"/>
                  </a:lnTo>
                  <a:lnTo>
                    <a:pt x="2924055" y="1635943"/>
                  </a:lnTo>
                  <a:lnTo>
                    <a:pt x="2924723" y="1626523"/>
                  </a:lnTo>
                  <a:lnTo>
                    <a:pt x="2925391" y="1626523"/>
                  </a:lnTo>
                  <a:lnTo>
                    <a:pt x="2926059" y="1626523"/>
                  </a:lnTo>
                  <a:lnTo>
                    <a:pt x="2926727" y="1626523"/>
                  </a:lnTo>
                  <a:lnTo>
                    <a:pt x="2927395" y="1623383"/>
                  </a:lnTo>
                  <a:lnTo>
                    <a:pt x="2928063" y="1588843"/>
                  </a:lnTo>
                  <a:lnTo>
                    <a:pt x="2928731" y="1563722"/>
                  </a:lnTo>
                  <a:lnTo>
                    <a:pt x="2929399" y="1545929"/>
                  </a:lnTo>
                  <a:lnTo>
                    <a:pt x="2930067" y="1540696"/>
                  </a:lnTo>
                  <a:lnTo>
                    <a:pt x="2930735" y="1521856"/>
                  </a:lnTo>
                  <a:lnTo>
                    <a:pt x="2931403" y="1522902"/>
                  </a:lnTo>
                  <a:lnTo>
                    <a:pt x="2932071" y="1542789"/>
                  </a:lnTo>
                  <a:lnTo>
                    <a:pt x="2932739" y="1542789"/>
                  </a:lnTo>
                  <a:lnTo>
                    <a:pt x="2933407" y="1542789"/>
                  </a:lnTo>
                  <a:lnTo>
                    <a:pt x="2934075" y="1554302"/>
                  </a:lnTo>
                  <a:lnTo>
                    <a:pt x="2934743" y="1541742"/>
                  </a:lnTo>
                  <a:lnTo>
                    <a:pt x="2935411" y="1521856"/>
                  </a:lnTo>
                  <a:lnTo>
                    <a:pt x="2936079" y="1521856"/>
                  </a:lnTo>
                  <a:lnTo>
                    <a:pt x="2936747" y="1521856"/>
                  </a:lnTo>
                  <a:lnTo>
                    <a:pt x="2937415" y="1524996"/>
                  </a:lnTo>
                  <a:lnTo>
                    <a:pt x="2938083" y="1559536"/>
                  </a:lnTo>
                  <a:lnTo>
                    <a:pt x="2938751" y="1584656"/>
                  </a:lnTo>
                  <a:lnTo>
                    <a:pt x="2939419" y="1602449"/>
                  </a:lnTo>
                  <a:lnTo>
                    <a:pt x="2940087" y="1607683"/>
                  </a:lnTo>
                  <a:lnTo>
                    <a:pt x="2940756" y="1626523"/>
                  </a:lnTo>
                  <a:lnTo>
                    <a:pt x="2941424" y="1626523"/>
                  </a:lnTo>
                  <a:lnTo>
                    <a:pt x="2942092" y="1626523"/>
                  </a:lnTo>
                  <a:lnTo>
                    <a:pt x="2942760" y="1626523"/>
                  </a:lnTo>
                  <a:lnTo>
                    <a:pt x="2943428" y="1626523"/>
                  </a:lnTo>
                  <a:lnTo>
                    <a:pt x="2944096" y="1626523"/>
                  </a:lnTo>
                  <a:lnTo>
                    <a:pt x="2944764" y="1648503"/>
                  </a:lnTo>
                  <a:lnTo>
                    <a:pt x="2945432" y="1657923"/>
                  </a:lnTo>
                  <a:lnTo>
                    <a:pt x="2946100" y="1647456"/>
                  </a:lnTo>
                  <a:lnTo>
                    <a:pt x="2946768" y="1647456"/>
                  </a:lnTo>
                  <a:lnTo>
                    <a:pt x="2947436" y="1647456"/>
                  </a:lnTo>
                  <a:lnTo>
                    <a:pt x="2948104" y="1647456"/>
                  </a:lnTo>
                  <a:lnTo>
                    <a:pt x="2948772" y="1647456"/>
                  </a:lnTo>
                  <a:lnTo>
                    <a:pt x="2949440" y="1647456"/>
                  </a:lnTo>
                  <a:lnTo>
                    <a:pt x="2950108" y="1647456"/>
                  </a:lnTo>
                  <a:lnTo>
                    <a:pt x="2950776" y="1646409"/>
                  </a:lnTo>
                  <a:lnTo>
                    <a:pt x="2951444" y="1626523"/>
                  </a:lnTo>
                  <a:lnTo>
                    <a:pt x="2952112" y="1626523"/>
                  </a:lnTo>
                  <a:lnTo>
                    <a:pt x="2952780" y="1599309"/>
                  </a:lnTo>
                  <a:lnTo>
                    <a:pt x="2953448" y="1584656"/>
                  </a:lnTo>
                  <a:lnTo>
                    <a:pt x="2954116" y="1584656"/>
                  </a:lnTo>
                  <a:lnTo>
                    <a:pt x="2954784" y="1584656"/>
                  </a:lnTo>
                  <a:lnTo>
                    <a:pt x="2955452" y="1595123"/>
                  </a:lnTo>
                  <a:lnTo>
                    <a:pt x="2956120" y="1605589"/>
                  </a:lnTo>
                  <a:lnTo>
                    <a:pt x="2956788" y="1605589"/>
                  </a:lnTo>
                  <a:lnTo>
                    <a:pt x="2957456" y="1605589"/>
                  </a:lnTo>
                  <a:lnTo>
                    <a:pt x="2958124" y="1605589"/>
                  </a:lnTo>
                  <a:lnTo>
                    <a:pt x="2958792" y="1605589"/>
                  </a:lnTo>
                  <a:lnTo>
                    <a:pt x="2959460" y="1622257"/>
                  </a:lnTo>
                  <a:lnTo>
                    <a:pt x="2960128" y="1602315"/>
                  </a:lnTo>
                  <a:lnTo>
                    <a:pt x="2960796" y="1590532"/>
                  </a:lnTo>
                  <a:lnTo>
                    <a:pt x="2961464" y="1580320"/>
                  </a:lnTo>
                  <a:lnTo>
                    <a:pt x="2962132" y="1558388"/>
                  </a:lnTo>
                  <a:lnTo>
                    <a:pt x="2962800" y="1569825"/>
                  </a:lnTo>
                  <a:lnTo>
                    <a:pt x="2963468" y="1580499"/>
                  </a:lnTo>
                  <a:lnTo>
                    <a:pt x="2964136" y="1574400"/>
                  </a:lnTo>
                  <a:lnTo>
                    <a:pt x="2964804" y="1565250"/>
                  </a:lnTo>
                  <a:lnTo>
                    <a:pt x="2965473" y="1565250"/>
                  </a:lnTo>
                  <a:lnTo>
                    <a:pt x="2966141" y="1565250"/>
                  </a:lnTo>
                  <a:lnTo>
                    <a:pt x="2966809" y="1565250"/>
                  </a:lnTo>
                  <a:lnTo>
                    <a:pt x="2967477" y="1551526"/>
                  </a:lnTo>
                  <a:lnTo>
                    <a:pt x="2968145" y="1550001"/>
                  </a:lnTo>
                  <a:lnTo>
                    <a:pt x="2968813" y="1550001"/>
                  </a:lnTo>
                  <a:lnTo>
                    <a:pt x="2969481" y="1572428"/>
                  </a:lnTo>
                  <a:lnTo>
                    <a:pt x="2970149" y="1592889"/>
                  </a:lnTo>
                  <a:lnTo>
                    <a:pt x="2970817" y="1605457"/>
                  </a:lnTo>
                  <a:lnTo>
                    <a:pt x="2971485" y="1630595"/>
                  </a:lnTo>
                  <a:lnTo>
                    <a:pt x="2972153" y="1615009"/>
                  </a:lnTo>
                  <a:lnTo>
                    <a:pt x="2972821" y="1626523"/>
                  </a:lnTo>
                  <a:lnTo>
                    <a:pt x="2973489" y="1626523"/>
                  </a:lnTo>
                  <a:lnTo>
                    <a:pt x="2974157" y="1634896"/>
                  </a:lnTo>
                  <a:lnTo>
                    <a:pt x="2974825" y="1647456"/>
                  </a:lnTo>
                  <a:lnTo>
                    <a:pt x="2975493" y="1647456"/>
                  </a:lnTo>
                  <a:lnTo>
                    <a:pt x="2976161" y="1647456"/>
                  </a:lnTo>
                  <a:lnTo>
                    <a:pt x="2976829" y="1647456"/>
                  </a:lnTo>
                  <a:lnTo>
                    <a:pt x="2977497" y="1666296"/>
                  </a:lnTo>
                  <a:lnTo>
                    <a:pt x="2978165" y="1668389"/>
                  </a:lnTo>
                  <a:lnTo>
                    <a:pt x="2978833" y="1668389"/>
                  </a:lnTo>
                  <a:lnTo>
                    <a:pt x="2979501" y="1668389"/>
                  </a:lnTo>
                  <a:lnTo>
                    <a:pt x="2980169" y="1668389"/>
                  </a:lnTo>
                  <a:lnTo>
                    <a:pt x="2980837" y="1668389"/>
                  </a:lnTo>
                  <a:lnTo>
                    <a:pt x="2981505" y="1668389"/>
                  </a:lnTo>
                  <a:lnTo>
                    <a:pt x="2982173" y="1668389"/>
                  </a:lnTo>
                  <a:lnTo>
                    <a:pt x="2982841" y="1668389"/>
                  </a:lnTo>
                  <a:lnTo>
                    <a:pt x="2983509" y="1668389"/>
                  </a:lnTo>
                  <a:lnTo>
                    <a:pt x="2984177" y="1668389"/>
                  </a:lnTo>
                  <a:lnTo>
                    <a:pt x="2984845" y="1668389"/>
                  </a:lnTo>
                  <a:lnTo>
                    <a:pt x="2985513" y="1668389"/>
                  </a:lnTo>
                  <a:lnTo>
                    <a:pt x="2986181" y="1668389"/>
                  </a:lnTo>
                  <a:lnTo>
                    <a:pt x="2986849" y="1668389"/>
                  </a:lnTo>
                  <a:lnTo>
                    <a:pt x="2987517" y="1668389"/>
                  </a:lnTo>
                  <a:lnTo>
                    <a:pt x="2988185" y="1668389"/>
                  </a:lnTo>
                  <a:lnTo>
                    <a:pt x="2988853" y="1668389"/>
                  </a:lnTo>
                  <a:lnTo>
                    <a:pt x="2989522" y="1668389"/>
                  </a:lnTo>
                  <a:lnTo>
                    <a:pt x="2990190" y="1668389"/>
                  </a:lnTo>
                  <a:lnTo>
                    <a:pt x="2990858" y="1668389"/>
                  </a:lnTo>
                  <a:lnTo>
                    <a:pt x="2991526" y="1668389"/>
                  </a:lnTo>
                  <a:lnTo>
                    <a:pt x="2992194" y="1668389"/>
                  </a:lnTo>
                  <a:lnTo>
                    <a:pt x="2992862" y="1668389"/>
                  </a:lnTo>
                  <a:lnTo>
                    <a:pt x="2993530" y="1668389"/>
                  </a:lnTo>
                  <a:lnTo>
                    <a:pt x="2994198" y="1668389"/>
                  </a:lnTo>
                  <a:lnTo>
                    <a:pt x="2994866" y="1668389"/>
                  </a:lnTo>
                  <a:lnTo>
                    <a:pt x="2995534" y="1668389"/>
                  </a:lnTo>
                  <a:lnTo>
                    <a:pt x="2996202" y="1647456"/>
                  </a:lnTo>
                  <a:lnTo>
                    <a:pt x="2996870" y="1647456"/>
                  </a:lnTo>
                  <a:lnTo>
                    <a:pt x="2997538" y="1647456"/>
                  </a:lnTo>
                  <a:lnTo>
                    <a:pt x="2998206" y="1647456"/>
                  </a:lnTo>
                  <a:lnTo>
                    <a:pt x="2998874" y="1647456"/>
                  </a:lnTo>
                  <a:lnTo>
                    <a:pt x="2999542" y="1647456"/>
                  </a:lnTo>
                  <a:lnTo>
                    <a:pt x="3000210" y="1647456"/>
                  </a:lnTo>
                  <a:lnTo>
                    <a:pt x="3000878" y="1647456"/>
                  </a:lnTo>
                  <a:lnTo>
                    <a:pt x="3001546" y="1647456"/>
                  </a:lnTo>
                  <a:lnTo>
                    <a:pt x="3002214" y="1647456"/>
                  </a:lnTo>
                  <a:lnTo>
                    <a:pt x="3002882" y="1632803"/>
                  </a:lnTo>
                  <a:lnTo>
                    <a:pt x="3003550" y="1619196"/>
                  </a:lnTo>
                  <a:lnTo>
                    <a:pt x="3004218" y="1605589"/>
                  </a:lnTo>
                  <a:lnTo>
                    <a:pt x="3004886" y="1605589"/>
                  </a:lnTo>
                  <a:lnTo>
                    <a:pt x="3005554" y="1588843"/>
                  </a:lnTo>
                  <a:lnTo>
                    <a:pt x="3006222" y="1605589"/>
                  </a:lnTo>
                  <a:lnTo>
                    <a:pt x="3006890" y="1605589"/>
                  </a:lnTo>
                  <a:lnTo>
                    <a:pt x="3007558" y="1605589"/>
                  </a:lnTo>
                  <a:lnTo>
                    <a:pt x="3008226" y="1648896"/>
                  </a:lnTo>
                  <a:lnTo>
                    <a:pt x="3008894" y="1647092"/>
                  </a:lnTo>
                  <a:lnTo>
                    <a:pt x="3009562" y="1636879"/>
                  </a:lnTo>
                  <a:lnTo>
                    <a:pt x="3010230" y="1641497"/>
                  </a:lnTo>
                  <a:lnTo>
                    <a:pt x="3010898" y="1641497"/>
                  </a:lnTo>
                  <a:lnTo>
                    <a:pt x="3011566" y="1641497"/>
                  </a:lnTo>
                  <a:lnTo>
                    <a:pt x="3012234" y="1641497"/>
                  </a:lnTo>
                  <a:lnTo>
                    <a:pt x="3012902" y="1652171"/>
                  </a:lnTo>
                  <a:lnTo>
                    <a:pt x="3013570" y="1662083"/>
                  </a:lnTo>
                  <a:lnTo>
                    <a:pt x="3014239" y="1668810"/>
                  </a:lnTo>
                  <a:lnTo>
                    <a:pt x="3014907" y="1668810"/>
                  </a:lnTo>
                  <a:lnTo>
                    <a:pt x="3015575" y="1668810"/>
                  </a:lnTo>
                  <a:lnTo>
                    <a:pt x="3016243" y="1668810"/>
                  </a:lnTo>
                  <a:lnTo>
                    <a:pt x="3016911" y="1668810"/>
                  </a:lnTo>
                  <a:lnTo>
                    <a:pt x="3017579" y="1668810"/>
                  </a:lnTo>
                  <a:lnTo>
                    <a:pt x="3018247" y="1668810"/>
                  </a:lnTo>
                  <a:lnTo>
                    <a:pt x="3018915" y="1668810"/>
                  </a:lnTo>
                  <a:lnTo>
                    <a:pt x="3019583" y="1668810"/>
                  </a:lnTo>
                  <a:lnTo>
                    <a:pt x="3020251" y="1668389"/>
                  </a:lnTo>
                  <a:lnTo>
                    <a:pt x="3020919" y="1650596"/>
                  </a:lnTo>
                  <a:lnTo>
                    <a:pt x="3021587" y="1624429"/>
                  </a:lnTo>
                  <a:lnTo>
                    <a:pt x="3022255" y="1584656"/>
                  </a:lnTo>
                  <a:lnTo>
                    <a:pt x="3022923" y="1584656"/>
                  </a:lnTo>
                  <a:lnTo>
                    <a:pt x="3023591" y="1584656"/>
                  </a:lnTo>
                  <a:lnTo>
                    <a:pt x="3024259" y="1584656"/>
                  </a:lnTo>
                  <a:lnTo>
                    <a:pt x="3024927" y="1584656"/>
                  </a:lnTo>
                  <a:lnTo>
                    <a:pt x="3025595" y="1584656"/>
                  </a:lnTo>
                  <a:lnTo>
                    <a:pt x="3026263" y="1584656"/>
                  </a:lnTo>
                  <a:lnTo>
                    <a:pt x="3026931" y="1570003"/>
                  </a:lnTo>
                  <a:lnTo>
                    <a:pt x="3027599" y="1563722"/>
                  </a:lnTo>
                  <a:lnTo>
                    <a:pt x="3028267" y="1563722"/>
                  </a:lnTo>
                  <a:lnTo>
                    <a:pt x="3028935" y="1563722"/>
                  </a:lnTo>
                  <a:lnTo>
                    <a:pt x="3029603" y="1546976"/>
                  </a:lnTo>
                  <a:lnTo>
                    <a:pt x="3030271" y="1542789"/>
                  </a:lnTo>
                  <a:lnTo>
                    <a:pt x="3030939" y="1560582"/>
                  </a:lnTo>
                  <a:lnTo>
                    <a:pt x="3031607" y="1586749"/>
                  </a:lnTo>
                  <a:lnTo>
                    <a:pt x="3032275" y="1615009"/>
                  </a:lnTo>
                  <a:lnTo>
                    <a:pt x="3032943" y="1605589"/>
                  </a:lnTo>
                  <a:lnTo>
                    <a:pt x="3033611" y="1605589"/>
                  </a:lnTo>
                  <a:lnTo>
                    <a:pt x="3034279" y="1605589"/>
                  </a:lnTo>
                  <a:lnTo>
                    <a:pt x="3034947" y="1605589"/>
                  </a:lnTo>
                  <a:lnTo>
                    <a:pt x="3035615" y="1605589"/>
                  </a:lnTo>
                  <a:lnTo>
                    <a:pt x="3036283" y="1605589"/>
                  </a:lnTo>
                  <a:lnTo>
                    <a:pt x="3036951" y="1603496"/>
                  </a:lnTo>
                  <a:lnTo>
                    <a:pt x="3037619" y="1584656"/>
                  </a:lnTo>
                  <a:lnTo>
                    <a:pt x="3038287" y="1584656"/>
                  </a:lnTo>
                  <a:lnTo>
                    <a:pt x="3038956" y="1584656"/>
                  </a:lnTo>
                  <a:lnTo>
                    <a:pt x="3039624" y="1601403"/>
                  </a:lnTo>
                  <a:lnTo>
                    <a:pt x="3040292" y="1605589"/>
                  </a:lnTo>
                  <a:lnTo>
                    <a:pt x="3040960" y="1605589"/>
                  </a:lnTo>
                  <a:lnTo>
                    <a:pt x="3041628" y="1605589"/>
                  </a:lnTo>
                  <a:lnTo>
                    <a:pt x="3042296" y="1617103"/>
                  </a:lnTo>
                  <a:lnTo>
                    <a:pt x="3042964" y="1620243"/>
                  </a:lnTo>
                  <a:lnTo>
                    <a:pt x="3043632" y="1605589"/>
                  </a:lnTo>
                  <a:lnTo>
                    <a:pt x="3044300" y="1605589"/>
                  </a:lnTo>
                  <a:lnTo>
                    <a:pt x="3044968" y="1605589"/>
                  </a:lnTo>
                  <a:lnTo>
                    <a:pt x="3045636" y="1605589"/>
                  </a:lnTo>
                  <a:lnTo>
                    <a:pt x="3046304" y="1605589"/>
                  </a:lnTo>
                  <a:lnTo>
                    <a:pt x="3046972" y="1622336"/>
                  </a:lnTo>
                  <a:lnTo>
                    <a:pt x="3047640" y="1628616"/>
                  </a:lnTo>
                  <a:lnTo>
                    <a:pt x="3048308" y="1626523"/>
                  </a:lnTo>
                  <a:lnTo>
                    <a:pt x="3048976" y="1626523"/>
                  </a:lnTo>
                  <a:lnTo>
                    <a:pt x="3049644" y="1626523"/>
                  </a:lnTo>
                  <a:lnTo>
                    <a:pt x="3050312" y="1626523"/>
                  </a:lnTo>
                  <a:lnTo>
                    <a:pt x="3050980" y="1626523"/>
                  </a:lnTo>
                  <a:lnTo>
                    <a:pt x="3051648" y="1626523"/>
                  </a:lnTo>
                  <a:lnTo>
                    <a:pt x="3052316" y="1626523"/>
                  </a:lnTo>
                  <a:lnTo>
                    <a:pt x="3052984" y="1632803"/>
                  </a:lnTo>
                  <a:lnTo>
                    <a:pt x="3053652" y="1647456"/>
                  </a:lnTo>
                  <a:lnTo>
                    <a:pt x="3054320" y="1647456"/>
                  </a:lnTo>
                  <a:lnTo>
                    <a:pt x="3054988" y="1647456"/>
                  </a:lnTo>
                  <a:lnTo>
                    <a:pt x="3055656" y="1647456"/>
                  </a:lnTo>
                  <a:lnTo>
                    <a:pt x="3056324" y="1647456"/>
                  </a:lnTo>
                  <a:lnTo>
                    <a:pt x="3056992" y="1647456"/>
                  </a:lnTo>
                  <a:lnTo>
                    <a:pt x="3057660" y="1666296"/>
                  </a:lnTo>
                  <a:lnTo>
                    <a:pt x="3058328" y="1668389"/>
                  </a:lnTo>
                  <a:lnTo>
                    <a:pt x="3058996" y="1668389"/>
                  </a:lnTo>
                  <a:lnTo>
                    <a:pt x="3059664" y="1668389"/>
                  </a:lnTo>
                  <a:lnTo>
                    <a:pt x="3060332" y="1668389"/>
                  </a:lnTo>
                  <a:lnTo>
                    <a:pt x="3061000" y="1668389"/>
                  </a:lnTo>
                  <a:lnTo>
                    <a:pt x="3061668" y="1668389"/>
                  </a:lnTo>
                  <a:lnTo>
                    <a:pt x="3062336" y="1668389"/>
                  </a:lnTo>
                  <a:lnTo>
                    <a:pt x="3063004" y="1668389"/>
                  </a:lnTo>
                  <a:lnTo>
                    <a:pt x="3063673" y="1668389"/>
                  </a:lnTo>
                  <a:lnTo>
                    <a:pt x="3064341" y="1668389"/>
                  </a:lnTo>
                  <a:lnTo>
                    <a:pt x="3065009" y="1668389"/>
                  </a:lnTo>
                  <a:lnTo>
                    <a:pt x="3065677" y="1668389"/>
                  </a:lnTo>
                  <a:lnTo>
                    <a:pt x="3066345" y="1668389"/>
                  </a:lnTo>
                  <a:lnTo>
                    <a:pt x="3067013" y="1668389"/>
                  </a:lnTo>
                  <a:lnTo>
                    <a:pt x="3067681" y="1668389"/>
                  </a:lnTo>
                  <a:lnTo>
                    <a:pt x="3068349" y="1668389"/>
                  </a:lnTo>
                  <a:lnTo>
                    <a:pt x="3069017" y="1668389"/>
                  </a:lnTo>
                  <a:lnTo>
                    <a:pt x="3069685" y="1668389"/>
                  </a:lnTo>
                  <a:lnTo>
                    <a:pt x="3070353" y="1668389"/>
                  </a:lnTo>
                  <a:lnTo>
                    <a:pt x="3071021" y="1668389"/>
                  </a:lnTo>
                  <a:lnTo>
                    <a:pt x="3071689" y="1668389"/>
                  </a:lnTo>
                  <a:lnTo>
                    <a:pt x="3072357" y="1668389"/>
                  </a:lnTo>
                  <a:lnTo>
                    <a:pt x="3073025" y="1668389"/>
                  </a:lnTo>
                  <a:lnTo>
                    <a:pt x="3073693" y="1668389"/>
                  </a:lnTo>
                  <a:lnTo>
                    <a:pt x="3074361" y="1668389"/>
                  </a:lnTo>
                  <a:lnTo>
                    <a:pt x="3075029" y="1668389"/>
                  </a:lnTo>
                  <a:lnTo>
                    <a:pt x="3075697" y="1647456"/>
                  </a:lnTo>
                  <a:lnTo>
                    <a:pt x="3076365" y="1626523"/>
                  </a:lnTo>
                  <a:lnTo>
                    <a:pt x="3077033" y="1615009"/>
                  </a:lnTo>
                  <a:lnTo>
                    <a:pt x="3077701" y="1605589"/>
                  </a:lnTo>
                  <a:lnTo>
                    <a:pt x="3078369" y="1605589"/>
                  </a:lnTo>
                  <a:lnTo>
                    <a:pt x="3079037" y="1605589"/>
                  </a:lnTo>
                  <a:lnTo>
                    <a:pt x="3079705" y="1605589"/>
                  </a:lnTo>
                  <a:lnTo>
                    <a:pt x="3080373" y="1605589"/>
                  </a:lnTo>
                  <a:lnTo>
                    <a:pt x="3081041" y="1605589"/>
                  </a:lnTo>
                  <a:lnTo>
                    <a:pt x="3081709" y="1605589"/>
                  </a:lnTo>
                  <a:lnTo>
                    <a:pt x="3082377" y="1605589"/>
                  </a:lnTo>
                  <a:lnTo>
                    <a:pt x="3083045" y="1605589"/>
                  </a:lnTo>
                  <a:lnTo>
                    <a:pt x="3083713" y="1595123"/>
                  </a:lnTo>
                  <a:lnTo>
                    <a:pt x="3084381" y="1584656"/>
                  </a:lnTo>
                  <a:lnTo>
                    <a:pt x="3085049" y="1584656"/>
                  </a:lnTo>
                  <a:lnTo>
                    <a:pt x="3085717" y="1605589"/>
                  </a:lnTo>
                  <a:lnTo>
                    <a:pt x="3086385" y="1626523"/>
                  </a:lnTo>
                  <a:lnTo>
                    <a:pt x="3087053" y="1638036"/>
                  </a:lnTo>
                  <a:lnTo>
                    <a:pt x="3087722" y="1647456"/>
                  </a:lnTo>
                  <a:lnTo>
                    <a:pt x="3088390" y="1647456"/>
                  </a:lnTo>
                  <a:lnTo>
                    <a:pt x="3089058" y="1647456"/>
                  </a:lnTo>
                  <a:lnTo>
                    <a:pt x="3089726" y="1647456"/>
                  </a:lnTo>
                  <a:lnTo>
                    <a:pt x="3090394" y="1647456"/>
                  </a:lnTo>
                  <a:lnTo>
                    <a:pt x="3091062" y="1647456"/>
                  </a:lnTo>
                  <a:lnTo>
                    <a:pt x="3091730" y="1647456"/>
                  </a:lnTo>
                  <a:lnTo>
                    <a:pt x="3092398" y="1647456"/>
                  </a:lnTo>
                  <a:lnTo>
                    <a:pt x="3093066" y="1647456"/>
                  </a:lnTo>
                  <a:lnTo>
                    <a:pt x="3093734" y="1642223"/>
                  </a:lnTo>
                  <a:lnTo>
                    <a:pt x="3094402" y="1647456"/>
                  </a:lnTo>
                  <a:lnTo>
                    <a:pt x="3095070" y="1647456"/>
                  </a:lnTo>
                  <a:lnTo>
                    <a:pt x="3095738" y="1647456"/>
                  </a:lnTo>
                  <a:lnTo>
                    <a:pt x="3096406" y="1625476"/>
                  </a:lnTo>
                  <a:lnTo>
                    <a:pt x="3097074" y="1605589"/>
                  </a:lnTo>
                  <a:lnTo>
                    <a:pt x="3097742" y="1605589"/>
                  </a:lnTo>
                  <a:lnTo>
                    <a:pt x="3098410" y="1584656"/>
                  </a:lnTo>
                  <a:lnTo>
                    <a:pt x="3099078" y="1584656"/>
                  </a:lnTo>
                  <a:lnTo>
                    <a:pt x="3099746" y="1584656"/>
                  </a:lnTo>
                  <a:lnTo>
                    <a:pt x="3100414" y="1584656"/>
                  </a:lnTo>
                  <a:lnTo>
                    <a:pt x="3101082" y="1584656"/>
                  </a:lnTo>
                  <a:lnTo>
                    <a:pt x="3101750" y="1584656"/>
                  </a:lnTo>
                  <a:lnTo>
                    <a:pt x="3102418" y="1584656"/>
                  </a:lnTo>
                  <a:lnTo>
                    <a:pt x="3103086" y="1584656"/>
                  </a:lnTo>
                  <a:lnTo>
                    <a:pt x="3103754" y="1600356"/>
                  </a:lnTo>
                  <a:lnTo>
                    <a:pt x="3104422" y="1605589"/>
                  </a:lnTo>
                  <a:lnTo>
                    <a:pt x="3105090" y="1605589"/>
                  </a:lnTo>
                  <a:lnTo>
                    <a:pt x="3105758" y="1605589"/>
                  </a:lnTo>
                  <a:lnTo>
                    <a:pt x="3106426" y="1627569"/>
                  </a:lnTo>
                  <a:lnTo>
                    <a:pt x="3107094" y="1647456"/>
                  </a:lnTo>
                  <a:lnTo>
                    <a:pt x="3107762" y="1647456"/>
                  </a:lnTo>
                  <a:lnTo>
                    <a:pt x="3108430" y="1668389"/>
                  </a:lnTo>
                  <a:lnTo>
                    <a:pt x="3109098" y="1668389"/>
                  </a:lnTo>
                  <a:lnTo>
                    <a:pt x="3109766" y="1668389"/>
                  </a:lnTo>
                  <a:lnTo>
                    <a:pt x="3110434" y="1668389"/>
                  </a:lnTo>
                  <a:lnTo>
                    <a:pt x="3111102" y="1668389"/>
                  </a:lnTo>
                  <a:lnTo>
                    <a:pt x="3111770" y="1658969"/>
                  </a:lnTo>
                  <a:lnTo>
                    <a:pt x="3112439" y="1647456"/>
                  </a:lnTo>
                  <a:lnTo>
                    <a:pt x="3113107" y="1665017"/>
                  </a:lnTo>
                  <a:lnTo>
                    <a:pt x="3113775" y="1668810"/>
                  </a:lnTo>
                  <a:lnTo>
                    <a:pt x="3114443" y="1655221"/>
                  </a:lnTo>
                  <a:lnTo>
                    <a:pt x="3115111" y="1641497"/>
                  </a:lnTo>
                  <a:lnTo>
                    <a:pt x="3115779" y="1638447"/>
                  </a:lnTo>
                  <a:lnTo>
                    <a:pt x="3116447" y="1626247"/>
                  </a:lnTo>
                  <a:lnTo>
                    <a:pt x="3117115" y="1656904"/>
                  </a:lnTo>
                  <a:lnTo>
                    <a:pt x="3117783" y="1661967"/>
                  </a:lnTo>
                  <a:lnTo>
                    <a:pt x="3118451" y="1661967"/>
                  </a:lnTo>
                  <a:lnTo>
                    <a:pt x="3119119" y="1668810"/>
                  </a:lnTo>
                  <a:lnTo>
                    <a:pt x="3119787" y="1668810"/>
                  </a:lnTo>
                  <a:lnTo>
                    <a:pt x="3120455" y="1668810"/>
                  </a:lnTo>
                  <a:lnTo>
                    <a:pt x="3121123" y="1658986"/>
                  </a:lnTo>
                  <a:lnTo>
                    <a:pt x="3121791" y="1662635"/>
                  </a:lnTo>
                  <a:lnTo>
                    <a:pt x="3122459" y="1652210"/>
                  </a:lnTo>
                  <a:lnTo>
                    <a:pt x="3123127" y="1656730"/>
                  </a:lnTo>
                  <a:lnTo>
                    <a:pt x="3123795" y="1612558"/>
                  </a:lnTo>
                  <a:lnTo>
                    <a:pt x="3124463" y="1612558"/>
                  </a:lnTo>
                  <a:lnTo>
                    <a:pt x="3125131" y="1611951"/>
                  </a:lnTo>
                  <a:lnTo>
                    <a:pt x="3125799" y="1614378"/>
                  </a:lnTo>
                  <a:lnTo>
                    <a:pt x="3126467" y="1624087"/>
                  </a:lnTo>
                  <a:lnTo>
                    <a:pt x="3127135" y="1625961"/>
                  </a:lnTo>
                  <a:lnTo>
                    <a:pt x="3127803" y="1625961"/>
                  </a:lnTo>
                  <a:lnTo>
                    <a:pt x="3128471" y="1624087"/>
                  </a:lnTo>
                  <a:lnTo>
                    <a:pt x="3129139" y="1624087"/>
                  </a:lnTo>
                  <a:lnTo>
                    <a:pt x="3129807" y="1631368"/>
                  </a:lnTo>
                  <a:lnTo>
                    <a:pt x="3130475" y="1632582"/>
                  </a:lnTo>
                  <a:lnTo>
                    <a:pt x="3131143" y="1635616"/>
                  </a:lnTo>
                  <a:lnTo>
                    <a:pt x="3131811" y="1636223"/>
                  </a:lnTo>
                  <a:lnTo>
                    <a:pt x="3132479" y="1643504"/>
                  </a:lnTo>
                  <a:lnTo>
                    <a:pt x="3133147" y="1653213"/>
                  </a:lnTo>
                  <a:lnTo>
                    <a:pt x="3133815" y="1664742"/>
                  </a:lnTo>
                  <a:lnTo>
                    <a:pt x="3134483" y="1668810"/>
                  </a:lnTo>
                  <a:lnTo>
                    <a:pt x="3135151" y="1668810"/>
                  </a:lnTo>
                  <a:lnTo>
                    <a:pt x="3135819" y="1653820"/>
                  </a:lnTo>
                  <a:lnTo>
                    <a:pt x="3136487" y="1648359"/>
                  </a:lnTo>
                  <a:lnTo>
                    <a:pt x="3137156" y="1642897"/>
                  </a:lnTo>
                  <a:lnTo>
                    <a:pt x="3137824" y="1637963"/>
                  </a:lnTo>
                  <a:lnTo>
                    <a:pt x="3138492" y="1595749"/>
                  </a:lnTo>
                  <a:lnTo>
                    <a:pt x="3139160" y="1589746"/>
                  </a:lnTo>
                  <a:lnTo>
                    <a:pt x="3139828" y="1510342"/>
                  </a:lnTo>
                  <a:lnTo>
                    <a:pt x="3140496" y="1487316"/>
                  </a:lnTo>
                  <a:lnTo>
                    <a:pt x="3141164" y="1471616"/>
                  </a:lnTo>
                  <a:lnTo>
                    <a:pt x="3141832" y="1440216"/>
                  </a:lnTo>
                  <a:lnTo>
                    <a:pt x="3142500" y="1542613"/>
                  </a:lnTo>
                  <a:lnTo>
                    <a:pt x="3143168" y="1530044"/>
                  </a:lnTo>
                  <a:lnTo>
                    <a:pt x="3143836" y="1533972"/>
                  </a:lnTo>
                  <a:lnTo>
                    <a:pt x="3144504" y="1564059"/>
                  </a:lnTo>
                  <a:lnTo>
                    <a:pt x="3145172" y="1549148"/>
                  </a:lnTo>
                  <a:lnTo>
                    <a:pt x="3145840" y="1527606"/>
                  </a:lnTo>
                  <a:lnTo>
                    <a:pt x="3146508" y="1505155"/>
                  </a:lnTo>
                  <a:lnTo>
                    <a:pt x="3147176" y="1458432"/>
                  </a:lnTo>
                  <a:lnTo>
                    <a:pt x="3147844" y="1431126"/>
                  </a:lnTo>
                  <a:lnTo>
                    <a:pt x="3148512" y="1409888"/>
                  </a:lnTo>
                  <a:lnTo>
                    <a:pt x="3149180" y="1371660"/>
                  </a:lnTo>
                  <a:lnTo>
                    <a:pt x="3149848" y="1358917"/>
                  </a:lnTo>
                  <a:lnTo>
                    <a:pt x="3150516" y="1368626"/>
                  </a:lnTo>
                  <a:lnTo>
                    <a:pt x="3151184" y="1386223"/>
                  </a:lnTo>
                  <a:lnTo>
                    <a:pt x="3151852" y="1394111"/>
                  </a:lnTo>
                  <a:lnTo>
                    <a:pt x="3152520" y="1377519"/>
                  </a:lnTo>
                  <a:lnTo>
                    <a:pt x="3153188" y="1366717"/>
                  </a:lnTo>
                  <a:lnTo>
                    <a:pt x="3153856" y="1353515"/>
                  </a:lnTo>
                  <a:lnTo>
                    <a:pt x="3154524" y="1225250"/>
                  </a:lnTo>
                  <a:lnTo>
                    <a:pt x="3155192" y="1247051"/>
                  </a:lnTo>
                  <a:lnTo>
                    <a:pt x="3155860" y="1155522"/>
                  </a:lnTo>
                  <a:lnTo>
                    <a:pt x="3156528" y="1203668"/>
                  </a:lnTo>
                  <a:lnTo>
                    <a:pt x="3157196" y="1293682"/>
                  </a:lnTo>
                  <a:lnTo>
                    <a:pt x="3157864" y="1352295"/>
                  </a:lnTo>
                  <a:lnTo>
                    <a:pt x="3158532" y="1388929"/>
                  </a:lnTo>
                  <a:lnTo>
                    <a:pt x="3159200" y="1454869"/>
                  </a:lnTo>
                  <a:lnTo>
                    <a:pt x="3159868" y="1488362"/>
                  </a:lnTo>
                  <a:lnTo>
                    <a:pt x="3160536" y="1500922"/>
                  </a:lnTo>
                  <a:lnTo>
                    <a:pt x="3161204" y="1500922"/>
                  </a:lnTo>
                  <a:lnTo>
                    <a:pt x="3161873" y="1519762"/>
                  </a:lnTo>
                  <a:lnTo>
                    <a:pt x="3162541" y="1557442"/>
                  </a:lnTo>
                  <a:lnTo>
                    <a:pt x="3163209" y="1593029"/>
                  </a:lnTo>
                  <a:lnTo>
                    <a:pt x="3163877" y="1623383"/>
                  </a:lnTo>
                  <a:lnTo>
                    <a:pt x="3164545" y="1661063"/>
                  </a:lnTo>
                  <a:lnTo>
                    <a:pt x="3165213" y="1668389"/>
                  </a:lnTo>
                  <a:lnTo>
                    <a:pt x="3165881" y="1668389"/>
                  </a:lnTo>
                  <a:lnTo>
                    <a:pt x="3166549" y="1668389"/>
                  </a:lnTo>
                  <a:lnTo>
                    <a:pt x="3167217" y="1664203"/>
                  </a:lnTo>
                  <a:lnTo>
                    <a:pt x="3167885" y="1647456"/>
                  </a:lnTo>
                  <a:lnTo>
                    <a:pt x="3168553" y="1647456"/>
                  </a:lnTo>
                  <a:lnTo>
                    <a:pt x="3169221" y="1647456"/>
                  </a:lnTo>
                  <a:lnTo>
                    <a:pt x="3169889" y="1647456"/>
                  </a:lnTo>
                  <a:lnTo>
                    <a:pt x="3170557" y="1647456"/>
                  </a:lnTo>
                  <a:lnTo>
                    <a:pt x="3171225" y="1647456"/>
                  </a:lnTo>
                  <a:lnTo>
                    <a:pt x="3171893" y="1647456"/>
                  </a:lnTo>
                  <a:lnTo>
                    <a:pt x="3172561" y="1627569"/>
                  </a:lnTo>
                  <a:lnTo>
                    <a:pt x="3173229" y="1626523"/>
                  </a:lnTo>
                  <a:lnTo>
                    <a:pt x="3173897" y="1626523"/>
                  </a:lnTo>
                  <a:lnTo>
                    <a:pt x="3174565" y="1626523"/>
                  </a:lnTo>
                  <a:lnTo>
                    <a:pt x="3175233" y="1626523"/>
                  </a:lnTo>
                  <a:lnTo>
                    <a:pt x="3175901" y="1626523"/>
                  </a:lnTo>
                  <a:lnTo>
                    <a:pt x="3176569" y="1626523"/>
                  </a:lnTo>
                  <a:lnTo>
                    <a:pt x="3177237" y="1630709"/>
                  </a:lnTo>
                  <a:lnTo>
                    <a:pt x="3177905" y="1647456"/>
                  </a:lnTo>
                  <a:lnTo>
                    <a:pt x="3178573" y="1647456"/>
                  </a:lnTo>
                  <a:lnTo>
                    <a:pt x="3179241" y="1647456"/>
                  </a:lnTo>
                  <a:lnTo>
                    <a:pt x="3179909" y="1625476"/>
                  </a:lnTo>
                  <a:lnTo>
                    <a:pt x="3180577" y="1594076"/>
                  </a:lnTo>
                  <a:lnTo>
                    <a:pt x="3181245" y="1563722"/>
                  </a:lnTo>
                  <a:lnTo>
                    <a:pt x="3181913" y="1563722"/>
                  </a:lnTo>
                  <a:lnTo>
                    <a:pt x="3182581" y="1583609"/>
                  </a:lnTo>
                  <a:lnTo>
                    <a:pt x="3183249" y="1584656"/>
                  </a:lnTo>
                  <a:lnTo>
                    <a:pt x="3183917" y="1584656"/>
                  </a:lnTo>
                  <a:lnTo>
                    <a:pt x="3184585" y="1570003"/>
                  </a:lnTo>
                  <a:lnTo>
                    <a:pt x="3185253" y="1563722"/>
                  </a:lnTo>
                  <a:lnTo>
                    <a:pt x="3185922" y="1563722"/>
                  </a:lnTo>
                  <a:lnTo>
                    <a:pt x="3186590" y="1563722"/>
                  </a:lnTo>
                  <a:lnTo>
                    <a:pt x="3187258" y="1563722"/>
                  </a:lnTo>
                  <a:lnTo>
                    <a:pt x="3187926" y="1563722"/>
                  </a:lnTo>
                  <a:lnTo>
                    <a:pt x="3188594" y="1542789"/>
                  </a:lnTo>
                  <a:lnTo>
                    <a:pt x="3189262" y="1542789"/>
                  </a:lnTo>
                  <a:lnTo>
                    <a:pt x="3189930" y="1564769"/>
                  </a:lnTo>
                  <a:lnTo>
                    <a:pt x="3190598" y="1596169"/>
                  </a:lnTo>
                  <a:lnTo>
                    <a:pt x="3191266" y="1626523"/>
                  </a:lnTo>
                  <a:lnTo>
                    <a:pt x="3191934" y="1626523"/>
                  </a:lnTo>
                  <a:lnTo>
                    <a:pt x="3192602" y="1626523"/>
                  </a:lnTo>
                  <a:lnTo>
                    <a:pt x="3193270" y="1626523"/>
                  </a:lnTo>
                  <a:lnTo>
                    <a:pt x="3193938" y="1626523"/>
                  </a:lnTo>
                  <a:lnTo>
                    <a:pt x="3194606" y="1641176"/>
                  </a:lnTo>
                  <a:lnTo>
                    <a:pt x="3195274" y="1647456"/>
                  </a:lnTo>
                  <a:lnTo>
                    <a:pt x="3195942" y="1647456"/>
                  </a:lnTo>
                  <a:lnTo>
                    <a:pt x="3196610" y="1647456"/>
                  </a:lnTo>
                  <a:lnTo>
                    <a:pt x="3197278" y="1647456"/>
                  </a:lnTo>
                  <a:lnTo>
                    <a:pt x="3197946" y="1647456"/>
                  </a:lnTo>
                  <a:lnTo>
                    <a:pt x="3198614" y="1668389"/>
                  </a:lnTo>
                  <a:lnTo>
                    <a:pt x="3199282" y="1668389"/>
                  </a:lnTo>
                  <a:lnTo>
                    <a:pt x="3199950" y="1668389"/>
                  </a:lnTo>
                  <a:lnTo>
                    <a:pt x="3200618" y="1668389"/>
                  </a:lnTo>
                  <a:lnTo>
                    <a:pt x="3201286" y="1668389"/>
                  </a:lnTo>
                  <a:lnTo>
                    <a:pt x="3201954" y="1668389"/>
                  </a:lnTo>
                  <a:lnTo>
                    <a:pt x="3202622" y="1668389"/>
                  </a:lnTo>
                  <a:lnTo>
                    <a:pt x="3203290" y="1668389"/>
                  </a:lnTo>
                  <a:lnTo>
                    <a:pt x="3203958" y="1668389"/>
                  </a:lnTo>
                  <a:lnTo>
                    <a:pt x="3204626" y="1668389"/>
                  </a:lnTo>
                  <a:lnTo>
                    <a:pt x="3205294" y="1668389"/>
                  </a:lnTo>
                  <a:lnTo>
                    <a:pt x="3205962" y="1668389"/>
                  </a:lnTo>
                  <a:lnTo>
                    <a:pt x="3206630" y="1668389"/>
                  </a:lnTo>
                  <a:lnTo>
                    <a:pt x="3207298" y="1668389"/>
                  </a:lnTo>
                  <a:lnTo>
                    <a:pt x="3207966" y="1668389"/>
                  </a:lnTo>
                  <a:lnTo>
                    <a:pt x="3208634" y="1668389"/>
                  </a:lnTo>
                  <a:lnTo>
                    <a:pt x="3209302" y="1668389"/>
                  </a:lnTo>
                  <a:lnTo>
                    <a:pt x="3209970" y="1668389"/>
                  </a:lnTo>
                  <a:lnTo>
                    <a:pt x="3210639" y="1668389"/>
                  </a:lnTo>
                  <a:lnTo>
                    <a:pt x="3211307" y="1668389"/>
                  </a:lnTo>
                  <a:lnTo>
                    <a:pt x="3211975" y="1668389"/>
                  </a:lnTo>
                  <a:lnTo>
                    <a:pt x="3212643" y="1668389"/>
                  </a:lnTo>
                  <a:lnTo>
                    <a:pt x="3213311" y="1668389"/>
                  </a:lnTo>
                  <a:lnTo>
                    <a:pt x="3213979" y="1668389"/>
                  </a:lnTo>
                  <a:lnTo>
                    <a:pt x="3214647" y="1668389"/>
                  </a:lnTo>
                  <a:lnTo>
                    <a:pt x="3215315" y="1668389"/>
                  </a:lnTo>
                  <a:lnTo>
                    <a:pt x="3215983" y="1668389"/>
                  </a:lnTo>
                  <a:lnTo>
                    <a:pt x="3216651" y="1668389"/>
                  </a:lnTo>
                  <a:lnTo>
                    <a:pt x="3217319" y="1668389"/>
                  </a:lnTo>
                  <a:lnTo>
                    <a:pt x="3217987" y="1668389"/>
                  </a:lnTo>
                  <a:lnTo>
                    <a:pt x="3218655" y="1668389"/>
                  </a:lnTo>
                  <a:lnTo>
                    <a:pt x="3219323" y="1668389"/>
                  </a:lnTo>
                  <a:lnTo>
                    <a:pt x="3219991" y="1668389"/>
                  </a:lnTo>
                  <a:lnTo>
                    <a:pt x="3220659" y="1668389"/>
                  </a:lnTo>
                  <a:lnTo>
                    <a:pt x="3221327" y="1668389"/>
                  </a:lnTo>
                  <a:lnTo>
                    <a:pt x="3221995" y="1662109"/>
                  </a:lnTo>
                  <a:lnTo>
                    <a:pt x="3222663" y="1626523"/>
                  </a:lnTo>
                  <a:lnTo>
                    <a:pt x="3223331" y="1626523"/>
                  </a:lnTo>
                  <a:lnTo>
                    <a:pt x="3223999" y="1626523"/>
                  </a:lnTo>
                  <a:lnTo>
                    <a:pt x="3224667" y="1626523"/>
                  </a:lnTo>
                  <a:lnTo>
                    <a:pt x="3225335" y="1626523"/>
                  </a:lnTo>
                  <a:lnTo>
                    <a:pt x="3226003" y="1626523"/>
                  </a:lnTo>
                  <a:lnTo>
                    <a:pt x="3226671" y="1626523"/>
                  </a:lnTo>
                  <a:lnTo>
                    <a:pt x="3227339" y="1615009"/>
                  </a:lnTo>
                  <a:lnTo>
                    <a:pt x="3228007" y="1577329"/>
                  </a:lnTo>
                  <a:lnTo>
                    <a:pt x="3228675" y="1559536"/>
                  </a:lnTo>
                  <a:lnTo>
                    <a:pt x="3229343" y="1542789"/>
                  </a:lnTo>
                  <a:lnTo>
                    <a:pt x="3230011" y="1523949"/>
                  </a:lnTo>
                  <a:lnTo>
                    <a:pt x="3230679" y="1521856"/>
                  </a:lnTo>
                  <a:lnTo>
                    <a:pt x="3231347" y="1521856"/>
                  </a:lnTo>
                  <a:lnTo>
                    <a:pt x="3232015" y="1528136"/>
                  </a:lnTo>
                  <a:lnTo>
                    <a:pt x="3232683" y="1563722"/>
                  </a:lnTo>
                  <a:lnTo>
                    <a:pt x="3233351" y="1534416"/>
                  </a:lnTo>
                  <a:lnTo>
                    <a:pt x="3234019" y="1521856"/>
                  </a:lnTo>
                  <a:lnTo>
                    <a:pt x="3234687" y="1521856"/>
                  </a:lnTo>
                  <a:lnTo>
                    <a:pt x="3235356" y="1515576"/>
                  </a:lnTo>
                  <a:lnTo>
                    <a:pt x="3236024" y="1481036"/>
                  </a:lnTo>
                  <a:lnTo>
                    <a:pt x="3236692" y="1447542"/>
                  </a:lnTo>
                  <a:lnTo>
                    <a:pt x="3237360" y="1432889"/>
                  </a:lnTo>
                  <a:lnTo>
                    <a:pt x="3238028" y="1440216"/>
                  </a:lnTo>
                  <a:lnTo>
                    <a:pt x="3238696" y="1442309"/>
                  </a:lnTo>
                  <a:lnTo>
                    <a:pt x="3239364" y="1459056"/>
                  </a:lnTo>
                  <a:lnTo>
                    <a:pt x="3240032" y="1477896"/>
                  </a:lnTo>
                  <a:lnTo>
                    <a:pt x="3240700" y="1476849"/>
                  </a:lnTo>
                  <a:lnTo>
                    <a:pt x="3241368" y="1459056"/>
                  </a:lnTo>
                  <a:lnTo>
                    <a:pt x="3242036" y="1451729"/>
                  </a:lnTo>
                  <a:lnTo>
                    <a:pt x="3242704" y="1397302"/>
                  </a:lnTo>
                  <a:lnTo>
                    <a:pt x="3243372" y="1400442"/>
                  </a:lnTo>
                  <a:lnTo>
                    <a:pt x="3244040" y="1354389"/>
                  </a:lnTo>
                  <a:lnTo>
                    <a:pt x="3244708" y="1354389"/>
                  </a:lnTo>
                  <a:lnTo>
                    <a:pt x="3245376" y="1360669"/>
                  </a:lnTo>
                  <a:lnTo>
                    <a:pt x="3246044" y="1395209"/>
                  </a:lnTo>
                  <a:lnTo>
                    <a:pt x="3246712" y="1428702"/>
                  </a:lnTo>
                  <a:lnTo>
                    <a:pt x="3247380" y="1454869"/>
                  </a:lnTo>
                  <a:lnTo>
                    <a:pt x="3248048" y="1485222"/>
                  </a:lnTo>
                  <a:lnTo>
                    <a:pt x="3248716" y="1500922"/>
                  </a:lnTo>
                  <a:lnTo>
                    <a:pt x="3249384" y="1500922"/>
                  </a:lnTo>
                  <a:lnTo>
                    <a:pt x="3250052" y="1500922"/>
                  </a:lnTo>
                  <a:lnTo>
                    <a:pt x="3250720" y="1504062"/>
                  </a:lnTo>
                  <a:lnTo>
                    <a:pt x="3251388" y="1521856"/>
                  </a:lnTo>
                  <a:lnTo>
                    <a:pt x="3252056" y="1529182"/>
                  </a:lnTo>
                  <a:lnTo>
                    <a:pt x="3252724" y="1583609"/>
                  </a:lnTo>
                  <a:lnTo>
                    <a:pt x="3253392" y="1609776"/>
                  </a:lnTo>
                  <a:lnTo>
                    <a:pt x="3254060" y="1668389"/>
                  </a:lnTo>
                  <a:lnTo>
                    <a:pt x="3254728" y="1655829"/>
                  </a:lnTo>
                  <a:lnTo>
                    <a:pt x="3255396" y="1647456"/>
                  </a:lnTo>
                  <a:lnTo>
                    <a:pt x="3256064" y="1647456"/>
                  </a:lnTo>
                  <a:lnTo>
                    <a:pt x="3256732" y="1647456"/>
                  </a:lnTo>
                  <a:lnTo>
                    <a:pt x="3257400" y="1643269"/>
                  </a:lnTo>
                  <a:lnTo>
                    <a:pt x="3258068" y="1626523"/>
                  </a:lnTo>
                  <a:lnTo>
                    <a:pt x="3258736" y="1626523"/>
                  </a:lnTo>
                  <a:lnTo>
                    <a:pt x="3259405" y="1611869"/>
                  </a:lnTo>
                  <a:lnTo>
                    <a:pt x="3260073" y="1589889"/>
                  </a:lnTo>
                  <a:lnTo>
                    <a:pt x="3260741" y="1522902"/>
                  </a:lnTo>
                  <a:lnTo>
                    <a:pt x="3261409" y="1543399"/>
                  </a:lnTo>
                  <a:lnTo>
                    <a:pt x="3262077" y="1549148"/>
                  </a:lnTo>
                  <a:lnTo>
                    <a:pt x="3262745" y="1536371"/>
                  </a:lnTo>
                  <a:lnTo>
                    <a:pt x="3263413" y="1519292"/>
                  </a:lnTo>
                  <a:lnTo>
                    <a:pt x="3264081" y="1507824"/>
                  </a:lnTo>
                  <a:lnTo>
                    <a:pt x="3264749" y="1508346"/>
                  </a:lnTo>
                  <a:lnTo>
                    <a:pt x="3265417" y="1492187"/>
                  </a:lnTo>
                  <a:lnTo>
                    <a:pt x="3266085" y="1460391"/>
                  </a:lnTo>
                  <a:lnTo>
                    <a:pt x="3266753" y="1411393"/>
                  </a:lnTo>
                  <a:lnTo>
                    <a:pt x="3267421" y="1411509"/>
                  </a:lnTo>
                  <a:lnTo>
                    <a:pt x="3268089" y="1395888"/>
                  </a:lnTo>
                  <a:lnTo>
                    <a:pt x="3268757" y="1381687"/>
                  </a:lnTo>
                  <a:lnTo>
                    <a:pt x="3269425" y="1379320"/>
                  </a:lnTo>
                  <a:lnTo>
                    <a:pt x="3270093" y="1378847"/>
                  </a:lnTo>
                  <a:lnTo>
                    <a:pt x="3270761" y="1402989"/>
                  </a:lnTo>
                  <a:lnTo>
                    <a:pt x="3271429" y="1418136"/>
                  </a:lnTo>
                  <a:lnTo>
                    <a:pt x="3272097" y="1437544"/>
                  </a:lnTo>
                  <a:lnTo>
                    <a:pt x="3272765" y="1425744"/>
                  </a:lnTo>
                  <a:lnTo>
                    <a:pt x="3273433" y="1387937"/>
                  </a:lnTo>
                  <a:lnTo>
                    <a:pt x="3274101" y="1392107"/>
                  </a:lnTo>
                  <a:lnTo>
                    <a:pt x="3274769" y="1392107"/>
                  </a:lnTo>
                  <a:lnTo>
                    <a:pt x="3275437" y="1387416"/>
                  </a:lnTo>
                  <a:lnTo>
                    <a:pt x="3276105" y="1443698"/>
                  </a:lnTo>
                  <a:lnTo>
                    <a:pt x="3276773" y="1488195"/>
                  </a:lnTo>
                  <a:lnTo>
                    <a:pt x="3277441" y="1525117"/>
                  </a:lnTo>
                  <a:lnTo>
                    <a:pt x="3278109" y="1567583"/>
                  </a:lnTo>
                  <a:lnTo>
                    <a:pt x="3278777" y="1562513"/>
                  </a:lnTo>
                  <a:lnTo>
                    <a:pt x="3279445" y="1564407"/>
                  </a:lnTo>
                  <a:lnTo>
                    <a:pt x="3280113" y="1569328"/>
                  </a:lnTo>
                  <a:lnTo>
                    <a:pt x="3280781" y="1561912"/>
                  </a:lnTo>
                  <a:lnTo>
                    <a:pt x="3281449" y="1551006"/>
                  </a:lnTo>
                  <a:lnTo>
                    <a:pt x="3282117" y="1560167"/>
                  </a:lnTo>
                  <a:lnTo>
                    <a:pt x="3282785" y="1585468"/>
                  </a:lnTo>
                  <a:lnTo>
                    <a:pt x="3283453" y="1607483"/>
                  </a:lnTo>
                  <a:lnTo>
                    <a:pt x="3284122" y="1614110"/>
                  </a:lnTo>
                  <a:lnTo>
                    <a:pt x="3284790" y="1619317"/>
                  </a:lnTo>
                  <a:lnTo>
                    <a:pt x="3285458" y="1635412"/>
                  </a:lnTo>
                  <a:lnTo>
                    <a:pt x="3286126" y="1602170"/>
                  </a:lnTo>
                  <a:lnTo>
                    <a:pt x="3286794" y="1598855"/>
                  </a:lnTo>
                  <a:lnTo>
                    <a:pt x="3287462" y="1537922"/>
                  </a:lnTo>
                  <a:lnTo>
                    <a:pt x="3288130" y="1514864"/>
                  </a:lnTo>
                  <a:lnTo>
                    <a:pt x="3288798" y="1511830"/>
                  </a:lnTo>
                  <a:lnTo>
                    <a:pt x="3289466" y="1504548"/>
                  </a:lnTo>
                  <a:lnTo>
                    <a:pt x="3290134" y="1522144"/>
                  </a:lnTo>
                  <a:lnTo>
                    <a:pt x="3290802" y="1519143"/>
                  </a:lnTo>
                  <a:lnTo>
                    <a:pt x="3291470" y="1466130"/>
                  </a:lnTo>
                  <a:lnTo>
                    <a:pt x="3292138" y="1448499"/>
                  </a:lnTo>
                  <a:lnTo>
                    <a:pt x="3292806" y="1312522"/>
                  </a:lnTo>
                  <a:lnTo>
                    <a:pt x="3293474" y="1263329"/>
                  </a:lnTo>
                  <a:lnTo>
                    <a:pt x="3294142" y="1356437"/>
                  </a:lnTo>
                  <a:lnTo>
                    <a:pt x="3294810" y="1340899"/>
                  </a:lnTo>
                  <a:lnTo>
                    <a:pt x="3295478" y="1346423"/>
                  </a:lnTo>
                  <a:lnTo>
                    <a:pt x="3296146" y="1373109"/>
                  </a:lnTo>
                  <a:lnTo>
                    <a:pt x="3296814" y="1383021"/>
                  </a:lnTo>
                  <a:lnTo>
                    <a:pt x="3297482" y="1414282"/>
                  </a:lnTo>
                  <a:lnTo>
                    <a:pt x="3298150" y="1443256"/>
                  </a:lnTo>
                  <a:lnTo>
                    <a:pt x="3298818" y="1447068"/>
                  </a:lnTo>
                  <a:lnTo>
                    <a:pt x="3299486" y="1467654"/>
                  </a:lnTo>
                  <a:lnTo>
                    <a:pt x="3300154" y="1489004"/>
                  </a:lnTo>
                  <a:lnTo>
                    <a:pt x="3300822" y="1515690"/>
                  </a:lnTo>
                  <a:lnTo>
                    <a:pt x="3301490" y="1534751"/>
                  </a:lnTo>
                  <a:lnTo>
                    <a:pt x="3302158" y="1552288"/>
                  </a:lnTo>
                  <a:lnTo>
                    <a:pt x="3302826" y="1580499"/>
                  </a:lnTo>
                  <a:lnTo>
                    <a:pt x="3303494" y="1616335"/>
                  </a:lnTo>
                  <a:lnTo>
                    <a:pt x="3304162" y="1636094"/>
                  </a:lnTo>
                  <a:lnTo>
                    <a:pt x="3304830" y="1635031"/>
                  </a:lnTo>
                  <a:lnTo>
                    <a:pt x="3305498" y="1575236"/>
                  </a:lnTo>
                  <a:lnTo>
                    <a:pt x="3306166" y="1560582"/>
                  </a:lnTo>
                  <a:lnTo>
                    <a:pt x="3306834" y="1490456"/>
                  </a:lnTo>
                  <a:lnTo>
                    <a:pt x="3307502" y="1459056"/>
                  </a:lnTo>
                  <a:lnTo>
                    <a:pt x="3308170" y="1459056"/>
                  </a:lnTo>
                  <a:lnTo>
                    <a:pt x="3308839" y="1446496"/>
                  </a:lnTo>
                  <a:lnTo>
                    <a:pt x="3309507" y="1438122"/>
                  </a:lnTo>
                  <a:lnTo>
                    <a:pt x="3310175" y="1424516"/>
                  </a:lnTo>
                  <a:lnTo>
                    <a:pt x="3310843" y="1374276"/>
                  </a:lnTo>
                  <a:lnTo>
                    <a:pt x="3311511" y="1347062"/>
                  </a:lnTo>
                  <a:lnTo>
                    <a:pt x="3312179" y="1333455"/>
                  </a:lnTo>
                  <a:lnTo>
                    <a:pt x="3312847" y="1333455"/>
                  </a:lnTo>
                  <a:lnTo>
                    <a:pt x="3313515" y="1333455"/>
                  </a:lnTo>
                  <a:lnTo>
                    <a:pt x="3314183" y="1337642"/>
                  </a:lnTo>
                  <a:lnTo>
                    <a:pt x="3314851" y="1343922"/>
                  </a:lnTo>
                  <a:lnTo>
                    <a:pt x="3315519" y="1360669"/>
                  </a:lnTo>
                  <a:lnTo>
                    <a:pt x="3316187" y="1343922"/>
                  </a:lnTo>
                  <a:lnTo>
                    <a:pt x="3316855" y="1372182"/>
                  </a:lnTo>
                  <a:lnTo>
                    <a:pt x="3317523" y="1378462"/>
                  </a:lnTo>
                  <a:lnTo>
                    <a:pt x="3318191" y="1362762"/>
                  </a:lnTo>
                  <a:lnTo>
                    <a:pt x="3318859" y="1366949"/>
                  </a:lnTo>
                  <a:lnTo>
                    <a:pt x="3319527" y="1367995"/>
                  </a:lnTo>
                  <a:lnTo>
                    <a:pt x="3320195" y="1465917"/>
                  </a:lnTo>
                  <a:lnTo>
                    <a:pt x="3320863" y="1511977"/>
                  </a:lnTo>
                  <a:lnTo>
                    <a:pt x="3321531" y="1499408"/>
                  </a:lnTo>
                  <a:lnTo>
                    <a:pt x="3322199" y="1485191"/>
                  </a:lnTo>
                  <a:lnTo>
                    <a:pt x="3322867" y="1473754"/>
                  </a:lnTo>
                  <a:lnTo>
                    <a:pt x="3323535" y="1448593"/>
                  </a:lnTo>
                  <a:lnTo>
                    <a:pt x="3324203" y="1453930"/>
                  </a:lnTo>
                  <a:lnTo>
                    <a:pt x="3324871" y="1470704"/>
                  </a:lnTo>
                  <a:lnTo>
                    <a:pt x="3325539" y="1461555"/>
                  </a:lnTo>
                  <a:lnTo>
                    <a:pt x="3326207" y="1483666"/>
                  </a:lnTo>
                  <a:lnTo>
                    <a:pt x="3326875" y="1458505"/>
                  </a:lnTo>
                  <a:lnTo>
                    <a:pt x="3327543" y="1415044"/>
                  </a:lnTo>
                  <a:lnTo>
                    <a:pt x="3328211" y="1418857"/>
                  </a:lnTo>
                  <a:lnTo>
                    <a:pt x="3328879" y="1394458"/>
                  </a:lnTo>
                  <a:lnTo>
                    <a:pt x="3329547" y="1366247"/>
                  </a:lnTo>
                  <a:lnTo>
                    <a:pt x="3330215" y="1310587"/>
                  </a:lnTo>
                  <a:lnTo>
                    <a:pt x="3330883" y="1277801"/>
                  </a:lnTo>
                  <a:lnTo>
                    <a:pt x="3331551" y="1362170"/>
                  </a:lnTo>
                  <a:lnTo>
                    <a:pt x="3332219" y="1263314"/>
                  </a:lnTo>
                  <a:lnTo>
                    <a:pt x="3332887" y="1232053"/>
                  </a:lnTo>
                  <a:lnTo>
                    <a:pt x="3333556" y="1206129"/>
                  </a:lnTo>
                  <a:lnTo>
                    <a:pt x="3334224" y="1277426"/>
                  </a:lnTo>
                  <a:lnTo>
                    <a:pt x="3334892" y="1290504"/>
                  </a:lnTo>
                  <a:lnTo>
                    <a:pt x="3335560" y="1261223"/>
                  </a:lnTo>
                  <a:lnTo>
                    <a:pt x="3336228" y="1300776"/>
                  </a:lnTo>
                  <a:lnTo>
                    <a:pt x="3336896" y="1302974"/>
                  </a:lnTo>
                  <a:lnTo>
                    <a:pt x="3337564" y="1318090"/>
                  </a:lnTo>
                  <a:lnTo>
                    <a:pt x="3338232" y="1313920"/>
                  </a:lnTo>
                  <a:lnTo>
                    <a:pt x="3338900" y="1336717"/>
                  </a:lnTo>
                  <a:lnTo>
                    <a:pt x="3339568" y="1312102"/>
                  </a:lnTo>
                  <a:lnTo>
                    <a:pt x="3340236" y="1331510"/>
                  </a:lnTo>
                  <a:lnTo>
                    <a:pt x="3340904" y="1287336"/>
                  </a:lnTo>
                  <a:lnTo>
                    <a:pt x="3341572" y="1311835"/>
                  </a:lnTo>
                  <a:lnTo>
                    <a:pt x="3342240" y="1335812"/>
                  </a:lnTo>
                  <a:lnTo>
                    <a:pt x="3342908" y="1365002"/>
                  </a:lnTo>
                  <a:lnTo>
                    <a:pt x="3343576" y="1377512"/>
                  </a:lnTo>
                  <a:lnTo>
                    <a:pt x="3344244" y="1386307"/>
                  </a:lnTo>
                  <a:lnTo>
                    <a:pt x="3344912" y="1356090"/>
                  </a:lnTo>
                  <a:lnTo>
                    <a:pt x="3345580" y="1262437"/>
                  </a:lnTo>
                  <a:lnTo>
                    <a:pt x="3346248" y="1279918"/>
                  </a:lnTo>
                  <a:lnTo>
                    <a:pt x="3346916" y="1195454"/>
                  </a:lnTo>
                  <a:lnTo>
                    <a:pt x="3347584" y="1235103"/>
                  </a:lnTo>
                  <a:lnTo>
                    <a:pt x="3348252" y="1211896"/>
                  </a:lnTo>
                  <a:lnTo>
                    <a:pt x="3348920" y="1225471"/>
                  </a:lnTo>
                  <a:lnTo>
                    <a:pt x="3349588" y="1129355"/>
                  </a:lnTo>
                  <a:lnTo>
                    <a:pt x="3350256" y="1108422"/>
                  </a:lnTo>
                  <a:lnTo>
                    <a:pt x="3350924" y="1078068"/>
                  </a:lnTo>
                  <a:lnTo>
                    <a:pt x="3351592" y="1053995"/>
                  </a:lnTo>
                  <a:lnTo>
                    <a:pt x="3352260" y="978635"/>
                  </a:lnTo>
                  <a:lnTo>
                    <a:pt x="3352928" y="961888"/>
                  </a:lnTo>
                  <a:lnTo>
                    <a:pt x="3353596" y="967121"/>
                  </a:lnTo>
                  <a:lnTo>
                    <a:pt x="3354264" y="1003755"/>
                  </a:lnTo>
                  <a:lnTo>
                    <a:pt x="3354932" y="1238447"/>
                  </a:lnTo>
                  <a:lnTo>
                    <a:pt x="3355600" y="1291237"/>
                  </a:lnTo>
                  <a:lnTo>
                    <a:pt x="3356268" y="1412642"/>
                  </a:lnTo>
                  <a:lnTo>
                    <a:pt x="3356936" y="1433929"/>
                  </a:lnTo>
                  <a:lnTo>
                    <a:pt x="3357605" y="1432728"/>
                  </a:lnTo>
                  <a:lnTo>
                    <a:pt x="3358273" y="1483618"/>
                  </a:lnTo>
                  <a:lnTo>
                    <a:pt x="3358941" y="1486974"/>
                  </a:lnTo>
                  <a:lnTo>
                    <a:pt x="3359609" y="1520384"/>
                  </a:lnTo>
                  <a:lnTo>
                    <a:pt x="3360277" y="1551006"/>
                  </a:lnTo>
                  <a:lnTo>
                    <a:pt x="3360945" y="1578309"/>
                  </a:lnTo>
                  <a:lnTo>
                    <a:pt x="3361613" y="1584748"/>
                  </a:lnTo>
                  <a:lnTo>
                    <a:pt x="3362281" y="1603257"/>
                  </a:lnTo>
                  <a:lnTo>
                    <a:pt x="3362949" y="1586357"/>
                  </a:lnTo>
                  <a:lnTo>
                    <a:pt x="3363617" y="1581931"/>
                  </a:lnTo>
                  <a:lnTo>
                    <a:pt x="3364285" y="1592795"/>
                  </a:lnTo>
                  <a:lnTo>
                    <a:pt x="3364953" y="1584748"/>
                  </a:lnTo>
                  <a:lnTo>
                    <a:pt x="3365621" y="1594003"/>
                  </a:lnTo>
                  <a:lnTo>
                    <a:pt x="3366289" y="1594405"/>
                  </a:lnTo>
                  <a:lnTo>
                    <a:pt x="3366957" y="1579114"/>
                  </a:lnTo>
                  <a:lnTo>
                    <a:pt x="3367625" y="1561007"/>
                  </a:lnTo>
                  <a:lnTo>
                    <a:pt x="3368293" y="1544898"/>
                  </a:lnTo>
                  <a:lnTo>
                    <a:pt x="3368961" y="1528904"/>
                  </a:lnTo>
                  <a:lnTo>
                    <a:pt x="3369629" y="1513757"/>
                  </a:lnTo>
                  <a:lnTo>
                    <a:pt x="3370297" y="1499556"/>
                  </a:lnTo>
                  <a:lnTo>
                    <a:pt x="3370965" y="1484889"/>
                  </a:lnTo>
                  <a:lnTo>
                    <a:pt x="3371633" y="1457785"/>
                  </a:lnTo>
                  <a:lnTo>
                    <a:pt x="3372301" y="1435892"/>
                  </a:lnTo>
                  <a:lnTo>
                    <a:pt x="3372969" y="1457785"/>
                  </a:lnTo>
                  <a:lnTo>
                    <a:pt x="3373637" y="1481241"/>
                  </a:lnTo>
                  <a:lnTo>
                    <a:pt x="3374305" y="1480198"/>
                  </a:lnTo>
                  <a:lnTo>
                    <a:pt x="3374973" y="1480545"/>
                  </a:lnTo>
                  <a:lnTo>
                    <a:pt x="3375641" y="1424451"/>
                  </a:lnTo>
                  <a:lnTo>
                    <a:pt x="3376309" y="1439621"/>
                  </a:lnTo>
                  <a:lnTo>
                    <a:pt x="3376977" y="1459038"/>
                  </a:lnTo>
                  <a:lnTo>
                    <a:pt x="3377645" y="1464499"/>
                  </a:lnTo>
                  <a:lnTo>
                    <a:pt x="3378313" y="1457218"/>
                  </a:lnTo>
                  <a:lnTo>
                    <a:pt x="3378981" y="1453732"/>
                  </a:lnTo>
                  <a:lnTo>
                    <a:pt x="3379649" y="1445330"/>
                  </a:lnTo>
                  <a:lnTo>
                    <a:pt x="3380317" y="1432128"/>
                  </a:lnTo>
                  <a:lnTo>
                    <a:pt x="3380985" y="1441109"/>
                  </a:lnTo>
                  <a:lnTo>
                    <a:pt x="3381653" y="1409867"/>
                  </a:lnTo>
                  <a:lnTo>
                    <a:pt x="3382322" y="1387416"/>
                  </a:lnTo>
                  <a:lnTo>
                    <a:pt x="3382990" y="1344765"/>
                  </a:lnTo>
                  <a:lnTo>
                    <a:pt x="3383658" y="1278493"/>
                  </a:lnTo>
                  <a:lnTo>
                    <a:pt x="3384326" y="1264766"/>
                  </a:lnTo>
                  <a:lnTo>
                    <a:pt x="3384994" y="1278967"/>
                  </a:lnTo>
                  <a:lnTo>
                    <a:pt x="3385662" y="1282754"/>
                  </a:lnTo>
                  <a:lnTo>
                    <a:pt x="3386330" y="1282754"/>
                  </a:lnTo>
                  <a:lnTo>
                    <a:pt x="3386998" y="1285594"/>
                  </a:lnTo>
                  <a:lnTo>
                    <a:pt x="3387666" y="1302161"/>
                  </a:lnTo>
                  <a:lnTo>
                    <a:pt x="3388334" y="1303108"/>
                  </a:lnTo>
                  <a:lnTo>
                    <a:pt x="3389002" y="1305002"/>
                  </a:lnTo>
                  <a:lnTo>
                    <a:pt x="3389670" y="1323937"/>
                  </a:lnTo>
                  <a:lnTo>
                    <a:pt x="3390338" y="1320238"/>
                  </a:lnTo>
                  <a:lnTo>
                    <a:pt x="3391006" y="1263650"/>
                  </a:lnTo>
                  <a:lnTo>
                    <a:pt x="3391674" y="1339113"/>
                  </a:lnTo>
                  <a:lnTo>
                    <a:pt x="3392342" y="1288000"/>
                  </a:lnTo>
                  <a:lnTo>
                    <a:pt x="3393010" y="1479315"/>
                  </a:lnTo>
                  <a:lnTo>
                    <a:pt x="3393678" y="1550351"/>
                  </a:lnTo>
                  <a:lnTo>
                    <a:pt x="3394346" y="1535946"/>
                  </a:lnTo>
                  <a:lnTo>
                    <a:pt x="3395014" y="1517943"/>
                  </a:lnTo>
                  <a:lnTo>
                    <a:pt x="3395682" y="1502728"/>
                  </a:lnTo>
                  <a:lnTo>
                    <a:pt x="3396350" y="1475422"/>
                  </a:lnTo>
                  <a:lnTo>
                    <a:pt x="3397018" y="1452970"/>
                  </a:lnTo>
                  <a:lnTo>
                    <a:pt x="3397686" y="1443868"/>
                  </a:lnTo>
                  <a:lnTo>
                    <a:pt x="3398354" y="1463286"/>
                  </a:lnTo>
                  <a:lnTo>
                    <a:pt x="3399022" y="1472388"/>
                  </a:lnTo>
                  <a:lnTo>
                    <a:pt x="3399690" y="1481490"/>
                  </a:lnTo>
                  <a:lnTo>
                    <a:pt x="3400358" y="1498480"/>
                  </a:lnTo>
                  <a:lnTo>
                    <a:pt x="3401026" y="1510009"/>
                  </a:lnTo>
                  <a:lnTo>
                    <a:pt x="3401694" y="1493626"/>
                  </a:lnTo>
                  <a:lnTo>
                    <a:pt x="3402362" y="1431732"/>
                  </a:lnTo>
                  <a:lnTo>
                    <a:pt x="3403030" y="1400803"/>
                  </a:lnTo>
                  <a:lnTo>
                    <a:pt x="3403698" y="1318666"/>
                  </a:lnTo>
                  <a:lnTo>
                    <a:pt x="3404366" y="1353295"/>
                  </a:lnTo>
                  <a:lnTo>
                    <a:pt x="3405034" y="1342587"/>
                  </a:lnTo>
                  <a:lnTo>
                    <a:pt x="3405702" y="1228788"/>
                  </a:lnTo>
                  <a:lnTo>
                    <a:pt x="3406370" y="1275889"/>
                  </a:lnTo>
                  <a:lnTo>
                    <a:pt x="3407039" y="1303102"/>
                  </a:lnTo>
                  <a:lnTo>
                    <a:pt x="3407707" y="1277982"/>
                  </a:lnTo>
                  <a:lnTo>
                    <a:pt x="3408375" y="1340727"/>
                  </a:lnTo>
                  <a:lnTo>
                    <a:pt x="3409043" y="1307537"/>
                  </a:lnTo>
                  <a:lnTo>
                    <a:pt x="3409711" y="1281613"/>
                  </a:lnTo>
                  <a:lnTo>
                    <a:pt x="3410379" y="1349314"/>
                  </a:lnTo>
                  <a:lnTo>
                    <a:pt x="3411047" y="1331004"/>
                  </a:lnTo>
                  <a:lnTo>
                    <a:pt x="3411715" y="1354063"/>
                  </a:lnTo>
                  <a:lnTo>
                    <a:pt x="3412383" y="1415956"/>
                  </a:lnTo>
                  <a:lnTo>
                    <a:pt x="3413051" y="1442655"/>
                  </a:lnTo>
                  <a:lnTo>
                    <a:pt x="3413719" y="1415349"/>
                  </a:lnTo>
                  <a:lnTo>
                    <a:pt x="3414387" y="1402606"/>
                  </a:lnTo>
                  <a:lnTo>
                    <a:pt x="3415055" y="1402606"/>
                  </a:lnTo>
                  <a:lnTo>
                    <a:pt x="3415723" y="1384402"/>
                  </a:lnTo>
                  <a:lnTo>
                    <a:pt x="3416391" y="1351635"/>
                  </a:lnTo>
                  <a:lnTo>
                    <a:pt x="3417059" y="1301878"/>
                  </a:lnTo>
                  <a:lnTo>
                    <a:pt x="3417727" y="1304305"/>
                  </a:lnTo>
                  <a:lnTo>
                    <a:pt x="3418395" y="1340913"/>
                  </a:lnTo>
                  <a:lnTo>
                    <a:pt x="3419063" y="1246540"/>
                  </a:lnTo>
                  <a:lnTo>
                    <a:pt x="3419731" y="1269413"/>
                  </a:lnTo>
                  <a:lnTo>
                    <a:pt x="3420399" y="1272281"/>
                  </a:lnTo>
                  <a:lnTo>
                    <a:pt x="3421067" y="1113655"/>
                  </a:lnTo>
                  <a:lnTo>
                    <a:pt x="3421735" y="1082255"/>
                  </a:lnTo>
                  <a:lnTo>
                    <a:pt x="3422403" y="1082255"/>
                  </a:lnTo>
                  <a:lnTo>
                    <a:pt x="3423071" y="1094815"/>
                  </a:lnTo>
                  <a:lnTo>
                    <a:pt x="3423739" y="1128308"/>
                  </a:lnTo>
                  <a:lnTo>
                    <a:pt x="3424407" y="1134588"/>
                  </a:lnTo>
                  <a:lnTo>
                    <a:pt x="3425075" y="1120982"/>
                  </a:lnTo>
                  <a:lnTo>
                    <a:pt x="3425743" y="1103188"/>
                  </a:lnTo>
                  <a:lnTo>
                    <a:pt x="3426411" y="1089582"/>
                  </a:lnTo>
                  <a:lnTo>
                    <a:pt x="3427079" y="1168082"/>
                  </a:lnTo>
                  <a:lnTo>
                    <a:pt x="3427747" y="1207855"/>
                  </a:lnTo>
                  <a:lnTo>
                    <a:pt x="3428415" y="1241349"/>
                  </a:lnTo>
                  <a:lnTo>
                    <a:pt x="3429083" y="1276935"/>
                  </a:lnTo>
                  <a:lnTo>
                    <a:pt x="3429751" y="1265422"/>
                  </a:lnTo>
                  <a:lnTo>
                    <a:pt x="3430419" y="1272749"/>
                  </a:lnTo>
                  <a:lnTo>
                    <a:pt x="3431087" y="1339735"/>
                  </a:lnTo>
                  <a:lnTo>
                    <a:pt x="3431756" y="1375322"/>
                  </a:lnTo>
                  <a:lnTo>
                    <a:pt x="3432424" y="1358575"/>
                  </a:lnTo>
                  <a:lnTo>
                    <a:pt x="3433092" y="1362762"/>
                  </a:lnTo>
                  <a:lnTo>
                    <a:pt x="3433760" y="1396255"/>
                  </a:lnTo>
                  <a:lnTo>
                    <a:pt x="3434428" y="1423469"/>
                  </a:lnTo>
                  <a:lnTo>
                    <a:pt x="3435096" y="1451729"/>
                  </a:lnTo>
                  <a:lnTo>
                    <a:pt x="3435764" y="1483129"/>
                  </a:lnTo>
                  <a:lnTo>
                    <a:pt x="3436432" y="1544882"/>
                  </a:lnTo>
                  <a:lnTo>
                    <a:pt x="3437100" y="1550116"/>
                  </a:lnTo>
                  <a:lnTo>
                    <a:pt x="3437768" y="1521856"/>
                  </a:lnTo>
                  <a:lnTo>
                    <a:pt x="3438436" y="1521856"/>
                  </a:lnTo>
                  <a:lnTo>
                    <a:pt x="3439104" y="1506156"/>
                  </a:lnTo>
                  <a:lnTo>
                    <a:pt x="3439772" y="1527089"/>
                  </a:lnTo>
                  <a:lnTo>
                    <a:pt x="3440440" y="1542789"/>
                  </a:lnTo>
                  <a:lnTo>
                    <a:pt x="3441108" y="1536509"/>
                  </a:lnTo>
                  <a:lnTo>
                    <a:pt x="3441776" y="1521856"/>
                  </a:lnTo>
                  <a:lnTo>
                    <a:pt x="3442444" y="1538602"/>
                  </a:lnTo>
                  <a:lnTo>
                    <a:pt x="3443112" y="1542789"/>
                  </a:lnTo>
                  <a:lnTo>
                    <a:pt x="3443780" y="1542789"/>
                  </a:lnTo>
                  <a:lnTo>
                    <a:pt x="3444448" y="1521856"/>
                  </a:lnTo>
                  <a:lnTo>
                    <a:pt x="3445116" y="1522902"/>
                  </a:lnTo>
                  <a:lnTo>
                    <a:pt x="3445784" y="1534416"/>
                  </a:lnTo>
                  <a:lnTo>
                    <a:pt x="3446452" y="1532322"/>
                  </a:lnTo>
                  <a:lnTo>
                    <a:pt x="3447120" y="1535462"/>
                  </a:lnTo>
                  <a:lnTo>
                    <a:pt x="3447788" y="1528136"/>
                  </a:lnTo>
                  <a:lnTo>
                    <a:pt x="3448456" y="1455916"/>
                  </a:lnTo>
                  <a:lnTo>
                    <a:pt x="3449124" y="1416142"/>
                  </a:lnTo>
                  <a:lnTo>
                    <a:pt x="3449792" y="1352295"/>
                  </a:lnTo>
                  <a:lnTo>
                    <a:pt x="3450460" y="1293682"/>
                  </a:lnTo>
                  <a:lnTo>
                    <a:pt x="3451128" y="1276935"/>
                  </a:lnTo>
                  <a:lnTo>
                    <a:pt x="3451796" y="1270655"/>
                  </a:lnTo>
                  <a:lnTo>
                    <a:pt x="3452464" y="1226695"/>
                  </a:lnTo>
                  <a:lnTo>
                    <a:pt x="3453132" y="1207855"/>
                  </a:lnTo>
                  <a:lnTo>
                    <a:pt x="3453800" y="1177502"/>
                  </a:lnTo>
                  <a:lnTo>
                    <a:pt x="3454468" y="1169128"/>
                  </a:lnTo>
                  <a:lnTo>
                    <a:pt x="3455136" y="1159708"/>
                  </a:lnTo>
                  <a:lnTo>
                    <a:pt x="3455805" y="1158662"/>
                  </a:lnTo>
                  <a:lnTo>
                    <a:pt x="3456473" y="1155522"/>
                  </a:lnTo>
                  <a:lnTo>
                    <a:pt x="3457141" y="1132495"/>
                  </a:lnTo>
                  <a:lnTo>
                    <a:pt x="3457809" y="1130402"/>
                  </a:lnTo>
                  <a:lnTo>
                    <a:pt x="3458477" y="1124122"/>
                  </a:lnTo>
                  <a:lnTo>
                    <a:pt x="3459145" y="1144008"/>
                  </a:lnTo>
                  <a:lnTo>
                    <a:pt x="3459813" y="1203668"/>
                  </a:lnTo>
                  <a:lnTo>
                    <a:pt x="3460481" y="1247629"/>
                  </a:lnTo>
                  <a:lnTo>
                    <a:pt x="3461149" y="1270655"/>
                  </a:lnTo>
                  <a:lnTo>
                    <a:pt x="3461817" y="1284262"/>
                  </a:lnTo>
                  <a:lnTo>
                    <a:pt x="3462485" y="1271702"/>
                  </a:lnTo>
                  <a:lnTo>
                    <a:pt x="3463153" y="1254955"/>
                  </a:lnTo>
                  <a:lnTo>
                    <a:pt x="3463821" y="1260189"/>
                  </a:lnTo>
                  <a:lnTo>
                    <a:pt x="3464489" y="1261235"/>
                  </a:lnTo>
                  <a:lnTo>
                    <a:pt x="3465157" y="1372412"/>
                  </a:lnTo>
                  <a:lnTo>
                    <a:pt x="3465825" y="1385365"/>
                  </a:lnTo>
                  <a:lnTo>
                    <a:pt x="3466493" y="1436944"/>
                  </a:lnTo>
                  <a:lnTo>
                    <a:pt x="3467161" y="1455532"/>
                  </a:lnTo>
                  <a:lnTo>
                    <a:pt x="3467829" y="1470535"/>
                  </a:lnTo>
                  <a:lnTo>
                    <a:pt x="3468497" y="1492412"/>
                  </a:lnTo>
                  <a:lnTo>
                    <a:pt x="3469165" y="1513043"/>
                  </a:lnTo>
                  <a:lnTo>
                    <a:pt x="3469833" y="1518504"/>
                  </a:lnTo>
                  <a:lnTo>
                    <a:pt x="3470501" y="1526999"/>
                  </a:lnTo>
                  <a:lnTo>
                    <a:pt x="3471169" y="1517291"/>
                  </a:lnTo>
                  <a:lnTo>
                    <a:pt x="3471837" y="1499694"/>
                  </a:lnTo>
                  <a:lnTo>
                    <a:pt x="3472505" y="1504548"/>
                  </a:lnTo>
                  <a:lnTo>
                    <a:pt x="3473173" y="1523965"/>
                  </a:lnTo>
                  <a:lnTo>
                    <a:pt x="3473841" y="1538529"/>
                  </a:lnTo>
                  <a:lnTo>
                    <a:pt x="3474509" y="1554912"/>
                  </a:lnTo>
                  <a:lnTo>
                    <a:pt x="3475177" y="1579753"/>
                  </a:lnTo>
                  <a:lnTo>
                    <a:pt x="3475845" y="1582130"/>
                  </a:lnTo>
                  <a:lnTo>
                    <a:pt x="3476513" y="1568536"/>
                  </a:lnTo>
                  <a:lnTo>
                    <a:pt x="3477181" y="1566965"/>
                  </a:lnTo>
                  <a:lnTo>
                    <a:pt x="3477849" y="1533972"/>
                  </a:lnTo>
                  <a:lnTo>
                    <a:pt x="3478517" y="1558324"/>
                  </a:lnTo>
                  <a:lnTo>
                    <a:pt x="3479185" y="1558324"/>
                  </a:lnTo>
                  <a:lnTo>
                    <a:pt x="3479853" y="1553051"/>
                  </a:lnTo>
                  <a:lnTo>
                    <a:pt x="3480522" y="1532464"/>
                  </a:lnTo>
                  <a:lnTo>
                    <a:pt x="3481190" y="1515690"/>
                  </a:lnTo>
                  <a:lnTo>
                    <a:pt x="3481858" y="1523314"/>
                  </a:lnTo>
                  <a:lnTo>
                    <a:pt x="3482526" y="1547713"/>
                  </a:lnTo>
                  <a:lnTo>
                    <a:pt x="3483194" y="1523314"/>
                  </a:lnTo>
                  <a:lnTo>
                    <a:pt x="3483862" y="1504253"/>
                  </a:lnTo>
                  <a:lnTo>
                    <a:pt x="3484530" y="1504253"/>
                  </a:lnTo>
                  <a:lnTo>
                    <a:pt x="3485198" y="1504253"/>
                  </a:lnTo>
                  <a:lnTo>
                    <a:pt x="3485866" y="1504253"/>
                  </a:lnTo>
                  <a:lnTo>
                    <a:pt x="3486534" y="1496628"/>
                  </a:lnTo>
                  <a:lnTo>
                    <a:pt x="3487202" y="1498916"/>
                  </a:lnTo>
                  <a:lnTo>
                    <a:pt x="3487870" y="1525331"/>
                  </a:lnTo>
                  <a:lnTo>
                    <a:pt x="3488538" y="1526902"/>
                  </a:lnTo>
                  <a:lnTo>
                    <a:pt x="3489206" y="1526902"/>
                  </a:lnTo>
                  <a:lnTo>
                    <a:pt x="3489874" y="1454869"/>
                  </a:lnTo>
                  <a:lnTo>
                    <a:pt x="3490542" y="1483129"/>
                  </a:lnTo>
                  <a:lnTo>
                    <a:pt x="3491210" y="1522902"/>
                  </a:lnTo>
                  <a:lnTo>
                    <a:pt x="3491878" y="1549069"/>
                  </a:lnTo>
                  <a:lnTo>
                    <a:pt x="3492546" y="1519762"/>
                  </a:lnTo>
                  <a:lnTo>
                    <a:pt x="3493214" y="1518716"/>
                  </a:lnTo>
                  <a:lnTo>
                    <a:pt x="3493882" y="1524996"/>
                  </a:lnTo>
                  <a:lnTo>
                    <a:pt x="3494550" y="1500922"/>
                  </a:lnTo>
                  <a:lnTo>
                    <a:pt x="3495218" y="1500922"/>
                  </a:lnTo>
                  <a:lnTo>
                    <a:pt x="3495886" y="1566906"/>
                  </a:lnTo>
                  <a:lnTo>
                    <a:pt x="3496554" y="1581891"/>
                  </a:lnTo>
                  <a:lnTo>
                    <a:pt x="3497222" y="1594224"/>
                  </a:lnTo>
                  <a:lnTo>
                    <a:pt x="3497890" y="1591174"/>
                  </a:lnTo>
                  <a:lnTo>
                    <a:pt x="3498558" y="1580499"/>
                  </a:lnTo>
                  <a:lnTo>
                    <a:pt x="3499226" y="1580499"/>
                  </a:lnTo>
                  <a:lnTo>
                    <a:pt x="3499894" y="1580499"/>
                  </a:lnTo>
                  <a:lnTo>
                    <a:pt x="3500562" y="1577449"/>
                  </a:lnTo>
                  <a:lnTo>
                    <a:pt x="3501230" y="1565250"/>
                  </a:lnTo>
                  <a:lnTo>
                    <a:pt x="3501898" y="1553813"/>
                  </a:lnTo>
                  <a:lnTo>
                    <a:pt x="3502566" y="1570587"/>
                  </a:lnTo>
                  <a:lnTo>
                    <a:pt x="3503234" y="1585074"/>
                  </a:lnTo>
                  <a:lnTo>
                    <a:pt x="3503902" y="1582024"/>
                  </a:lnTo>
                  <a:lnTo>
                    <a:pt x="3504570" y="1589649"/>
                  </a:lnTo>
                  <a:lnTo>
                    <a:pt x="3505239" y="1580499"/>
                  </a:lnTo>
                  <a:lnTo>
                    <a:pt x="3505907" y="1565394"/>
                  </a:lnTo>
                  <a:lnTo>
                    <a:pt x="3506575" y="1538685"/>
                  </a:lnTo>
                  <a:lnTo>
                    <a:pt x="3507243" y="1445449"/>
                  </a:lnTo>
                  <a:lnTo>
                    <a:pt x="3507911" y="1424516"/>
                  </a:lnTo>
                  <a:lnTo>
                    <a:pt x="3508579" y="1414049"/>
                  </a:lnTo>
                  <a:lnTo>
                    <a:pt x="3509247" y="1396255"/>
                  </a:lnTo>
                  <a:lnTo>
                    <a:pt x="3509915" y="1372182"/>
                  </a:lnTo>
                  <a:lnTo>
                    <a:pt x="3510583" y="1329269"/>
                  </a:lnTo>
                  <a:lnTo>
                    <a:pt x="3511251" y="1309382"/>
                  </a:lnTo>
                  <a:lnTo>
                    <a:pt x="3511919" y="1289495"/>
                  </a:lnTo>
                  <a:lnTo>
                    <a:pt x="3512587" y="1304149"/>
                  </a:lnTo>
                  <a:lnTo>
                    <a:pt x="3513255" y="1416746"/>
                  </a:lnTo>
                  <a:lnTo>
                    <a:pt x="3513923" y="1452830"/>
                  </a:lnTo>
                  <a:lnTo>
                    <a:pt x="3514591" y="1464605"/>
                  </a:lnTo>
                  <a:lnTo>
                    <a:pt x="3515259" y="1460030"/>
                  </a:lnTo>
                  <a:lnTo>
                    <a:pt x="3515927" y="1456218"/>
                  </a:lnTo>
                  <a:lnTo>
                    <a:pt x="3516595" y="1462317"/>
                  </a:lnTo>
                  <a:lnTo>
                    <a:pt x="3517263" y="1460792"/>
                  </a:lnTo>
                  <a:lnTo>
                    <a:pt x="3517931" y="1469942"/>
                  </a:lnTo>
                  <a:lnTo>
                    <a:pt x="3518599" y="1476042"/>
                  </a:lnTo>
                  <a:lnTo>
                    <a:pt x="3519267" y="1489004"/>
                  </a:lnTo>
                  <a:lnTo>
                    <a:pt x="3519935" y="1483666"/>
                  </a:lnTo>
                  <a:lnTo>
                    <a:pt x="3520603" y="1510353"/>
                  </a:lnTo>
                  <a:lnTo>
                    <a:pt x="3521271" y="1511115"/>
                  </a:lnTo>
                  <a:lnTo>
                    <a:pt x="3521939" y="1533226"/>
                  </a:lnTo>
                  <a:lnTo>
                    <a:pt x="3522607" y="1537801"/>
                  </a:lnTo>
                  <a:lnTo>
                    <a:pt x="3523275" y="1542613"/>
                  </a:lnTo>
                  <a:lnTo>
                    <a:pt x="3523943" y="1534466"/>
                  </a:lnTo>
                  <a:lnTo>
                    <a:pt x="3524611" y="1459056"/>
                  </a:lnTo>
                  <a:lnTo>
                    <a:pt x="3525279" y="1460102"/>
                  </a:lnTo>
                  <a:lnTo>
                    <a:pt x="3525947" y="1473709"/>
                  </a:lnTo>
                  <a:lnTo>
                    <a:pt x="3526615" y="1495689"/>
                  </a:lnTo>
                  <a:lnTo>
                    <a:pt x="3527283" y="1505109"/>
                  </a:lnTo>
                  <a:lnTo>
                    <a:pt x="3527951" y="1515576"/>
                  </a:lnTo>
                  <a:lnTo>
                    <a:pt x="3528619" y="1521856"/>
                  </a:lnTo>
                  <a:lnTo>
                    <a:pt x="3529287" y="1492549"/>
                  </a:lnTo>
                  <a:lnTo>
                    <a:pt x="3529956" y="1511389"/>
                  </a:lnTo>
                  <a:lnTo>
                    <a:pt x="3530624" y="1521856"/>
                  </a:lnTo>
                  <a:lnTo>
                    <a:pt x="3531292" y="1557442"/>
                  </a:lnTo>
                  <a:lnTo>
                    <a:pt x="3531960" y="1520809"/>
                  </a:lnTo>
                  <a:lnTo>
                    <a:pt x="3532628" y="1487316"/>
                  </a:lnTo>
                  <a:lnTo>
                    <a:pt x="3533296" y="1441262"/>
                  </a:lnTo>
                  <a:lnTo>
                    <a:pt x="3533964" y="1421376"/>
                  </a:lnTo>
                  <a:lnTo>
                    <a:pt x="3534632" y="1348109"/>
                  </a:lnTo>
                  <a:lnTo>
                    <a:pt x="3535300" y="1338689"/>
                  </a:lnTo>
                  <a:lnTo>
                    <a:pt x="3535968" y="1333455"/>
                  </a:lnTo>
                  <a:lnTo>
                    <a:pt x="3536636" y="1338689"/>
                  </a:lnTo>
                  <a:lnTo>
                    <a:pt x="3537304" y="1354389"/>
                  </a:lnTo>
                  <a:lnTo>
                    <a:pt x="3537972" y="1441200"/>
                  </a:lnTo>
                  <a:lnTo>
                    <a:pt x="3538640" y="1438920"/>
                  </a:lnTo>
                  <a:lnTo>
                    <a:pt x="3539308" y="1434106"/>
                  </a:lnTo>
                  <a:lnTo>
                    <a:pt x="3539976" y="1493647"/>
                  </a:lnTo>
                  <a:lnTo>
                    <a:pt x="3540644" y="1443530"/>
                  </a:lnTo>
                  <a:lnTo>
                    <a:pt x="3541312" y="1417776"/>
                  </a:lnTo>
                  <a:lnTo>
                    <a:pt x="3541980" y="1442655"/>
                  </a:lnTo>
                  <a:lnTo>
                    <a:pt x="3542648" y="1459038"/>
                  </a:lnTo>
                  <a:lnTo>
                    <a:pt x="3543316" y="1470567"/>
                  </a:lnTo>
                  <a:lnTo>
                    <a:pt x="3543984" y="1464499"/>
                  </a:lnTo>
                  <a:lnTo>
                    <a:pt x="3544652" y="1472388"/>
                  </a:lnTo>
                  <a:lnTo>
                    <a:pt x="3545320" y="1454184"/>
                  </a:lnTo>
                  <a:lnTo>
                    <a:pt x="3545988" y="1420203"/>
                  </a:lnTo>
                  <a:lnTo>
                    <a:pt x="3546656" y="1371660"/>
                  </a:lnTo>
                  <a:lnTo>
                    <a:pt x="3547324" y="1338286"/>
                  </a:lnTo>
                  <a:lnTo>
                    <a:pt x="3547992" y="1341513"/>
                  </a:lnTo>
                  <a:lnTo>
                    <a:pt x="3548660" y="1345114"/>
                  </a:lnTo>
                  <a:lnTo>
                    <a:pt x="3549328" y="1260264"/>
                  </a:lnTo>
                  <a:lnTo>
                    <a:pt x="3549996" y="1261386"/>
                  </a:lnTo>
                  <a:lnTo>
                    <a:pt x="3550664" y="1320017"/>
                  </a:lnTo>
                  <a:lnTo>
                    <a:pt x="3551332" y="1339012"/>
                  </a:lnTo>
                  <a:lnTo>
                    <a:pt x="3552000" y="1321873"/>
                  </a:lnTo>
                  <a:lnTo>
                    <a:pt x="3552668" y="1270027"/>
                  </a:lnTo>
                  <a:lnTo>
                    <a:pt x="3553336" y="1264528"/>
                  </a:lnTo>
                  <a:lnTo>
                    <a:pt x="3554005" y="1287234"/>
                  </a:lnTo>
                  <a:lnTo>
                    <a:pt x="3554673" y="1327361"/>
                  </a:lnTo>
                  <a:lnTo>
                    <a:pt x="3555341" y="1437194"/>
                  </a:lnTo>
                  <a:lnTo>
                    <a:pt x="3556009" y="1461466"/>
                  </a:lnTo>
                  <a:lnTo>
                    <a:pt x="3556677" y="1491199"/>
                  </a:lnTo>
                  <a:lnTo>
                    <a:pt x="3557345" y="1510009"/>
                  </a:lnTo>
                  <a:lnTo>
                    <a:pt x="3558013" y="1479669"/>
                  </a:lnTo>
                  <a:lnTo>
                    <a:pt x="3558681" y="1446902"/>
                  </a:lnTo>
                  <a:lnTo>
                    <a:pt x="3559349" y="1415956"/>
                  </a:lnTo>
                  <a:lnTo>
                    <a:pt x="3560017" y="1385616"/>
                  </a:lnTo>
                  <a:lnTo>
                    <a:pt x="3560685" y="1366805"/>
                  </a:lnTo>
                  <a:lnTo>
                    <a:pt x="3561353" y="1373918"/>
                  </a:lnTo>
                  <a:lnTo>
                    <a:pt x="3562021" y="1386521"/>
                  </a:lnTo>
                  <a:lnTo>
                    <a:pt x="3562689" y="1429128"/>
                  </a:lnTo>
                  <a:lnTo>
                    <a:pt x="3563357" y="1433328"/>
                  </a:lnTo>
                  <a:lnTo>
                    <a:pt x="3564025" y="1321261"/>
                  </a:lnTo>
                  <a:lnTo>
                    <a:pt x="3564693" y="1283401"/>
                  </a:lnTo>
                  <a:lnTo>
                    <a:pt x="3565361" y="1225075"/>
                  </a:lnTo>
                  <a:lnTo>
                    <a:pt x="3566029" y="1061322"/>
                  </a:lnTo>
                  <a:lnTo>
                    <a:pt x="3566697" y="1064461"/>
                  </a:lnTo>
                  <a:lnTo>
                    <a:pt x="3567365" y="1003755"/>
                  </a:lnTo>
                  <a:lnTo>
                    <a:pt x="3568033" y="1026781"/>
                  </a:lnTo>
                  <a:lnTo>
                    <a:pt x="3568701" y="1083302"/>
                  </a:lnTo>
                  <a:lnTo>
                    <a:pt x="3569369" y="1044575"/>
                  </a:lnTo>
                  <a:lnTo>
                    <a:pt x="3570037" y="982822"/>
                  </a:lnTo>
                  <a:lnTo>
                    <a:pt x="3570705" y="978635"/>
                  </a:lnTo>
                  <a:lnTo>
                    <a:pt x="3571373" y="973401"/>
                  </a:lnTo>
                  <a:lnTo>
                    <a:pt x="3572041" y="977588"/>
                  </a:lnTo>
                  <a:lnTo>
                    <a:pt x="3572709" y="963981"/>
                  </a:lnTo>
                  <a:lnTo>
                    <a:pt x="3573377" y="975495"/>
                  </a:lnTo>
                  <a:lnTo>
                    <a:pt x="3574045" y="970261"/>
                  </a:lnTo>
                  <a:lnTo>
                    <a:pt x="3574713" y="988055"/>
                  </a:lnTo>
                  <a:lnTo>
                    <a:pt x="3575381" y="973401"/>
                  </a:lnTo>
                  <a:lnTo>
                    <a:pt x="3576049" y="939908"/>
                  </a:lnTo>
                  <a:lnTo>
                    <a:pt x="3576717" y="869781"/>
                  </a:lnTo>
                  <a:lnTo>
                    <a:pt x="3577385" y="899088"/>
                  </a:lnTo>
                  <a:lnTo>
                    <a:pt x="3578053" y="905368"/>
                  </a:lnTo>
                  <a:lnTo>
                    <a:pt x="3578722" y="884435"/>
                  </a:lnTo>
                  <a:lnTo>
                    <a:pt x="3579390" y="960841"/>
                  </a:lnTo>
                  <a:lnTo>
                    <a:pt x="3580058" y="1069695"/>
                  </a:lnTo>
                  <a:lnTo>
                    <a:pt x="3580726" y="1118888"/>
                  </a:lnTo>
                  <a:lnTo>
                    <a:pt x="3581394" y="1090628"/>
                  </a:lnTo>
                  <a:lnTo>
                    <a:pt x="3582062" y="1026781"/>
                  </a:lnTo>
                  <a:lnTo>
                    <a:pt x="3582730" y="1012128"/>
                  </a:lnTo>
                  <a:lnTo>
                    <a:pt x="3583398" y="1007941"/>
                  </a:lnTo>
                  <a:lnTo>
                    <a:pt x="3584066" y="1024688"/>
                  </a:lnTo>
                  <a:lnTo>
                    <a:pt x="3584734" y="1028875"/>
                  </a:lnTo>
                  <a:lnTo>
                    <a:pt x="3585402" y="1088535"/>
                  </a:lnTo>
                  <a:lnTo>
                    <a:pt x="3586070" y="1145055"/>
                  </a:lnTo>
                  <a:lnTo>
                    <a:pt x="3586738" y="1243442"/>
                  </a:lnTo>
                  <a:lnTo>
                    <a:pt x="3587406" y="1259142"/>
                  </a:lnTo>
                  <a:lnTo>
                    <a:pt x="3588074" y="1308335"/>
                  </a:lnTo>
                  <a:lnTo>
                    <a:pt x="3588742" y="1317755"/>
                  </a:lnTo>
                  <a:lnTo>
                    <a:pt x="3589410" y="1294729"/>
                  </a:lnTo>
                  <a:lnTo>
                    <a:pt x="3590078" y="1232975"/>
                  </a:lnTo>
                  <a:lnTo>
                    <a:pt x="3590746" y="1185875"/>
                  </a:lnTo>
                  <a:lnTo>
                    <a:pt x="3591414" y="1175408"/>
                  </a:lnTo>
                  <a:lnTo>
                    <a:pt x="3592082" y="1174362"/>
                  </a:lnTo>
                  <a:lnTo>
                    <a:pt x="3592750" y="1113655"/>
                  </a:lnTo>
                  <a:lnTo>
                    <a:pt x="3593418" y="1066555"/>
                  </a:lnTo>
                  <a:lnTo>
                    <a:pt x="3594086" y="1062368"/>
                  </a:lnTo>
                  <a:lnTo>
                    <a:pt x="3594754" y="1060275"/>
                  </a:lnTo>
                  <a:lnTo>
                    <a:pt x="3595422" y="1079115"/>
                  </a:lnTo>
                  <a:lnTo>
                    <a:pt x="3596090" y="1077022"/>
                  </a:lnTo>
                  <a:lnTo>
                    <a:pt x="3596758" y="1023641"/>
                  </a:lnTo>
                  <a:lnTo>
                    <a:pt x="3597426" y="978635"/>
                  </a:lnTo>
                  <a:lnTo>
                    <a:pt x="3598094" y="959795"/>
                  </a:lnTo>
                  <a:lnTo>
                    <a:pt x="3598762" y="1132204"/>
                  </a:lnTo>
                  <a:lnTo>
                    <a:pt x="3599430" y="1107418"/>
                  </a:lnTo>
                  <a:lnTo>
                    <a:pt x="3600098" y="1155044"/>
                  </a:lnTo>
                  <a:lnTo>
                    <a:pt x="3600766" y="1309707"/>
                  </a:lnTo>
                  <a:lnTo>
                    <a:pt x="3601434" y="1317509"/>
                  </a:lnTo>
                  <a:lnTo>
                    <a:pt x="3602102" y="1336112"/>
                  </a:lnTo>
                  <a:lnTo>
                    <a:pt x="3602770" y="1414989"/>
                  </a:lnTo>
                  <a:lnTo>
                    <a:pt x="3603439" y="1423382"/>
                  </a:lnTo>
                  <a:lnTo>
                    <a:pt x="3604107" y="1424946"/>
                  </a:lnTo>
                  <a:lnTo>
                    <a:pt x="3604775" y="1420255"/>
                  </a:lnTo>
                  <a:lnTo>
                    <a:pt x="3605443" y="1407745"/>
                  </a:lnTo>
                  <a:lnTo>
                    <a:pt x="3606111" y="1431864"/>
                  </a:lnTo>
                  <a:lnTo>
                    <a:pt x="3606779" y="1451745"/>
                  </a:lnTo>
                  <a:lnTo>
                    <a:pt x="3607447" y="1490562"/>
                  </a:lnTo>
                  <a:lnTo>
                    <a:pt x="3608115" y="1493875"/>
                  </a:lnTo>
                  <a:lnTo>
                    <a:pt x="3608783" y="1505709"/>
                  </a:lnTo>
                  <a:lnTo>
                    <a:pt x="3609451" y="1550679"/>
                  </a:lnTo>
                  <a:lnTo>
                    <a:pt x="3610119" y="1537536"/>
                  </a:lnTo>
                  <a:lnTo>
                    <a:pt x="3610787" y="1542005"/>
                  </a:lnTo>
                  <a:lnTo>
                    <a:pt x="3611455" y="1559419"/>
                  </a:lnTo>
                  <a:lnTo>
                    <a:pt x="3612123" y="1543990"/>
                  </a:lnTo>
                  <a:lnTo>
                    <a:pt x="3612791" y="1574352"/>
                  </a:lnTo>
                  <a:lnTo>
                    <a:pt x="3613459" y="1537801"/>
                  </a:lnTo>
                  <a:lnTo>
                    <a:pt x="3614127" y="1556863"/>
                  </a:lnTo>
                  <a:lnTo>
                    <a:pt x="3614795" y="1581262"/>
                  </a:lnTo>
                  <a:lnTo>
                    <a:pt x="3615463" y="1593461"/>
                  </a:lnTo>
                  <a:lnTo>
                    <a:pt x="3616131" y="1592471"/>
                  </a:lnTo>
                  <a:lnTo>
                    <a:pt x="3616799" y="1541742"/>
                  </a:lnTo>
                  <a:lnTo>
                    <a:pt x="3617467" y="1521856"/>
                  </a:lnTo>
                  <a:lnTo>
                    <a:pt x="3618135" y="1536509"/>
                  </a:lnTo>
                  <a:lnTo>
                    <a:pt x="3618803" y="1563722"/>
                  </a:lnTo>
                  <a:lnTo>
                    <a:pt x="3619471" y="1563722"/>
                  </a:lnTo>
                  <a:lnTo>
                    <a:pt x="3620139" y="1557442"/>
                  </a:lnTo>
                  <a:lnTo>
                    <a:pt x="3620807" y="1563722"/>
                  </a:lnTo>
                  <a:lnTo>
                    <a:pt x="3621475" y="1563722"/>
                  </a:lnTo>
                  <a:lnTo>
                    <a:pt x="3622143" y="1563722"/>
                  </a:lnTo>
                  <a:lnTo>
                    <a:pt x="3622811" y="1580469"/>
                  </a:lnTo>
                  <a:lnTo>
                    <a:pt x="3623479" y="1584656"/>
                  </a:lnTo>
                  <a:lnTo>
                    <a:pt x="3624147" y="1570003"/>
                  </a:lnTo>
                  <a:lnTo>
                    <a:pt x="3624815" y="1575236"/>
                  </a:lnTo>
                  <a:lnTo>
                    <a:pt x="3625483" y="1567909"/>
                  </a:lnTo>
                  <a:lnTo>
                    <a:pt x="3626151" y="1584656"/>
                  </a:lnTo>
                  <a:lnTo>
                    <a:pt x="3626819" y="1585703"/>
                  </a:lnTo>
                  <a:lnTo>
                    <a:pt x="3627487" y="1605589"/>
                  </a:lnTo>
                  <a:lnTo>
                    <a:pt x="3628156" y="1605589"/>
                  </a:lnTo>
                  <a:lnTo>
                    <a:pt x="3628824" y="1605589"/>
                  </a:lnTo>
                  <a:lnTo>
                    <a:pt x="3629492" y="1605589"/>
                  </a:lnTo>
                  <a:lnTo>
                    <a:pt x="3630160" y="1618149"/>
                  </a:lnTo>
                  <a:lnTo>
                    <a:pt x="3630828" y="1608729"/>
                  </a:lnTo>
                  <a:lnTo>
                    <a:pt x="3631496" y="1598263"/>
                  </a:lnTo>
                  <a:lnTo>
                    <a:pt x="3632164" y="1584656"/>
                  </a:lnTo>
                  <a:lnTo>
                    <a:pt x="3632832" y="1584656"/>
                  </a:lnTo>
                  <a:lnTo>
                    <a:pt x="3633500" y="1584656"/>
                  </a:lnTo>
                  <a:lnTo>
                    <a:pt x="3634168" y="1588843"/>
                  </a:lnTo>
                  <a:lnTo>
                    <a:pt x="3634836" y="1585703"/>
                  </a:lnTo>
                  <a:lnTo>
                    <a:pt x="3635504" y="1584656"/>
                  </a:lnTo>
                  <a:lnTo>
                    <a:pt x="3636172" y="1563722"/>
                  </a:lnTo>
                  <a:lnTo>
                    <a:pt x="3636840" y="1540696"/>
                  </a:lnTo>
                  <a:lnTo>
                    <a:pt x="3637508" y="1521856"/>
                  </a:lnTo>
                  <a:lnTo>
                    <a:pt x="3638176" y="1489409"/>
                  </a:lnTo>
                  <a:lnTo>
                    <a:pt x="3638844" y="1478942"/>
                  </a:lnTo>
                  <a:lnTo>
                    <a:pt x="3639512" y="1448589"/>
                  </a:lnTo>
                  <a:lnTo>
                    <a:pt x="3640180" y="1425562"/>
                  </a:lnTo>
                  <a:lnTo>
                    <a:pt x="3640848" y="1414049"/>
                  </a:lnTo>
                  <a:lnTo>
                    <a:pt x="3641516" y="1418236"/>
                  </a:lnTo>
                  <a:lnTo>
                    <a:pt x="3642184" y="1417189"/>
                  </a:lnTo>
                  <a:lnTo>
                    <a:pt x="3642852" y="1417189"/>
                  </a:lnTo>
                  <a:lnTo>
                    <a:pt x="3643520" y="1417189"/>
                  </a:lnTo>
                  <a:lnTo>
                    <a:pt x="3644188" y="1427656"/>
                  </a:lnTo>
                  <a:lnTo>
                    <a:pt x="3644856" y="1438122"/>
                  </a:lnTo>
                  <a:lnTo>
                    <a:pt x="3645524" y="1459056"/>
                  </a:lnTo>
                  <a:lnTo>
                    <a:pt x="3646192" y="1479989"/>
                  </a:lnTo>
                  <a:lnTo>
                    <a:pt x="3646860" y="1503016"/>
                  </a:lnTo>
                  <a:lnTo>
                    <a:pt x="3647528" y="1493596"/>
                  </a:lnTo>
                  <a:lnTo>
                    <a:pt x="3648196" y="1498829"/>
                  </a:lnTo>
                  <a:lnTo>
                    <a:pt x="3648864" y="1501969"/>
                  </a:lnTo>
                  <a:lnTo>
                    <a:pt x="3649532" y="1532322"/>
                  </a:lnTo>
                  <a:lnTo>
                    <a:pt x="3650200" y="1555349"/>
                  </a:lnTo>
                  <a:lnTo>
                    <a:pt x="3650868" y="1584656"/>
                  </a:lnTo>
                  <a:lnTo>
                    <a:pt x="3651536" y="1590936"/>
                  </a:lnTo>
                  <a:lnTo>
                    <a:pt x="3652205" y="1605589"/>
                  </a:lnTo>
                  <a:lnTo>
                    <a:pt x="3652873" y="1605589"/>
                  </a:lnTo>
                  <a:lnTo>
                    <a:pt x="3653541" y="1605589"/>
                  </a:lnTo>
                  <a:lnTo>
                    <a:pt x="3654209" y="1605589"/>
                  </a:lnTo>
                  <a:lnTo>
                    <a:pt x="3654877" y="1564769"/>
                  </a:lnTo>
                  <a:lnTo>
                    <a:pt x="3655545" y="1559536"/>
                  </a:lnTo>
                  <a:lnTo>
                    <a:pt x="3656213" y="1542789"/>
                  </a:lnTo>
                  <a:lnTo>
                    <a:pt x="3656881" y="1524996"/>
                  </a:lnTo>
                  <a:lnTo>
                    <a:pt x="3657549" y="1530229"/>
                  </a:lnTo>
                  <a:lnTo>
                    <a:pt x="3658217" y="1556396"/>
                  </a:lnTo>
                  <a:lnTo>
                    <a:pt x="3658885" y="1563722"/>
                  </a:lnTo>
                  <a:lnTo>
                    <a:pt x="3659553" y="1546976"/>
                  </a:lnTo>
                  <a:lnTo>
                    <a:pt x="3660221" y="1542789"/>
                  </a:lnTo>
                  <a:lnTo>
                    <a:pt x="3660889" y="1515576"/>
                  </a:lnTo>
                  <a:lnTo>
                    <a:pt x="3661557" y="1463242"/>
                  </a:lnTo>
                  <a:lnTo>
                    <a:pt x="3662225" y="1441262"/>
                  </a:lnTo>
                  <a:lnTo>
                    <a:pt x="3662893" y="1438122"/>
                  </a:lnTo>
                  <a:lnTo>
                    <a:pt x="3663561" y="1426609"/>
                  </a:lnTo>
                  <a:lnTo>
                    <a:pt x="3664229" y="1417189"/>
                  </a:lnTo>
                  <a:lnTo>
                    <a:pt x="3664897" y="1441262"/>
                  </a:lnTo>
                  <a:lnTo>
                    <a:pt x="3665565" y="1415096"/>
                  </a:lnTo>
                  <a:lnTo>
                    <a:pt x="3666233" y="1396255"/>
                  </a:lnTo>
                  <a:lnTo>
                    <a:pt x="3666901" y="1376369"/>
                  </a:lnTo>
                  <a:lnTo>
                    <a:pt x="3667569" y="1395209"/>
                  </a:lnTo>
                  <a:lnTo>
                    <a:pt x="3668237" y="1396255"/>
                  </a:lnTo>
                  <a:lnTo>
                    <a:pt x="3668905" y="1396255"/>
                  </a:lnTo>
                  <a:lnTo>
                    <a:pt x="3669573" y="1408816"/>
                  </a:lnTo>
                  <a:lnTo>
                    <a:pt x="3670241" y="1396255"/>
                  </a:lnTo>
                  <a:lnTo>
                    <a:pt x="3670909" y="1421376"/>
                  </a:lnTo>
                  <a:lnTo>
                    <a:pt x="3671577" y="1454869"/>
                  </a:lnTo>
                  <a:lnTo>
                    <a:pt x="3672245" y="1455916"/>
                  </a:lnTo>
                  <a:lnTo>
                    <a:pt x="3672913" y="1459056"/>
                  </a:lnTo>
                  <a:lnTo>
                    <a:pt x="3673581" y="1436029"/>
                  </a:lnTo>
                  <a:lnTo>
                    <a:pt x="3674249" y="1438122"/>
                  </a:lnTo>
                  <a:lnTo>
                    <a:pt x="3674917" y="1440216"/>
                  </a:lnTo>
                  <a:lnTo>
                    <a:pt x="3675585" y="1454869"/>
                  </a:lnTo>
                  <a:lnTo>
                    <a:pt x="3676253" y="1528791"/>
                  </a:lnTo>
                  <a:lnTo>
                    <a:pt x="3676922" y="1517995"/>
                  </a:lnTo>
                  <a:lnTo>
                    <a:pt x="3677590" y="1556349"/>
                  </a:lnTo>
                  <a:lnTo>
                    <a:pt x="3678258" y="1543383"/>
                  </a:lnTo>
                  <a:lnTo>
                    <a:pt x="3678926" y="1527606"/>
                  </a:lnTo>
                  <a:lnTo>
                    <a:pt x="3679594" y="1570686"/>
                  </a:lnTo>
                  <a:lnTo>
                    <a:pt x="3680262" y="1578881"/>
                  </a:lnTo>
                  <a:lnTo>
                    <a:pt x="3680930" y="1571417"/>
                  </a:lnTo>
                  <a:lnTo>
                    <a:pt x="3681598" y="1572459"/>
                  </a:lnTo>
                  <a:lnTo>
                    <a:pt x="3682266" y="1558385"/>
                  </a:lnTo>
                  <a:lnTo>
                    <a:pt x="3682934" y="1554215"/>
                  </a:lnTo>
                  <a:lnTo>
                    <a:pt x="3683602" y="1561513"/>
                  </a:lnTo>
                  <a:lnTo>
                    <a:pt x="3684270" y="1553694"/>
                  </a:lnTo>
                  <a:lnTo>
                    <a:pt x="3684938" y="1551088"/>
                  </a:lnTo>
                  <a:lnTo>
                    <a:pt x="3685606" y="1547439"/>
                  </a:lnTo>
                  <a:lnTo>
                    <a:pt x="3686274" y="1549688"/>
                  </a:lnTo>
                  <a:lnTo>
                    <a:pt x="3686942" y="1536708"/>
                  </a:lnTo>
                  <a:lnTo>
                    <a:pt x="3687610" y="1540147"/>
                  </a:lnTo>
                  <a:lnTo>
                    <a:pt x="3688278" y="1455455"/>
                  </a:lnTo>
                  <a:lnTo>
                    <a:pt x="3688946" y="1463563"/>
                  </a:lnTo>
                  <a:lnTo>
                    <a:pt x="3689614" y="1417711"/>
                  </a:lnTo>
                  <a:lnTo>
                    <a:pt x="3690282" y="1407498"/>
                  </a:lnTo>
                  <a:lnTo>
                    <a:pt x="3690950" y="1256002"/>
                  </a:lnTo>
                  <a:lnTo>
                    <a:pt x="3691618" y="1232975"/>
                  </a:lnTo>
                  <a:lnTo>
                    <a:pt x="3692286" y="1213088"/>
                  </a:lnTo>
                  <a:lnTo>
                    <a:pt x="3692954" y="1186922"/>
                  </a:lnTo>
                  <a:lnTo>
                    <a:pt x="3693622" y="1204715"/>
                  </a:lnTo>
                  <a:lnTo>
                    <a:pt x="3694290" y="1184829"/>
                  </a:lnTo>
                  <a:lnTo>
                    <a:pt x="3694958" y="1154475"/>
                  </a:lnTo>
                  <a:lnTo>
                    <a:pt x="3695626" y="1160755"/>
                  </a:lnTo>
                  <a:lnTo>
                    <a:pt x="3696294" y="1193202"/>
                  </a:lnTo>
                  <a:lnTo>
                    <a:pt x="3696962" y="1196342"/>
                  </a:lnTo>
                  <a:lnTo>
                    <a:pt x="3697630" y="1191108"/>
                  </a:lnTo>
                  <a:lnTo>
                    <a:pt x="3698298" y="1179595"/>
                  </a:lnTo>
                  <a:lnTo>
                    <a:pt x="3698966" y="1131448"/>
                  </a:lnTo>
                  <a:lnTo>
                    <a:pt x="3699634" y="1118888"/>
                  </a:lnTo>
                  <a:lnTo>
                    <a:pt x="3700302" y="1047715"/>
                  </a:lnTo>
                  <a:lnTo>
                    <a:pt x="3700970" y="1023641"/>
                  </a:lnTo>
                  <a:lnTo>
                    <a:pt x="3701639" y="1041435"/>
                  </a:lnTo>
                  <a:lnTo>
                    <a:pt x="3702307" y="1110515"/>
                  </a:lnTo>
                  <a:lnTo>
                    <a:pt x="3702975" y="1145055"/>
                  </a:lnTo>
                  <a:lnTo>
                    <a:pt x="3703643" y="1147148"/>
                  </a:lnTo>
                  <a:lnTo>
                    <a:pt x="3704311" y="1190062"/>
                  </a:lnTo>
                  <a:lnTo>
                    <a:pt x="3704979" y="1223555"/>
                  </a:lnTo>
                  <a:lnTo>
                    <a:pt x="3705647" y="1237162"/>
                  </a:lnTo>
                  <a:lnTo>
                    <a:pt x="3706315" y="1249722"/>
                  </a:lnTo>
                  <a:lnTo>
                    <a:pt x="3706983" y="1249722"/>
                  </a:lnTo>
                  <a:lnTo>
                    <a:pt x="3707651" y="1286355"/>
                  </a:lnTo>
                  <a:lnTo>
                    <a:pt x="3708319" y="1337642"/>
                  </a:lnTo>
                  <a:lnTo>
                    <a:pt x="3708987" y="1399395"/>
                  </a:lnTo>
                  <a:lnTo>
                    <a:pt x="3709655" y="1463242"/>
                  </a:lnTo>
                  <a:lnTo>
                    <a:pt x="3710323" y="1548022"/>
                  </a:lnTo>
                  <a:lnTo>
                    <a:pt x="3710991" y="1597216"/>
                  </a:lnTo>
                  <a:lnTo>
                    <a:pt x="3711659" y="1605589"/>
                  </a:lnTo>
                  <a:lnTo>
                    <a:pt x="3712327" y="1602449"/>
                  </a:lnTo>
                  <a:lnTo>
                    <a:pt x="3712995" y="1563722"/>
                  </a:lnTo>
                  <a:lnTo>
                    <a:pt x="3713663" y="1540696"/>
                  </a:lnTo>
                  <a:lnTo>
                    <a:pt x="3714331" y="1584410"/>
                  </a:lnTo>
                  <a:lnTo>
                    <a:pt x="3714999" y="1599958"/>
                  </a:lnTo>
                  <a:lnTo>
                    <a:pt x="3715667" y="1570894"/>
                  </a:lnTo>
                  <a:lnTo>
                    <a:pt x="3716335" y="1533989"/>
                  </a:lnTo>
                  <a:lnTo>
                    <a:pt x="3717003" y="1527889"/>
                  </a:lnTo>
                  <a:lnTo>
                    <a:pt x="3717671" y="1528652"/>
                  </a:lnTo>
                  <a:lnTo>
                    <a:pt x="3718339" y="1515690"/>
                  </a:lnTo>
                  <a:lnTo>
                    <a:pt x="3719007" y="1494341"/>
                  </a:lnTo>
                  <a:lnTo>
                    <a:pt x="3719675" y="1546748"/>
                  </a:lnTo>
                  <a:lnTo>
                    <a:pt x="3720343" y="1541947"/>
                  </a:lnTo>
                  <a:lnTo>
                    <a:pt x="3721011" y="1540147"/>
                  </a:lnTo>
                  <a:lnTo>
                    <a:pt x="3721679" y="1541947"/>
                  </a:lnTo>
                  <a:lnTo>
                    <a:pt x="3722347" y="1537315"/>
                  </a:lnTo>
                  <a:lnTo>
                    <a:pt x="3723015" y="1551271"/>
                  </a:lnTo>
                  <a:lnTo>
                    <a:pt x="3723683" y="1561587"/>
                  </a:lnTo>
                  <a:lnTo>
                    <a:pt x="3724351" y="1552749"/>
                  </a:lnTo>
                  <a:lnTo>
                    <a:pt x="3725019" y="1543747"/>
                  </a:lnTo>
                  <a:lnTo>
                    <a:pt x="3725687" y="1555959"/>
                  </a:lnTo>
                  <a:lnTo>
                    <a:pt x="3726356" y="1535514"/>
                  </a:lnTo>
                  <a:lnTo>
                    <a:pt x="3727024" y="1550001"/>
                  </a:lnTo>
                  <a:lnTo>
                    <a:pt x="3727692" y="1556101"/>
                  </a:lnTo>
                  <a:lnTo>
                    <a:pt x="3728360" y="1569062"/>
                  </a:lnTo>
                  <a:lnTo>
                    <a:pt x="3729028" y="1589294"/>
                  </a:lnTo>
                  <a:lnTo>
                    <a:pt x="3729696" y="1599173"/>
                  </a:lnTo>
                  <a:lnTo>
                    <a:pt x="3730364" y="1599173"/>
                  </a:lnTo>
                  <a:lnTo>
                    <a:pt x="3731032" y="1585819"/>
                  </a:lnTo>
                  <a:lnTo>
                    <a:pt x="3731700" y="1557174"/>
                  </a:lnTo>
                  <a:lnTo>
                    <a:pt x="3732368" y="1473709"/>
                  </a:lnTo>
                  <a:lnTo>
                    <a:pt x="3733036" y="1479989"/>
                  </a:lnTo>
                  <a:lnTo>
                    <a:pt x="3733704" y="1485222"/>
                  </a:lnTo>
                  <a:lnTo>
                    <a:pt x="3734372" y="1523949"/>
                  </a:lnTo>
                  <a:lnTo>
                    <a:pt x="3735040" y="1542789"/>
                  </a:lnTo>
                  <a:lnTo>
                    <a:pt x="3735708" y="1534416"/>
                  </a:lnTo>
                  <a:lnTo>
                    <a:pt x="3736376" y="1521856"/>
                  </a:lnTo>
                  <a:lnTo>
                    <a:pt x="3737044" y="1521856"/>
                  </a:lnTo>
                  <a:lnTo>
                    <a:pt x="3737712" y="1521856"/>
                  </a:lnTo>
                  <a:lnTo>
                    <a:pt x="3738380" y="1521856"/>
                  </a:lnTo>
                  <a:lnTo>
                    <a:pt x="3739048" y="1521856"/>
                  </a:lnTo>
                  <a:lnTo>
                    <a:pt x="3739716" y="1521856"/>
                  </a:lnTo>
                  <a:lnTo>
                    <a:pt x="3740384" y="1509296"/>
                  </a:lnTo>
                  <a:lnTo>
                    <a:pt x="3741052" y="1530229"/>
                  </a:lnTo>
                  <a:lnTo>
                    <a:pt x="3741720" y="1555349"/>
                  </a:lnTo>
                  <a:lnTo>
                    <a:pt x="3742388" y="1571049"/>
                  </a:lnTo>
                  <a:lnTo>
                    <a:pt x="3743056" y="1545929"/>
                  </a:lnTo>
                  <a:lnTo>
                    <a:pt x="3743724" y="1542789"/>
                  </a:lnTo>
                  <a:lnTo>
                    <a:pt x="3744392" y="1542789"/>
                  </a:lnTo>
                  <a:lnTo>
                    <a:pt x="3745060" y="1542789"/>
                  </a:lnTo>
                  <a:lnTo>
                    <a:pt x="3745728" y="1564769"/>
                  </a:lnTo>
                  <a:lnTo>
                    <a:pt x="3746396" y="1584656"/>
                  </a:lnTo>
                  <a:lnTo>
                    <a:pt x="3747064" y="1584656"/>
                  </a:lnTo>
                  <a:lnTo>
                    <a:pt x="3747732" y="1584656"/>
                  </a:lnTo>
                  <a:lnTo>
                    <a:pt x="3748400" y="1584656"/>
                  </a:lnTo>
                  <a:lnTo>
                    <a:pt x="3749068" y="1566863"/>
                  </a:lnTo>
                  <a:lnTo>
                    <a:pt x="3749736" y="1563722"/>
                  </a:lnTo>
                  <a:lnTo>
                    <a:pt x="3750405" y="1584656"/>
                  </a:lnTo>
                  <a:lnTo>
                    <a:pt x="3751073" y="1591983"/>
                  </a:lnTo>
                  <a:lnTo>
                    <a:pt x="3751741" y="1605589"/>
                  </a:lnTo>
                  <a:lnTo>
                    <a:pt x="3752409" y="1610823"/>
                  </a:lnTo>
                  <a:lnTo>
                    <a:pt x="3753077" y="1644316"/>
                  </a:lnTo>
                  <a:lnTo>
                    <a:pt x="3753745" y="1647456"/>
                  </a:lnTo>
                  <a:lnTo>
                    <a:pt x="3754413" y="1647456"/>
                  </a:lnTo>
                  <a:lnTo>
                    <a:pt x="3755081" y="1647456"/>
                  </a:lnTo>
                  <a:lnTo>
                    <a:pt x="3755749" y="1647456"/>
                  </a:lnTo>
                  <a:lnTo>
                    <a:pt x="3756417" y="1647456"/>
                  </a:lnTo>
                  <a:lnTo>
                    <a:pt x="3757085" y="1647456"/>
                  </a:lnTo>
                  <a:lnTo>
                    <a:pt x="3757753" y="1647456"/>
                  </a:lnTo>
                  <a:lnTo>
                    <a:pt x="3758421" y="1647456"/>
                  </a:lnTo>
                  <a:lnTo>
                    <a:pt x="3759089" y="1665249"/>
                  </a:lnTo>
                  <a:lnTo>
                    <a:pt x="3759757" y="1668389"/>
                  </a:lnTo>
                  <a:lnTo>
                    <a:pt x="3760425" y="1668389"/>
                  </a:lnTo>
                  <a:lnTo>
                    <a:pt x="3761093" y="1668389"/>
                  </a:lnTo>
                  <a:lnTo>
                    <a:pt x="3761761" y="1668389"/>
                  </a:lnTo>
                  <a:lnTo>
                    <a:pt x="3762429" y="1668389"/>
                  </a:lnTo>
                  <a:lnTo>
                    <a:pt x="3763097" y="1668389"/>
                  </a:lnTo>
                  <a:lnTo>
                    <a:pt x="3763765" y="1668389"/>
                  </a:lnTo>
                  <a:lnTo>
                    <a:pt x="3764433" y="1668389"/>
                  </a:lnTo>
                  <a:lnTo>
                    <a:pt x="3765101" y="1668389"/>
                  </a:lnTo>
                  <a:lnTo>
                    <a:pt x="3765769" y="1668389"/>
                  </a:lnTo>
                  <a:lnTo>
                    <a:pt x="3766437" y="1668389"/>
                  </a:lnTo>
                  <a:lnTo>
                    <a:pt x="3767105" y="1668389"/>
                  </a:lnTo>
                  <a:lnTo>
                    <a:pt x="3767773" y="1668389"/>
                  </a:lnTo>
                  <a:lnTo>
                    <a:pt x="3768441" y="1668389"/>
                  </a:lnTo>
                  <a:lnTo>
                    <a:pt x="3769109" y="1668389"/>
                  </a:lnTo>
                  <a:lnTo>
                    <a:pt x="3769777" y="1668389"/>
                  </a:lnTo>
                  <a:lnTo>
                    <a:pt x="3770445" y="1668389"/>
                  </a:lnTo>
                  <a:lnTo>
                    <a:pt x="3771113" y="1668389"/>
                  </a:lnTo>
                  <a:lnTo>
                    <a:pt x="3771781" y="1668389"/>
                  </a:lnTo>
                  <a:lnTo>
                    <a:pt x="3772449" y="1668389"/>
                  </a:lnTo>
                  <a:lnTo>
                    <a:pt x="3773117" y="1668389"/>
                  </a:lnTo>
                  <a:lnTo>
                    <a:pt x="3773785" y="1668389"/>
                  </a:lnTo>
                  <a:lnTo>
                    <a:pt x="3774453" y="1668389"/>
                  </a:lnTo>
                  <a:lnTo>
                    <a:pt x="3775122" y="1668389"/>
                  </a:lnTo>
                  <a:lnTo>
                    <a:pt x="3775790" y="1668389"/>
                  </a:lnTo>
                  <a:lnTo>
                    <a:pt x="3776458" y="1668389"/>
                  </a:lnTo>
                  <a:lnTo>
                    <a:pt x="3777126" y="1668389"/>
                  </a:lnTo>
                  <a:lnTo>
                    <a:pt x="3777794" y="1668389"/>
                  </a:lnTo>
                  <a:lnTo>
                    <a:pt x="3778462" y="1668389"/>
                  </a:lnTo>
                  <a:lnTo>
                    <a:pt x="3779130" y="1668389"/>
                  </a:lnTo>
                  <a:lnTo>
                    <a:pt x="3779798" y="1668389"/>
                  </a:lnTo>
                  <a:lnTo>
                    <a:pt x="3780466" y="1668389"/>
                  </a:lnTo>
                  <a:lnTo>
                    <a:pt x="3781134" y="1668389"/>
                  </a:lnTo>
                  <a:lnTo>
                    <a:pt x="3781802" y="1668389"/>
                  </a:lnTo>
                  <a:lnTo>
                    <a:pt x="3782470" y="1668389"/>
                  </a:lnTo>
                  <a:lnTo>
                    <a:pt x="3783138" y="1668389"/>
                  </a:lnTo>
                  <a:lnTo>
                    <a:pt x="3783806" y="1668389"/>
                  </a:lnTo>
                  <a:lnTo>
                    <a:pt x="3784474" y="1668389"/>
                  </a:lnTo>
                  <a:lnTo>
                    <a:pt x="3785142" y="1668389"/>
                  </a:lnTo>
                  <a:lnTo>
                    <a:pt x="3785810" y="1668389"/>
                  </a:lnTo>
                  <a:lnTo>
                    <a:pt x="3786478" y="1668389"/>
                  </a:lnTo>
                  <a:lnTo>
                    <a:pt x="3787146" y="1668389"/>
                  </a:lnTo>
                  <a:lnTo>
                    <a:pt x="3787814" y="1668389"/>
                  </a:lnTo>
                  <a:lnTo>
                    <a:pt x="3788482" y="1668389"/>
                  </a:lnTo>
                  <a:lnTo>
                    <a:pt x="3789150" y="1668389"/>
                  </a:lnTo>
                  <a:lnTo>
                    <a:pt x="3789818" y="1668389"/>
                  </a:lnTo>
                  <a:lnTo>
                    <a:pt x="3790486" y="1668389"/>
                  </a:lnTo>
                  <a:lnTo>
                    <a:pt x="3791154" y="1668389"/>
                  </a:lnTo>
                  <a:lnTo>
                    <a:pt x="3791822" y="1668389"/>
                  </a:lnTo>
                  <a:lnTo>
                    <a:pt x="3792490" y="1668389"/>
                  </a:lnTo>
                  <a:lnTo>
                    <a:pt x="3793158" y="1668389"/>
                  </a:lnTo>
                  <a:lnTo>
                    <a:pt x="3793826" y="1668389"/>
                  </a:lnTo>
                  <a:lnTo>
                    <a:pt x="3794494" y="1668389"/>
                  </a:lnTo>
                  <a:lnTo>
                    <a:pt x="3795162" y="1668389"/>
                  </a:lnTo>
                  <a:lnTo>
                    <a:pt x="3795830" y="1668389"/>
                  </a:lnTo>
                  <a:lnTo>
                    <a:pt x="3796498" y="1668389"/>
                  </a:lnTo>
                  <a:lnTo>
                    <a:pt x="3797166" y="1668389"/>
                  </a:lnTo>
                  <a:lnTo>
                    <a:pt x="3797834" y="1668389"/>
                  </a:lnTo>
                  <a:lnTo>
                    <a:pt x="3798502" y="1668389"/>
                  </a:lnTo>
                  <a:lnTo>
                    <a:pt x="3799170" y="1668389"/>
                  </a:lnTo>
                  <a:lnTo>
                    <a:pt x="3799839" y="1668389"/>
                  </a:lnTo>
                  <a:lnTo>
                    <a:pt x="3800507" y="1668389"/>
                  </a:lnTo>
                  <a:lnTo>
                    <a:pt x="3801175" y="1668389"/>
                  </a:lnTo>
                  <a:lnTo>
                    <a:pt x="3801843" y="1668389"/>
                  </a:lnTo>
                  <a:lnTo>
                    <a:pt x="3802511" y="1668389"/>
                  </a:lnTo>
                  <a:lnTo>
                    <a:pt x="3803179" y="1668389"/>
                  </a:lnTo>
                  <a:lnTo>
                    <a:pt x="3803847" y="1668389"/>
                  </a:lnTo>
                  <a:lnTo>
                    <a:pt x="3804515" y="1668389"/>
                  </a:lnTo>
                  <a:lnTo>
                    <a:pt x="3805183" y="1668389"/>
                  </a:lnTo>
                  <a:lnTo>
                    <a:pt x="3805851" y="1668389"/>
                  </a:lnTo>
                  <a:lnTo>
                    <a:pt x="3806519" y="1668389"/>
                  </a:lnTo>
                  <a:lnTo>
                    <a:pt x="3807187" y="1668389"/>
                  </a:lnTo>
                  <a:lnTo>
                    <a:pt x="3807855" y="1668389"/>
                  </a:lnTo>
                  <a:lnTo>
                    <a:pt x="3808523" y="1668389"/>
                  </a:lnTo>
                  <a:lnTo>
                    <a:pt x="3809191" y="1668389"/>
                  </a:lnTo>
                  <a:lnTo>
                    <a:pt x="3809859" y="1663156"/>
                  </a:lnTo>
                  <a:lnTo>
                    <a:pt x="3810527" y="1647456"/>
                  </a:lnTo>
                  <a:lnTo>
                    <a:pt x="3811195" y="1647456"/>
                  </a:lnTo>
                  <a:lnTo>
                    <a:pt x="3811863" y="1647456"/>
                  </a:lnTo>
                  <a:lnTo>
                    <a:pt x="3812531" y="1647456"/>
                  </a:lnTo>
                  <a:lnTo>
                    <a:pt x="3813199" y="1647456"/>
                  </a:lnTo>
                  <a:lnTo>
                    <a:pt x="3813867" y="1647456"/>
                  </a:lnTo>
                  <a:lnTo>
                    <a:pt x="3814535" y="1647456"/>
                  </a:lnTo>
                  <a:lnTo>
                    <a:pt x="3815203" y="1647456"/>
                  </a:lnTo>
                  <a:lnTo>
                    <a:pt x="3815871" y="1633849"/>
                  </a:lnTo>
                  <a:lnTo>
                    <a:pt x="3816539" y="1626523"/>
                  </a:lnTo>
                  <a:lnTo>
                    <a:pt x="3817207" y="1626523"/>
                  </a:lnTo>
                  <a:lnTo>
                    <a:pt x="3817875" y="1626523"/>
                  </a:lnTo>
                  <a:lnTo>
                    <a:pt x="3818543" y="1626523"/>
                  </a:lnTo>
                  <a:lnTo>
                    <a:pt x="3819211" y="1626523"/>
                  </a:lnTo>
                  <a:lnTo>
                    <a:pt x="3819879" y="1631756"/>
                  </a:lnTo>
                  <a:lnTo>
                    <a:pt x="3820547" y="1626523"/>
                  </a:lnTo>
                  <a:lnTo>
                    <a:pt x="3821215" y="1606636"/>
                  </a:lnTo>
                  <a:lnTo>
                    <a:pt x="3821883" y="1605589"/>
                  </a:lnTo>
                  <a:lnTo>
                    <a:pt x="3822551" y="1605589"/>
                  </a:lnTo>
                  <a:lnTo>
                    <a:pt x="3823219" y="1605589"/>
                  </a:lnTo>
                  <a:lnTo>
                    <a:pt x="3823887" y="1605589"/>
                  </a:lnTo>
                  <a:lnTo>
                    <a:pt x="3824556" y="1605589"/>
                  </a:lnTo>
                  <a:lnTo>
                    <a:pt x="3825224" y="1605589"/>
                  </a:lnTo>
                  <a:lnTo>
                    <a:pt x="3825892" y="1619196"/>
                  </a:lnTo>
                  <a:lnTo>
                    <a:pt x="3826560" y="1626523"/>
                  </a:lnTo>
                  <a:lnTo>
                    <a:pt x="3827228" y="1626523"/>
                  </a:lnTo>
                  <a:lnTo>
                    <a:pt x="3827896" y="1626523"/>
                  </a:lnTo>
                  <a:lnTo>
                    <a:pt x="3828564" y="1626523"/>
                  </a:lnTo>
                  <a:lnTo>
                    <a:pt x="3829232" y="1626523"/>
                  </a:lnTo>
                  <a:lnTo>
                    <a:pt x="3829900" y="1626523"/>
                  </a:lnTo>
                  <a:lnTo>
                    <a:pt x="3830568" y="1647456"/>
                  </a:lnTo>
                  <a:lnTo>
                    <a:pt x="3831236" y="1667343"/>
                  </a:lnTo>
                  <a:lnTo>
                    <a:pt x="3831904" y="1668389"/>
                  </a:lnTo>
                  <a:lnTo>
                    <a:pt x="3832572" y="1668389"/>
                  </a:lnTo>
                  <a:lnTo>
                    <a:pt x="3833240" y="1664203"/>
                  </a:lnTo>
                  <a:lnTo>
                    <a:pt x="3833908" y="1647456"/>
                  </a:lnTo>
                  <a:lnTo>
                    <a:pt x="3834576" y="1647456"/>
                  </a:lnTo>
                  <a:lnTo>
                    <a:pt x="3835244" y="1647456"/>
                  </a:lnTo>
                  <a:lnTo>
                    <a:pt x="3835912" y="1647456"/>
                  </a:lnTo>
                  <a:lnTo>
                    <a:pt x="3836580" y="1647456"/>
                  </a:lnTo>
                  <a:lnTo>
                    <a:pt x="3837248" y="1647456"/>
                  </a:lnTo>
                  <a:lnTo>
                    <a:pt x="3837916" y="1668810"/>
                  </a:lnTo>
                  <a:lnTo>
                    <a:pt x="3838584" y="1668810"/>
                  </a:lnTo>
                  <a:lnTo>
                    <a:pt x="3839252" y="1623197"/>
                  </a:lnTo>
                  <a:lnTo>
                    <a:pt x="3839920" y="1586599"/>
                  </a:lnTo>
                  <a:lnTo>
                    <a:pt x="3840588" y="1580499"/>
                  </a:lnTo>
                  <a:lnTo>
                    <a:pt x="3841256" y="1566013"/>
                  </a:lnTo>
                  <a:lnTo>
                    <a:pt x="3841924" y="1550001"/>
                  </a:lnTo>
                  <a:lnTo>
                    <a:pt x="3842592" y="1550001"/>
                  </a:lnTo>
                  <a:lnTo>
                    <a:pt x="3843260" y="1553051"/>
                  </a:lnTo>
                  <a:lnTo>
                    <a:pt x="3843928" y="1565250"/>
                  </a:lnTo>
                  <a:lnTo>
                    <a:pt x="3844596" y="1565250"/>
                  </a:lnTo>
                  <a:lnTo>
                    <a:pt x="3845264" y="1565250"/>
                  </a:lnTo>
                  <a:lnTo>
                    <a:pt x="3845932" y="1565250"/>
                  </a:lnTo>
                  <a:lnTo>
                    <a:pt x="3846600" y="1565250"/>
                  </a:lnTo>
                  <a:lnTo>
                    <a:pt x="3847268" y="1565250"/>
                  </a:lnTo>
                  <a:lnTo>
                    <a:pt x="3847936" y="1538464"/>
                  </a:lnTo>
                  <a:lnTo>
                    <a:pt x="3848605" y="1481036"/>
                  </a:lnTo>
                  <a:lnTo>
                    <a:pt x="3849273" y="1539649"/>
                  </a:lnTo>
                  <a:lnTo>
                    <a:pt x="3849941" y="1576283"/>
                  </a:lnTo>
                  <a:lnTo>
                    <a:pt x="3850609" y="1584656"/>
                  </a:lnTo>
                  <a:lnTo>
                    <a:pt x="3851277" y="1604543"/>
                  </a:lnTo>
                  <a:lnTo>
                    <a:pt x="3851945" y="1626523"/>
                  </a:lnTo>
                  <a:lnTo>
                    <a:pt x="3852613" y="1626523"/>
                  </a:lnTo>
                  <a:lnTo>
                    <a:pt x="3853281" y="1626523"/>
                  </a:lnTo>
                  <a:lnTo>
                    <a:pt x="3853949" y="1626523"/>
                  </a:lnTo>
                  <a:lnTo>
                    <a:pt x="3854617" y="1626523"/>
                  </a:lnTo>
                  <a:lnTo>
                    <a:pt x="3855285" y="1626523"/>
                  </a:lnTo>
                  <a:lnTo>
                    <a:pt x="3855953" y="1626523"/>
                  </a:lnTo>
                  <a:lnTo>
                    <a:pt x="3856621" y="1626523"/>
                  </a:lnTo>
                  <a:lnTo>
                    <a:pt x="3857289" y="1626523"/>
                  </a:lnTo>
                  <a:lnTo>
                    <a:pt x="3857957" y="1644316"/>
                  </a:lnTo>
                  <a:lnTo>
                    <a:pt x="3858625" y="1647456"/>
                  </a:lnTo>
                  <a:lnTo>
                    <a:pt x="3859293" y="1654783"/>
                  </a:lnTo>
                  <a:lnTo>
                    <a:pt x="3859961" y="1668389"/>
                  </a:lnTo>
                  <a:lnTo>
                    <a:pt x="3860629" y="1668810"/>
                  </a:lnTo>
                  <a:lnTo>
                    <a:pt x="3861297" y="1668810"/>
                  </a:lnTo>
                  <a:lnTo>
                    <a:pt x="3861965" y="1668810"/>
                  </a:lnTo>
                  <a:lnTo>
                    <a:pt x="3862633" y="1668810"/>
                  </a:lnTo>
                  <a:lnTo>
                    <a:pt x="3863301" y="1668810"/>
                  </a:lnTo>
                  <a:lnTo>
                    <a:pt x="3863969" y="1668810"/>
                  </a:lnTo>
                  <a:lnTo>
                    <a:pt x="3864637" y="1668810"/>
                  </a:lnTo>
                  <a:lnTo>
                    <a:pt x="3865305" y="1668810"/>
                  </a:lnTo>
                  <a:lnTo>
                    <a:pt x="3865973" y="1668810"/>
                  </a:lnTo>
                  <a:lnTo>
                    <a:pt x="3866641" y="1668810"/>
                  </a:lnTo>
                  <a:lnTo>
                    <a:pt x="3867309" y="1668810"/>
                  </a:lnTo>
                  <a:lnTo>
                    <a:pt x="3867977" y="1668810"/>
                  </a:lnTo>
                  <a:lnTo>
                    <a:pt x="3868645" y="1668810"/>
                  </a:lnTo>
                  <a:lnTo>
                    <a:pt x="3869313" y="1668810"/>
                  </a:lnTo>
                  <a:lnTo>
                    <a:pt x="3869981" y="1668810"/>
                  </a:lnTo>
                  <a:lnTo>
                    <a:pt x="3870649" y="1668810"/>
                  </a:lnTo>
                  <a:lnTo>
                    <a:pt x="3871317" y="1668810"/>
                  </a:lnTo>
                  <a:lnTo>
                    <a:pt x="3871985" y="1668810"/>
                  </a:lnTo>
                  <a:lnTo>
                    <a:pt x="3872653" y="1644493"/>
                  </a:lnTo>
                  <a:lnTo>
                    <a:pt x="3873322" y="1636879"/>
                  </a:lnTo>
                  <a:lnTo>
                    <a:pt x="3873990" y="1631210"/>
                  </a:lnTo>
                  <a:lnTo>
                    <a:pt x="3874658" y="1584656"/>
                  </a:lnTo>
                  <a:lnTo>
                    <a:pt x="3875326" y="1584656"/>
                  </a:lnTo>
                  <a:lnTo>
                    <a:pt x="3875994" y="1589889"/>
                  </a:lnTo>
                  <a:lnTo>
                    <a:pt x="3876662" y="1643419"/>
                  </a:lnTo>
                  <a:lnTo>
                    <a:pt x="3877330" y="1634523"/>
                  </a:lnTo>
                  <a:lnTo>
                    <a:pt x="3877998" y="1621954"/>
                  </a:lnTo>
                  <a:lnTo>
                    <a:pt x="3878666" y="1605457"/>
                  </a:lnTo>
                  <a:lnTo>
                    <a:pt x="3879334" y="1589294"/>
                  </a:lnTo>
                  <a:lnTo>
                    <a:pt x="3880002" y="1605808"/>
                  </a:lnTo>
                  <a:lnTo>
                    <a:pt x="3880670" y="1591755"/>
                  </a:lnTo>
                  <a:lnTo>
                    <a:pt x="3881338" y="1587679"/>
                  </a:lnTo>
                  <a:lnTo>
                    <a:pt x="3882006" y="1587679"/>
                  </a:lnTo>
                  <a:lnTo>
                    <a:pt x="3882674" y="1596781"/>
                  </a:lnTo>
                  <a:lnTo>
                    <a:pt x="3883342" y="1599815"/>
                  </a:lnTo>
                  <a:lnTo>
                    <a:pt x="3884010" y="1599815"/>
                  </a:lnTo>
                  <a:lnTo>
                    <a:pt x="3884678" y="1599815"/>
                  </a:lnTo>
                  <a:lnTo>
                    <a:pt x="3885346" y="1599815"/>
                  </a:lnTo>
                  <a:lnTo>
                    <a:pt x="3886014" y="1599815"/>
                  </a:lnTo>
                  <a:lnTo>
                    <a:pt x="3886682" y="1604958"/>
                  </a:lnTo>
                  <a:lnTo>
                    <a:pt x="3887350" y="1625361"/>
                  </a:lnTo>
                  <a:lnTo>
                    <a:pt x="3888018" y="1645765"/>
                  </a:lnTo>
                  <a:lnTo>
                    <a:pt x="3888686" y="1636163"/>
                  </a:lnTo>
                  <a:lnTo>
                    <a:pt x="3889354" y="1636341"/>
                  </a:lnTo>
                  <a:lnTo>
                    <a:pt x="3890022" y="1622739"/>
                  </a:lnTo>
                  <a:lnTo>
                    <a:pt x="3890690" y="1645575"/>
                  </a:lnTo>
                  <a:lnTo>
                    <a:pt x="3891358" y="1605589"/>
                  </a:lnTo>
                  <a:lnTo>
                    <a:pt x="3892026" y="1605589"/>
                  </a:lnTo>
                  <a:lnTo>
                    <a:pt x="3892694" y="1605589"/>
                  </a:lnTo>
                  <a:lnTo>
                    <a:pt x="3893362" y="1631787"/>
                  </a:lnTo>
                  <a:lnTo>
                    <a:pt x="3894030" y="1653788"/>
                  </a:lnTo>
                  <a:lnTo>
                    <a:pt x="3894698" y="1650125"/>
                  </a:lnTo>
                  <a:lnTo>
                    <a:pt x="3895366" y="1650337"/>
                  </a:lnTo>
                  <a:lnTo>
                    <a:pt x="3896034" y="1666261"/>
                  </a:lnTo>
                  <a:lnTo>
                    <a:pt x="3896702" y="1659580"/>
                  </a:lnTo>
                  <a:lnTo>
                    <a:pt x="3897370" y="1635066"/>
                  </a:lnTo>
                  <a:lnTo>
                    <a:pt x="3898039" y="1633936"/>
                  </a:lnTo>
                  <a:lnTo>
                    <a:pt x="3898707" y="1627243"/>
                  </a:lnTo>
                  <a:lnTo>
                    <a:pt x="3899375" y="1621950"/>
                  </a:lnTo>
                  <a:lnTo>
                    <a:pt x="3900043" y="1616656"/>
                  </a:lnTo>
                  <a:lnTo>
                    <a:pt x="3900711" y="1617319"/>
                  </a:lnTo>
                  <a:lnTo>
                    <a:pt x="3901379" y="1610605"/>
                  </a:lnTo>
                  <a:lnTo>
                    <a:pt x="3902047" y="1599484"/>
                  </a:lnTo>
                  <a:lnTo>
                    <a:pt x="3902715" y="1596127"/>
                  </a:lnTo>
                  <a:lnTo>
                    <a:pt x="3903383" y="1588573"/>
                  </a:lnTo>
                  <a:lnTo>
                    <a:pt x="3904051" y="1593609"/>
                  </a:lnTo>
                  <a:lnTo>
                    <a:pt x="3904719" y="1603051"/>
                  </a:lnTo>
                  <a:lnTo>
                    <a:pt x="3905387" y="1608054"/>
                  </a:lnTo>
                  <a:lnTo>
                    <a:pt x="3906055" y="1595506"/>
                  </a:lnTo>
                  <a:lnTo>
                    <a:pt x="3906723" y="1597883"/>
                  </a:lnTo>
                  <a:lnTo>
                    <a:pt x="3907391" y="1622397"/>
                  </a:lnTo>
                  <a:lnTo>
                    <a:pt x="3908059" y="1608463"/>
                  </a:lnTo>
                  <a:lnTo>
                    <a:pt x="3908727" y="1624584"/>
                  </a:lnTo>
                  <a:lnTo>
                    <a:pt x="3909395" y="1641082"/>
                  </a:lnTo>
                  <a:lnTo>
                    <a:pt x="3910063" y="1625471"/>
                  </a:lnTo>
                  <a:lnTo>
                    <a:pt x="3910731" y="1601029"/>
                  </a:lnTo>
                  <a:lnTo>
                    <a:pt x="3911399" y="1615778"/>
                  </a:lnTo>
                  <a:lnTo>
                    <a:pt x="3912067" y="1610956"/>
                  </a:lnTo>
                  <a:lnTo>
                    <a:pt x="3912735" y="1566863"/>
                  </a:lnTo>
                  <a:lnTo>
                    <a:pt x="3913403" y="1625476"/>
                  </a:lnTo>
                  <a:lnTo>
                    <a:pt x="3914071" y="1626523"/>
                  </a:lnTo>
                  <a:lnTo>
                    <a:pt x="3914739" y="1632803"/>
                  </a:lnTo>
                  <a:lnTo>
                    <a:pt x="3915407" y="1647456"/>
                  </a:lnTo>
                  <a:lnTo>
                    <a:pt x="3916075" y="1647456"/>
                  </a:lnTo>
                  <a:lnTo>
                    <a:pt x="3916743" y="1647456"/>
                  </a:lnTo>
                  <a:lnTo>
                    <a:pt x="3917411" y="1647456"/>
                  </a:lnTo>
                  <a:lnTo>
                    <a:pt x="3918079" y="1655829"/>
                  </a:lnTo>
                  <a:lnTo>
                    <a:pt x="3918747" y="1668389"/>
                  </a:lnTo>
                  <a:lnTo>
                    <a:pt x="3919415" y="1668389"/>
                  </a:lnTo>
                  <a:lnTo>
                    <a:pt x="3920083" y="1668389"/>
                  </a:lnTo>
                  <a:lnTo>
                    <a:pt x="3920751" y="1668389"/>
                  </a:lnTo>
                  <a:lnTo>
                    <a:pt x="3921419" y="1668389"/>
                  </a:lnTo>
                  <a:lnTo>
                    <a:pt x="3922088" y="1668389"/>
                  </a:lnTo>
                  <a:lnTo>
                    <a:pt x="3922756" y="1668810"/>
                  </a:lnTo>
                  <a:lnTo>
                    <a:pt x="3923424" y="1668810"/>
                  </a:lnTo>
                  <a:lnTo>
                    <a:pt x="3924092" y="1668810"/>
                  </a:lnTo>
                  <a:lnTo>
                    <a:pt x="3924760" y="1668810"/>
                  </a:lnTo>
                  <a:lnTo>
                    <a:pt x="3925428" y="1668810"/>
                  </a:lnTo>
                  <a:lnTo>
                    <a:pt x="3926096" y="1668810"/>
                  </a:lnTo>
                  <a:lnTo>
                    <a:pt x="3926764" y="1668810"/>
                  </a:lnTo>
                  <a:lnTo>
                    <a:pt x="3927432" y="1668810"/>
                  </a:lnTo>
                  <a:lnTo>
                    <a:pt x="3928100" y="1668810"/>
                  </a:lnTo>
                  <a:lnTo>
                    <a:pt x="3928768" y="1668810"/>
                  </a:lnTo>
                  <a:lnTo>
                    <a:pt x="3929436" y="1668810"/>
                  </a:lnTo>
                  <a:lnTo>
                    <a:pt x="3930104" y="1668810"/>
                  </a:lnTo>
                  <a:lnTo>
                    <a:pt x="3930772" y="1668810"/>
                  </a:lnTo>
                  <a:lnTo>
                    <a:pt x="3931440" y="1668810"/>
                  </a:lnTo>
                  <a:lnTo>
                    <a:pt x="3932108" y="1655221"/>
                  </a:lnTo>
                  <a:lnTo>
                    <a:pt x="3932776" y="1638360"/>
                  </a:lnTo>
                  <a:lnTo>
                    <a:pt x="3933444" y="1621168"/>
                  </a:lnTo>
                  <a:lnTo>
                    <a:pt x="3934112" y="1621168"/>
                  </a:lnTo>
                  <a:lnTo>
                    <a:pt x="3934780" y="1611512"/>
                  </a:lnTo>
                  <a:lnTo>
                    <a:pt x="3935448" y="1552209"/>
                  </a:lnTo>
                  <a:lnTo>
                    <a:pt x="3936116" y="1531276"/>
                  </a:lnTo>
                  <a:lnTo>
                    <a:pt x="3936784" y="1492549"/>
                  </a:lnTo>
                  <a:lnTo>
                    <a:pt x="3937452" y="1449636"/>
                  </a:lnTo>
                  <a:lnTo>
                    <a:pt x="3938120" y="1417189"/>
                  </a:lnTo>
                  <a:lnTo>
                    <a:pt x="3938788" y="1369042"/>
                  </a:lnTo>
                  <a:lnTo>
                    <a:pt x="3939456" y="1354389"/>
                  </a:lnTo>
                  <a:lnTo>
                    <a:pt x="3940124" y="1341829"/>
                  </a:lnTo>
                  <a:lnTo>
                    <a:pt x="3940792" y="1354389"/>
                  </a:lnTo>
                  <a:lnTo>
                    <a:pt x="3941460" y="1354389"/>
                  </a:lnTo>
                  <a:lnTo>
                    <a:pt x="3942128" y="1377416"/>
                  </a:lnTo>
                  <a:lnTo>
                    <a:pt x="3942796" y="1399395"/>
                  </a:lnTo>
                  <a:lnTo>
                    <a:pt x="3943464" y="1417189"/>
                  </a:lnTo>
                  <a:lnTo>
                    <a:pt x="3944132" y="1404629"/>
                  </a:lnTo>
                  <a:lnTo>
                    <a:pt x="3944800" y="1401489"/>
                  </a:lnTo>
                  <a:lnTo>
                    <a:pt x="3945468" y="1417189"/>
                  </a:lnTo>
                  <a:lnTo>
                    <a:pt x="3946136" y="1449636"/>
                  </a:lnTo>
                  <a:lnTo>
                    <a:pt x="3946805" y="1488362"/>
                  </a:lnTo>
                  <a:lnTo>
                    <a:pt x="3947473" y="1516622"/>
                  </a:lnTo>
                  <a:lnTo>
                    <a:pt x="3948141" y="1542789"/>
                  </a:lnTo>
                  <a:lnTo>
                    <a:pt x="3948809" y="1590936"/>
                  </a:lnTo>
                  <a:lnTo>
                    <a:pt x="3949477" y="1605589"/>
                  </a:lnTo>
                  <a:lnTo>
                    <a:pt x="3950145" y="1624429"/>
                  </a:lnTo>
                  <a:lnTo>
                    <a:pt x="3950813" y="1626523"/>
                  </a:lnTo>
                  <a:lnTo>
                    <a:pt x="3951481" y="1626523"/>
                  </a:lnTo>
                  <a:lnTo>
                    <a:pt x="3952149" y="1626523"/>
                  </a:lnTo>
                  <a:lnTo>
                    <a:pt x="3952817" y="1626523"/>
                  </a:lnTo>
                  <a:lnTo>
                    <a:pt x="3953485" y="1626523"/>
                  </a:lnTo>
                  <a:lnTo>
                    <a:pt x="3954153" y="1634896"/>
                  </a:lnTo>
                  <a:lnTo>
                    <a:pt x="3954821" y="1664228"/>
                  </a:lnTo>
                  <a:lnTo>
                    <a:pt x="3955489" y="1645520"/>
                  </a:lnTo>
                  <a:lnTo>
                    <a:pt x="3956157" y="1635397"/>
                  </a:lnTo>
                  <a:lnTo>
                    <a:pt x="3956825" y="1614048"/>
                  </a:lnTo>
                  <a:lnTo>
                    <a:pt x="3957493" y="1606423"/>
                  </a:lnTo>
                  <a:lnTo>
                    <a:pt x="3958161" y="1610998"/>
                  </a:lnTo>
                  <a:lnTo>
                    <a:pt x="3958829" y="1610998"/>
                  </a:lnTo>
                  <a:lnTo>
                    <a:pt x="3959497" y="1597274"/>
                  </a:lnTo>
                  <a:lnTo>
                    <a:pt x="3960165" y="1595749"/>
                  </a:lnTo>
                  <a:lnTo>
                    <a:pt x="3960833" y="1592699"/>
                  </a:lnTo>
                  <a:lnTo>
                    <a:pt x="3961501" y="1579737"/>
                  </a:lnTo>
                  <a:lnTo>
                    <a:pt x="3962169" y="1565250"/>
                  </a:lnTo>
                  <a:lnTo>
                    <a:pt x="3962837" y="1565250"/>
                  </a:lnTo>
                  <a:lnTo>
                    <a:pt x="3963505" y="1565250"/>
                  </a:lnTo>
                  <a:lnTo>
                    <a:pt x="3964173" y="1568300"/>
                  </a:lnTo>
                  <a:lnTo>
                    <a:pt x="3964841" y="1579328"/>
                  </a:lnTo>
                  <a:lnTo>
                    <a:pt x="3965509" y="1591665"/>
                  </a:lnTo>
                  <a:lnTo>
                    <a:pt x="3966177" y="1551163"/>
                  </a:lnTo>
                  <a:lnTo>
                    <a:pt x="3966845" y="1580469"/>
                  </a:lnTo>
                  <a:lnTo>
                    <a:pt x="3967513" y="1605589"/>
                  </a:lnTo>
                  <a:lnTo>
                    <a:pt x="3968181" y="1605589"/>
                  </a:lnTo>
                  <a:lnTo>
                    <a:pt x="3968849" y="1605589"/>
                  </a:lnTo>
                  <a:lnTo>
                    <a:pt x="3969517" y="1624429"/>
                  </a:lnTo>
                  <a:lnTo>
                    <a:pt x="3970185" y="1626523"/>
                  </a:lnTo>
                  <a:lnTo>
                    <a:pt x="3970853" y="1630709"/>
                  </a:lnTo>
                  <a:lnTo>
                    <a:pt x="3971522" y="1648503"/>
                  </a:lnTo>
                  <a:lnTo>
                    <a:pt x="3972190" y="1668810"/>
                  </a:lnTo>
                  <a:lnTo>
                    <a:pt x="3972858" y="1668810"/>
                  </a:lnTo>
                  <a:lnTo>
                    <a:pt x="3973526" y="1668810"/>
                  </a:lnTo>
                  <a:lnTo>
                    <a:pt x="3974194" y="1668810"/>
                  </a:lnTo>
                  <a:lnTo>
                    <a:pt x="3974862" y="1660558"/>
                  </a:lnTo>
                  <a:lnTo>
                    <a:pt x="3975530" y="1648359"/>
                  </a:lnTo>
                  <a:lnTo>
                    <a:pt x="3976198" y="1633872"/>
                  </a:lnTo>
                  <a:lnTo>
                    <a:pt x="3976866" y="1626247"/>
                  </a:lnTo>
                  <a:lnTo>
                    <a:pt x="3977534" y="1660167"/>
                  </a:lnTo>
                  <a:lnTo>
                    <a:pt x="3978202" y="1637963"/>
                  </a:lnTo>
                  <a:lnTo>
                    <a:pt x="3978870" y="1636223"/>
                  </a:lnTo>
                  <a:lnTo>
                    <a:pt x="3979538" y="1622266"/>
                  </a:lnTo>
                  <a:lnTo>
                    <a:pt x="3980206" y="1608310"/>
                  </a:lnTo>
                  <a:lnTo>
                    <a:pt x="3980874" y="1599815"/>
                  </a:lnTo>
                  <a:lnTo>
                    <a:pt x="3981542" y="1599815"/>
                  </a:lnTo>
                  <a:lnTo>
                    <a:pt x="3982210" y="1596556"/>
                  </a:lnTo>
                  <a:lnTo>
                    <a:pt x="3982878" y="1597156"/>
                  </a:lnTo>
                  <a:lnTo>
                    <a:pt x="3983546" y="1574953"/>
                  </a:lnTo>
                  <a:lnTo>
                    <a:pt x="3984214" y="1541627"/>
                  </a:lnTo>
                  <a:lnTo>
                    <a:pt x="3984882" y="1485191"/>
                  </a:lnTo>
                  <a:lnTo>
                    <a:pt x="3985550" y="1479854"/>
                  </a:lnTo>
                  <a:lnTo>
                    <a:pt x="3986218" y="1481379"/>
                  </a:lnTo>
                  <a:lnTo>
                    <a:pt x="3986886" y="1484429"/>
                  </a:lnTo>
                  <a:lnTo>
                    <a:pt x="3987554" y="1466415"/>
                  </a:lnTo>
                  <a:lnTo>
                    <a:pt x="3988222" y="1483372"/>
                  </a:lnTo>
                  <a:lnTo>
                    <a:pt x="3988890" y="1375322"/>
                  </a:lnTo>
                  <a:lnTo>
                    <a:pt x="3989558" y="1385789"/>
                  </a:lnTo>
                  <a:lnTo>
                    <a:pt x="3990226" y="1399395"/>
                  </a:lnTo>
                  <a:lnTo>
                    <a:pt x="3990894" y="1389976"/>
                  </a:lnTo>
                  <a:lnTo>
                    <a:pt x="3991562" y="1375322"/>
                  </a:lnTo>
                  <a:lnTo>
                    <a:pt x="3992230" y="1381602"/>
                  </a:lnTo>
                  <a:lnTo>
                    <a:pt x="3992898" y="1478008"/>
                  </a:lnTo>
                  <a:lnTo>
                    <a:pt x="3993566" y="1500979"/>
                  </a:lnTo>
                  <a:lnTo>
                    <a:pt x="3994234" y="1543295"/>
                  </a:lnTo>
                  <a:lnTo>
                    <a:pt x="3994902" y="1565250"/>
                  </a:lnTo>
                  <a:lnTo>
                    <a:pt x="3995570" y="1569825"/>
                  </a:lnTo>
                  <a:lnTo>
                    <a:pt x="3996239" y="1580499"/>
                  </a:lnTo>
                  <a:lnTo>
                    <a:pt x="3996907" y="1585074"/>
                  </a:lnTo>
                  <a:lnTo>
                    <a:pt x="3997575" y="1591174"/>
                  </a:lnTo>
                  <a:lnTo>
                    <a:pt x="3998243" y="1582787"/>
                  </a:lnTo>
                  <a:lnTo>
                    <a:pt x="3998911" y="1595749"/>
                  </a:lnTo>
                  <a:lnTo>
                    <a:pt x="3999579" y="1598798"/>
                  </a:lnTo>
                  <a:lnTo>
                    <a:pt x="4000247" y="1633849"/>
                  </a:lnTo>
                  <a:lnTo>
                    <a:pt x="4000915" y="1649365"/>
                  </a:lnTo>
                  <a:lnTo>
                    <a:pt x="4001583" y="1649965"/>
                  </a:lnTo>
                  <a:lnTo>
                    <a:pt x="4002251" y="1653820"/>
                  </a:lnTo>
                  <a:lnTo>
                    <a:pt x="4002919" y="1661967"/>
                  </a:lnTo>
                  <a:lnTo>
                    <a:pt x="4003587" y="1668810"/>
                  </a:lnTo>
                  <a:lnTo>
                    <a:pt x="4004255" y="1633109"/>
                  </a:lnTo>
                  <a:lnTo>
                    <a:pt x="4004923" y="1614810"/>
                  </a:lnTo>
                  <a:lnTo>
                    <a:pt x="4005591" y="1601086"/>
                  </a:lnTo>
                  <a:lnTo>
                    <a:pt x="4006259" y="1572875"/>
                  </a:lnTo>
                  <a:lnTo>
                    <a:pt x="4006927" y="1542376"/>
                  </a:lnTo>
                  <a:lnTo>
                    <a:pt x="4007595" y="1539326"/>
                  </a:lnTo>
                  <a:lnTo>
                    <a:pt x="4008263" y="1550001"/>
                  </a:lnTo>
                  <a:lnTo>
                    <a:pt x="4008931" y="1550001"/>
                  </a:lnTo>
                  <a:lnTo>
                    <a:pt x="4009599" y="1529414"/>
                  </a:lnTo>
                  <a:lnTo>
                    <a:pt x="4010267" y="1512629"/>
                  </a:lnTo>
                  <a:lnTo>
                    <a:pt x="4010935" y="1494695"/>
                  </a:lnTo>
                  <a:lnTo>
                    <a:pt x="4011603" y="1473171"/>
                  </a:lnTo>
                  <a:lnTo>
                    <a:pt x="4012271" y="1375322"/>
                  </a:lnTo>
                  <a:lnTo>
                    <a:pt x="4012939" y="1370089"/>
                  </a:lnTo>
                  <a:lnTo>
                    <a:pt x="4013607" y="1354389"/>
                  </a:lnTo>
                  <a:lnTo>
                    <a:pt x="4014275" y="1344969"/>
                  </a:lnTo>
                  <a:lnTo>
                    <a:pt x="4014943" y="1370089"/>
                  </a:lnTo>
                  <a:lnTo>
                    <a:pt x="4015611" y="1406722"/>
                  </a:lnTo>
                  <a:lnTo>
                    <a:pt x="4016279" y="1439169"/>
                  </a:lnTo>
                  <a:lnTo>
                    <a:pt x="4016947" y="1469522"/>
                  </a:lnTo>
                  <a:lnTo>
                    <a:pt x="4017615" y="1479989"/>
                  </a:lnTo>
                  <a:lnTo>
                    <a:pt x="4018283" y="1479989"/>
                  </a:lnTo>
                  <a:lnTo>
                    <a:pt x="4018951" y="1479989"/>
                  </a:lnTo>
                  <a:lnTo>
                    <a:pt x="4019619" y="1517669"/>
                  </a:lnTo>
                  <a:lnTo>
                    <a:pt x="4020288" y="1550116"/>
                  </a:lnTo>
                  <a:lnTo>
                    <a:pt x="4020956" y="1618000"/>
                  </a:lnTo>
                  <a:lnTo>
                    <a:pt x="4021624" y="1635308"/>
                  </a:lnTo>
                  <a:lnTo>
                    <a:pt x="4022292" y="1636879"/>
                  </a:lnTo>
                  <a:lnTo>
                    <a:pt x="4022960" y="1633737"/>
                  </a:lnTo>
                  <a:lnTo>
                    <a:pt x="4023628" y="1628535"/>
                  </a:lnTo>
                  <a:lnTo>
                    <a:pt x="4024296" y="1619385"/>
                  </a:lnTo>
                  <a:lnTo>
                    <a:pt x="4024964" y="1601086"/>
                  </a:lnTo>
                  <a:lnTo>
                    <a:pt x="4025632" y="1595749"/>
                  </a:lnTo>
                  <a:lnTo>
                    <a:pt x="4026300" y="1600323"/>
                  </a:lnTo>
                  <a:lnTo>
                    <a:pt x="4026968" y="1593461"/>
                  </a:lnTo>
                  <a:lnTo>
                    <a:pt x="4027636" y="1566013"/>
                  </a:lnTo>
                  <a:lnTo>
                    <a:pt x="4028304" y="1550001"/>
                  </a:lnTo>
                  <a:lnTo>
                    <a:pt x="4028972" y="1542376"/>
                  </a:lnTo>
                  <a:lnTo>
                    <a:pt x="4029640" y="1587679"/>
                  </a:lnTo>
                  <a:lnTo>
                    <a:pt x="4030308" y="1610635"/>
                  </a:lnTo>
                  <a:lnTo>
                    <a:pt x="4030976" y="1612172"/>
                  </a:lnTo>
                  <a:lnTo>
                    <a:pt x="4031644" y="1619854"/>
                  </a:lnTo>
                  <a:lnTo>
                    <a:pt x="4032312" y="1619342"/>
                  </a:lnTo>
                  <a:lnTo>
                    <a:pt x="4032980" y="1605001"/>
                  </a:lnTo>
                  <a:lnTo>
                    <a:pt x="4033648" y="1573723"/>
                  </a:lnTo>
                  <a:lnTo>
                    <a:pt x="4034316" y="1593140"/>
                  </a:lnTo>
                  <a:lnTo>
                    <a:pt x="4034984" y="1607703"/>
                  </a:lnTo>
                  <a:lnTo>
                    <a:pt x="4035652" y="1611951"/>
                  </a:lnTo>
                  <a:lnTo>
                    <a:pt x="4036320" y="1613771"/>
                  </a:lnTo>
                  <a:lnTo>
                    <a:pt x="4036988" y="1625907"/>
                  </a:lnTo>
                  <a:lnTo>
                    <a:pt x="4037656" y="1647752"/>
                  </a:lnTo>
                  <a:lnTo>
                    <a:pt x="4038324" y="1660495"/>
                  </a:lnTo>
                  <a:lnTo>
                    <a:pt x="4038992" y="1667968"/>
                  </a:lnTo>
                  <a:lnTo>
                    <a:pt x="4039660" y="1641497"/>
                  </a:lnTo>
                  <a:lnTo>
                    <a:pt x="4040328" y="1641641"/>
                  </a:lnTo>
                  <a:lnTo>
                    <a:pt x="4040996" y="1584656"/>
                  </a:lnTo>
                  <a:lnTo>
                    <a:pt x="4041664" y="1582563"/>
                  </a:lnTo>
                  <a:lnTo>
                    <a:pt x="4042332" y="1564769"/>
                  </a:lnTo>
                  <a:lnTo>
                    <a:pt x="4043000" y="1603496"/>
                  </a:lnTo>
                  <a:lnTo>
                    <a:pt x="4043668" y="1626523"/>
                  </a:lnTo>
                  <a:lnTo>
                    <a:pt x="4044336" y="1626523"/>
                  </a:lnTo>
                  <a:lnTo>
                    <a:pt x="4045005" y="1626523"/>
                  </a:lnTo>
                  <a:lnTo>
                    <a:pt x="4045673" y="1626523"/>
                  </a:lnTo>
                  <a:lnTo>
                    <a:pt x="4046341" y="1668301"/>
                  </a:lnTo>
                  <a:lnTo>
                    <a:pt x="4047009" y="1668259"/>
                  </a:lnTo>
                  <a:lnTo>
                    <a:pt x="4047677" y="1651409"/>
                  </a:lnTo>
                  <a:lnTo>
                    <a:pt x="4048345" y="1641497"/>
                  </a:lnTo>
                  <a:lnTo>
                    <a:pt x="4049013" y="1641497"/>
                  </a:lnTo>
                  <a:lnTo>
                    <a:pt x="4049681" y="1641497"/>
                  </a:lnTo>
                  <a:lnTo>
                    <a:pt x="4050349" y="1633872"/>
                  </a:lnTo>
                  <a:lnTo>
                    <a:pt x="4051017" y="1636922"/>
                  </a:lnTo>
                  <a:lnTo>
                    <a:pt x="4051685" y="1626247"/>
                  </a:lnTo>
                  <a:lnTo>
                    <a:pt x="4052353" y="1617098"/>
                  </a:lnTo>
                  <a:lnTo>
                    <a:pt x="4053021" y="1610998"/>
                  </a:lnTo>
                  <a:lnTo>
                    <a:pt x="4053689" y="1610998"/>
                  </a:lnTo>
                  <a:lnTo>
                    <a:pt x="4054357" y="1610998"/>
                  </a:lnTo>
                  <a:lnTo>
                    <a:pt x="4055025" y="1610998"/>
                  </a:lnTo>
                  <a:lnTo>
                    <a:pt x="4055693" y="1610998"/>
                  </a:lnTo>
                  <a:lnTo>
                    <a:pt x="4056361" y="1605457"/>
                  </a:lnTo>
                  <a:lnTo>
                    <a:pt x="4057029" y="1601910"/>
                  </a:lnTo>
                  <a:lnTo>
                    <a:pt x="4057697" y="1531276"/>
                  </a:lnTo>
                  <a:lnTo>
                    <a:pt x="4058365" y="1528136"/>
                  </a:lnTo>
                  <a:lnTo>
                    <a:pt x="4059033" y="1521856"/>
                  </a:lnTo>
                  <a:lnTo>
                    <a:pt x="4059701" y="1521856"/>
                  </a:lnTo>
                  <a:lnTo>
                    <a:pt x="4060369" y="1539649"/>
                  </a:lnTo>
                  <a:lnTo>
                    <a:pt x="4061037" y="1549069"/>
                  </a:lnTo>
                  <a:lnTo>
                    <a:pt x="4061705" y="1546976"/>
                  </a:lnTo>
                  <a:lnTo>
                    <a:pt x="4062373" y="1576283"/>
                  </a:lnTo>
                  <a:lnTo>
                    <a:pt x="4063041" y="1562676"/>
                  </a:lnTo>
                  <a:lnTo>
                    <a:pt x="4063709" y="1522902"/>
                  </a:lnTo>
                  <a:lnTo>
                    <a:pt x="4064377" y="1521856"/>
                  </a:lnTo>
                  <a:lnTo>
                    <a:pt x="4065045" y="1521856"/>
                  </a:lnTo>
                  <a:lnTo>
                    <a:pt x="4065713" y="1505109"/>
                  </a:lnTo>
                  <a:lnTo>
                    <a:pt x="4066381" y="1484176"/>
                  </a:lnTo>
                  <a:lnTo>
                    <a:pt x="4067049" y="1469522"/>
                  </a:lnTo>
                  <a:lnTo>
                    <a:pt x="4067717" y="1488362"/>
                  </a:lnTo>
                  <a:lnTo>
                    <a:pt x="4068385" y="1490456"/>
                  </a:lnTo>
                  <a:lnTo>
                    <a:pt x="4069053" y="1463242"/>
                  </a:lnTo>
                  <a:lnTo>
                    <a:pt x="4069722" y="1438122"/>
                  </a:lnTo>
                  <a:lnTo>
                    <a:pt x="4070390" y="1414049"/>
                  </a:lnTo>
                  <a:lnTo>
                    <a:pt x="4071058" y="1486839"/>
                  </a:lnTo>
                  <a:lnTo>
                    <a:pt x="4071726" y="1493909"/>
                  </a:lnTo>
                  <a:lnTo>
                    <a:pt x="4072394" y="1504253"/>
                  </a:lnTo>
                  <a:lnTo>
                    <a:pt x="4073062" y="1520265"/>
                  </a:lnTo>
                  <a:lnTo>
                    <a:pt x="4073730" y="1549238"/>
                  </a:lnTo>
                  <a:lnTo>
                    <a:pt x="4074398" y="1576153"/>
                  </a:lnTo>
                  <a:lnTo>
                    <a:pt x="4075066" y="1553949"/>
                  </a:lnTo>
                  <a:lnTo>
                    <a:pt x="4075734" y="1548237"/>
                  </a:lnTo>
                  <a:lnTo>
                    <a:pt x="4076402" y="1548844"/>
                  </a:lnTo>
                  <a:lnTo>
                    <a:pt x="4077070" y="1552485"/>
                  </a:lnTo>
                  <a:lnTo>
                    <a:pt x="4077738" y="1557339"/>
                  </a:lnTo>
                  <a:lnTo>
                    <a:pt x="4078406" y="1544596"/>
                  </a:lnTo>
                  <a:lnTo>
                    <a:pt x="4079074" y="1548844"/>
                  </a:lnTo>
                  <a:lnTo>
                    <a:pt x="4079742" y="1563407"/>
                  </a:lnTo>
                  <a:lnTo>
                    <a:pt x="4080410" y="1577364"/>
                  </a:lnTo>
                  <a:lnTo>
                    <a:pt x="4081078" y="1596556"/>
                  </a:lnTo>
                  <a:lnTo>
                    <a:pt x="4081746" y="1601957"/>
                  </a:lnTo>
                  <a:lnTo>
                    <a:pt x="4082414" y="1538564"/>
                  </a:lnTo>
                  <a:lnTo>
                    <a:pt x="4083082" y="1522552"/>
                  </a:lnTo>
                  <a:lnTo>
                    <a:pt x="4083750" y="1519502"/>
                  </a:lnTo>
                  <a:lnTo>
                    <a:pt x="4084418" y="1544970"/>
                  </a:lnTo>
                  <a:lnTo>
                    <a:pt x="4085086" y="1574035"/>
                  </a:lnTo>
                  <a:lnTo>
                    <a:pt x="4085754" y="1569354"/>
                  </a:lnTo>
                  <a:lnTo>
                    <a:pt x="4086422" y="1521856"/>
                  </a:lnTo>
                  <a:lnTo>
                    <a:pt x="4087090" y="1530229"/>
                  </a:lnTo>
                  <a:lnTo>
                    <a:pt x="4087758" y="1542789"/>
                  </a:lnTo>
                  <a:lnTo>
                    <a:pt x="4088426" y="1579423"/>
                  </a:lnTo>
                  <a:lnTo>
                    <a:pt x="4089094" y="1605589"/>
                  </a:lnTo>
                  <a:lnTo>
                    <a:pt x="4089762" y="1605589"/>
                  </a:lnTo>
                  <a:lnTo>
                    <a:pt x="4090430" y="1605589"/>
                  </a:lnTo>
                  <a:lnTo>
                    <a:pt x="4091098" y="1605589"/>
                  </a:lnTo>
                  <a:lnTo>
                    <a:pt x="4091766" y="1605589"/>
                  </a:lnTo>
                  <a:lnTo>
                    <a:pt x="4092434" y="1621289"/>
                  </a:lnTo>
                  <a:lnTo>
                    <a:pt x="4093102" y="1643269"/>
                  </a:lnTo>
                  <a:lnTo>
                    <a:pt x="4093770" y="1647456"/>
                  </a:lnTo>
                  <a:lnTo>
                    <a:pt x="4094439" y="1647456"/>
                  </a:lnTo>
                  <a:lnTo>
                    <a:pt x="4095107" y="1647456"/>
                  </a:lnTo>
                  <a:lnTo>
                    <a:pt x="4095775" y="1665249"/>
                  </a:lnTo>
                  <a:lnTo>
                    <a:pt x="4096443" y="1668389"/>
                  </a:lnTo>
                  <a:lnTo>
                    <a:pt x="4097111" y="1668389"/>
                  </a:lnTo>
                  <a:lnTo>
                    <a:pt x="4097779" y="1668389"/>
                  </a:lnTo>
                  <a:lnTo>
                    <a:pt x="4098447" y="1668389"/>
                  </a:lnTo>
                  <a:lnTo>
                    <a:pt x="4099115" y="1668389"/>
                  </a:lnTo>
                  <a:lnTo>
                    <a:pt x="4099783" y="1668389"/>
                  </a:lnTo>
                  <a:lnTo>
                    <a:pt x="4100451" y="1668389"/>
                  </a:lnTo>
                  <a:lnTo>
                    <a:pt x="4101119" y="1668389"/>
                  </a:lnTo>
                  <a:lnTo>
                    <a:pt x="4101787" y="1668389"/>
                  </a:lnTo>
                  <a:lnTo>
                    <a:pt x="4102455" y="1668389"/>
                  </a:lnTo>
                  <a:lnTo>
                    <a:pt x="4103123" y="1668389"/>
                  </a:lnTo>
                  <a:lnTo>
                    <a:pt x="4103791" y="1668389"/>
                  </a:lnTo>
                  <a:lnTo>
                    <a:pt x="4104459" y="1668389"/>
                  </a:lnTo>
                  <a:lnTo>
                    <a:pt x="4105127" y="1668389"/>
                  </a:lnTo>
                  <a:lnTo>
                    <a:pt x="4105795" y="1667343"/>
                  </a:lnTo>
                  <a:lnTo>
                    <a:pt x="4106463" y="1647456"/>
                  </a:lnTo>
                  <a:lnTo>
                    <a:pt x="4107131" y="1625476"/>
                  </a:lnTo>
                  <a:lnTo>
                    <a:pt x="4107799" y="1605589"/>
                  </a:lnTo>
                  <a:lnTo>
                    <a:pt x="4108467" y="1605589"/>
                  </a:lnTo>
                  <a:lnTo>
                    <a:pt x="4109135" y="1605589"/>
                  </a:lnTo>
                  <a:lnTo>
                    <a:pt x="4109803" y="1605589"/>
                  </a:lnTo>
                  <a:lnTo>
                    <a:pt x="4110471" y="1602449"/>
                  </a:lnTo>
                  <a:lnTo>
                    <a:pt x="4111139" y="1584656"/>
                  </a:lnTo>
                  <a:lnTo>
                    <a:pt x="4111807" y="1584656"/>
                  </a:lnTo>
                  <a:lnTo>
                    <a:pt x="4112475" y="1584656"/>
                  </a:lnTo>
                  <a:lnTo>
                    <a:pt x="4113143" y="1571049"/>
                  </a:lnTo>
                  <a:lnTo>
                    <a:pt x="4113811" y="1563722"/>
                  </a:lnTo>
                  <a:lnTo>
                    <a:pt x="4114479" y="1563722"/>
                  </a:lnTo>
                  <a:lnTo>
                    <a:pt x="4115147" y="1563722"/>
                  </a:lnTo>
                  <a:lnTo>
                    <a:pt x="4115815" y="1558489"/>
                  </a:lnTo>
                  <a:lnTo>
                    <a:pt x="4116483" y="1563722"/>
                  </a:lnTo>
                  <a:lnTo>
                    <a:pt x="4117151" y="1567909"/>
                  </a:lnTo>
                  <a:lnTo>
                    <a:pt x="4117819" y="1584656"/>
                  </a:lnTo>
                  <a:lnTo>
                    <a:pt x="4118488" y="1584656"/>
                  </a:lnTo>
                  <a:lnTo>
                    <a:pt x="4119156" y="1584656"/>
                  </a:lnTo>
                  <a:lnTo>
                    <a:pt x="4119824" y="1584656"/>
                  </a:lnTo>
                  <a:lnTo>
                    <a:pt x="4120492" y="1587796"/>
                  </a:lnTo>
                  <a:lnTo>
                    <a:pt x="4121160" y="1605589"/>
                  </a:lnTo>
                  <a:lnTo>
                    <a:pt x="4121828" y="1605589"/>
                  </a:lnTo>
                  <a:lnTo>
                    <a:pt x="4122496" y="1647488"/>
                  </a:lnTo>
                  <a:lnTo>
                    <a:pt x="4123164" y="1659660"/>
                  </a:lnTo>
                  <a:lnTo>
                    <a:pt x="4123832" y="1656746"/>
                  </a:lnTo>
                  <a:lnTo>
                    <a:pt x="4124500" y="1668810"/>
                  </a:lnTo>
                  <a:lnTo>
                    <a:pt x="4125168" y="1668810"/>
                  </a:lnTo>
                  <a:lnTo>
                    <a:pt x="4125836" y="1668810"/>
                  </a:lnTo>
                  <a:lnTo>
                    <a:pt x="4126504" y="1668810"/>
                  </a:lnTo>
                  <a:lnTo>
                    <a:pt x="4127172" y="1668810"/>
                  </a:lnTo>
                  <a:lnTo>
                    <a:pt x="4127840" y="1668810"/>
                  </a:lnTo>
                  <a:lnTo>
                    <a:pt x="4128508" y="1668810"/>
                  </a:lnTo>
                  <a:lnTo>
                    <a:pt x="4129176" y="1668810"/>
                  </a:lnTo>
                  <a:lnTo>
                    <a:pt x="4129844" y="1668810"/>
                  </a:lnTo>
                  <a:lnTo>
                    <a:pt x="4130512" y="1668810"/>
                  </a:lnTo>
                  <a:lnTo>
                    <a:pt x="4131180" y="1668810"/>
                  </a:lnTo>
                  <a:lnTo>
                    <a:pt x="4131848" y="1668810"/>
                  </a:lnTo>
                  <a:lnTo>
                    <a:pt x="4132516" y="1668810"/>
                  </a:lnTo>
                  <a:lnTo>
                    <a:pt x="4133184" y="1668810"/>
                  </a:lnTo>
                  <a:lnTo>
                    <a:pt x="4133852" y="1668810"/>
                  </a:lnTo>
                  <a:lnTo>
                    <a:pt x="4134520" y="1668301"/>
                  </a:lnTo>
                  <a:lnTo>
                    <a:pt x="4135188" y="1662599"/>
                  </a:lnTo>
                  <a:lnTo>
                    <a:pt x="4135856" y="1605589"/>
                  </a:lnTo>
                  <a:lnTo>
                    <a:pt x="4136524" y="1605589"/>
                  </a:lnTo>
                  <a:lnTo>
                    <a:pt x="4137192" y="1593029"/>
                  </a:lnTo>
                  <a:lnTo>
                    <a:pt x="4137860" y="1581516"/>
                  </a:lnTo>
                  <a:lnTo>
                    <a:pt x="4138528" y="1557442"/>
                  </a:lnTo>
                  <a:lnTo>
                    <a:pt x="4139196" y="1598387"/>
                  </a:lnTo>
                  <a:lnTo>
                    <a:pt x="4139864" y="1587390"/>
                  </a:lnTo>
                  <a:lnTo>
                    <a:pt x="4140532" y="1556863"/>
                  </a:lnTo>
                  <a:lnTo>
                    <a:pt x="4141200" y="1534751"/>
                  </a:lnTo>
                  <a:lnTo>
                    <a:pt x="4141868" y="1527127"/>
                  </a:lnTo>
                  <a:lnTo>
                    <a:pt x="4142536" y="1534751"/>
                  </a:lnTo>
                  <a:lnTo>
                    <a:pt x="4143205" y="1533989"/>
                  </a:lnTo>
                  <a:lnTo>
                    <a:pt x="4143873" y="1519502"/>
                  </a:lnTo>
                  <a:lnTo>
                    <a:pt x="4144541" y="1519502"/>
                  </a:lnTo>
                  <a:lnTo>
                    <a:pt x="4145209" y="1521790"/>
                  </a:lnTo>
                  <a:lnTo>
                    <a:pt x="4145877" y="1534751"/>
                  </a:lnTo>
                  <a:lnTo>
                    <a:pt x="4146545" y="1534751"/>
                  </a:lnTo>
                  <a:lnTo>
                    <a:pt x="4147213" y="1543901"/>
                  </a:lnTo>
                  <a:lnTo>
                    <a:pt x="4147881" y="1552288"/>
                  </a:lnTo>
                  <a:lnTo>
                    <a:pt x="4148549" y="1554576"/>
                  </a:lnTo>
                  <a:lnTo>
                    <a:pt x="4149217" y="1565394"/>
                  </a:lnTo>
                  <a:lnTo>
                    <a:pt x="4149885" y="1576392"/>
                  </a:lnTo>
                  <a:lnTo>
                    <a:pt x="4150553" y="1554302"/>
                  </a:lnTo>
                  <a:lnTo>
                    <a:pt x="4151221" y="1584656"/>
                  </a:lnTo>
                  <a:lnTo>
                    <a:pt x="4151889" y="1599309"/>
                  </a:lnTo>
                  <a:lnTo>
                    <a:pt x="4152557" y="1605589"/>
                  </a:lnTo>
                  <a:lnTo>
                    <a:pt x="4153225" y="1625476"/>
                  </a:lnTo>
                  <a:lnTo>
                    <a:pt x="4153893" y="1647456"/>
                  </a:lnTo>
                  <a:lnTo>
                    <a:pt x="4154561" y="1647456"/>
                  </a:lnTo>
                  <a:lnTo>
                    <a:pt x="4155229" y="1647456"/>
                  </a:lnTo>
                  <a:lnTo>
                    <a:pt x="4155897" y="1647456"/>
                  </a:lnTo>
                  <a:lnTo>
                    <a:pt x="4156565" y="1647456"/>
                  </a:lnTo>
                  <a:lnTo>
                    <a:pt x="4157233" y="1647456"/>
                  </a:lnTo>
                  <a:lnTo>
                    <a:pt x="4157901" y="1647456"/>
                  </a:lnTo>
                  <a:lnTo>
                    <a:pt x="4158569" y="1668389"/>
                  </a:lnTo>
                  <a:lnTo>
                    <a:pt x="4159237" y="1668389"/>
                  </a:lnTo>
                  <a:lnTo>
                    <a:pt x="4159905" y="1668389"/>
                  </a:lnTo>
                  <a:lnTo>
                    <a:pt x="4160573" y="1668389"/>
                  </a:lnTo>
                  <a:lnTo>
                    <a:pt x="4161241" y="1668389"/>
                  </a:lnTo>
                  <a:lnTo>
                    <a:pt x="4161909" y="1668389"/>
                  </a:lnTo>
                  <a:lnTo>
                    <a:pt x="4162577" y="1668389"/>
                  </a:lnTo>
                  <a:lnTo>
                    <a:pt x="4163245" y="1668389"/>
                  </a:lnTo>
                  <a:lnTo>
                    <a:pt x="4163913" y="1668389"/>
                  </a:lnTo>
                  <a:lnTo>
                    <a:pt x="4164581" y="1668389"/>
                  </a:lnTo>
                  <a:lnTo>
                    <a:pt x="4165249" y="1668389"/>
                  </a:lnTo>
                  <a:lnTo>
                    <a:pt x="4165917" y="1668389"/>
                  </a:lnTo>
                  <a:lnTo>
                    <a:pt x="4166585" y="1668389"/>
                  </a:lnTo>
                  <a:lnTo>
                    <a:pt x="4167253" y="1668389"/>
                  </a:lnTo>
                  <a:lnTo>
                    <a:pt x="4167922" y="1668389"/>
                  </a:lnTo>
                  <a:lnTo>
                    <a:pt x="4168590" y="1668389"/>
                  </a:lnTo>
                  <a:lnTo>
                    <a:pt x="4169258" y="1668389"/>
                  </a:lnTo>
                  <a:lnTo>
                    <a:pt x="4169926" y="1668389"/>
                  </a:lnTo>
                  <a:lnTo>
                    <a:pt x="4170594" y="1668389"/>
                  </a:lnTo>
                  <a:lnTo>
                    <a:pt x="4171262" y="1668389"/>
                  </a:lnTo>
                  <a:lnTo>
                    <a:pt x="4171930" y="1668810"/>
                  </a:lnTo>
                  <a:lnTo>
                    <a:pt x="4172598" y="1668810"/>
                  </a:lnTo>
                  <a:lnTo>
                    <a:pt x="4173266" y="1668810"/>
                  </a:lnTo>
                  <a:lnTo>
                    <a:pt x="4173934" y="1668810"/>
                  </a:lnTo>
                  <a:lnTo>
                    <a:pt x="4174602" y="1668810"/>
                  </a:lnTo>
                  <a:lnTo>
                    <a:pt x="4175270" y="1668810"/>
                  </a:lnTo>
                  <a:lnTo>
                    <a:pt x="4175938" y="1668810"/>
                  </a:lnTo>
                  <a:lnTo>
                    <a:pt x="4176606" y="1668810"/>
                  </a:lnTo>
                  <a:lnTo>
                    <a:pt x="4177274" y="1668810"/>
                  </a:lnTo>
                  <a:lnTo>
                    <a:pt x="4177942" y="1668810"/>
                  </a:lnTo>
                  <a:lnTo>
                    <a:pt x="4178610" y="1668810"/>
                  </a:lnTo>
                  <a:lnTo>
                    <a:pt x="4179278" y="1668810"/>
                  </a:lnTo>
                  <a:lnTo>
                    <a:pt x="4179946" y="1668810"/>
                  </a:lnTo>
                  <a:lnTo>
                    <a:pt x="4180614" y="1668810"/>
                  </a:lnTo>
                  <a:lnTo>
                    <a:pt x="4181282" y="1668810"/>
                  </a:lnTo>
                  <a:lnTo>
                    <a:pt x="4181950" y="1668810"/>
                  </a:lnTo>
                  <a:lnTo>
                    <a:pt x="4182618" y="1668810"/>
                  </a:lnTo>
                  <a:lnTo>
                    <a:pt x="4183286" y="1668389"/>
                  </a:lnTo>
                  <a:lnTo>
                    <a:pt x="4183954" y="1668389"/>
                  </a:lnTo>
                  <a:lnTo>
                    <a:pt x="4184622" y="1668389"/>
                  </a:lnTo>
                  <a:lnTo>
                    <a:pt x="4185290" y="1668389"/>
                  </a:lnTo>
                  <a:lnTo>
                    <a:pt x="4185958" y="1665249"/>
                  </a:lnTo>
                  <a:lnTo>
                    <a:pt x="4186626" y="1647456"/>
                  </a:lnTo>
                  <a:lnTo>
                    <a:pt x="4187294" y="1647456"/>
                  </a:lnTo>
                  <a:lnTo>
                    <a:pt x="4187962" y="1639083"/>
                  </a:lnTo>
                  <a:lnTo>
                    <a:pt x="4188630" y="1626523"/>
                  </a:lnTo>
                  <a:lnTo>
                    <a:pt x="4189298" y="1626523"/>
                  </a:lnTo>
                  <a:lnTo>
                    <a:pt x="4189966" y="1626523"/>
                  </a:lnTo>
                  <a:lnTo>
                    <a:pt x="4190634" y="1626523"/>
                  </a:lnTo>
                  <a:lnTo>
                    <a:pt x="4191302" y="1626523"/>
                  </a:lnTo>
                  <a:lnTo>
                    <a:pt x="4191970" y="1626523"/>
                  </a:lnTo>
                  <a:lnTo>
                    <a:pt x="4192639" y="1626523"/>
                  </a:lnTo>
                  <a:lnTo>
                    <a:pt x="4193307" y="1626523"/>
                  </a:lnTo>
                  <a:lnTo>
                    <a:pt x="4193975" y="1626523"/>
                  </a:lnTo>
                  <a:lnTo>
                    <a:pt x="4194643" y="1626523"/>
                  </a:lnTo>
                  <a:lnTo>
                    <a:pt x="4195311" y="1626523"/>
                  </a:lnTo>
                  <a:lnTo>
                    <a:pt x="4195979" y="1629663"/>
                  </a:lnTo>
                  <a:lnTo>
                    <a:pt x="4196647" y="1647456"/>
                  </a:lnTo>
                  <a:lnTo>
                    <a:pt x="4197315" y="1647456"/>
                  </a:lnTo>
                  <a:lnTo>
                    <a:pt x="4197983" y="1655829"/>
                  </a:lnTo>
                  <a:lnTo>
                    <a:pt x="4198651" y="1668389"/>
                  </a:lnTo>
                  <a:lnTo>
                    <a:pt x="4199319" y="1668389"/>
                  </a:lnTo>
                  <a:lnTo>
                    <a:pt x="4199987" y="1668389"/>
                  </a:lnTo>
                  <a:lnTo>
                    <a:pt x="4200655" y="1668389"/>
                  </a:lnTo>
                  <a:lnTo>
                    <a:pt x="4201323" y="1668389"/>
                  </a:lnTo>
                  <a:lnTo>
                    <a:pt x="4201991" y="1668389"/>
                  </a:lnTo>
                  <a:lnTo>
                    <a:pt x="4202659" y="1649549"/>
                  </a:lnTo>
                  <a:lnTo>
                    <a:pt x="4203327" y="1647456"/>
                  </a:lnTo>
                  <a:lnTo>
                    <a:pt x="4203995" y="1647456"/>
                  </a:lnTo>
                  <a:lnTo>
                    <a:pt x="4204663" y="1647456"/>
                  </a:lnTo>
                  <a:lnTo>
                    <a:pt x="4205331" y="1647456"/>
                  </a:lnTo>
                  <a:lnTo>
                    <a:pt x="4205999" y="1647456"/>
                  </a:lnTo>
                  <a:lnTo>
                    <a:pt x="4206667" y="1645363"/>
                  </a:lnTo>
                  <a:lnTo>
                    <a:pt x="4207335" y="1626523"/>
                  </a:lnTo>
                  <a:lnTo>
                    <a:pt x="4208003" y="1626523"/>
                  </a:lnTo>
                  <a:lnTo>
                    <a:pt x="4208671" y="1626523"/>
                  </a:lnTo>
                  <a:lnTo>
                    <a:pt x="4209339" y="1626523"/>
                  </a:lnTo>
                  <a:lnTo>
                    <a:pt x="4210007" y="1626523"/>
                  </a:lnTo>
                  <a:lnTo>
                    <a:pt x="4210675" y="1626523"/>
                  </a:lnTo>
                  <a:lnTo>
                    <a:pt x="4211343" y="1626523"/>
                  </a:lnTo>
                  <a:lnTo>
                    <a:pt x="4212011" y="1626523"/>
                  </a:lnTo>
                  <a:lnTo>
                    <a:pt x="4212679" y="1645363"/>
                  </a:lnTo>
                  <a:lnTo>
                    <a:pt x="4213347" y="1647456"/>
                  </a:lnTo>
                  <a:lnTo>
                    <a:pt x="4214015" y="1647456"/>
                  </a:lnTo>
                  <a:lnTo>
                    <a:pt x="4214683" y="1647456"/>
                  </a:lnTo>
                  <a:lnTo>
                    <a:pt x="4215351" y="1647456"/>
                  </a:lnTo>
                  <a:lnTo>
                    <a:pt x="4216019" y="1647456"/>
                  </a:lnTo>
                  <a:lnTo>
                    <a:pt x="4216688" y="1649549"/>
                  </a:lnTo>
                  <a:lnTo>
                    <a:pt x="4217356" y="1668389"/>
                  </a:lnTo>
                  <a:lnTo>
                    <a:pt x="4218024" y="1668389"/>
                  </a:lnTo>
                  <a:lnTo>
                    <a:pt x="4218692" y="1668389"/>
                  </a:lnTo>
                  <a:lnTo>
                    <a:pt x="4219360" y="1668389"/>
                  </a:lnTo>
                  <a:lnTo>
                    <a:pt x="4220028" y="1668389"/>
                  </a:lnTo>
                  <a:lnTo>
                    <a:pt x="4220696" y="1668389"/>
                  </a:lnTo>
                  <a:lnTo>
                    <a:pt x="4221364" y="1668389"/>
                  </a:lnTo>
                  <a:lnTo>
                    <a:pt x="4222032" y="1668389"/>
                  </a:lnTo>
                  <a:lnTo>
                    <a:pt x="4222700" y="1668389"/>
                  </a:lnTo>
                  <a:lnTo>
                    <a:pt x="4223368" y="1668389"/>
                  </a:lnTo>
                  <a:lnTo>
                    <a:pt x="4224036" y="1666296"/>
                  </a:lnTo>
                  <a:lnTo>
                    <a:pt x="4224704" y="1647456"/>
                  </a:lnTo>
                  <a:lnTo>
                    <a:pt x="4225372" y="1647456"/>
                  </a:lnTo>
                  <a:lnTo>
                    <a:pt x="4226040" y="1647456"/>
                  </a:lnTo>
                  <a:lnTo>
                    <a:pt x="4226708" y="1647456"/>
                  </a:lnTo>
                  <a:lnTo>
                    <a:pt x="4227376" y="1647456"/>
                  </a:lnTo>
                  <a:lnTo>
                    <a:pt x="4228044" y="1647456"/>
                  </a:lnTo>
                  <a:lnTo>
                    <a:pt x="4228712" y="1647456"/>
                  </a:lnTo>
                  <a:lnTo>
                    <a:pt x="4229380" y="1642223"/>
                  </a:lnTo>
                  <a:lnTo>
                    <a:pt x="4230048" y="1626523"/>
                  </a:lnTo>
                  <a:lnTo>
                    <a:pt x="4230716" y="1626523"/>
                  </a:lnTo>
                  <a:lnTo>
                    <a:pt x="4231384" y="1608729"/>
                  </a:lnTo>
                  <a:lnTo>
                    <a:pt x="4232052" y="1605589"/>
                  </a:lnTo>
                  <a:lnTo>
                    <a:pt x="4232720" y="1605589"/>
                  </a:lnTo>
                  <a:lnTo>
                    <a:pt x="4233388" y="1605589"/>
                  </a:lnTo>
                  <a:lnTo>
                    <a:pt x="4234056" y="1607683"/>
                  </a:lnTo>
                  <a:lnTo>
                    <a:pt x="4234724" y="1626523"/>
                  </a:lnTo>
                  <a:lnTo>
                    <a:pt x="4235392" y="1626523"/>
                  </a:lnTo>
                  <a:lnTo>
                    <a:pt x="4236060" y="1626523"/>
                  </a:lnTo>
                  <a:lnTo>
                    <a:pt x="4236728" y="1626523"/>
                  </a:lnTo>
                  <a:lnTo>
                    <a:pt x="4237396" y="1624429"/>
                  </a:lnTo>
                  <a:lnTo>
                    <a:pt x="4238064" y="1605589"/>
                  </a:lnTo>
                  <a:lnTo>
                    <a:pt x="4238732" y="1585703"/>
                  </a:lnTo>
                  <a:lnTo>
                    <a:pt x="4239400" y="1545929"/>
                  </a:lnTo>
                  <a:lnTo>
                    <a:pt x="4240068" y="1524996"/>
                  </a:lnTo>
                  <a:lnTo>
                    <a:pt x="4240736" y="1521856"/>
                  </a:lnTo>
                  <a:lnTo>
                    <a:pt x="4241405" y="1539649"/>
                  </a:lnTo>
                  <a:lnTo>
                    <a:pt x="4242073" y="1542789"/>
                  </a:lnTo>
                  <a:lnTo>
                    <a:pt x="4242741" y="1542789"/>
                  </a:lnTo>
                  <a:lnTo>
                    <a:pt x="4243409" y="1542789"/>
                  </a:lnTo>
                  <a:lnTo>
                    <a:pt x="4244077" y="1542789"/>
                  </a:lnTo>
                  <a:lnTo>
                    <a:pt x="4244745" y="1527089"/>
                  </a:lnTo>
                  <a:lnTo>
                    <a:pt x="4245413" y="1521856"/>
                  </a:lnTo>
                  <a:lnTo>
                    <a:pt x="4246081" y="1521856"/>
                  </a:lnTo>
                  <a:lnTo>
                    <a:pt x="4246749" y="1521856"/>
                  </a:lnTo>
                  <a:lnTo>
                    <a:pt x="4247417" y="1523949"/>
                  </a:lnTo>
                  <a:lnTo>
                    <a:pt x="4248085" y="1524996"/>
                  </a:lnTo>
                  <a:lnTo>
                    <a:pt x="4248753" y="1520809"/>
                  </a:lnTo>
                  <a:lnTo>
                    <a:pt x="4249421" y="1565816"/>
                  </a:lnTo>
                  <a:lnTo>
                    <a:pt x="4250089" y="1602449"/>
                  </a:lnTo>
                  <a:lnTo>
                    <a:pt x="4250757" y="1605589"/>
                  </a:lnTo>
                  <a:lnTo>
                    <a:pt x="4251425" y="1605589"/>
                  </a:lnTo>
                  <a:lnTo>
                    <a:pt x="4252093" y="1605589"/>
                  </a:lnTo>
                  <a:lnTo>
                    <a:pt x="4252761" y="1605589"/>
                  </a:lnTo>
                  <a:lnTo>
                    <a:pt x="4253429" y="1605589"/>
                  </a:lnTo>
                  <a:lnTo>
                    <a:pt x="4254097" y="1584656"/>
                  </a:lnTo>
                  <a:lnTo>
                    <a:pt x="4254765" y="1600356"/>
                  </a:lnTo>
                  <a:lnTo>
                    <a:pt x="4255433" y="1605589"/>
                  </a:lnTo>
                  <a:lnTo>
                    <a:pt x="4256101" y="1605589"/>
                  </a:lnTo>
                  <a:lnTo>
                    <a:pt x="4256769" y="1605589"/>
                  </a:lnTo>
                  <a:lnTo>
                    <a:pt x="4257437" y="1605589"/>
                  </a:lnTo>
                  <a:lnTo>
                    <a:pt x="4258105" y="1623383"/>
                  </a:lnTo>
                  <a:lnTo>
                    <a:pt x="4258773" y="1647456"/>
                  </a:lnTo>
                  <a:lnTo>
                    <a:pt x="4259441" y="1647456"/>
                  </a:lnTo>
                  <a:lnTo>
                    <a:pt x="4260109" y="1647456"/>
                  </a:lnTo>
                  <a:lnTo>
                    <a:pt x="4260777" y="1647456"/>
                  </a:lnTo>
                  <a:lnTo>
                    <a:pt x="4261445" y="1647456"/>
                  </a:lnTo>
                  <a:lnTo>
                    <a:pt x="4262113" y="1647456"/>
                  </a:lnTo>
                  <a:lnTo>
                    <a:pt x="4262781" y="1647456"/>
                  </a:lnTo>
                  <a:lnTo>
                    <a:pt x="4263449" y="1647456"/>
                  </a:lnTo>
                  <a:lnTo>
                    <a:pt x="4264117" y="1668810"/>
                  </a:lnTo>
                  <a:lnTo>
                    <a:pt x="4264785" y="1668810"/>
                  </a:lnTo>
                  <a:lnTo>
                    <a:pt x="4265453" y="1668810"/>
                  </a:lnTo>
                  <a:lnTo>
                    <a:pt x="4266122" y="1668810"/>
                  </a:lnTo>
                  <a:lnTo>
                    <a:pt x="4266790" y="1668810"/>
                  </a:lnTo>
                  <a:lnTo>
                    <a:pt x="4267458" y="1668810"/>
                  </a:lnTo>
                  <a:lnTo>
                    <a:pt x="4268126" y="1668810"/>
                  </a:lnTo>
                  <a:lnTo>
                    <a:pt x="4268794" y="1668810"/>
                  </a:lnTo>
                  <a:lnTo>
                    <a:pt x="4269462" y="1668810"/>
                  </a:lnTo>
                  <a:lnTo>
                    <a:pt x="4270130" y="1668810"/>
                  </a:lnTo>
                  <a:lnTo>
                    <a:pt x="4270798" y="1668810"/>
                  </a:lnTo>
                  <a:lnTo>
                    <a:pt x="4271466" y="1668810"/>
                  </a:lnTo>
                  <a:lnTo>
                    <a:pt x="4272134" y="1668810"/>
                  </a:lnTo>
                  <a:lnTo>
                    <a:pt x="4272802" y="1668810"/>
                  </a:lnTo>
                  <a:lnTo>
                    <a:pt x="4273470" y="1668810"/>
                  </a:lnTo>
                  <a:lnTo>
                    <a:pt x="4274138" y="1668810"/>
                  </a:lnTo>
                  <a:lnTo>
                    <a:pt x="4274806" y="1668810"/>
                  </a:lnTo>
                  <a:lnTo>
                    <a:pt x="4275474" y="1647456"/>
                  </a:lnTo>
                  <a:lnTo>
                    <a:pt x="4276142" y="1643269"/>
                  </a:lnTo>
                  <a:lnTo>
                    <a:pt x="4276810" y="1626523"/>
                  </a:lnTo>
                  <a:lnTo>
                    <a:pt x="4277478" y="1626523"/>
                  </a:lnTo>
                  <a:lnTo>
                    <a:pt x="4278146" y="1626523"/>
                  </a:lnTo>
                  <a:lnTo>
                    <a:pt x="4278814" y="1626523"/>
                  </a:lnTo>
                  <a:lnTo>
                    <a:pt x="4279482" y="1626523"/>
                  </a:lnTo>
                  <a:lnTo>
                    <a:pt x="4280150" y="1626523"/>
                  </a:lnTo>
                  <a:lnTo>
                    <a:pt x="4280818" y="1626523"/>
                  </a:lnTo>
                  <a:lnTo>
                    <a:pt x="4281486" y="1626523"/>
                  </a:lnTo>
                  <a:lnTo>
                    <a:pt x="4282154" y="1626523"/>
                  </a:lnTo>
                  <a:lnTo>
                    <a:pt x="4282822" y="1633849"/>
                  </a:lnTo>
                  <a:lnTo>
                    <a:pt x="4283490" y="1647456"/>
                  </a:lnTo>
                  <a:lnTo>
                    <a:pt x="4284158" y="1647456"/>
                  </a:lnTo>
                  <a:lnTo>
                    <a:pt x="4284826" y="1647456"/>
                  </a:lnTo>
                  <a:lnTo>
                    <a:pt x="4285494" y="1647456"/>
                  </a:lnTo>
                  <a:lnTo>
                    <a:pt x="4286162" y="1651643"/>
                  </a:lnTo>
                  <a:lnTo>
                    <a:pt x="4286830" y="1649549"/>
                  </a:lnTo>
                  <a:lnTo>
                    <a:pt x="4287498" y="1647456"/>
                  </a:lnTo>
                  <a:lnTo>
                    <a:pt x="4288166" y="1647456"/>
                  </a:lnTo>
                  <a:lnTo>
                    <a:pt x="4288834" y="1647456"/>
                  </a:lnTo>
                  <a:lnTo>
                    <a:pt x="4289502" y="1647456"/>
                  </a:lnTo>
                  <a:lnTo>
                    <a:pt x="4290170" y="1647456"/>
                  </a:lnTo>
                  <a:lnTo>
                    <a:pt x="4290839" y="1647456"/>
                  </a:lnTo>
                  <a:lnTo>
                    <a:pt x="4291507" y="1647456"/>
                  </a:lnTo>
                  <a:lnTo>
                    <a:pt x="4292175" y="1641176"/>
                  </a:lnTo>
                  <a:lnTo>
                    <a:pt x="4292843" y="1652063"/>
                  </a:lnTo>
                  <a:lnTo>
                    <a:pt x="4293511" y="1652590"/>
                  </a:lnTo>
                  <a:lnTo>
                    <a:pt x="4294179" y="1644493"/>
                  </a:lnTo>
                  <a:lnTo>
                    <a:pt x="4294847" y="1641497"/>
                  </a:lnTo>
                  <a:lnTo>
                    <a:pt x="4295515" y="1641497"/>
                  </a:lnTo>
                  <a:lnTo>
                    <a:pt x="4296183" y="1641497"/>
                  </a:lnTo>
                  <a:lnTo>
                    <a:pt x="4296851" y="1655221"/>
                  </a:lnTo>
                  <a:lnTo>
                    <a:pt x="4297519" y="1656746"/>
                  </a:lnTo>
                  <a:lnTo>
                    <a:pt x="4298187" y="1643022"/>
                  </a:lnTo>
                  <a:lnTo>
                    <a:pt x="4298855" y="1624722"/>
                  </a:lnTo>
                  <a:lnTo>
                    <a:pt x="4299523" y="1643964"/>
                  </a:lnTo>
                  <a:lnTo>
                    <a:pt x="4300191" y="1619232"/>
                  </a:lnTo>
                  <a:lnTo>
                    <a:pt x="4300859" y="1604063"/>
                  </a:lnTo>
                  <a:lnTo>
                    <a:pt x="4301527" y="1621456"/>
                  </a:lnTo>
                  <a:lnTo>
                    <a:pt x="4302195" y="1609989"/>
                  </a:lnTo>
                  <a:lnTo>
                    <a:pt x="4302863" y="1618830"/>
                  </a:lnTo>
                  <a:lnTo>
                    <a:pt x="4303531" y="1619854"/>
                  </a:lnTo>
                  <a:lnTo>
                    <a:pt x="4304199" y="1596781"/>
                  </a:lnTo>
                  <a:lnTo>
                    <a:pt x="4304867" y="1599815"/>
                  </a:lnTo>
                  <a:lnTo>
                    <a:pt x="4305535" y="1599815"/>
                  </a:lnTo>
                  <a:lnTo>
                    <a:pt x="4306203" y="1599815"/>
                  </a:lnTo>
                  <a:lnTo>
                    <a:pt x="4306871" y="1596781"/>
                  </a:lnTo>
                  <a:lnTo>
                    <a:pt x="4307539" y="1587679"/>
                  </a:lnTo>
                  <a:lnTo>
                    <a:pt x="4308207" y="1598601"/>
                  </a:lnTo>
                  <a:lnTo>
                    <a:pt x="4308875" y="1613164"/>
                  </a:lnTo>
                  <a:lnTo>
                    <a:pt x="4309543" y="1588124"/>
                  </a:lnTo>
                  <a:lnTo>
                    <a:pt x="4310211" y="1617098"/>
                  </a:lnTo>
                  <a:lnTo>
                    <a:pt x="4310879" y="1636159"/>
                  </a:lnTo>
                  <a:lnTo>
                    <a:pt x="4311547" y="1596169"/>
                  </a:lnTo>
                  <a:lnTo>
                    <a:pt x="4312215" y="1625476"/>
                  </a:lnTo>
                  <a:lnTo>
                    <a:pt x="4312883" y="1644316"/>
                  </a:lnTo>
                  <a:lnTo>
                    <a:pt x="4313551" y="1647456"/>
                  </a:lnTo>
                  <a:lnTo>
                    <a:pt x="4314219" y="1647456"/>
                  </a:lnTo>
                  <a:lnTo>
                    <a:pt x="4314888" y="1647456"/>
                  </a:lnTo>
                  <a:lnTo>
                    <a:pt x="4315556" y="1647456"/>
                  </a:lnTo>
                  <a:lnTo>
                    <a:pt x="4316224" y="1647456"/>
                  </a:lnTo>
                  <a:lnTo>
                    <a:pt x="4316892" y="1652689"/>
                  </a:lnTo>
                  <a:lnTo>
                    <a:pt x="4317560" y="1668389"/>
                  </a:lnTo>
                  <a:lnTo>
                    <a:pt x="4318228" y="1668389"/>
                  </a:lnTo>
                  <a:lnTo>
                    <a:pt x="4318896" y="1668389"/>
                  </a:lnTo>
                  <a:lnTo>
                    <a:pt x="4319564" y="1668389"/>
                  </a:lnTo>
                  <a:lnTo>
                    <a:pt x="4320232" y="1668389"/>
                  </a:lnTo>
                  <a:lnTo>
                    <a:pt x="4320900" y="1658969"/>
                  </a:lnTo>
                  <a:lnTo>
                    <a:pt x="4321568" y="1647456"/>
                  </a:lnTo>
                  <a:lnTo>
                    <a:pt x="4322236" y="1634896"/>
                  </a:lnTo>
                  <a:lnTo>
                    <a:pt x="4322904" y="1626523"/>
                  </a:lnTo>
                  <a:lnTo>
                    <a:pt x="4323572" y="1626523"/>
                  </a:lnTo>
                  <a:lnTo>
                    <a:pt x="4324240" y="1626523"/>
                  </a:lnTo>
                  <a:lnTo>
                    <a:pt x="4324908" y="1626523"/>
                  </a:lnTo>
                  <a:lnTo>
                    <a:pt x="4325576" y="1626523"/>
                  </a:lnTo>
                  <a:lnTo>
                    <a:pt x="4326244" y="1615009"/>
                  </a:lnTo>
                  <a:lnTo>
                    <a:pt x="4326912" y="1605589"/>
                  </a:lnTo>
                  <a:lnTo>
                    <a:pt x="4327580" y="1605589"/>
                  </a:lnTo>
                  <a:lnTo>
                    <a:pt x="4328248" y="1605589"/>
                  </a:lnTo>
                  <a:lnTo>
                    <a:pt x="4328916" y="1605589"/>
                  </a:lnTo>
                  <a:lnTo>
                    <a:pt x="4329584" y="1605589"/>
                  </a:lnTo>
                  <a:lnTo>
                    <a:pt x="4330252" y="1605589"/>
                  </a:lnTo>
                  <a:lnTo>
                    <a:pt x="4330920" y="1615009"/>
                  </a:lnTo>
                  <a:lnTo>
                    <a:pt x="4331588" y="1615009"/>
                  </a:lnTo>
                  <a:lnTo>
                    <a:pt x="4332256" y="1618149"/>
                  </a:lnTo>
                  <a:lnTo>
                    <a:pt x="4332924" y="1626523"/>
                  </a:lnTo>
                  <a:lnTo>
                    <a:pt x="4333592" y="1607683"/>
                  </a:lnTo>
                  <a:lnTo>
                    <a:pt x="4334260" y="1593029"/>
                  </a:lnTo>
                  <a:lnTo>
                    <a:pt x="4334928" y="1584656"/>
                  </a:lnTo>
                  <a:lnTo>
                    <a:pt x="4335596" y="1584656"/>
                  </a:lnTo>
                  <a:lnTo>
                    <a:pt x="4336264" y="1596169"/>
                  </a:lnTo>
                  <a:lnTo>
                    <a:pt x="4336932" y="1605589"/>
                  </a:lnTo>
                  <a:lnTo>
                    <a:pt x="4337600" y="1605589"/>
                  </a:lnTo>
                  <a:lnTo>
                    <a:pt x="4338268" y="1605589"/>
                  </a:lnTo>
                  <a:lnTo>
                    <a:pt x="4338936" y="1605589"/>
                  </a:lnTo>
                  <a:lnTo>
                    <a:pt x="4339605" y="1605589"/>
                  </a:lnTo>
                  <a:lnTo>
                    <a:pt x="4340273" y="1605589"/>
                  </a:lnTo>
                  <a:lnTo>
                    <a:pt x="4340941" y="1605589"/>
                  </a:lnTo>
                  <a:lnTo>
                    <a:pt x="4341609" y="1617103"/>
                  </a:lnTo>
                  <a:lnTo>
                    <a:pt x="4342277" y="1626523"/>
                  </a:lnTo>
                  <a:lnTo>
                    <a:pt x="4342945" y="1626523"/>
                  </a:lnTo>
                  <a:lnTo>
                    <a:pt x="4343613" y="1645363"/>
                  </a:lnTo>
                  <a:lnTo>
                    <a:pt x="4344281" y="1660016"/>
                  </a:lnTo>
                  <a:lnTo>
                    <a:pt x="4344949" y="1668389"/>
                  </a:lnTo>
                  <a:lnTo>
                    <a:pt x="4345617" y="1668389"/>
                  </a:lnTo>
                  <a:lnTo>
                    <a:pt x="4346285" y="1668389"/>
                  </a:lnTo>
                  <a:lnTo>
                    <a:pt x="4346953" y="1668389"/>
                  </a:lnTo>
                  <a:lnTo>
                    <a:pt x="4347621" y="1668389"/>
                  </a:lnTo>
                  <a:lnTo>
                    <a:pt x="4348289" y="1668389"/>
                  </a:lnTo>
                  <a:lnTo>
                    <a:pt x="4348957" y="1668389"/>
                  </a:lnTo>
                  <a:lnTo>
                    <a:pt x="4349625" y="1668389"/>
                  </a:lnTo>
                  <a:lnTo>
                    <a:pt x="4350293" y="1668389"/>
                  </a:lnTo>
                  <a:lnTo>
                    <a:pt x="4350961" y="1668389"/>
                  </a:lnTo>
                  <a:lnTo>
                    <a:pt x="4351629" y="1668389"/>
                  </a:lnTo>
                  <a:lnTo>
                    <a:pt x="4352297" y="1668389"/>
                  </a:lnTo>
                  <a:lnTo>
                    <a:pt x="4352965" y="1668389"/>
                  </a:lnTo>
                  <a:lnTo>
                    <a:pt x="4353633" y="1668389"/>
                  </a:lnTo>
                  <a:lnTo>
                    <a:pt x="4354301" y="1668389"/>
                  </a:lnTo>
                  <a:lnTo>
                    <a:pt x="4354969" y="1668389"/>
                  </a:lnTo>
                  <a:lnTo>
                    <a:pt x="4355637" y="1668389"/>
                  </a:lnTo>
                  <a:lnTo>
                    <a:pt x="4356305" y="1650596"/>
                  </a:lnTo>
                  <a:lnTo>
                    <a:pt x="4356973" y="1647456"/>
                  </a:lnTo>
                  <a:lnTo>
                    <a:pt x="4357641" y="1647456"/>
                  </a:lnTo>
                  <a:lnTo>
                    <a:pt x="4358309" y="1647456"/>
                  </a:lnTo>
                  <a:lnTo>
                    <a:pt x="4358977" y="1647456"/>
                  </a:lnTo>
                  <a:lnTo>
                    <a:pt x="4359645" y="1647456"/>
                  </a:lnTo>
                  <a:lnTo>
                    <a:pt x="4360313" y="1639083"/>
                  </a:lnTo>
                  <a:lnTo>
                    <a:pt x="4360981" y="1626523"/>
                  </a:lnTo>
                  <a:lnTo>
                    <a:pt x="4361649" y="1626523"/>
                  </a:lnTo>
                  <a:lnTo>
                    <a:pt x="4362317" y="1661231"/>
                  </a:lnTo>
                  <a:lnTo>
                    <a:pt x="4362985" y="1652590"/>
                  </a:lnTo>
                  <a:lnTo>
                    <a:pt x="4363653" y="1645520"/>
                  </a:lnTo>
                  <a:lnTo>
                    <a:pt x="4364322" y="1627772"/>
                  </a:lnTo>
                  <a:lnTo>
                    <a:pt x="4364990" y="1612523"/>
                  </a:lnTo>
                  <a:lnTo>
                    <a:pt x="4365658" y="1610998"/>
                  </a:lnTo>
                  <a:lnTo>
                    <a:pt x="4366326" y="1623960"/>
                  </a:lnTo>
                  <a:lnTo>
                    <a:pt x="4366994" y="1626247"/>
                  </a:lnTo>
                  <a:lnTo>
                    <a:pt x="4367662" y="1626247"/>
                  </a:lnTo>
                  <a:lnTo>
                    <a:pt x="4368330" y="1626247"/>
                  </a:lnTo>
                  <a:lnTo>
                    <a:pt x="4368998" y="1626247"/>
                  </a:lnTo>
                  <a:lnTo>
                    <a:pt x="4369666" y="1619385"/>
                  </a:lnTo>
                  <a:lnTo>
                    <a:pt x="4370334" y="1603373"/>
                  </a:lnTo>
                  <a:lnTo>
                    <a:pt x="4371002" y="1610998"/>
                  </a:lnTo>
                  <a:lnTo>
                    <a:pt x="4371670" y="1599561"/>
                  </a:lnTo>
                  <a:lnTo>
                    <a:pt x="4372338" y="1596816"/>
                  </a:lnTo>
                  <a:lnTo>
                    <a:pt x="4373006" y="1605457"/>
                  </a:lnTo>
                  <a:lnTo>
                    <a:pt x="4373674" y="1607786"/>
                  </a:lnTo>
                  <a:lnTo>
                    <a:pt x="4374342" y="1582563"/>
                  </a:lnTo>
                  <a:lnTo>
                    <a:pt x="4375010" y="1603496"/>
                  </a:lnTo>
                  <a:lnTo>
                    <a:pt x="4375678" y="1605589"/>
                  </a:lnTo>
                  <a:lnTo>
                    <a:pt x="4376346" y="1605589"/>
                  </a:lnTo>
                  <a:lnTo>
                    <a:pt x="4377014" y="1605589"/>
                  </a:lnTo>
                  <a:lnTo>
                    <a:pt x="4377682" y="1605589"/>
                  </a:lnTo>
                  <a:lnTo>
                    <a:pt x="4378350" y="1605589"/>
                  </a:lnTo>
                  <a:lnTo>
                    <a:pt x="4379018" y="1605589"/>
                  </a:lnTo>
                  <a:lnTo>
                    <a:pt x="4379686" y="1615009"/>
                  </a:lnTo>
                  <a:lnTo>
                    <a:pt x="4380354" y="1645363"/>
                  </a:lnTo>
                  <a:lnTo>
                    <a:pt x="4381022" y="1647456"/>
                  </a:lnTo>
                  <a:lnTo>
                    <a:pt x="4381690" y="1663156"/>
                  </a:lnTo>
                  <a:lnTo>
                    <a:pt x="4382358" y="1668389"/>
                  </a:lnTo>
                  <a:lnTo>
                    <a:pt x="4383026" y="1668389"/>
                  </a:lnTo>
                  <a:lnTo>
                    <a:pt x="4383694" y="1668389"/>
                  </a:lnTo>
                  <a:lnTo>
                    <a:pt x="4384362" y="1649549"/>
                  </a:lnTo>
                  <a:lnTo>
                    <a:pt x="4385030" y="1647456"/>
                  </a:lnTo>
                  <a:lnTo>
                    <a:pt x="4385698" y="1647456"/>
                  </a:lnTo>
                  <a:lnTo>
                    <a:pt x="4386366" y="1647456"/>
                  </a:lnTo>
                  <a:lnTo>
                    <a:pt x="4387034" y="1647456"/>
                  </a:lnTo>
                  <a:lnTo>
                    <a:pt x="4387702" y="1647456"/>
                  </a:lnTo>
                  <a:lnTo>
                    <a:pt x="4388370" y="1647456"/>
                  </a:lnTo>
                  <a:lnTo>
                    <a:pt x="4389039" y="1636989"/>
                  </a:lnTo>
                  <a:lnTo>
                    <a:pt x="4389707" y="1623383"/>
                  </a:lnTo>
                  <a:lnTo>
                    <a:pt x="4390375" y="1568956"/>
                  </a:lnTo>
                  <a:lnTo>
                    <a:pt x="4391043" y="1563722"/>
                  </a:lnTo>
                  <a:lnTo>
                    <a:pt x="4391711" y="1563722"/>
                  </a:lnTo>
                  <a:lnTo>
                    <a:pt x="4392379" y="1563722"/>
                  </a:lnTo>
                  <a:lnTo>
                    <a:pt x="4393047" y="1563722"/>
                  </a:lnTo>
                  <a:lnTo>
                    <a:pt x="4393715" y="1563722"/>
                  </a:lnTo>
                  <a:lnTo>
                    <a:pt x="4394383" y="1582563"/>
                  </a:lnTo>
                  <a:lnTo>
                    <a:pt x="4395051" y="1584656"/>
                  </a:lnTo>
                  <a:lnTo>
                    <a:pt x="4395719" y="1580469"/>
                  </a:lnTo>
                  <a:lnTo>
                    <a:pt x="4396387" y="1563722"/>
                  </a:lnTo>
                  <a:lnTo>
                    <a:pt x="4397055" y="1563722"/>
                  </a:lnTo>
                  <a:lnTo>
                    <a:pt x="4397723" y="1621168"/>
                  </a:lnTo>
                  <a:lnTo>
                    <a:pt x="4398391" y="1621168"/>
                  </a:lnTo>
                  <a:lnTo>
                    <a:pt x="4399059" y="1633872"/>
                  </a:lnTo>
                  <a:lnTo>
                    <a:pt x="4399727" y="1643784"/>
                  </a:lnTo>
                  <a:lnTo>
                    <a:pt x="4400395" y="1668810"/>
                  </a:lnTo>
                  <a:lnTo>
                    <a:pt x="4401063" y="1668810"/>
                  </a:lnTo>
                  <a:lnTo>
                    <a:pt x="4401731" y="1668810"/>
                  </a:lnTo>
                  <a:lnTo>
                    <a:pt x="4402399" y="1668810"/>
                  </a:lnTo>
                  <a:lnTo>
                    <a:pt x="4403067" y="1668810"/>
                  </a:lnTo>
                  <a:lnTo>
                    <a:pt x="4403735" y="1668810"/>
                  </a:lnTo>
                  <a:lnTo>
                    <a:pt x="4404403" y="1668810"/>
                  </a:lnTo>
                  <a:lnTo>
                    <a:pt x="4405071" y="1668810"/>
                  </a:lnTo>
                  <a:lnTo>
                    <a:pt x="4405739" y="1668810"/>
                  </a:lnTo>
                  <a:lnTo>
                    <a:pt x="4406407" y="1668810"/>
                  </a:lnTo>
                  <a:lnTo>
                    <a:pt x="4407075" y="1668810"/>
                  </a:lnTo>
                  <a:lnTo>
                    <a:pt x="4407743" y="1668810"/>
                  </a:lnTo>
                  <a:lnTo>
                    <a:pt x="4408411" y="1668810"/>
                  </a:lnTo>
                  <a:lnTo>
                    <a:pt x="4409079" y="1668389"/>
                  </a:lnTo>
                  <a:lnTo>
                    <a:pt x="4409747" y="1668389"/>
                  </a:lnTo>
                  <a:lnTo>
                    <a:pt x="4410415" y="1668389"/>
                  </a:lnTo>
                  <a:lnTo>
                    <a:pt x="4411083" y="1668389"/>
                  </a:lnTo>
                  <a:lnTo>
                    <a:pt x="4411751" y="1668389"/>
                  </a:lnTo>
                  <a:lnTo>
                    <a:pt x="4412419" y="1668389"/>
                  </a:lnTo>
                  <a:lnTo>
                    <a:pt x="4413088" y="1668389"/>
                  </a:lnTo>
                  <a:lnTo>
                    <a:pt x="4413756" y="1668389"/>
                  </a:lnTo>
                  <a:lnTo>
                    <a:pt x="4414424" y="1668389"/>
                  </a:lnTo>
                  <a:lnTo>
                    <a:pt x="4415092" y="1668389"/>
                  </a:lnTo>
                  <a:lnTo>
                    <a:pt x="4415760" y="1668389"/>
                  </a:lnTo>
                  <a:lnTo>
                    <a:pt x="4416428" y="1668389"/>
                  </a:lnTo>
                  <a:lnTo>
                    <a:pt x="4417096" y="1668389"/>
                  </a:lnTo>
                  <a:lnTo>
                    <a:pt x="4417764" y="1668389"/>
                  </a:lnTo>
                  <a:lnTo>
                    <a:pt x="4418432" y="1668389"/>
                  </a:lnTo>
                  <a:lnTo>
                    <a:pt x="4419100" y="1668389"/>
                  </a:lnTo>
                  <a:lnTo>
                    <a:pt x="4419768" y="1668389"/>
                  </a:lnTo>
                  <a:lnTo>
                    <a:pt x="4420436" y="1668389"/>
                  </a:lnTo>
                  <a:lnTo>
                    <a:pt x="4421104" y="1668389"/>
                  </a:lnTo>
                  <a:lnTo>
                    <a:pt x="4421772" y="1668389"/>
                  </a:lnTo>
                  <a:lnTo>
                    <a:pt x="4422440" y="1668389"/>
                  </a:lnTo>
                  <a:lnTo>
                    <a:pt x="4423108" y="1668389"/>
                  </a:lnTo>
                  <a:lnTo>
                    <a:pt x="4423776" y="1668389"/>
                  </a:lnTo>
                  <a:lnTo>
                    <a:pt x="4424444" y="1668389"/>
                  </a:lnTo>
                  <a:lnTo>
                    <a:pt x="4425112" y="1668389"/>
                  </a:lnTo>
                  <a:lnTo>
                    <a:pt x="4425780" y="1668389"/>
                  </a:lnTo>
                  <a:lnTo>
                    <a:pt x="4426448" y="1668389"/>
                  </a:lnTo>
                  <a:lnTo>
                    <a:pt x="4427116" y="1668389"/>
                  </a:lnTo>
                  <a:lnTo>
                    <a:pt x="4427784" y="1668389"/>
                  </a:lnTo>
                  <a:lnTo>
                    <a:pt x="4428452" y="1668389"/>
                  </a:lnTo>
                  <a:lnTo>
                    <a:pt x="4429120" y="1668389"/>
                  </a:lnTo>
                  <a:lnTo>
                    <a:pt x="4429788" y="1668389"/>
                  </a:lnTo>
                  <a:lnTo>
                    <a:pt x="4430456" y="1668810"/>
                  </a:lnTo>
                  <a:lnTo>
                    <a:pt x="4431124" y="1668810"/>
                  </a:lnTo>
                  <a:lnTo>
                    <a:pt x="4431792" y="1668810"/>
                  </a:lnTo>
                  <a:lnTo>
                    <a:pt x="4432460" y="1668810"/>
                  </a:lnTo>
                  <a:lnTo>
                    <a:pt x="4433128" y="1668810"/>
                  </a:lnTo>
                  <a:lnTo>
                    <a:pt x="4433796" y="1668810"/>
                  </a:lnTo>
                  <a:lnTo>
                    <a:pt x="4434464" y="1668810"/>
                  </a:lnTo>
                  <a:lnTo>
                    <a:pt x="4435132" y="1668810"/>
                  </a:lnTo>
                  <a:lnTo>
                    <a:pt x="4435800" y="1668810"/>
                  </a:lnTo>
                  <a:lnTo>
                    <a:pt x="4436468" y="1668810"/>
                  </a:lnTo>
                  <a:lnTo>
                    <a:pt x="4437136" y="1668810"/>
                  </a:lnTo>
                  <a:lnTo>
                    <a:pt x="4437805" y="1668810"/>
                  </a:lnTo>
                  <a:lnTo>
                    <a:pt x="4438473" y="1668810"/>
                  </a:lnTo>
                  <a:lnTo>
                    <a:pt x="4439141" y="1668810"/>
                  </a:lnTo>
                  <a:lnTo>
                    <a:pt x="4439809" y="1668810"/>
                  </a:lnTo>
                  <a:lnTo>
                    <a:pt x="4440477" y="1668810"/>
                  </a:lnTo>
                  <a:lnTo>
                    <a:pt x="4441145" y="1668810"/>
                  </a:lnTo>
                  <a:lnTo>
                    <a:pt x="4441813" y="1668810"/>
                  </a:lnTo>
                  <a:lnTo>
                    <a:pt x="4442481" y="1668810"/>
                  </a:lnTo>
                  <a:lnTo>
                    <a:pt x="4443149" y="1668810"/>
                  </a:lnTo>
                  <a:lnTo>
                    <a:pt x="4443817" y="1668810"/>
                  </a:lnTo>
                  <a:lnTo>
                    <a:pt x="4444485" y="1668810"/>
                  </a:lnTo>
                  <a:lnTo>
                    <a:pt x="4445153" y="1668810"/>
                  </a:lnTo>
                  <a:lnTo>
                    <a:pt x="4445821" y="1668810"/>
                  </a:lnTo>
                  <a:lnTo>
                    <a:pt x="4446489" y="1668810"/>
                  </a:lnTo>
                  <a:lnTo>
                    <a:pt x="4447157" y="1668810"/>
                  </a:lnTo>
                  <a:lnTo>
                    <a:pt x="4447825" y="1668444"/>
                  </a:lnTo>
                  <a:lnTo>
                    <a:pt x="4448493" y="1645352"/>
                  </a:lnTo>
                  <a:lnTo>
                    <a:pt x="4449161" y="1611951"/>
                  </a:lnTo>
                  <a:lnTo>
                    <a:pt x="4449829" y="1572875"/>
                  </a:lnTo>
                  <a:lnTo>
                    <a:pt x="4450497" y="1588886"/>
                  </a:lnTo>
                  <a:lnTo>
                    <a:pt x="4451165" y="1601560"/>
                  </a:lnTo>
                  <a:lnTo>
                    <a:pt x="4451833" y="1625299"/>
                  </a:lnTo>
                  <a:lnTo>
                    <a:pt x="4452501" y="1600356"/>
                  </a:lnTo>
                  <a:lnTo>
                    <a:pt x="4453169" y="1629663"/>
                  </a:lnTo>
                  <a:lnTo>
                    <a:pt x="4453837" y="1647456"/>
                  </a:lnTo>
                  <a:lnTo>
                    <a:pt x="4454505" y="1647456"/>
                  </a:lnTo>
                  <a:lnTo>
                    <a:pt x="4455173" y="1647456"/>
                  </a:lnTo>
                  <a:lnTo>
                    <a:pt x="4455841" y="1647456"/>
                  </a:lnTo>
                  <a:lnTo>
                    <a:pt x="4456509" y="1647456"/>
                  </a:lnTo>
                  <a:lnTo>
                    <a:pt x="4457177" y="1647456"/>
                  </a:lnTo>
                  <a:lnTo>
                    <a:pt x="4457845" y="1650596"/>
                  </a:lnTo>
                  <a:lnTo>
                    <a:pt x="4458513" y="1668389"/>
                  </a:lnTo>
                  <a:lnTo>
                    <a:pt x="4459181" y="1668389"/>
                  </a:lnTo>
                  <a:lnTo>
                    <a:pt x="4459849" y="1668389"/>
                  </a:lnTo>
                  <a:lnTo>
                    <a:pt x="4460517" y="1668389"/>
                  </a:lnTo>
                  <a:lnTo>
                    <a:pt x="4461185" y="1668389"/>
                  </a:lnTo>
                  <a:lnTo>
                    <a:pt x="4461853" y="1668389"/>
                  </a:lnTo>
                  <a:lnTo>
                    <a:pt x="4462522" y="1668389"/>
                  </a:lnTo>
                  <a:lnTo>
                    <a:pt x="4463190" y="1668389"/>
                  </a:lnTo>
                  <a:lnTo>
                    <a:pt x="4463858" y="1668389"/>
                  </a:lnTo>
                  <a:lnTo>
                    <a:pt x="4464526" y="1668389"/>
                  </a:lnTo>
                  <a:lnTo>
                    <a:pt x="4465194" y="1668389"/>
                  </a:lnTo>
                  <a:lnTo>
                    <a:pt x="4465862" y="1660016"/>
                  </a:lnTo>
                  <a:lnTo>
                    <a:pt x="4466530" y="1641176"/>
                  </a:lnTo>
                  <a:lnTo>
                    <a:pt x="4467198" y="1626523"/>
                  </a:lnTo>
                  <a:lnTo>
                    <a:pt x="4467866" y="1626523"/>
                  </a:lnTo>
                  <a:lnTo>
                    <a:pt x="4468534" y="1626523"/>
                  </a:lnTo>
                  <a:lnTo>
                    <a:pt x="4469202" y="1626523"/>
                  </a:lnTo>
                  <a:lnTo>
                    <a:pt x="4469870" y="1626523"/>
                  </a:lnTo>
                  <a:lnTo>
                    <a:pt x="4470538" y="1612916"/>
                  </a:lnTo>
                  <a:lnTo>
                    <a:pt x="4471206" y="1605589"/>
                  </a:lnTo>
                  <a:lnTo>
                    <a:pt x="4471874" y="1605589"/>
                  </a:lnTo>
                  <a:lnTo>
                    <a:pt x="4472542" y="1605589"/>
                  </a:lnTo>
                  <a:lnTo>
                    <a:pt x="4473210" y="1605589"/>
                  </a:lnTo>
                  <a:lnTo>
                    <a:pt x="4473878" y="1605589"/>
                  </a:lnTo>
                  <a:lnTo>
                    <a:pt x="4474546" y="1586749"/>
                  </a:lnTo>
                  <a:lnTo>
                    <a:pt x="4475214" y="1579423"/>
                  </a:lnTo>
                  <a:lnTo>
                    <a:pt x="4475882" y="1551163"/>
                  </a:lnTo>
                  <a:lnTo>
                    <a:pt x="4476550" y="1570003"/>
                  </a:lnTo>
                  <a:lnTo>
                    <a:pt x="4477218" y="1584656"/>
                  </a:lnTo>
                  <a:lnTo>
                    <a:pt x="4477886" y="1577329"/>
                  </a:lnTo>
                  <a:lnTo>
                    <a:pt x="4478554" y="1563722"/>
                  </a:lnTo>
                  <a:lnTo>
                    <a:pt x="4479222" y="1553256"/>
                  </a:lnTo>
                  <a:lnTo>
                    <a:pt x="4479890" y="1521856"/>
                  </a:lnTo>
                  <a:lnTo>
                    <a:pt x="4480558" y="1499876"/>
                  </a:lnTo>
                  <a:lnTo>
                    <a:pt x="4481226" y="1500922"/>
                  </a:lnTo>
                  <a:lnTo>
                    <a:pt x="4481894" y="1497782"/>
                  </a:lnTo>
                  <a:lnTo>
                    <a:pt x="4482562" y="1479989"/>
                  </a:lnTo>
                  <a:lnTo>
                    <a:pt x="4483230" y="1479989"/>
                  </a:lnTo>
                  <a:lnTo>
                    <a:pt x="4483898" y="1468476"/>
                  </a:lnTo>
                  <a:lnTo>
                    <a:pt x="4484566" y="1477896"/>
                  </a:lnTo>
                  <a:lnTo>
                    <a:pt x="4485234" y="1485222"/>
                  </a:lnTo>
                  <a:lnTo>
                    <a:pt x="4485902" y="1521856"/>
                  </a:lnTo>
                  <a:lnTo>
                    <a:pt x="4486570" y="1521856"/>
                  </a:lnTo>
                  <a:lnTo>
                    <a:pt x="4487239" y="1521856"/>
                  </a:lnTo>
                  <a:lnTo>
                    <a:pt x="4487907" y="1510342"/>
                  </a:lnTo>
                  <a:lnTo>
                    <a:pt x="4488575" y="1521856"/>
                  </a:lnTo>
                  <a:lnTo>
                    <a:pt x="4489243" y="1532322"/>
                  </a:lnTo>
                  <a:lnTo>
                    <a:pt x="4489911" y="1563722"/>
                  </a:lnTo>
                  <a:lnTo>
                    <a:pt x="4490579" y="1599309"/>
                  </a:lnTo>
                  <a:lnTo>
                    <a:pt x="4491247" y="1605589"/>
                  </a:lnTo>
                  <a:lnTo>
                    <a:pt x="4491915" y="1608729"/>
                  </a:lnTo>
                  <a:lnTo>
                    <a:pt x="4492583" y="1609776"/>
                  </a:lnTo>
                  <a:lnTo>
                    <a:pt x="4493251" y="1605589"/>
                  </a:lnTo>
                  <a:lnTo>
                    <a:pt x="4493919" y="1617103"/>
                  </a:lnTo>
                  <a:lnTo>
                    <a:pt x="4494587" y="1626523"/>
                  </a:lnTo>
                  <a:lnTo>
                    <a:pt x="4495255" y="1626523"/>
                  </a:lnTo>
                  <a:lnTo>
                    <a:pt x="4495923" y="1626523"/>
                  </a:lnTo>
                  <a:lnTo>
                    <a:pt x="4496591" y="1612916"/>
                  </a:lnTo>
                  <a:lnTo>
                    <a:pt x="4497259" y="1597216"/>
                  </a:lnTo>
                  <a:lnTo>
                    <a:pt x="4497927" y="1603496"/>
                  </a:lnTo>
                  <a:lnTo>
                    <a:pt x="4498595" y="1605589"/>
                  </a:lnTo>
                  <a:lnTo>
                    <a:pt x="4499263" y="1596169"/>
                  </a:lnTo>
                  <a:lnTo>
                    <a:pt x="4499931" y="1584656"/>
                  </a:lnTo>
                  <a:lnTo>
                    <a:pt x="4500599" y="1581516"/>
                  </a:lnTo>
                  <a:lnTo>
                    <a:pt x="4501267" y="1563722"/>
                  </a:lnTo>
                  <a:lnTo>
                    <a:pt x="4501935" y="1556396"/>
                  </a:lnTo>
                  <a:lnTo>
                    <a:pt x="4502603" y="1543836"/>
                  </a:lnTo>
                  <a:lnTo>
                    <a:pt x="4503271" y="1537556"/>
                  </a:lnTo>
                  <a:lnTo>
                    <a:pt x="4503939" y="1519762"/>
                  </a:lnTo>
                  <a:lnTo>
                    <a:pt x="4504607" y="1490456"/>
                  </a:lnTo>
                  <a:lnTo>
                    <a:pt x="4505275" y="1450682"/>
                  </a:lnTo>
                  <a:lnTo>
                    <a:pt x="4505943" y="1420329"/>
                  </a:lnTo>
                  <a:lnTo>
                    <a:pt x="4506611" y="1411956"/>
                  </a:lnTo>
                  <a:lnTo>
                    <a:pt x="4507279" y="1425562"/>
                  </a:lnTo>
                  <a:lnTo>
                    <a:pt x="4507947" y="1418236"/>
                  </a:lnTo>
                  <a:lnTo>
                    <a:pt x="4508615" y="1406722"/>
                  </a:lnTo>
                  <a:lnTo>
                    <a:pt x="4509283" y="1396255"/>
                  </a:lnTo>
                  <a:lnTo>
                    <a:pt x="4509951" y="1469585"/>
                  </a:lnTo>
                  <a:lnTo>
                    <a:pt x="4510619" y="1459345"/>
                  </a:lnTo>
                  <a:lnTo>
                    <a:pt x="4511288" y="1459345"/>
                  </a:lnTo>
                  <a:lnTo>
                    <a:pt x="4511956" y="1445543"/>
                  </a:lnTo>
                  <a:lnTo>
                    <a:pt x="4512624" y="1454693"/>
                  </a:lnTo>
                  <a:lnTo>
                    <a:pt x="4513292" y="1462317"/>
                  </a:lnTo>
                  <a:lnTo>
                    <a:pt x="4513960" y="1475279"/>
                  </a:lnTo>
                  <a:lnTo>
                    <a:pt x="4514628" y="1481379"/>
                  </a:lnTo>
                  <a:lnTo>
                    <a:pt x="4515296" y="1510353"/>
                  </a:lnTo>
                  <a:lnTo>
                    <a:pt x="4515964" y="1523314"/>
                  </a:lnTo>
                  <a:lnTo>
                    <a:pt x="4516632" y="1510353"/>
                  </a:lnTo>
                  <a:lnTo>
                    <a:pt x="4517300" y="1489004"/>
                  </a:lnTo>
                  <a:lnTo>
                    <a:pt x="4517968" y="1503490"/>
                  </a:lnTo>
                  <a:lnTo>
                    <a:pt x="4518636" y="1505015"/>
                  </a:lnTo>
                  <a:lnTo>
                    <a:pt x="4519304" y="1511115"/>
                  </a:lnTo>
                  <a:lnTo>
                    <a:pt x="4519972" y="1533329"/>
                  </a:lnTo>
                  <a:lnTo>
                    <a:pt x="4520640" y="1549683"/>
                  </a:lnTo>
                  <a:lnTo>
                    <a:pt x="4521308" y="1563038"/>
                  </a:lnTo>
                  <a:lnTo>
                    <a:pt x="4521976" y="1526042"/>
                  </a:lnTo>
                  <a:lnTo>
                    <a:pt x="4522644" y="1542789"/>
                  </a:lnTo>
                  <a:lnTo>
                    <a:pt x="4523312" y="1542789"/>
                  </a:lnTo>
                  <a:lnTo>
                    <a:pt x="4523980" y="1542789"/>
                  </a:lnTo>
                  <a:lnTo>
                    <a:pt x="4524648" y="1563722"/>
                  </a:lnTo>
                  <a:lnTo>
                    <a:pt x="4525316" y="1563722"/>
                  </a:lnTo>
                  <a:lnTo>
                    <a:pt x="4525984" y="1576283"/>
                  </a:lnTo>
                  <a:lnTo>
                    <a:pt x="4526652" y="1616056"/>
                  </a:lnTo>
                  <a:lnTo>
                    <a:pt x="4527320" y="1647456"/>
                  </a:lnTo>
                  <a:lnTo>
                    <a:pt x="4527988" y="1629663"/>
                  </a:lnTo>
                  <a:lnTo>
                    <a:pt x="4528656" y="1635943"/>
                  </a:lnTo>
                  <a:lnTo>
                    <a:pt x="4529324" y="1647456"/>
                  </a:lnTo>
                  <a:lnTo>
                    <a:pt x="4529992" y="1647456"/>
                  </a:lnTo>
                  <a:lnTo>
                    <a:pt x="4530660" y="1647456"/>
                  </a:lnTo>
                  <a:lnTo>
                    <a:pt x="4531328" y="1647456"/>
                  </a:lnTo>
                  <a:lnTo>
                    <a:pt x="4531996" y="1647456"/>
                  </a:lnTo>
                  <a:lnTo>
                    <a:pt x="4532664" y="1647456"/>
                  </a:lnTo>
                  <a:lnTo>
                    <a:pt x="4533332" y="1647456"/>
                  </a:lnTo>
                  <a:lnTo>
                    <a:pt x="4534000" y="1647456"/>
                  </a:lnTo>
                  <a:lnTo>
                    <a:pt x="4534668" y="1668810"/>
                  </a:lnTo>
                  <a:lnTo>
                    <a:pt x="4535336" y="1668810"/>
                  </a:lnTo>
                  <a:lnTo>
                    <a:pt x="4536005" y="1668810"/>
                  </a:lnTo>
                  <a:lnTo>
                    <a:pt x="4536673" y="1668810"/>
                  </a:lnTo>
                  <a:lnTo>
                    <a:pt x="4537341" y="1662846"/>
                  </a:lnTo>
                  <a:lnTo>
                    <a:pt x="4538009" y="1652171"/>
                  </a:lnTo>
                  <a:lnTo>
                    <a:pt x="4538677" y="1641497"/>
                  </a:lnTo>
                  <a:lnTo>
                    <a:pt x="4539345" y="1641497"/>
                  </a:lnTo>
                  <a:lnTo>
                    <a:pt x="4540013" y="1641497"/>
                  </a:lnTo>
                  <a:lnTo>
                    <a:pt x="4540681" y="1641497"/>
                  </a:lnTo>
                  <a:lnTo>
                    <a:pt x="4541349" y="1641497"/>
                  </a:lnTo>
                  <a:lnTo>
                    <a:pt x="4542017" y="1641497"/>
                  </a:lnTo>
                  <a:lnTo>
                    <a:pt x="4542685" y="1641497"/>
                  </a:lnTo>
                  <a:lnTo>
                    <a:pt x="4543353" y="1641497"/>
                  </a:lnTo>
                  <a:lnTo>
                    <a:pt x="4544021" y="1641497"/>
                  </a:lnTo>
                  <a:lnTo>
                    <a:pt x="4544689" y="1636879"/>
                  </a:lnTo>
                  <a:lnTo>
                    <a:pt x="4545357" y="1611010"/>
                  </a:lnTo>
                  <a:lnTo>
                    <a:pt x="4546025" y="1559536"/>
                  </a:lnTo>
                  <a:lnTo>
                    <a:pt x="4546693" y="1563722"/>
                  </a:lnTo>
                  <a:lnTo>
                    <a:pt x="4547361" y="1555349"/>
                  </a:lnTo>
                  <a:lnTo>
                    <a:pt x="4548029" y="1587796"/>
                  </a:lnTo>
                  <a:lnTo>
                    <a:pt x="4548697" y="1605589"/>
                  </a:lnTo>
                  <a:lnTo>
                    <a:pt x="4549365" y="1605589"/>
                  </a:lnTo>
                  <a:lnTo>
                    <a:pt x="4550033" y="1605589"/>
                  </a:lnTo>
                  <a:lnTo>
                    <a:pt x="4550701" y="1597216"/>
                  </a:lnTo>
                  <a:lnTo>
                    <a:pt x="4551369" y="1584656"/>
                  </a:lnTo>
                  <a:lnTo>
                    <a:pt x="4552037" y="1584656"/>
                  </a:lnTo>
                  <a:lnTo>
                    <a:pt x="4552705" y="1584656"/>
                  </a:lnTo>
                  <a:lnTo>
                    <a:pt x="4553373" y="1620683"/>
                  </a:lnTo>
                  <a:lnTo>
                    <a:pt x="4554041" y="1605457"/>
                  </a:lnTo>
                  <a:lnTo>
                    <a:pt x="4554709" y="1590532"/>
                  </a:lnTo>
                  <a:lnTo>
                    <a:pt x="4555377" y="1601086"/>
                  </a:lnTo>
                  <a:lnTo>
                    <a:pt x="4556045" y="1610998"/>
                  </a:lnTo>
                  <a:lnTo>
                    <a:pt x="4556713" y="1610998"/>
                  </a:lnTo>
                  <a:lnTo>
                    <a:pt x="4557381" y="1626247"/>
                  </a:lnTo>
                  <a:lnTo>
                    <a:pt x="4558049" y="1626247"/>
                  </a:lnTo>
                  <a:lnTo>
                    <a:pt x="4558717" y="1626247"/>
                  </a:lnTo>
                  <a:lnTo>
                    <a:pt x="4559385" y="1612523"/>
                  </a:lnTo>
                  <a:lnTo>
                    <a:pt x="4560053" y="1607948"/>
                  </a:lnTo>
                  <a:lnTo>
                    <a:pt x="4560722" y="1594986"/>
                  </a:lnTo>
                  <a:lnTo>
                    <a:pt x="4561390" y="1595749"/>
                  </a:lnTo>
                  <a:lnTo>
                    <a:pt x="4562058" y="1592699"/>
                  </a:lnTo>
                  <a:lnTo>
                    <a:pt x="4562726" y="1580499"/>
                  </a:lnTo>
                  <a:lnTo>
                    <a:pt x="4563394" y="1560681"/>
                  </a:lnTo>
                  <a:lnTo>
                    <a:pt x="4564062" y="1574035"/>
                  </a:lnTo>
                  <a:lnTo>
                    <a:pt x="4564730" y="1583604"/>
                  </a:lnTo>
                  <a:lnTo>
                    <a:pt x="4565398" y="1537556"/>
                  </a:lnTo>
                  <a:lnTo>
                    <a:pt x="4566066" y="1495689"/>
                  </a:lnTo>
                  <a:lnTo>
                    <a:pt x="4566734" y="1479989"/>
                  </a:lnTo>
                  <a:lnTo>
                    <a:pt x="4567402" y="1463242"/>
                  </a:lnTo>
                  <a:lnTo>
                    <a:pt x="4568070" y="1459056"/>
                  </a:lnTo>
                  <a:lnTo>
                    <a:pt x="4568738" y="1442309"/>
                  </a:lnTo>
                  <a:lnTo>
                    <a:pt x="4569406" y="1456962"/>
                  </a:lnTo>
                  <a:lnTo>
                    <a:pt x="4570074" y="1432889"/>
                  </a:lnTo>
                  <a:lnTo>
                    <a:pt x="4570742" y="1407769"/>
                  </a:lnTo>
                  <a:lnTo>
                    <a:pt x="4571410" y="1442386"/>
                  </a:lnTo>
                  <a:lnTo>
                    <a:pt x="4572078" y="1431056"/>
                  </a:lnTo>
                  <a:lnTo>
                    <a:pt x="4572746" y="1513742"/>
                  </a:lnTo>
                  <a:lnTo>
                    <a:pt x="4573414" y="1556346"/>
                  </a:lnTo>
                  <a:lnTo>
                    <a:pt x="4574082" y="1545875"/>
                  </a:lnTo>
                  <a:lnTo>
                    <a:pt x="4574750" y="1542227"/>
                  </a:lnTo>
                  <a:lnTo>
                    <a:pt x="4575418" y="1535972"/>
                  </a:lnTo>
                  <a:lnTo>
                    <a:pt x="4576086" y="1545354"/>
                  </a:lnTo>
                  <a:lnTo>
                    <a:pt x="4576754" y="1543791"/>
                  </a:lnTo>
                  <a:lnTo>
                    <a:pt x="4577422" y="1552131"/>
                  </a:lnTo>
                  <a:lnTo>
                    <a:pt x="4578090" y="1554215"/>
                  </a:lnTo>
                  <a:lnTo>
                    <a:pt x="4578758" y="1562555"/>
                  </a:lnTo>
                  <a:lnTo>
                    <a:pt x="4579426" y="1564640"/>
                  </a:lnTo>
                  <a:lnTo>
                    <a:pt x="4580094" y="1579757"/>
                  </a:lnTo>
                  <a:lnTo>
                    <a:pt x="4580762" y="1604777"/>
                  </a:lnTo>
                  <a:lnTo>
                    <a:pt x="4581430" y="1611659"/>
                  </a:lnTo>
                  <a:lnTo>
                    <a:pt x="4582098" y="1575543"/>
                  </a:lnTo>
                  <a:lnTo>
                    <a:pt x="4582766" y="1559950"/>
                  </a:lnTo>
                  <a:lnTo>
                    <a:pt x="4583434" y="1485954"/>
                  </a:lnTo>
                  <a:lnTo>
                    <a:pt x="4584102" y="1499596"/>
                  </a:lnTo>
                  <a:lnTo>
                    <a:pt x="4584771" y="1529165"/>
                  </a:lnTo>
                  <a:lnTo>
                    <a:pt x="4585439" y="1502340"/>
                  </a:lnTo>
                  <a:lnTo>
                    <a:pt x="4586107" y="1475936"/>
                  </a:lnTo>
                  <a:lnTo>
                    <a:pt x="4586775" y="1466320"/>
                  </a:lnTo>
                  <a:lnTo>
                    <a:pt x="4587443" y="1512812"/>
                  </a:lnTo>
                  <a:lnTo>
                    <a:pt x="4588111" y="1490277"/>
                  </a:lnTo>
                  <a:lnTo>
                    <a:pt x="4588779" y="1465693"/>
                  </a:lnTo>
                  <a:lnTo>
                    <a:pt x="4589447" y="1436413"/>
                  </a:lnTo>
                  <a:lnTo>
                    <a:pt x="4590115" y="1411915"/>
                  </a:lnTo>
                  <a:lnTo>
                    <a:pt x="4590783" y="1417663"/>
                  </a:lnTo>
                  <a:lnTo>
                    <a:pt x="4591451" y="1416243"/>
                  </a:lnTo>
                  <a:lnTo>
                    <a:pt x="4592119" y="1437148"/>
                  </a:lnTo>
                  <a:lnTo>
                    <a:pt x="4592787" y="1434094"/>
                  </a:lnTo>
                  <a:lnTo>
                    <a:pt x="4593455" y="1472079"/>
                  </a:lnTo>
                  <a:lnTo>
                    <a:pt x="4594123" y="1454776"/>
                  </a:lnTo>
                  <a:lnTo>
                    <a:pt x="4594791" y="1449947"/>
                  </a:lnTo>
                  <a:lnTo>
                    <a:pt x="4595459" y="1460410"/>
                  </a:lnTo>
                  <a:lnTo>
                    <a:pt x="4596127" y="1450235"/>
                  </a:lnTo>
                  <a:lnTo>
                    <a:pt x="4596795" y="1455470"/>
                  </a:lnTo>
                  <a:lnTo>
                    <a:pt x="4597463" y="1454161"/>
                  </a:lnTo>
                  <a:lnTo>
                    <a:pt x="4598131" y="1461141"/>
                  </a:lnTo>
                  <a:lnTo>
                    <a:pt x="4598799" y="1446065"/>
                  </a:lnTo>
                  <a:lnTo>
                    <a:pt x="4599467" y="1445118"/>
                  </a:lnTo>
                  <a:lnTo>
                    <a:pt x="4600135" y="1459319"/>
                  </a:lnTo>
                  <a:lnTo>
                    <a:pt x="4600803" y="1489141"/>
                  </a:lnTo>
                  <a:lnTo>
                    <a:pt x="4601471" y="1494793"/>
                  </a:lnTo>
                  <a:lnTo>
                    <a:pt x="4602139" y="1536883"/>
                  </a:lnTo>
                  <a:lnTo>
                    <a:pt x="4602807" y="1519143"/>
                  </a:lnTo>
                  <a:lnTo>
                    <a:pt x="4603475" y="1458505"/>
                  </a:lnTo>
                  <a:lnTo>
                    <a:pt x="4604143" y="1472018"/>
                  </a:lnTo>
                  <a:lnTo>
                    <a:pt x="4604811" y="1441262"/>
                  </a:lnTo>
                  <a:lnTo>
                    <a:pt x="4605479" y="1495689"/>
                  </a:lnTo>
                  <a:lnTo>
                    <a:pt x="4606147" y="1521856"/>
                  </a:lnTo>
                  <a:lnTo>
                    <a:pt x="4606815" y="1519762"/>
                  </a:lnTo>
                  <a:lnTo>
                    <a:pt x="4607483" y="1530229"/>
                  </a:lnTo>
                  <a:lnTo>
                    <a:pt x="4608151" y="1559536"/>
                  </a:lnTo>
                  <a:lnTo>
                    <a:pt x="4608819" y="1580469"/>
                  </a:lnTo>
                  <a:lnTo>
                    <a:pt x="4609488" y="1629663"/>
                  </a:lnTo>
                  <a:lnTo>
                    <a:pt x="4610156" y="1645363"/>
                  </a:lnTo>
                  <a:lnTo>
                    <a:pt x="4610824" y="1587796"/>
                  </a:lnTo>
                  <a:lnTo>
                    <a:pt x="4611492" y="1568956"/>
                  </a:lnTo>
                  <a:lnTo>
                    <a:pt x="4612160" y="1544882"/>
                  </a:lnTo>
                  <a:lnTo>
                    <a:pt x="4612828" y="1542789"/>
                  </a:lnTo>
                  <a:lnTo>
                    <a:pt x="4613496" y="1542789"/>
                  </a:lnTo>
                  <a:lnTo>
                    <a:pt x="4614164" y="1542789"/>
                  </a:lnTo>
                  <a:lnTo>
                    <a:pt x="4614832" y="1542789"/>
                  </a:lnTo>
                  <a:lnTo>
                    <a:pt x="4615500" y="1542789"/>
                  </a:lnTo>
                  <a:lnTo>
                    <a:pt x="4616168" y="1542789"/>
                  </a:lnTo>
                  <a:lnTo>
                    <a:pt x="4616836" y="1561629"/>
                  </a:lnTo>
                  <a:lnTo>
                    <a:pt x="4617504" y="1563722"/>
                  </a:lnTo>
                  <a:lnTo>
                    <a:pt x="4618172" y="1563722"/>
                  </a:lnTo>
                  <a:lnTo>
                    <a:pt x="4618840" y="1563722"/>
                  </a:lnTo>
                  <a:lnTo>
                    <a:pt x="4619508" y="1563722"/>
                  </a:lnTo>
                  <a:lnTo>
                    <a:pt x="4620176" y="1553256"/>
                  </a:lnTo>
                  <a:lnTo>
                    <a:pt x="4620844" y="1602449"/>
                  </a:lnTo>
                  <a:lnTo>
                    <a:pt x="4621512" y="1621289"/>
                  </a:lnTo>
                  <a:lnTo>
                    <a:pt x="4622180" y="1645363"/>
                  </a:lnTo>
                  <a:lnTo>
                    <a:pt x="4622848" y="1647456"/>
                  </a:lnTo>
                  <a:lnTo>
                    <a:pt x="4623516" y="1647456"/>
                  </a:lnTo>
                  <a:lnTo>
                    <a:pt x="4624184" y="1647456"/>
                  </a:lnTo>
                  <a:lnTo>
                    <a:pt x="4624852" y="1647456"/>
                  </a:lnTo>
                  <a:lnTo>
                    <a:pt x="4625520" y="1643269"/>
                  </a:lnTo>
                  <a:lnTo>
                    <a:pt x="4626188" y="1626523"/>
                  </a:lnTo>
                  <a:lnTo>
                    <a:pt x="4626856" y="1626523"/>
                  </a:lnTo>
                  <a:lnTo>
                    <a:pt x="4627524" y="1626523"/>
                  </a:lnTo>
                  <a:lnTo>
                    <a:pt x="4628192" y="1626523"/>
                  </a:lnTo>
                  <a:lnTo>
                    <a:pt x="4628860" y="1626523"/>
                  </a:lnTo>
                  <a:lnTo>
                    <a:pt x="4629528" y="1583609"/>
                  </a:lnTo>
                  <a:lnTo>
                    <a:pt x="4630196" y="1567909"/>
                  </a:lnTo>
                  <a:lnTo>
                    <a:pt x="4630864" y="1542789"/>
                  </a:lnTo>
                  <a:lnTo>
                    <a:pt x="4631532" y="1583190"/>
                  </a:lnTo>
                  <a:lnTo>
                    <a:pt x="4632200" y="1561466"/>
                  </a:lnTo>
                  <a:lnTo>
                    <a:pt x="4632868" y="1558324"/>
                  </a:lnTo>
                  <a:lnTo>
                    <a:pt x="4633536" y="1563228"/>
                  </a:lnTo>
                  <a:lnTo>
                    <a:pt x="4634205" y="1532464"/>
                  </a:lnTo>
                  <a:lnTo>
                    <a:pt x="4634873" y="1458505"/>
                  </a:lnTo>
                  <a:lnTo>
                    <a:pt x="4635541" y="1446306"/>
                  </a:lnTo>
                  <a:lnTo>
                    <a:pt x="4636209" y="1457742"/>
                  </a:lnTo>
                  <a:lnTo>
                    <a:pt x="4636877" y="1443256"/>
                  </a:lnTo>
                  <a:lnTo>
                    <a:pt x="4637545" y="1443256"/>
                  </a:lnTo>
                  <a:lnTo>
                    <a:pt x="4638213" y="1443256"/>
                  </a:lnTo>
                  <a:lnTo>
                    <a:pt x="4638881" y="1431056"/>
                  </a:lnTo>
                  <a:lnTo>
                    <a:pt x="4639549" y="1459267"/>
                  </a:lnTo>
                  <a:lnTo>
                    <a:pt x="4640217" y="1443256"/>
                  </a:lnTo>
                  <a:lnTo>
                    <a:pt x="4640885" y="1411232"/>
                  </a:lnTo>
                  <a:lnTo>
                    <a:pt x="4641553" y="1350866"/>
                  </a:lnTo>
                  <a:lnTo>
                    <a:pt x="4642221" y="1345440"/>
                  </a:lnTo>
                  <a:lnTo>
                    <a:pt x="4642889" y="1315589"/>
                  </a:lnTo>
                  <a:lnTo>
                    <a:pt x="4643557" y="1290187"/>
                  </a:lnTo>
                  <a:lnTo>
                    <a:pt x="4644225" y="1178548"/>
                  </a:lnTo>
                  <a:lnTo>
                    <a:pt x="4644893" y="1264375"/>
                  </a:lnTo>
                  <a:lnTo>
                    <a:pt x="4645561" y="1245535"/>
                  </a:lnTo>
                  <a:lnTo>
                    <a:pt x="4646229" y="1210995"/>
                  </a:lnTo>
                  <a:lnTo>
                    <a:pt x="4646897" y="1200528"/>
                  </a:lnTo>
                  <a:lnTo>
                    <a:pt x="4647565" y="1170175"/>
                  </a:lnTo>
                  <a:lnTo>
                    <a:pt x="4648233" y="1159708"/>
                  </a:lnTo>
                  <a:lnTo>
                    <a:pt x="4648901" y="1161802"/>
                  </a:lnTo>
                  <a:lnTo>
                    <a:pt x="4649569" y="1165988"/>
                  </a:lnTo>
                  <a:lnTo>
                    <a:pt x="4650237" y="1216228"/>
                  </a:lnTo>
                  <a:lnTo>
                    <a:pt x="4650905" y="1253909"/>
                  </a:lnTo>
                  <a:lnTo>
                    <a:pt x="4651573" y="1225648"/>
                  </a:lnTo>
                  <a:lnTo>
                    <a:pt x="4652241" y="1175408"/>
                  </a:lnTo>
                  <a:lnTo>
                    <a:pt x="4652909" y="1185875"/>
                  </a:lnTo>
                  <a:lnTo>
                    <a:pt x="4653577" y="1145055"/>
                  </a:lnTo>
                  <a:lnTo>
                    <a:pt x="4654245" y="1151335"/>
                  </a:lnTo>
                  <a:lnTo>
                    <a:pt x="4654913" y="1286296"/>
                  </a:lnTo>
                  <a:lnTo>
                    <a:pt x="4655581" y="1325801"/>
                  </a:lnTo>
                  <a:lnTo>
                    <a:pt x="4656249" y="1347796"/>
                  </a:lnTo>
                  <a:lnTo>
                    <a:pt x="4656917" y="1357860"/>
                  </a:lnTo>
                  <a:lnTo>
                    <a:pt x="4657585" y="1330411"/>
                  </a:lnTo>
                  <a:lnTo>
                    <a:pt x="4658253" y="1255689"/>
                  </a:lnTo>
                  <a:lnTo>
                    <a:pt x="4658922" y="1202317"/>
                  </a:lnTo>
                  <a:lnTo>
                    <a:pt x="4659590" y="1187067"/>
                  </a:lnTo>
                  <a:lnTo>
                    <a:pt x="4660258" y="1148944"/>
                  </a:lnTo>
                  <a:lnTo>
                    <a:pt x="4660926" y="1167243"/>
                  </a:lnTo>
                  <a:lnTo>
                    <a:pt x="4661594" y="1260264"/>
                  </a:lnTo>
                  <a:lnTo>
                    <a:pt x="4662262" y="1319736"/>
                  </a:lnTo>
                  <a:lnTo>
                    <a:pt x="4662930" y="1315161"/>
                  </a:lnTo>
                  <a:lnTo>
                    <a:pt x="4663598" y="1325073"/>
                  </a:lnTo>
                  <a:lnTo>
                    <a:pt x="4664266" y="1285425"/>
                  </a:lnTo>
                  <a:lnTo>
                    <a:pt x="4664934" y="1271134"/>
                  </a:lnTo>
                  <a:lnTo>
                    <a:pt x="4665602" y="1216609"/>
                  </a:lnTo>
                  <a:lnTo>
                    <a:pt x="4666270" y="1186208"/>
                  </a:lnTo>
                  <a:lnTo>
                    <a:pt x="4666938" y="1008988"/>
                  </a:lnTo>
                  <a:lnTo>
                    <a:pt x="4667606" y="1008988"/>
                  </a:lnTo>
                  <a:lnTo>
                    <a:pt x="4668274" y="1094815"/>
                  </a:lnTo>
                  <a:lnTo>
                    <a:pt x="4668942" y="1152382"/>
                  </a:lnTo>
                  <a:lnTo>
                    <a:pt x="4669610" y="1134588"/>
                  </a:lnTo>
                  <a:lnTo>
                    <a:pt x="4670278" y="1127262"/>
                  </a:lnTo>
                  <a:lnTo>
                    <a:pt x="4670946" y="1096908"/>
                  </a:lnTo>
                  <a:lnTo>
                    <a:pt x="4671614" y="1061322"/>
                  </a:lnTo>
                  <a:lnTo>
                    <a:pt x="4672282" y="1214116"/>
                  </a:lnTo>
                  <a:lnTo>
                    <a:pt x="4672950" y="1232320"/>
                  </a:lnTo>
                  <a:lnTo>
                    <a:pt x="4673618" y="1253501"/>
                  </a:lnTo>
                  <a:lnTo>
                    <a:pt x="4674286" y="1273226"/>
                  </a:lnTo>
                  <a:lnTo>
                    <a:pt x="4674954" y="1301437"/>
                  </a:lnTo>
                  <a:lnTo>
                    <a:pt x="4675622" y="1442930"/>
                  </a:lnTo>
                  <a:lnTo>
                    <a:pt x="4676290" y="1447509"/>
                  </a:lnTo>
                  <a:lnTo>
                    <a:pt x="4676958" y="1459645"/>
                  </a:lnTo>
                  <a:lnTo>
                    <a:pt x="4677626" y="1499087"/>
                  </a:lnTo>
                  <a:lnTo>
                    <a:pt x="4678294" y="1505155"/>
                  </a:lnTo>
                  <a:lnTo>
                    <a:pt x="4678962" y="1519111"/>
                  </a:lnTo>
                  <a:lnTo>
                    <a:pt x="4679630" y="1517897"/>
                  </a:lnTo>
                  <a:lnTo>
                    <a:pt x="4680298" y="1540956"/>
                  </a:lnTo>
                  <a:lnTo>
                    <a:pt x="4680966" y="1567048"/>
                  </a:lnTo>
                  <a:lnTo>
                    <a:pt x="4681634" y="1559766"/>
                  </a:lnTo>
                  <a:lnTo>
                    <a:pt x="4682302" y="1550948"/>
                  </a:lnTo>
                  <a:lnTo>
                    <a:pt x="4682971" y="1564151"/>
                  </a:lnTo>
                  <a:lnTo>
                    <a:pt x="4683639" y="1508065"/>
                  </a:lnTo>
                  <a:lnTo>
                    <a:pt x="4684307" y="1515690"/>
                  </a:lnTo>
                  <a:lnTo>
                    <a:pt x="4684975" y="1517995"/>
                  </a:lnTo>
                  <a:lnTo>
                    <a:pt x="4685643" y="1506478"/>
                  </a:lnTo>
                  <a:lnTo>
                    <a:pt x="4686311" y="1493661"/>
                  </a:lnTo>
                  <a:lnTo>
                    <a:pt x="4686979" y="1417189"/>
                  </a:lnTo>
                  <a:lnTo>
                    <a:pt x="4687647" y="1417189"/>
                  </a:lnTo>
                  <a:lnTo>
                    <a:pt x="4688315" y="1433936"/>
                  </a:lnTo>
                  <a:lnTo>
                    <a:pt x="4688983" y="1414049"/>
                  </a:lnTo>
                  <a:lnTo>
                    <a:pt x="4689651" y="1439169"/>
                  </a:lnTo>
                  <a:lnTo>
                    <a:pt x="4690319" y="1459056"/>
                  </a:lnTo>
                  <a:lnTo>
                    <a:pt x="4690987" y="1459056"/>
                  </a:lnTo>
                  <a:lnTo>
                    <a:pt x="4691655" y="1507202"/>
                  </a:lnTo>
                  <a:lnTo>
                    <a:pt x="4692323" y="1521856"/>
                  </a:lnTo>
                  <a:lnTo>
                    <a:pt x="4692991" y="1538602"/>
                  </a:lnTo>
                  <a:lnTo>
                    <a:pt x="4693659" y="1558489"/>
                  </a:lnTo>
                  <a:lnTo>
                    <a:pt x="4694327" y="1576283"/>
                  </a:lnTo>
                  <a:lnTo>
                    <a:pt x="4694995" y="1563722"/>
                  </a:lnTo>
                  <a:lnTo>
                    <a:pt x="4695663" y="1570003"/>
                  </a:lnTo>
                  <a:lnTo>
                    <a:pt x="4696331" y="1584656"/>
                  </a:lnTo>
                  <a:lnTo>
                    <a:pt x="4696999" y="1584656"/>
                  </a:lnTo>
                  <a:lnTo>
                    <a:pt x="4697667" y="1584656"/>
                  </a:lnTo>
                  <a:lnTo>
                    <a:pt x="4698335" y="1584656"/>
                  </a:lnTo>
                  <a:lnTo>
                    <a:pt x="4699003" y="1610823"/>
                  </a:lnTo>
                  <a:lnTo>
                    <a:pt x="4699671" y="1616056"/>
                  </a:lnTo>
                  <a:lnTo>
                    <a:pt x="4700339" y="1605589"/>
                  </a:lnTo>
                  <a:lnTo>
                    <a:pt x="4701007" y="1605589"/>
                  </a:lnTo>
                  <a:lnTo>
                    <a:pt x="4701675" y="1605589"/>
                  </a:lnTo>
                  <a:lnTo>
                    <a:pt x="4702343" y="1626523"/>
                  </a:lnTo>
                  <a:lnTo>
                    <a:pt x="4703011" y="1626523"/>
                  </a:lnTo>
                  <a:lnTo>
                    <a:pt x="4703679" y="1607683"/>
                  </a:lnTo>
                  <a:lnTo>
                    <a:pt x="4704347" y="1613963"/>
                  </a:lnTo>
                  <a:lnTo>
                    <a:pt x="4705015" y="1596169"/>
                  </a:lnTo>
                  <a:lnTo>
                    <a:pt x="4705683" y="1584656"/>
                  </a:lnTo>
                  <a:lnTo>
                    <a:pt x="4706351" y="1584656"/>
                  </a:lnTo>
                  <a:lnTo>
                    <a:pt x="4707019" y="1584656"/>
                  </a:lnTo>
                  <a:lnTo>
                    <a:pt x="4707688" y="1571049"/>
                  </a:lnTo>
                  <a:lnTo>
                    <a:pt x="4708356" y="1563722"/>
                  </a:lnTo>
                  <a:lnTo>
                    <a:pt x="4709024" y="1563722"/>
                  </a:lnTo>
                  <a:lnTo>
                    <a:pt x="4709692" y="1543836"/>
                  </a:lnTo>
                  <a:lnTo>
                    <a:pt x="4710360" y="1508249"/>
                  </a:lnTo>
                  <a:lnTo>
                    <a:pt x="4711028" y="1456962"/>
                  </a:lnTo>
                  <a:lnTo>
                    <a:pt x="4711696" y="1438122"/>
                  </a:lnTo>
                  <a:lnTo>
                    <a:pt x="4712364" y="1438122"/>
                  </a:lnTo>
                  <a:lnTo>
                    <a:pt x="4713032" y="1438122"/>
                  </a:lnTo>
                  <a:lnTo>
                    <a:pt x="4713700" y="1456962"/>
                  </a:lnTo>
                  <a:lnTo>
                    <a:pt x="4714368" y="1459056"/>
                  </a:lnTo>
                  <a:lnTo>
                    <a:pt x="4715036" y="1448589"/>
                  </a:lnTo>
                  <a:lnTo>
                    <a:pt x="4715704" y="1459056"/>
                  </a:lnTo>
                  <a:lnTo>
                    <a:pt x="4716372" y="1456962"/>
                  </a:lnTo>
                  <a:lnTo>
                    <a:pt x="4717040" y="1438122"/>
                  </a:lnTo>
                  <a:lnTo>
                    <a:pt x="4717708" y="1445449"/>
                  </a:lnTo>
                  <a:lnTo>
                    <a:pt x="4718376" y="1417189"/>
                  </a:lnTo>
                  <a:lnTo>
                    <a:pt x="4719044" y="1396255"/>
                  </a:lnTo>
                  <a:lnTo>
                    <a:pt x="4719712" y="1406722"/>
                  </a:lnTo>
                  <a:lnTo>
                    <a:pt x="4720380" y="1432889"/>
                  </a:lnTo>
                  <a:lnTo>
                    <a:pt x="4721048" y="1477896"/>
                  </a:lnTo>
                  <a:lnTo>
                    <a:pt x="4721716" y="1468476"/>
                  </a:lnTo>
                  <a:lnTo>
                    <a:pt x="4722384" y="1459056"/>
                  </a:lnTo>
                  <a:lnTo>
                    <a:pt x="4723052" y="1439169"/>
                  </a:lnTo>
                  <a:lnTo>
                    <a:pt x="4723720" y="1426609"/>
                  </a:lnTo>
                  <a:lnTo>
                    <a:pt x="4724388" y="1403582"/>
                  </a:lnTo>
                  <a:lnTo>
                    <a:pt x="4725056" y="1510136"/>
                  </a:lnTo>
                  <a:lnTo>
                    <a:pt x="4725724" y="1511096"/>
                  </a:lnTo>
                  <a:lnTo>
                    <a:pt x="4726392" y="1505778"/>
                  </a:lnTo>
                  <a:lnTo>
                    <a:pt x="4727060" y="1519502"/>
                  </a:lnTo>
                  <a:lnTo>
                    <a:pt x="4727728" y="1524077"/>
                  </a:lnTo>
                  <a:lnTo>
                    <a:pt x="4728396" y="1550001"/>
                  </a:lnTo>
                  <a:lnTo>
                    <a:pt x="4729064" y="1564488"/>
                  </a:lnTo>
                  <a:lnTo>
                    <a:pt x="4729732" y="1564488"/>
                  </a:lnTo>
                  <a:lnTo>
                    <a:pt x="4730400" y="1567537"/>
                  </a:lnTo>
                  <a:lnTo>
                    <a:pt x="4731068" y="1513402"/>
                  </a:lnTo>
                  <a:lnTo>
                    <a:pt x="4731736" y="1523314"/>
                  </a:lnTo>
                  <a:lnTo>
                    <a:pt x="4732405" y="1519502"/>
                  </a:lnTo>
                  <a:lnTo>
                    <a:pt x="4733073" y="1533989"/>
                  </a:lnTo>
                  <a:lnTo>
                    <a:pt x="4733741" y="1542376"/>
                  </a:lnTo>
                  <a:lnTo>
                    <a:pt x="4734409" y="1543139"/>
                  </a:lnTo>
                  <a:lnTo>
                    <a:pt x="4735077" y="1531795"/>
                  </a:lnTo>
                  <a:lnTo>
                    <a:pt x="4735745" y="1502837"/>
                  </a:lnTo>
                  <a:lnTo>
                    <a:pt x="4736413" y="1399395"/>
                  </a:lnTo>
                  <a:lnTo>
                    <a:pt x="4737081" y="1348109"/>
                  </a:lnTo>
                  <a:lnTo>
                    <a:pt x="4737749" y="1333455"/>
                  </a:lnTo>
                  <a:lnTo>
                    <a:pt x="4738417" y="1317755"/>
                  </a:lnTo>
                  <a:lnTo>
                    <a:pt x="4739085" y="1313569"/>
                  </a:lnTo>
                  <a:lnTo>
                    <a:pt x="4739753" y="1333455"/>
                  </a:lnTo>
                  <a:lnTo>
                    <a:pt x="4740421" y="1349155"/>
                  </a:lnTo>
                  <a:lnTo>
                    <a:pt x="4741089" y="1421376"/>
                  </a:lnTo>
                  <a:lnTo>
                    <a:pt x="4741757" y="1423469"/>
                  </a:lnTo>
                  <a:lnTo>
                    <a:pt x="4742425" y="1438122"/>
                  </a:lnTo>
                  <a:lnTo>
                    <a:pt x="4743093" y="1487964"/>
                  </a:lnTo>
                  <a:lnTo>
                    <a:pt x="4743761" y="1409855"/>
                  </a:lnTo>
                  <a:lnTo>
                    <a:pt x="4744429" y="1376076"/>
                  </a:lnTo>
                  <a:lnTo>
                    <a:pt x="4745097" y="1376921"/>
                  </a:lnTo>
                  <a:lnTo>
                    <a:pt x="4745765" y="1368534"/>
                  </a:lnTo>
                  <a:lnTo>
                    <a:pt x="4746433" y="1350235"/>
                  </a:lnTo>
                  <a:lnTo>
                    <a:pt x="4747101" y="1329648"/>
                  </a:lnTo>
                  <a:lnTo>
                    <a:pt x="4747769" y="1416526"/>
                  </a:lnTo>
                  <a:lnTo>
                    <a:pt x="4748437" y="1408067"/>
                  </a:lnTo>
                  <a:lnTo>
                    <a:pt x="4749105" y="1384402"/>
                  </a:lnTo>
                  <a:lnTo>
                    <a:pt x="4749773" y="1365592"/>
                  </a:lnTo>
                  <a:lnTo>
                    <a:pt x="4750441" y="1343747"/>
                  </a:lnTo>
                  <a:lnTo>
                    <a:pt x="4751109" y="1315228"/>
                  </a:lnTo>
                  <a:lnTo>
                    <a:pt x="4751777" y="1275786"/>
                  </a:lnTo>
                  <a:lnTo>
                    <a:pt x="4752445" y="1267898"/>
                  </a:lnTo>
                  <a:lnTo>
                    <a:pt x="4753113" y="1287504"/>
                  </a:lnTo>
                  <a:lnTo>
                    <a:pt x="4753781" y="1349314"/>
                  </a:lnTo>
                  <a:lnTo>
                    <a:pt x="4754449" y="1366531"/>
                  </a:lnTo>
                  <a:lnTo>
                    <a:pt x="4755117" y="1304487"/>
                  </a:lnTo>
                  <a:lnTo>
                    <a:pt x="4755785" y="1341085"/>
                  </a:lnTo>
                  <a:lnTo>
                    <a:pt x="4756453" y="1371584"/>
                  </a:lnTo>
                  <a:lnTo>
                    <a:pt x="4757122" y="1393031"/>
                  </a:lnTo>
                  <a:lnTo>
                    <a:pt x="4757790" y="1374505"/>
                  </a:lnTo>
                  <a:lnTo>
                    <a:pt x="4758458" y="1347160"/>
                  </a:lnTo>
                  <a:lnTo>
                    <a:pt x="4759126" y="1258095"/>
                  </a:lnTo>
                  <a:lnTo>
                    <a:pt x="4759794" y="1276935"/>
                  </a:lnTo>
                  <a:lnTo>
                    <a:pt x="4760462" y="1314615"/>
                  </a:lnTo>
                  <a:lnTo>
                    <a:pt x="4761130" y="1372182"/>
                  </a:lnTo>
                  <a:lnTo>
                    <a:pt x="4761798" y="1433936"/>
                  </a:lnTo>
                  <a:lnTo>
                    <a:pt x="4762466" y="1404629"/>
                  </a:lnTo>
                  <a:lnTo>
                    <a:pt x="4763134" y="1417189"/>
                  </a:lnTo>
                  <a:lnTo>
                    <a:pt x="4763802" y="1428702"/>
                  </a:lnTo>
                  <a:lnTo>
                    <a:pt x="4764470" y="1438122"/>
                  </a:lnTo>
                  <a:lnTo>
                    <a:pt x="4765138" y="1438122"/>
                  </a:lnTo>
                  <a:lnTo>
                    <a:pt x="4765806" y="1438122"/>
                  </a:lnTo>
                  <a:lnTo>
                    <a:pt x="4766474" y="1451729"/>
                  </a:lnTo>
                  <a:lnTo>
                    <a:pt x="4767142" y="1498829"/>
                  </a:lnTo>
                  <a:lnTo>
                    <a:pt x="4767810" y="1545929"/>
                  </a:lnTo>
                  <a:lnTo>
                    <a:pt x="4768478" y="1584656"/>
                  </a:lnTo>
                  <a:lnTo>
                    <a:pt x="4769146" y="1591983"/>
                  </a:lnTo>
                  <a:lnTo>
                    <a:pt x="4769814" y="1605589"/>
                  </a:lnTo>
                  <a:lnTo>
                    <a:pt x="4770482" y="1605589"/>
                  </a:lnTo>
                  <a:lnTo>
                    <a:pt x="4771150" y="1605589"/>
                  </a:lnTo>
                  <a:lnTo>
                    <a:pt x="4771818" y="1624429"/>
                  </a:lnTo>
                  <a:lnTo>
                    <a:pt x="4772486" y="1667343"/>
                  </a:lnTo>
                  <a:lnTo>
                    <a:pt x="4773154" y="1668389"/>
                  </a:lnTo>
                  <a:lnTo>
                    <a:pt x="4773822" y="1668389"/>
                  </a:lnTo>
                  <a:lnTo>
                    <a:pt x="4774490" y="1668389"/>
                  </a:lnTo>
                  <a:lnTo>
                    <a:pt x="4775158" y="1658969"/>
                  </a:lnTo>
                  <a:lnTo>
                    <a:pt x="4775826" y="1647456"/>
                  </a:lnTo>
                  <a:lnTo>
                    <a:pt x="4776494" y="1647456"/>
                  </a:lnTo>
                  <a:lnTo>
                    <a:pt x="4777162" y="1647456"/>
                  </a:lnTo>
                  <a:lnTo>
                    <a:pt x="4777830" y="1647456"/>
                  </a:lnTo>
                  <a:lnTo>
                    <a:pt x="4778498" y="1647456"/>
                  </a:lnTo>
                  <a:lnTo>
                    <a:pt x="4779166" y="1647456"/>
                  </a:lnTo>
                  <a:lnTo>
                    <a:pt x="4779834" y="1629663"/>
                  </a:lnTo>
                  <a:lnTo>
                    <a:pt x="4780502" y="1606636"/>
                  </a:lnTo>
                  <a:lnTo>
                    <a:pt x="4781171" y="1549069"/>
                  </a:lnTo>
                  <a:lnTo>
                    <a:pt x="4781839" y="1542789"/>
                  </a:lnTo>
                  <a:lnTo>
                    <a:pt x="4782507" y="1532322"/>
                  </a:lnTo>
                  <a:lnTo>
                    <a:pt x="4783175" y="1516622"/>
                  </a:lnTo>
                  <a:lnTo>
                    <a:pt x="4783843" y="1497782"/>
                  </a:lnTo>
                  <a:lnTo>
                    <a:pt x="4784511" y="1450682"/>
                  </a:lnTo>
                  <a:lnTo>
                    <a:pt x="4785179" y="1447542"/>
                  </a:lnTo>
                  <a:lnTo>
                    <a:pt x="4785847" y="1421376"/>
                  </a:lnTo>
                  <a:lnTo>
                    <a:pt x="4786515" y="1396255"/>
                  </a:lnTo>
                  <a:lnTo>
                    <a:pt x="4787183" y="1396255"/>
                  </a:lnTo>
                  <a:lnTo>
                    <a:pt x="4787851" y="1396255"/>
                  </a:lnTo>
                  <a:lnTo>
                    <a:pt x="4788519" y="1396255"/>
                  </a:lnTo>
                  <a:lnTo>
                    <a:pt x="4789187" y="1365902"/>
                  </a:lnTo>
                  <a:lnTo>
                    <a:pt x="4789855" y="1372182"/>
                  </a:lnTo>
                  <a:lnTo>
                    <a:pt x="4790523" y="1385789"/>
                  </a:lnTo>
                  <a:lnTo>
                    <a:pt x="4791191" y="1381602"/>
                  </a:lnTo>
                  <a:lnTo>
                    <a:pt x="4791859" y="1360669"/>
                  </a:lnTo>
                  <a:lnTo>
                    <a:pt x="4792527" y="1312522"/>
                  </a:lnTo>
                  <a:lnTo>
                    <a:pt x="4793195" y="1317755"/>
                  </a:lnTo>
                  <a:lnTo>
                    <a:pt x="4793863" y="1319849"/>
                  </a:lnTo>
                  <a:lnTo>
                    <a:pt x="4794531" y="1341829"/>
                  </a:lnTo>
                  <a:lnTo>
                    <a:pt x="4795199" y="1349155"/>
                  </a:lnTo>
                  <a:lnTo>
                    <a:pt x="4795867" y="1344969"/>
                  </a:lnTo>
                  <a:lnTo>
                    <a:pt x="4796535" y="1353342"/>
                  </a:lnTo>
                  <a:lnTo>
                    <a:pt x="4797203" y="1322989"/>
                  </a:lnTo>
                  <a:lnTo>
                    <a:pt x="4797871" y="1279029"/>
                  </a:lnTo>
                  <a:lnTo>
                    <a:pt x="4798539" y="1164942"/>
                  </a:lnTo>
                  <a:lnTo>
                    <a:pt x="4799207" y="1119935"/>
                  </a:lnTo>
                  <a:lnTo>
                    <a:pt x="4799875" y="1048762"/>
                  </a:lnTo>
                  <a:lnTo>
                    <a:pt x="4800543" y="1007941"/>
                  </a:lnTo>
                  <a:lnTo>
                    <a:pt x="4801211" y="1069695"/>
                  </a:lnTo>
                  <a:lnTo>
                    <a:pt x="4801879" y="1096908"/>
                  </a:lnTo>
                  <a:lnTo>
                    <a:pt x="4802547" y="1123075"/>
                  </a:lnTo>
                  <a:lnTo>
                    <a:pt x="4803215" y="1124122"/>
                  </a:lnTo>
                  <a:lnTo>
                    <a:pt x="4803883" y="1137728"/>
                  </a:lnTo>
                  <a:lnTo>
                    <a:pt x="4804551" y="1126215"/>
                  </a:lnTo>
                  <a:lnTo>
                    <a:pt x="4805219" y="1129355"/>
                  </a:lnTo>
                  <a:lnTo>
                    <a:pt x="4805888" y="1171222"/>
                  </a:lnTo>
                  <a:lnTo>
                    <a:pt x="4806556" y="1187969"/>
                  </a:lnTo>
                  <a:lnTo>
                    <a:pt x="4807224" y="1216228"/>
                  </a:lnTo>
                  <a:lnTo>
                    <a:pt x="4807892" y="1241349"/>
                  </a:lnTo>
                  <a:lnTo>
                    <a:pt x="4808560" y="1355435"/>
                  </a:lnTo>
                  <a:lnTo>
                    <a:pt x="4809228" y="1430796"/>
                  </a:lnTo>
                  <a:lnTo>
                    <a:pt x="4809896" y="1513482"/>
                  </a:lnTo>
                  <a:lnTo>
                    <a:pt x="4810564" y="1546976"/>
                  </a:lnTo>
                  <a:lnTo>
                    <a:pt x="4811232" y="1542789"/>
                  </a:lnTo>
                  <a:lnTo>
                    <a:pt x="4811900" y="1542789"/>
                  </a:lnTo>
                  <a:lnTo>
                    <a:pt x="4812568" y="1560582"/>
                  </a:lnTo>
                  <a:lnTo>
                    <a:pt x="4813236" y="1541743"/>
                  </a:lnTo>
                  <a:lnTo>
                    <a:pt x="4813904" y="1524996"/>
                  </a:lnTo>
                  <a:lnTo>
                    <a:pt x="4814572" y="1561629"/>
                  </a:lnTo>
                  <a:lnTo>
                    <a:pt x="4815240" y="1540696"/>
                  </a:lnTo>
                  <a:lnTo>
                    <a:pt x="4815908" y="1520809"/>
                  </a:lnTo>
                  <a:lnTo>
                    <a:pt x="4816576" y="1500922"/>
                  </a:lnTo>
                  <a:lnTo>
                    <a:pt x="4817244" y="1485222"/>
                  </a:lnTo>
                  <a:lnTo>
                    <a:pt x="4817912" y="1500922"/>
                  </a:lnTo>
                  <a:lnTo>
                    <a:pt x="4818580" y="1500922"/>
                  </a:lnTo>
                  <a:lnTo>
                    <a:pt x="4819248" y="1500922"/>
                  </a:lnTo>
                  <a:lnTo>
                    <a:pt x="4819916" y="1500922"/>
                  </a:lnTo>
                  <a:lnTo>
                    <a:pt x="4820584" y="1517669"/>
                  </a:lnTo>
                  <a:lnTo>
                    <a:pt x="4821252" y="1512436"/>
                  </a:lnTo>
                  <a:lnTo>
                    <a:pt x="4821920" y="1500922"/>
                  </a:lnTo>
                  <a:lnTo>
                    <a:pt x="4822588" y="1497782"/>
                  </a:lnTo>
                  <a:lnTo>
                    <a:pt x="4823256" y="1522902"/>
                  </a:lnTo>
                  <a:lnTo>
                    <a:pt x="4823924" y="1542789"/>
                  </a:lnTo>
                  <a:lnTo>
                    <a:pt x="4824592" y="1542789"/>
                  </a:lnTo>
                  <a:lnTo>
                    <a:pt x="4825260" y="1565816"/>
                  </a:lnTo>
                  <a:lnTo>
                    <a:pt x="4825928" y="1580469"/>
                  </a:lnTo>
                  <a:lnTo>
                    <a:pt x="4826596" y="1562676"/>
                  </a:lnTo>
                  <a:lnTo>
                    <a:pt x="4827264" y="1560582"/>
                  </a:lnTo>
                  <a:lnTo>
                    <a:pt x="4827932" y="1563722"/>
                  </a:lnTo>
                  <a:lnTo>
                    <a:pt x="4828600" y="1563722"/>
                  </a:lnTo>
                  <a:lnTo>
                    <a:pt x="4829268" y="1563722"/>
                  </a:lnTo>
                  <a:lnTo>
                    <a:pt x="4829936" y="1562676"/>
                  </a:lnTo>
                  <a:lnTo>
                    <a:pt x="4830605" y="1526042"/>
                  </a:lnTo>
                  <a:lnTo>
                    <a:pt x="4831273" y="1570962"/>
                  </a:lnTo>
                  <a:lnTo>
                    <a:pt x="4831941" y="1528473"/>
                  </a:lnTo>
                  <a:lnTo>
                    <a:pt x="4832609" y="1506540"/>
                  </a:lnTo>
                  <a:lnTo>
                    <a:pt x="4833277" y="1477566"/>
                  </a:lnTo>
                  <a:lnTo>
                    <a:pt x="4833945" y="1441731"/>
                  </a:lnTo>
                  <a:lnTo>
                    <a:pt x="4834613" y="1393695"/>
                  </a:lnTo>
                  <a:lnTo>
                    <a:pt x="4835281" y="1382258"/>
                  </a:lnTo>
                  <a:lnTo>
                    <a:pt x="4835949" y="1360909"/>
                  </a:lnTo>
                  <a:lnTo>
                    <a:pt x="4836617" y="1383021"/>
                  </a:lnTo>
                  <a:lnTo>
                    <a:pt x="4837285" y="1396745"/>
                  </a:lnTo>
                  <a:lnTo>
                    <a:pt x="4837953" y="1380734"/>
                  </a:lnTo>
                  <a:lnTo>
                    <a:pt x="4838621" y="1349472"/>
                  </a:lnTo>
                  <a:lnTo>
                    <a:pt x="4839289" y="1402049"/>
                  </a:lnTo>
                  <a:lnTo>
                    <a:pt x="4839957" y="1395818"/>
                  </a:lnTo>
                  <a:lnTo>
                    <a:pt x="4840625" y="1404427"/>
                  </a:lnTo>
                  <a:lnTo>
                    <a:pt x="4841293" y="1402123"/>
                  </a:lnTo>
                  <a:lnTo>
                    <a:pt x="4841961" y="1413888"/>
                  </a:lnTo>
                  <a:lnTo>
                    <a:pt x="4842629" y="1332698"/>
                  </a:lnTo>
                  <a:lnTo>
                    <a:pt x="4843297" y="1363197"/>
                  </a:lnTo>
                  <a:lnTo>
                    <a:pt x="4843965" y="1390646"/>
                  </a:lnTo>
                  <a:lnTo>
                    <a:pt x="4844633" y="1416569"/>
                  </a:lnTo>
                  <a:lnTo>
                    <a:pt x="4845301" y="1399033"/>
                  </a:lnTo>
                  <a:lnTo>
                    <a:pt x="4845969" y="1407420"/>
                  </a:lnTo>
                  <a:lnTo>
                    <a:pt x="4846637" y="1412757"/>
                  </a:lnTo>
                  <a:lnTo>
                    <a:pt x="4847305" y="1413519"/>
                  </a:lnTo>
                  <a:lnTo>
                    <a:pt x="4847973" y="1429531"/>
                  </a:lnTo>
                  <a:lnTo>
                    <a:pt x="4848641" y="1460792"/>
                  </a:lnTo>
                  <a:lnTo>
                    <a:pt x="4849309" y="1491163"/>
                  </a:lnTo>
                  <a:lnTo>
                    <a:pt x="4849977" y="1479769"/>
                  </a:lnTo>
                  <a:lnTo>
                    <a:pt x="4850645" y="1415095"/>
                  </a:lnTo>
                  <a:lnTo>
                    <a:pt x="4851313" y="1455916"/>
                  </a:lnTo>
                  <a:lnTo>
                    <a:pt x="4851981" y="1488362"/>
                  </a:lnTo>
                  <a:lnTo>
                    <a:pt x="4852649" y="1541742"/>
                  </a:lnTo>
                  <a:lnTo>
                    <a:pt x="4853317" y="1542789"/>
                  </a:lnTo>
                  <a:lnTo>
                    <a:pt x="4853985" y="1554302"/>
                  </a:lnTo>
                  <a:lnTo>
                    <a:pt x="4854653" y="1584656"/>
                  </a:lnTo>
                  <a:lnTo>
                    <a:pt x="4855322" y="1624429"/>
                  </a:lnTo>
                  <a:lnTo>
                    <a:pt x="4855990" y="1647456"/>
                  </a:lnTo>
                  <a:lnTo>
                    <a:pt x="4856658" y="1647456"/>
                  </a:lnTo>
                  <a:lnTo>
                    <a:pt x="4857326" y="1647456"/>
                  </a:lnTo>
                  <a:lnTo>
                    <a:pt x="4857994" y="1647456"/>
                  </a:lnTo>
                  <a:lnTo>
                    <a:pt x="4858662" y="1647456"/>
                  </a:lnTo>
                  <a:lnTo>
                    <a:pt x="4859330" y="1651643"/>
                  </a:lnTo>
                  <a:lnTo>
                    <a:pt x="4859998" y="1668389"/>
                  </a:lnTo>
                  <a:lnTo>
                    <a:pt x="4860666" y="1668389"/>
                  </a:lnTo>
                  <a:lnTo>
                    <a:pt x="4861334" y="1668389"/>
                  </a:lnTo>
                  <a:lnTo>
                    <a:pt x="4862002" y="1649549"/>
                  </a:lnTo>
                  <a:lnTo>
                    <a:pt x="4862670" y="1629663"/>
                  </a:lnTo>
                  <a:lnTo>
                    <a:pt x="4863338" y="1657763"/>
                  </a:lnTo>
                  <a:lnTo>
                    <a:pt x="4864006" y="1628238"/>
                  </a:lnTo>
                  <a:lnTo>
                    <a:pt x="4864674" y="1601086"/>
                  </a:lnTo>
                  <a:lnTo>
                    <a:pt x="4865342" y="1585074"/>
                  </a:lnTo>
                  <a:lnTo>
                    <a:pt x="4866010" y="1520265"/>
                  </a:lnTo>
                  <a:lnTo>
                    <a:pt x="4866678" y="1496628"/>
                  </a:lnTo>
                  <a:lnTo>
                    <a:pt x="4867346" y="1455455"/>
                  </a:lnTo>
                  <a:lnTo>
                    <a:pt x="4868014" y="1443256"/>
                  </a:lnTo>
                  <a:lnTo>
                    <a:pt x="4868682" y="1426481"/>
                  </a:lnTo>
                  <a:lnTo>
                    <a:pt x="4869350" y="1412757"/>
                  </a:lnTo>
                  <a:lnTo>
                    <a:pt x="4870018" y="1412757"/>
                  </a:lnTo>
                  <a:lnTo>
                    <a:pt x="4870686" y="1412757"/>
                  </a:lnTo>
                  <a:lnTo>
                    <a:pt x="4871354" y="1412757"/>
                  </a:lnTo>
                  <a:lnTo>
                    <a:pt x="4872022" y="1424956"/>
                  </a:lnTo>
                  <a:lnTo>
                    <a:pt x="4872690" y="1418857"/>
                  </a:lnTo>
                  <a:lnTo>
                    <a:pt x="4873358" y="1392573"/>
                  </a:lnTo>
                  <a:lnTo>
                    <a:pt x="4874026" y="1411910"/>
                  </a:lnTo>
                  <a:lnTo>
                    <a:pt x="4874694" y="1305195"/>
                  </a:lnTo>
                  <a:lnTo>
                    <a:pt x="4875362" y="1269609"/>
                  </a:lnTo>
                  <a:lnTo>
                    <a:pt x="4876030" y="1337642"/>
                  </a:lnTo>
                  <a:lnTo>
                    <a:pt x="4876698" y="1356482"/>
                  </a:lnTo>
                  <a:lnTo>
                    <a:pt x="4877366" y="1400442"/>
                  </a:lnTo>
                  <a:lnTo>
                    <a:pt x="4878034" y="1417189"/>
                  </a:lnTo>
                  <a:lnTo>
                    <a:pt x="4878702" y="1401489"/>
                  </a:lnTo>
                  <a:lnTo>
                    <a:pt x="4879371" y="1393115"/>
                  </a:lnTo>
                  <a:lnTo>
                    <a:pt x="4880039" y="1359622"/>
                  </a:lnTo>
                  <a:lnTo>
                    <a:pt x="4880707" y="1348109"/>
                  </a:lnTo>
                  <a:lnTo>
                    <a:pt x="4881375" y="1289495"/>
                  </a:lnTo>
                  <a:lnTo>
                    <a:pt x="4882043" y="1272749"/>
                  </a:lnTo>
                  <a:lnTo>
                    <a:pt x="4882711" y="1301009"/>
                  </a:lnTo>
                  <a:lnTo>
                    <a:pt x="4883379" y="1324035"/>
                  </a:lnTo>
                  <a:lnTo>
                    <a:pt x="4884047" y="1305195"/>
                  </a:lnTo>
                  <a:lnTo>
                    <a:pt x="4884715" y="1333455"/>
                  </a:lnTo>
                  <a:lnTo>
                    <a:pt x="4885383" y="1391022"/>
                  </a:lnTo>
                  <a:lnTo>
                    <a:pt x="4886051" y="1411956"/>
                  </a:lnTo>
                  <a:lnTo>
                    <a:pt x="4886719" y="1425562"/>
                  </a:lnTo>
                  <a:lnTo>
                    <a:pt x="4887387" y="1424516"/>
                  </a:lnTo>
                  <a:lnTo>
                    <a:pt x="4888055" y="1417189"/>
                  </a:lnTo>
                  <a:lnTo>
                    <a:pt x="4888723" y="1455916"/>
                  </a:lnTo>
                  <a:lnTo>
                    <a:pt x="4889391" y="1483129"/>
                  </a:lnTo>
                  <a:lnTo>
                    <a:pt x="4890059" y="1516622"/>
                  </a:lnTo>
                  <a:lnTo>
                    <a:pt x="4890727" y="1528136"/>
                  </a:lnTo>
                  <a:lnTo>
                    <a:pt x="4891395" y="1586749"/>
                  </a:lnTo>
                  <a:lnTo>
                    <a:pt x="4892063" y="1605589"/>
                  </a:lnTo>
                  <a:lnTo>
                    <a:pt x="4892731" y="1605589"/>
                  </a:lnTo>
                  <a:lnTo>
                    <a:pt x="4893399" y="1615009"/>
                  </a:lnTo>
                  <a:lnTo>
                    <a:pt x="4894067" y="1639083"/>
                  </a:lnTo>
                  <a:lnTo>
                    <a:pt x="4894735" y="1647456"/>
                  </a:lnTo>
                  <a:lnTo>
                    <a:pt x="4895403" y="1647456"/>
                  </a:lnTo>
                  <a:lnTo>
                    <a:pt x="4896071" y="1647456"/>
                  </a:lnTo>
                  <a:lnTo>
                    <a:pt x="4896739" y="1647456"/>
                  </a:lnTo>
                  <a:lnTo>
                    <a:pt x="4897407" y="1661063"/>
                  </a:lnTo>
                  <a:lnTo>
                    <a:pt x="4898075" y="1668389"/>
                  </a:lnTo>
                  <a:lnTo>
                    <a:pt x="4898743" y="1668389"/>
                  </a:lnTo>
                  <a:lnTo>
                    <a:pt x="4899411" y="1668389"/>
                  </a:lnTo>
                  <a:lnTo>
                    <a:pt x="4900079" y="1668389"/>
                  </a:lnTo>
                  <a:lnTo>
                    <a:pt x="4900747" y="1668389"/>
                  </a:lnTo>
                  <a:lnTo>
                    <a:pt x="4901415" y="1668389"/>
                  </a:lnTo>
                  <a:lnTo>
                    <a:pt x="4902083" y="1668389"/>
                  </a:lnTo>
                  <a:lnTo>
                    <a:pt x="4902751" y="1668389"/>
                  </a:lnTo>
                  <a:lnTo>
                    <a:pt x="4903419" y="1668389"/>
                  </a:lnTo>
                  <a:lnTo>
                    <a:pt x="4904088" y="1668389"/>
                  </a:lnTo>
                  <a:lnTo>
                    <a:pt x="4904756" y="1668389"/>
                  </a:lnTo>
                  <a:lnTo>
                    <a:pt x="4905424" y="1668389"/>
                  </a:lnTo>
                  <a:lnTo>
                    <a:pt x="4906092" y="1661063"/>
                  </a:lnTo>
                  <a:lnTo>
                    <a:pt x="4906760" y="1647456"/>
                  </a:lnTo>
                  <a:lnTo>
                    <a:pt x="4907428" y="1630709"/>
                  </a:lnTo>
                  <a:lnTo>
                    <a:pt x="4908096" y="1626523"/>
                  </a:lnTo>
                  <a:lnTo>
                    <a:pt x="4908764" y="1626523"/>
                  </a:lnTo>
                  <a:lnTo>
                    <a:pt x="4909432" y="1626523"/>
                  </a:lnTo>
                  <a:lnTo>
                    <a:pt x="4910100" y="1626523"/>
                  </a:lnTo>
                  <a:lnTo>
                    <a:pt x="4910768" y="1626523"/>
                  </a:lnTo>
                  <a:lnTo>
                    <a:pt x="4911436" y="1626523"/>
                  </a:lnTo>
                  <a:lnTo>
                    <a:pt x="4912104" y="1626523"/>
                  </a:lnTo>
                  <a:lnTo>
                    <a:pt x="4912772" y="1626523"/>
                  </a:lnTo>
                  <a:lnTo>
                    <a:pt x="4913440" y="1626523"/>
                  </a:lnTo>
                  <a:lnTo>
                    <a:pt x="4914108" y="1626523"/>
                  </a:lnTo>
                  <a:lnTo>
                    <a:pt x="4914776" y="1626523"/>
                  </a:lnTo>
                  <a:lnTo>
                    <a:pt x="4915444" y="1626523"/>
                  </a:lnTo>
                  <a:lnTo>
                    <a:pt x="4916112" y="1668810"/>
                  </a:lnTo>
                  <a:lnTo>
                    <a:pt x="4916780" y="1668810"/>
                  </a:lnTo>
                  <a:lnTo>
                    <a:pt x="4917448" y="1668810"/>
                  </a:lnTo>
                  <a:lnTo>
                    <a:pt x="4918116" y="1662846"/>
                  </a:lnTo>
                  <a:lnTo>
                    <a:pt x="4918784" y="1608711"/>
                  </a:lnTo>
                  <a:lnTo>
                    <a:pt x="4919452" y="1572112"/>
                  </a:lnTo>
                  <a:lnTo>
                    <a:pt x="4920120" y="1565250"/>
                  </a:lnTo>
                  <a:lnTo>
                    <a:pt x="4920788" y="1565250"/>
                  </a:lnTo>
                  <a:lnTo>
                    <a:pt x="4921456" y="1565250"/>
                  </a:lnTo>
                  <a:lnTo>
                    <a:pt x="4922124" y="1564488"/>
                  </a:lnTo>
                  <a:lnTo>
                    <a:pt x="4922792" y="1534751"/>
                  </a:lnTo>
                  <a:lnTo>
                    <a:pt x="4923460" y="1519502"/>
                  </a:lnTo>
                  <a:lnTo>
                    <a:pt x="4924128" y="1504253"/>
                  </a:lnTo>
                  <a:lnTo>
                    <a:pt x="4924796" y="1499678"/>
                  </a:lnTo>
                  <a:lnTo>
                    <a:pt x="4925464" y="1473754"/>
                  </a:lnTo>
                  <a:lnTo>
                    <a:pt x="4926132" y="1464058"/>
                  </a:lnTo>
                  <a:lnTo>
                    <a:pt x="4926800" y="1466803"/>
                  </a:lnTo>
                  <a:lnTo>
                    <a:pt x="4927468" y="1396255"/>
                  </a:lnTo>
                  <a:lnTo>
                    <a:pt x="4928136" y="1408816"/>
                  </a:lnTo>
                  <a:lnTo>
                    <a:pt x="4928805" y="1483129"/>
                  </a:lnTo>
                  <a:lnTo>
                    <a:pt x="4929473" y="1533369"/>
                  </a:lnTo>
                  <a:lnTo>
                    <a:pt x="4930141" y="1542789"/>
                  </a:lnTo>
                  <a:lnTo>
                    <a:pt x="4930809" y="1516622"/>
                  </a:lnTo>
                  <a:lnTo>
                    <a:pt x="4931477" y="1489409"/>
                  </a:lnTo>
                  <a:lnTo>
                    <a:pt x="4932145" y="1481036"/>
                  </a:lnTo>
                  <a:lnTo>
                    <a:pt x="4932813" y="1521856"/>
                  </a:lnTo>
                  <a:lnTo>
                    <a:pt x="4933481" y="1542789"/>
                  </a:lnTo>
                  <a:lnTo>
                    <a:pt x="4934149" y="1563722"/>
                  </a:lnTo>
                  <a:lnTo>
                    <a:pt x="4934817" y="1570003"/>
                  </a:lnTo>
                  <a:lnTo>
                    <a:pt x="4935485" y="1605589"/>
                  </a:lnTo>
                  <a:lnTo>
                    <a:pt x="4936153" y="1605589"/>
                  </a:lnTo>
                  <a:lnTo>
                    <a:pt x="4936821" y="1605589"/>
                  </a:lnTo>
                  <a:lnTo>
                    <a:pt x="4937489" y="1605589"/>
                  </a:lnTo>
                  <a:lnTo>
                    <a:pt x="4938157" y="1605589"/>
                  </a:lnTo>
                  <a:lnTo>
                    <a:pt x="4938825" y="1605589"/>
                  </a:lnTo>
                  <a:lnTo>
                    <a:pt x="4939493" y="1605589"/>
                  </a:lnTo>
                  <a:lnTo>
                    <a:pt x="4940161" y="1605589"/>
                  </a:lnTo>
                  <a:lnTo>
                    <a:pt x="4940829" y="1631756"/>
                  </a:lnTo>
                  <a:lnTo>
                    <a:pt x="4941497" y="1658969"/>
                  </a:lnTo>
                  <a:lnTo>
                    <a:pt x="4942165" y="1668389"/>
                  </a:lnTo>
                  <a:lnTo>
                    <a:pt x="4942833" y="1668389"/>
                  </a:lnTo>
                  <a:lnTo>
                    <a:pt x="4943501" y="1668389"/>
                  </a:lnTo>
                  <a:lnTo>
                    <a:pt x="4944169" y="1668389"/>
                  </a:lnTo>
                  <a:lnTo>
                    <a:pt x="4944837" y="1668389"/>
                  </a:lnTo>
                  <a:lnTo>
                    <a:pt x="4945505" y="1668389"/>
                  </a:lnTo>
                  <a:lnTo>
                    <a:pt x="4946173" y="1668389"/>
                  </a:lnTo>
                  <a:lnTo>
                    <a:pt x="4946841" y="1668389"/>
                  </a:lnTo>
                  <a:lnTo>
                    <a:pt x="4947509" y="1668389"/>
                  </a:lnTo>
                  <a:lnTo>
                    <a:pt x="4948177" y="1668389"/>
                  </a:lnTo>
                  <a:lnTo>
                    <a:pt x="4948845" y="1668389"/>
                  </a:lnTo>
                  <a:lnTo>
                    <a:pt x="4949513" y="1668389"/>
                  </a:lnTo>
                  <a:lnTo>
                    <a:pt x="4950181" y="1658969"/>
                  </a:lnTo>
                  <a:lnTo>
                    <a:pt x="4950849" y="1647456"/>
                  </a:lnTo>
                  <a:lnTo>
                    <a:pt x="4951517" y="1647456"/>
                  </a:lnTo>
                  <a:lnTo>
                    <a:pt x="4952185" y="1647456"/>
                  </a:lnTo>
                  <a:lnTo>
                    <a:pt x="4952853" y="1624429"/>
                  </a:lnTo>
                  <a:lnTo>
                    <a:pt x="4953522" y="1605589"/>
                  </a:lnTo>
                  <a:lnTo>
                    <a:pt x="4954190" y="1595123"/>
                  </a:lnTo>
                  <a:lnTo>
                    <a:pt x="4954858" y="1574189"/>
                  </a:lnTo>
                  <a:lnTo>
                    <a:pt x="4955526" y="1529182"/>
                  </a:lnTo>
                  <a:lnTo>
                    <a:pt x="4956194" y="1565394"/>
                  </a:lnTo>
                  <a:lnTo>
                    <a:pt x="4956862" y="1604562"/>
                  </a:lnTo>
                  <a:lnTo>
                    <a:pt x="4957530" y="1589355"/>
                  </a:lnTo>
                  <a:lnTo>
                    <a:pt x="4958198" y="1558553"/>
                  </a:lnTo>
                  <a:lnTo>
                    <a:pt x="4958866" y="1545810"/>
                  </a:lnTo>
                  <a:lnTo>
                    <a:pt x="4959534" y="1523359"/>
                  </a:lnTo>
                  <a:lnTo>
                    <a:pt x="4960202" y="1520325"/>
                  </a:lnTo>
                  <a:lnTo>
                    <a:pt x="4960870" y="1526999"/>
                  </a:lnTo>
                  <a:lnTo>
                    <a:pt x="4961538" y="1516684"/>
                  </a:lnTo>
                  <a:lnTo>
                    <a:pt x="4962206" y="1502728"/>
                  </a:lnTo>
                  <a:lnTo>
                    <a:pt x="4962874" y="1503941"/>
                  </a:lnTo>
                  <a:lnTo>
                    <a:pt x="4963542" y="1486344"/>
                  </a:lnTo>
                  <a:lnTo>
                    <a:pt x="4964210" y="1484524"/>
                  </a:lnTo>
                  <a:lnTo>
                    <a:pt x="4964878" y="1487558"/>
                  </a:lnTo>
                  <a:lnTo>
                    <a:pt x="4965546" y="1510616"/>
                  </a:lnTo>
                  <a:lnTo>
                    <a:pt x="4966214" y="1526672"/>
                  </a:lnTo>
                  <a:lnTo>
                    <a:pt x="4966882" y="1459730"/>
                  </a:lnTo>
                  <a:lnTo>
                    <a:pt x="4967550" y="1470396"/>
                  </a:lnTo>
                  <a:lnTo>
                    <a:pt x="4968218" y="1425562"/>
                  </a:lnTo>
                  <a:lnTo>
                    <a:pt x="4968886" y="1447542"/>
                  </a:lnTo>
                  <a:lnTo>
                    <a:pt x="4969554" y="1486269"/>
                  </a:lnTo>
                  <a:lnTo>
                    <a:pt x="4970222" y="1500922"/>
                  </a:lnTo>
                  <a:lnTo>
                    <a:pt x="4970890" y="1500922"/>
                  </a:lnTo>
                  <a:lnTo>
                    <a:pt x="4971558" y="1518716"/>
                  </a:lnTo>
                  <a:lnTo>
                    <a:pt x="4972226" y="1542789"/>
                  </a:lnTo>
                  <a:lnTo>
                    <a:pt x="4972894" y="1563722"/>
                  </a:lnTo>
                  <a:lnTo>
                    <a:pt x="4973562" y="1612916"/>
                  </a:lnTo>
                  <a:lnTo>
                    <a:pt x="4974230" y="1626523"/>
                  </a:lnTo>
                  <a:lnTo>
                    <a:pt x="4974898" y="1668810"/>
                  </a:lnTo>
                  <a:lnTo>
                    <a:pt x="4975566" y="1668301"/>
                  </a:lnTo>
                  <a:lnTo>
                    <a:pt x="4976234" y="1668810"/>
                  </a:lnTo>
                  <a:lnTo>
                    <a:pt x="4976902" y="1668810"/>
                  </a:lnTo>
                  <a:lnTo>
                    <a:pt x="4977571" y="1668810"/>
                  </a:lnTo>
                  <a:lnTo>
                    <a:pt x="4978239" y="1668810"/>
                  </a:lnTo>
                  <a:lnTo>
                    <a:pt x="4978907" y="1668810"/>
                  </a:lnTo>
                  <a:lnTo>
                    <a:pt x="4979575" y="1656854"/>
                  </a:lnTo>
                  <a:lnTo>
                    <a:pt x="4980243" y="1625907"/>
                  </a:lnTo>
                  <a:lnTo>
                    <a:pt x="4980911" y="1592533"/>
                  </a:lnTo>
                  <a:lnTo>
                    <a:pt x="4981579" y="1576150"/>
                  </a:lnTo>
                  <a:lnTo>
                    <a:pt x="4982247" y="1551271"/>
                  </a:lnTo>
                  <a:lnTo>
                    <a:pt x="4982915" y="1551271"/>
                  </a:lnTo>
                  <a:lnTo>
                    <a:pt x="4983583" y="1551271"/>
                  </a:lnTo>
                  <a:lnTo>
                    <a:pt x="4984251" y="1533067"/>
                  </a:lnTo>
                  <a:lnTo>
                    <a:pt x="4984919" y="1511342"/>
                  </a:lnTo>
                  <a:lnTo>
                    <a:pt x="4985587" y="1474331"/>
                  </a:lnTo>
                  <a:lnTo>
                    <a:pt x="4986255" y="1371584"/>
                  </a:lnTo>
                  <a:lnTo>
                    <a:pt x="4986923" y="1328158"/>
                  </a:lnTo>
                  <a:lnTo>
                    <a:pt x="4987591" y="1289386"/>
                  </a:lnTo>
                  <a:lnTo>
                    <a:pt x="4988259" y="1105282"/>
                  </a:lnTo>
                  <a:lnTo>
                    <a:pt x="4988927" y="1161802"/>
                  </a:lnTo>
                  <a:lnTo>
                    <a:pt x="4989595" y="1193202"/>
                  </a:lnTo>
                  <a:lnTo>
                    <a:pt x="4990263" y="1246582"/>
                  </a:lnTo>
                  <a:lnTo>
                    <a:pt x="4990931" y="1304149"/>
                  </a:lnTo>
                  <a:lnTo>
                    <a:pt x="4991599" y="1332409"/>
                  </a:lnTo>
                  <a:lnTo>
                    <a:pt x="4992267" y="1375322"/>
                  </a:lnTo>
                  <a:lnTo>
                    <a:pt x="4992935" y="1375322"/>
                  </a:lnTo>
                  <a:lnTo>
                    <a:pt x="4993603" y="1367995"/>
                  </a:lnTo>
                  <a:lnTo>
                    <a:pt x="4994271" y="1385789"/>
                  </a:lnTo>
                  <a:lnTo>
                    <a:pt x="4994939" y="1434982"/>
                  </a:lnTo>
                  <a:lnTo>
                    <a:pt x="4995607" y="1493596"/>
                  </a:lnTo>
                  <a:lnTo>
                    <a:pt x="4996275" y="1536509"/>
                  </a:lnTo>
                  <a:lnTo>
                    <a:pt x="4996943" y="1577329"/>
                  </a:lnTo>
                  <a:lnTo>
                    <a:pt x="4997611" y="1611869"/>
                  </a:lnTo>
                  <a:lnTo>
                    <a:pt x="4998279" y="1647456"/>
                  </a:lnTo>
                  <a:lnTo>
                    <a:pt x="4998947" y="1647456"/>
                  </a:lnTo>
                  <a:lnTo>
                    <a:pt x="4999615" y="1647456"/>
                  </a:lnTo>
                  <a:lnTo>
                    <a:pt x="5000283" y="1647456"/>
                  </a:lnTo>
                  <a:lnTo>
                    <a:pt x="5000951" y="1647456"/>
                  </a:lnTo>
                  <a:lnTo>
                    <a:pt x="5001619" y="1647456"/>
                  </a:lnTo>
                  <a:lnTo>
                    <a:pt x="5002288" y="1647456"/>
                  </a:lnTo>
                  <a:lnTo>
                    <a:pt x="5002956" y="1647456"/>
                  </a:lnTo>
                  <a:lnTo>
                    <a:pt x="5003624" y="1654783"/>
                  </a:lnTo>
                  <a:lnTo>
                    <a:pt x="5004292" y="1650596"/>
                  </a:lnTo>
                  <a:lnTo>
                    <a:pt x="5004960" y="1654496"/>
                  </a:lnTo>
                  <a:lnTo>
                    <a:pt x="5005628" y="1597602"/>
                  </a:lnTo>
                  <a:lnTo>
                    <a:pt x="5006296" y="1524129"/>
                  </a:lnTo>
                  <a:lnTo>
                    <a:pt x="5006964" y="1525786"/>
                  </a:lnTo>
                  <a:lnTo>
                    <a:pt x="5007632" y="1526128"/>
                  </a:lnTo>
                  <a:lnTo>
                    <a:pt x="5008300" y="1471858"/>
                  </a:lnTo>
                  <a:lnTo>
                    <a:pt x="5008968" y="1402011"/>
                  </a:lnTo>
                  <a:lnTo>
                    <a:pt x="5009636" y="1353014"/>
                  </a:lnTo>
                  <a:lnTo>
                    <a:pt x="5010304" y="1305059"/>
                  </a:lnTo>
                  <a:lnTo>
                    <a:pt x="5010972" y="1285773"/>
                  </a:lnTo>
                  <a:lnTo>
                    <a:pt x="5011640" y="1283166"/>
                  </a:lnTo>
                  <a:lnTo>
                    <a:pt x="5012308" y="1283166"/>
                  </a:lnTo>
                  <a:lnTo>
                    <a:pt x="5012976" y="1283166"/>
                  </a:lnTo>
                  <a:lnTo>
                    <a:pt x="5013644" y="1274826"/>
                  </a:lnTo>
                  <a:lnTo>
                    <a:pt x="5014312" y="1281603"/>
                  </a:lnTo>
                  <a:lnTo>
                    <a:pt x="5014980" y="1299239"/>
                  </a:lnTo>
                  <a:lnTo>
                    <a:pt x="5015648" y="1329457"/>
                  </a:lnTo>
                  <a:lnTo>
                    <a:pt x="5016316" y="1292169"/>
                  </a:lnTo>
                  <a:lnTo>
                    <a:pt x="5016984" y="1231290"/>
                  </a:lnTo>
                  <a:lnTo>
                    <a:pt x="5017652" y="1277882"/>
                  </a:lnTo>
                  <a:lnTo>
                    <a:pt x="5018320" y="1205762"/>
                  </a:lnTo>
                  <a:lnTo>
                    <a:pt x="5018988" y="1346015"/>
                  </a:lnTo>
                  <a:lnTo>
                    <a:pt x="5019656" y="1444402"/>
                  </a:lnTo>
                  <a:lnTo>
                    <a:pt x="5020324" y="1524996"/>
                  </a:lnTo>
                  <a:lnTo>
                    <a:pt x="5020992" y="1537556"/>
                  </a:lnTo>
                  <a:lnTo>
                    <a:pt x="5021660" y="1542789"/>
                  </a:lnTo>
                  <a:lnTo>
                    <a:pt x="5022328" y="1594889"/>
                  </a:lnTo>
                  <a:lnTo>
                    <a:pt x="5022996" y="1578561"/>
                  </a:lnTo>
                  <a:lnTo>
                    <a:pt x="5023664" y="1617024"/>
                  </a:lnTo>
                  <a:lnTo>
                    <a:pt x="5024332" y="1610737"/>
                  </a:lnTo>
                  <a:lnTo>
                    <a:pt x="5025000" y="1599208"/>
                  </a:lnTo>
                  <a:lnTo>
                    <a:pt x="5025668" y="1608310"/>
                  </a:lnTo>
                  <a:lnTo>
                    <a:pt x="5026336" y="1611344"/>
                  </a:lnTo>
                  <a:lnTo>
                    <a:pt x="5027005" y="1611951"/>
                  </a:lnTo>
                  <a:lnTo>
                    <a:pt x="5027673" y="1611951"/>
                  </a:lnTo>
                  <a:lnTo>
                    <a:pt x="5028341" y="1611951"/>
                  </a:lnTo>
                  <a:lnTo>
                    <a:pt x="5029009" y="1611951"/>
                  </a:lnTo>
                  <a:lnTo>
                    <a:pt x="5029677" y="1611951"/>
                  </a:lnTo>
                  <a:lnTo>
                    <a:pt x="5030345" y="1621053"/>
                  </a:lnTo>
                  <a:lnTo>
                    <a:pt x="5031013" y="1636223"/>
                  </a:lnTo>
                  <a:lnTo>
                    <a:pt x="5031681" y="1629548"/>
                  </a:lnTo>
                  <a:lnTo>
                    <a:pt x="5032349" y="1623561"/>
                  </a:lnTo>
                  <a:lnTo>
                    <a:pt x="5033017" y="1581262"/>
                  </a:lnTo>
                  <a:lnTo>
                    <a:pt x="5033685" y="1566965"/>
                  </a:lnTo>
                  <a:lnTo>
                    <a:pt x="5034353" y="1551448"/>
                  </a:lnTo>
                  <a:lnTo>
                    <a:pt x="5035021" y="1500922"/>
                  </a:lnTo>
                  <a:lnTo>
                    <a:pt x="5035689" y="1462196"/>
                  </a:lnTo>
                  <a:lnTo>
                    <a:pt x="5036357" y="1469522"/>
                  </a:lnTo>
                  <a:lnTo>
                    <a:pt x="5037025" y="1438122"/>
                  </a:lnTo>
                  <a:lnTo>
                    <a:pt x="5037693" y="1411956"/>
                  </a:lnTo>
                  <a:lnTo>
                    <a:pt x="5038361" y="1456988"/>
                  </a:lnTo>
                  <a:lnTo>
                    <a:pt x="5039029" y="1389121"/>
                  </a:lnTo>
                  <a:lnTo>
                    <a:pt x="5039697" y="1445931"/>
                  </a:lnTo>
                  <a:lnTo>
                    <a:pt x="5040365" y="1442330"/>
                  </a:lnTo>
                  <a:lnTo>
                    <a:pt x="5041033" y="1433328"/>
                  </a:lnTo>
                  <a:lnTo>
                    <a:pt x="5041701" y="1422527"/>
                  </a:lnTo>
                  <a:lnTo>
                    <a:pt x="5042369" y="1424451"/>
                  </a:lnTo>
                  <a:lnTo>
                    <a:pt x="5043037" y="1435980"/>
                  </a:lnTo>
                  <a:lnTo>
                    <a:pt x="5043705" y="1445689"/>
                  </a:lnTo>
                  <a:lnTo>
                    <a:pt x="5044373" y="1434766"/>
                  </a:lnTo>
                  <a:lnTo>
                    <a:pt x="5045041" y="1465181"/>
                  </a:lnTo>
                  <a:lnTo>
                    <a:pt x="5045709" y="1462108"/>
                  </a:lnTo>
                  <a:lnTo>
                    <a:pt x="5046377" y="1448791"/>
                  </a:lnTo>
                  <a:lnTo>
                    <a:pt x="5047045" y="1449966"/>
                  </a:lnTo>
                  <a:lnTo>
                    <a:pt x="5047713" y="1462997"/>
                  </a:lnTo>
                  <a:lnTo>
                    <a:pt x="5048381" y="1501544"/>
                  </a:lnTo>
                  <a:lnTo>
                    <a:pt x="5049049" y="1509402"/>
                  </a:lnTo>
                  <a:lnTo>
                    <a:pt x="5049717" y="1534281"/>
                  </a:lnTo>
                  <a:lnTo>
                    <a:pt x="5050385" y="1507582"/>
                  </a:lnTo>
                  <a:lnTo>
                    <a:pt x="5051053" y="1531250"/>
                  </a:lnTo>
                  <a:lnTo>
                    <a:pt x="5051722" y="1485131"/>
                  </a:lnTo>
                  <a:lnTo>
                    <a:pt x="5052390" y="1490592"/>
                  </a:lnTo>
                  <a:lnTo>
                    <a:pt x="5053058" y="1496660"/>
                  </a:lnTo>
                  <a:lnTo>
                    <a:pt x="5053726" y="1498480"/>
                  </a:lnTo>
                  <a:lnTo>
                    <a:pt x="5054394" y="1522145"/>
                  </a:lnTo>
                  <a:lnTo>
                    <a:pt x="5055062" y="1562950"/>
                  </a:lnTo>
                  <a:lnTo>
                    <a:pt x="5055730" y="1582754"/>
                  </a:lnTo>
                  <a:lnTo>
                    <a:pt x="5056398" y="1546188"/>
                  </a:lnTo>
                  <a:lnTo>
                    <a:pt x="5057066" y="1550001"/>
                  </a:lnTo>
                  <a:lnTo>
                    <a:pt x="5057734" y="1550001"/>
                  </a:lnTo>
                  <a:lnTo>
                    <a:pt x="5058402" y="1550001"/>
                  </a:lnTo>
                  <a:lnTo>
                    <a:pt x="5059070" y="1550001"/>
                  </a:lnTo>
                  <a:lnTo>
                    <a:pt x="5059738" y="1548898"/>
                  </a:lnTo>
                  <a:lnTo>
                    <a:pt x="5060406" y="1582798"/>
                  </a:lnTo>
                  <a:lnTo>
                    <a:pt x="5061074" y="1578376"/>
                  </a:lnTo>
                  <a:lnTo>
                    <a:pt x="5061742" y="1604543"/>
                  </a:lnTo>
                  <a:lnTo>
                    <a:pt x="5062410" y="1605589"/>
                  </a:lnTo>
                  <a:lnTo>
                    <a:pt x="5063078" y="1605589"/>
                  </a:lnTo>
                  <a:lnTo>
                    <a:pt x="5063746" y="1615009"/>
                  </a:lnTo>
                  <a:lnTo>
                    <a:pt x="5064414" y="1605589"/>
                  </a:lnTo>
                  <a:lnTo>
                    <a:pt x="5065082" y="1611869"/>
                  </a:lnTo>
                  <a:lnTo>
                    <a:pt x="5065750" y="1626523"/>
                  </a:lnTo>
                  <a:lnTo>
                    <a:pt x="5066418" y="1635943"/>
                  </a:lnTo>
                  <a:lnTo>
                    <a:pt x="5067086" y="1647456"/>
                  </a:lnTo>
                  <a:lnTo>
                    <a:pt x="5067754" y="1647456"/>
                  </a:lnTo>
                  <a:lnTo>
                    <a:pt x="5068422" y="1647456"/>
                  </a:lnTo>
                  <a:lnTo>
                    <a:pt x="5069090" y="1647456"/>
                  </a:lnTo>
                  <a:lnTo>
                    <a:pt x="5069758" y="1647456"/>
                  </a:lnTo>
                  <a:lnTo>
                    <a:pt x="5070426" y="1647456"/>
                  </a:lnTo>
                  <a:lnTo>
                    <a:pt x="5071094" y="1647456"/>
                  </a:lnTo>
                  <a:lnTo>
                    <a:pt x="5071762" y="1647456"/>
                  </a:lnTo>
                  <a:lnTo>
                    <a:pt x="5072430" y="1647456"/>
                  </a:lnTo>
                  <a:lnTo>
                    <a:pt x="5073098" y="1647456"/>
                  </a:lnTo>
                  <a:lnTo>
                    <a:pt x="5073766" y="1648503"/>
                  </a:lnTo>
                  <a:lnTo>
                    <a:pt x="5074434" y="1668389"/>
                  </a:lnTo>
                  <a:lnTo>
                    <a:pt x="5075102" y="1668389"/>
                  </a:lnTo>
                  <a:lnTo>
                    <a:pt x="5075771" y="1668389"/>
                  </a:lnTo>
                  <a:lnTo>
                    <a:pt x="5076439" y="1668389"/>
                  </a:lnTo>
                  <a:lnTo>
                    <a:pt x="5077107" y="1668389"/>
                  </a:lnTo>
                  <a:lnTo>
                    <a:pt x="5077775" y="1655829"/>
                  </a:lnTo>
                  <a:lnTo>
                    <a:pt x="5078443" y="1647456"/>
                  </a:lnTo>
                  <a:lnTo>
                    <a:pt x="5079111" y="1647456"/>
                  </a:lnTo>
                  <a:lnTo>
                    <a:pt x="5079779" y="1647456"/>
                  </a:lnTo>
                  <a:lnTo>
                    <a:pt x="5080447" y="1647456"/>
                  </a:lnTo>
                  <a:lnTo>
                    <a:pt x="5081115" y="1647456"/>
                  </a:lnTo>
                  <a:lnTo>
                    <a:pt x="5081783" y="1647456"/>
                  </a:lnTo>
                  <a:lnTo>
                    <a:pt x="5082451" y="1647456"/>
                  </a:lnTo>
                  <a:lnTo>
                    <a:pt x="5083119" y="1626523"/>
                  </a:lnTo>
                  <a:lnTo>
                    <a:pt x="5083787" y="1613963"/>
                  </a:lnTo>
                  <a:lnTo>
                    <a:pt x="5084455" y="1605589"/>
                  </a:lnTo>
                  <a:lnTo>
                    <a:pt x="5085123" y="1605589"/>
                  </a:lnTo>
                  <a:lnTo>
                    <a:pt x="5085791" y="1605589"/>
                  </a:lnTo>
                  <a:lnTo>
                    <a:pt x="5086459" y="1605589"/>
                  </a:lnTo>
                  <a:lnTo>
                    <a:pt x="5087127" y="1595123"/>
                  </a:lnTo>
                  <a:lnTo>
                    <a:pt x="5087795" y="1573143"/>
                  </a:lnTo>
                  <a:lnTo>
                    <a:pt x="5088463" y="1544882"/>
                  </a:lnTo>
                  <a:lnTo>
                    <a:pt x="5089131" y="1513482"/>
                  </a:lnTo>
                  <a:lnTo>
                    <a:pt x="5089799" y="1536045"/>
                  </a:lnTo>
                  <a:lnTo>
                    <a:pt x="5090467" y="1542613"/>
                  </a:lnTo>
                  <a:lnTo>
                    <a:pt x="5091135" y="1550001"/>
                  </a:lnTo>
                  <a:lnTo>
                    <a:pt x="5091803" y="1550001"/>
                  </a:lnTo>
                  <a:lnTo>
                    <a:pt x="5092471" y="1547713"/>
                  </a:lnTo>
                  <a:lnTo>
                    <a:pt x="5093139" y="1550001"/>
                  </a:lnTo>
                  <a:lnTo>
                    <a:pt x="5093807" y="1559150"/>
                  </a:lnTo>
                  <a:lnTo>
                    <a:pt x="5094475" y="1565250"/>
                  </a:lnTo>
                  <a:lnTo>
                    <a:pt x="5095143" y="1565250"/>
                  </a:lnTo>
                  <a:lnTo>
                    <a:pt x="5095811" y="1556101"/>
                  </a:lnTo>
                  <a:lnTo>
                    <a:pt x="5096479" y="1550001"/>
                  </a:lnTo>
                  <a:lnTo>
                    <a:pt x="5097147" y="1557625"/>
                  </a:lnTo>
                  <a:lnTo>
                    <a:pt x="5097815" y="1582787"/>
                  </a:lnTo>
                  <a:lnTo>
                    <a:pt x="5098483" y="1609473"/>
                  </a:lnTo>
                  <a:lnTo>
                    <a:pt x="5099151" y="1632347"/>
                  </a:lnTo>
                  <a:lnTo>
                    <a:pt x="5099819" y="1668301"/>
                  </a:lnTo>
                  <a:lnTo>
                    <a:pt x="5100488" y="1668301"/>
                  </a:lnTo>
                  <a:lnTo>
                    <a:pt x="5101156" y="1626523"/>
                  </a:lnTo>
                  <a:lnTo>
                    <a:pt x="5101824" y="1626523"/>
                  </a:lnTo>
                  <a:lnTo>
                    <a:pt x="5102492" y="1629663"/>
                  </a:lnTo>
                  <a:lnTo>
                    <a:pt x="5103160" y="1647456"/>
                  </a:lnTo>
                  <a:lnTo>
                    <a:pt x="5103828" y="1647456"/>
                  </a:lnTo>
                  <a:lnTo>
                    <a:pt x="5104496" y="1647456"/>
                  </a:lnTo>
                  <a:lnTo>
                    <a:pt x="5105164" y="1640129"/>
                  </a:lnTo>
                  <a:lnTo>
                    <a:pt x="5105832" y="1639083"/>
                  </a:lnTo>
                  <a:lnTo>
                    <a:pt x="5106500" y="1647456"/>
                  </a:lnTo>
                  <a:lnTo>
                    <a:pt x="5107168" y="1647456"/>
                  </a:lnTo>
                  <a:lnTo>
                    <a:pt x="5107836" y="1647456"/>
                  </a:lnTo>
                  <a:lnTo>
                    <a:pt x="5108504" y="1633849"/>
                  </a:lnTo>
                  <a:lnTo>
                    <a:pt x="5109172" y="1626523"/>
                  </a:lnTo>
                  <a:lnTo>
                    <a:pt x="5109840" y="1613963"/>
                  </a:lnTo>
                  <a:lnTo>
                    <a:pt x="5110508" y="1605589"/>
                  </a:lnTo>
                  <a:lnTo>
                    <a:pt x="5111176" y="1605589"/>
                  </a:lnTo>
                  <a:lnTo>
                    <a:pt x="5111844" y="1605589"/>
                  </a:lnTo>
                  <a:lnTo>
                    <a:pt x="5112512" y="1605589"/>
                  </a:lnTo>
                  <a:lnTo>
                    <a:pt x="5113180" y="1596169"/>
                  </a:lnTo>
                  <a:lnTo>
                    <a:pt x="5113848" y="1584656"/>
                  </a:lnTo>
                  <a:lnTo>
                    <a:pt x="5114516" y="1584656"/>
                  </a:lnTo>
                  <a:lnTo>
                    <a:pt x="5115184" y="1572096"/>
                  </a:lnTo>
                  <a:lnTo>
                    <a:pt x="5115852" y="1561629"/>
                  </a:lnTo>
                  <a:lnTo>
                    <a:pt x="5116520" y="1521856"/>
                  </a:lnTo>
                  <a:lnTo>
                    <a:pt x="5117188" y="1521856"/>
                  </a:lnTo>
                  <a:lnTo>
                    <a:pt x="5117856" y="1521856"/>
                  </a:lnTo>
                  <a:lnTo>
                    <a:pt x="5118524" y="1535462"/>
                  </a:lnTo>
                  <a:lnTo>
                    <a:pt x="5119192" y="1542789"/>
                  </a:lnTo>
                  <a:lnTo>
                    <a:pt x="5119860" y="1555349"/>
                  </a:lnTo>
                  <a:lnTo>
                    <a:pt x="5120528" y="1615567"/>
                  </a:lnTo>
                  <a:lnTo>
                    <a:pt x="5121196" y="1618812"/>
                  </a:lnTo>
                  <a:lnTo>
                    <a:pt x="5121864" y="1610998"/>
                  </a:lnTo>
                  <a:lnTo>
                    <a:pt x="5122532" y="1598798"/>
                  </a:lnTo>
                  <a:lnTo>
                    <a:pt x="5123200" y="1602611"/>
                  </a:lnTo>
                  <a:lnTo>
                    <a:pt x="5123868" y="1609473"/>
                  </a:lnTo>
                  <a:lnTo>
                    <a:pt x="5124536" y="1590411"/>
                  </a:lnTo>
                  <a:lnTo>
                    <a:pt x="5125205" y="1592699"/>
                  </a:lnTo>
                  <a:lnTo>
                    <a:pt x="5125873" y="1579737"/>
                  </a:lnTo>
                  <a:lnTo>
                    <a:pt x="5126541" y="1595749"/>
                  </a:lnTo>
                  <a:lnTo>
                    <a:pt x="5127209" y="1588886"/>
                  </a:lnTo>
                  <a:lnTo>
                    <a:pt x="5127877" y="1580499"/>
                  </a:lnTo>
                  <a:lnTo>
                    <a:pt x="5128545" y="1563725"/>
                  </a:lnTo>
                  <a:lnTo>
                    <a:pt x="5129213" y="1530177"/>
                  </a:lnTo>
                  <a:lnTo>
                    <a:pt x="5129881" y="1519502"/>
                  </a:lnTo>
                  <a:lnTo>
                    <a:pt x="5130549" y="1511191"/>
                  </a:lnTo>
                  <a:lnTo>
                    <a:pt x="5131217" y="1506221"/>
                  </a:lnTo>
                  <a:lnTo>
                    <a:pt x="5131885" y="1430796"/>
                  </a:lnTo>
                  <a:lnTo>
                    <a:pt x="5132553" y="1417189"/>
                  </a:lnTo>
                  <a:lnTo>
                    <a:pt x="5133221" y="1417189"/>
                  </a:lnTo>
                  <a:lnTo>
                    <a:pt x="5133889" y="1419282"/>
                  </a:lnTo>
                  <a:lnTo>
                    <a:pt x="5134557" y="1442309"/>
                  </a:lnTo>
                  <a:lnTo>
                    <a:pt x="5135225" y="1441262"/>
                  </a:lnTo>
                  <a:lnTo>
                    <a:pt x="5135893" y="1481036"/>
                  </a:lnTo>
                  <a:lnTo>
                    <a:pt x="5136561" y="1479989"/>
                  </a:lnTo>
                  <a:lnTo>
                    <a:pt x="5137229" y="1466382"/>
                  </a:lnTo>
                  <a:lnTo>
                    <a:pt x="5137897" y="1459056"/>
                  </a:lnTo>
                  <a:lnTo>
                    <a:pt x="5138565" y="1453822"/>
                  </a:lnTo>
                  <a:lnTo>
                    <a:pt x="5139233" y="1486269"/>
                  </a:lnTo>
                  <a:lnTo>
                    <a:pt x="5139901" y="1483129"/>
                  </a:lnTo>
                  <a:lnTo>
                    <a:pt x="5140569" y="1479989"/>
                  </a:lnTo>
                  <a:lnTo>
                    <a:pt x="5141237" y="1459056"/>
                  </a:lnTo>
                  <a:lnTo>
                    <a:pt x="5141905" y="1461149"/>
                  </a:lnTo>
                  <a:lnTo>
                    <a:pt x="5142573" y="1442309"/>
                  </a:lnTo>
                  <a:lnTo>
                    <a:pt x="5143241" y="1402535"/>
                  </a:lnTo>
                  <a:lnTo>
                    <a:pt x="5143909" y="1370089"/>
                  </a:lnTo>
                  <a:lnTo>
                    <a:pt x="5144577" y="1357529"/>
                  </a:lnTo>
                  <a:lnTo>
                    <a:pt x="5145245" y="1375322"/>
                  </a:lnTo>
                  <a:lnTo>
                    <a:pt x="5145913" y="1377416"/>
                  </a:lnTo>
                  <a:lnTo>
                    <a:pt x="5146581" y="1396255"/>
                  </a:lnTo>
                  <a:lnTo>
                    <a:pt x="5147249" y="1419282"/>
                  </a:lnTo>
                  <a:lnTo>
                    <a:pt x="5147917" y="1398349"/>
                  </a:lnTo>
                  <a:lnTo>
                    <a:pt x="5148585" y="1399395"/>
                  </a:lnTo>
                  <a:lnTo>
                    <a:pt x="5149254" y="1396255"/>
                  </a:lnTo>
                  <a:lnTo>
                    <a:pt x="5149922" y="1414049"/>
                  </a:lnTo>
                  <a:lnTo>
                    <a:pt x="5150590" y="1417189"/>
                  </a:lnTo>
                  <a:lnTo>
                    <a:pt x="5151258" y="1438122"/>
                  </a:lnTo>
                  <a:lnTo>
                    <a:pt x="5151926" y="1443356"/>
                  </a:lnTo>
                  <a:lnTo>
                    <a:pt x="5152594" y="1492549"/>
                  </a:lnTo>
                  <a:lnTo>
                    <a:pt x="5153262" y="1536509"/>
                  </a:lnTo>
                  <a:lnTo>
                    <a:pt x="5153930" y="1568956"/>
                  </a:lnTo>
                  <a:lnTo>
                    <a:pt x="5154598" y="1584656"/>
                  </a:lnTo>
                  <a:lnTo>
                    <a:pt x="5155266" y="1584656"/>
                  </a:lnTo>
                  <a:lnTo>
                    <a:pt x="5155934" y="1584656"/>
                  </a:lnTo>
                  <a:lnTo>
                    <a:pt x="5156602" y="1575236"/>
                  </a:lnTo>
                  <a:lnTo>
                    <a:pt x="5157270" y="1545929"/>
                  </a:lnTo>
                  <a:lnTo>
                    <a:pt x="5157938" y="1578376"/>
                  </a:lnTo>
                  <a:lnTo>
                    <a:pt x="5158606" y="1544882"/>
                  </a:lnTo>
                  <a:lnTo>
                    <a:pt x="5159274" y="1510342"/>
                  </a:lnTo>
                  <a:lnTo>
                    <a:pt x="5159942" y="1500922"/>
                  </a:lnTo>
                  <a:lnTo>
                    <a:pt x="5160610" y="1500922"/>
                  </a:lnTo>
                  <a:lnTo>
                    <a:pt x="5161278" y="1500922"/>
                  </a:lnTo>
                  <a:lnTo>
                    <a:pt x="5161946" y="1499876"/>
                  </a:lnTo>
                  <a:lnTo>
                    <a:pt x="5162614" y="1473709"/>
                  </a:lnTo>
                  <a:lnTo>
                    <a:pt x="5163282" y="1459056"/>
                  </a:lnTo>
                  <a:lnTo>
                    <a:pt x="5163950" y="1459056"/>
                  </a:lnTo>
                  <a:lnTo>
                    <a:pt x="5164618" y="1418236"/>
                  </a:lnTo>
                  <a:lnTo>
                    <a:pt x="5165286" y="1372182"/>
                  </a:lnTo>
                  <a:lnTo>
                    <a:pt x="5165954" y="1354389"/>
                  </a:lnTo>
                  <a:lnTo>
                    <a:pt x="5166622" y="1349155"/>
                  </a:lnTo>
                  <a:lnTo>
                    <a:pt x="5167290" y="1372182"/>
                  </a:lnTo>
                  <a:lnTo>
                    <a:pt x="5167958" y="1372182"/>
                  </a:lnTo>
                  <a:lnTo>
                    <a:pt x="5168626" y="1419282"/>
                  </a:lnTo>
                  <a:lnTo>
                    <a:pt x="5169294" y="1459056"/>
                  </a:lnTo>
                  <a:lnTo>
                    <a:pt x="5169962" y="1413002"/>
                  </a:lnTo>
                  <a:lnTo>
                    <a:pt x="5170630" y="1347062"/>
                  </a:lnTo>
                  <a:lnTo>
                    <a:pt x="5171298" y="1328222"/>
                  </a:lnTo>
                  <a:lnTo>
                    <a:pt x="5171966" y="1410298"/>
                  </a:lnTo>
                  <a:lnTo>
                    <a:pt x="5172634" y="1437349"/>
                  </a:lnTo>
                  <a:lnTo>
                    <a:pt x="5173302" y="1453597"/>
                  </a:lnTo>
                  <a:lnTo>
                    <a:pt x="5173971" y="1440968"/>
                  </a:lnTo>
                  <a:lnTo>
                    <a:pt x="5174639" y="1454693"/>
                  </a:lnTo>
                  <a:lnTo>
                    <a:pt x="5175307" y="1462317"/>
                  </a:lnTo>
                  <a:lnTo>
                    <a:pt x="5175975" y="1445543"/>
                  </a:lnTo>
                  <a:lnTo>
                    <a:pt x="5176643" y="1386071"/>
                  </a:lnTo>
                  <a:lnTo>
                    <a:pt x="5177311" y="1367772"/>
                  </a:lnTo>
                  <a:lnTo>
                    <a:pt x="5177979" y="1334986"/>
                  </a:lnTo>
                  <a:lnTo>
                    <a:pt x="5178647" y="1336510"/>
                  </a:lnTo>
                  <a:lnTo>
                    <a:pt x="5179315" y="1405788"/>
                  </a:lnTo>
                  <a:lnTo>
                    <a:pt x="5179983" y="1427328"/>
                  </a:lnTo>
                  <a:lnTo>
                    <a:pt x="5180651" y="1453732"/>
                  </a:lnTo>
                  <a:lnTo>
                    <a:pt x="5181319" y="1445082"/>
                  </a:lnTo>
                  <a:lnTo>
                    <a:pt x="5181987" y="1468134"/>
                  </a:lnTo>
                  <a:lnTo>
                    <a:pt x="5182655" y="1469935"/>
                  </a:lnTo>
                  <a:lnTo>
                    <a:pt x="5183323" y="1379971"/>
                  </a:lnTo>
                  <a:lnTo>
                    <a:pt x="5183991" y="1384546"/>
                  </a:lnTo>
                  <a:lnTo>
                    <a:pt x="5184659" y="1400558"/>
                  </a:lnTo>
                  <a:lnTo>
                    <a:pt x="5185327" y="1426481"/>
                  </a:lnTo>
                  <a:lnTo>
                    <a:pt x="5185995" y="1442493"/>
                  </a:lnTo>
                  <a:lnTo>
                    <a:pt x="5186663" y="1494341"/>
                  </a:lnTo>
                  <a:lnTo>
                    <a:pt x="5187331" y="1478329"/>
                  </a:lnTo>
                  <a:lnTo>
                    <a:pt x="5187999" y="1504253"/>
                  </a:lnTo>
                  <a:lnTo>
                    <a:pt x="5188667" y="1504253"/>
                  </a:lnTo>
                  <a:lnTo>
                    <a:pt x="5189335" y="1520618"/>
                  </a:lnTo>
                  <a:lnTo>
                    <a:pt x="5190003" y="1536329"/>
                  </a:lnTo>
                  <a:lnTo>
                    <a:pt x="5190671" y="1528659"/>
                  </a:lnTo>
                  <a:lnTo>
                    <a:pt x="5191339" y="1479989"/>
                  </a:lnTo>
                  <a:lnTo>
                    <a:pt x="5192007" y="1479989"/>
                  </a:lnTo>
                  <a:lnTo>
                    <a:pt x="5192675" y="1464289"/>
                  </a:lnTo>
                  <a:lnTo>
                    <a:pt x="5193343" y="1466382"/>
                  </a:lnTo>
                  <a:lnTo>
                    <a:pt x="5194011" y="1479989"/>
                  </a:lnTo>
                  <a:lnTo>
                    <a:pt x="5194679" y="1475802"/>
                  </a:lnTo>
                  <a:lnTo>
                    <a:pt x="5195347" y="1421376"/>
                  </a:lnTo>
                  <a:lnTo>
                    <a:pt x="5196015" y="1420329"/>
                  </a:lnTo>
                  <a:lnTo>
                    <a:pt x="5196683" y="1392069"/>
                  </a:lnTo>
                  <a:lnTo>
                    <a:pt x="5197351" y="1430796"/>
                  </a:lnTo>
                  <a:lnTo>
                    <a:pt x="5198019" y="1447542"/>
                  </a:lnTo>
                  <a:lnTo>
                    <a:pt x="5198688" y="1459056"/>
                  </a:lnTo>
                  <a:lnTo>
                    <a:pt x="5199356" y="1440216"/>
                  </a:lnTo>
                  <a:lnTo>
                    <a:pt x="5200024" y="1441262"/>
                  </a:lnTo>
                  <a:lnTo>
                    <a:pt x="5200692" y="1440216"/>
                  </a:lnTo>
                  <a:lnTo>
                    <a:pt x="5201360" y="1506892"/>
                  </a:lnTo>
                  <a:lnTo>
                    <a:pt x="5202028" y="1462487"/>
                  </a:lnTo>
                  <a:lnTo>
                    <a:pt x="5202696" y="1440206"/>
                  </a:lnTo>
                  <a:lnTo>
                    <a:pt x="5203364" y="1425719"/>
                  </a:lnTo>
                  <a:lnTo>
                    <a:pt x="5204032" y="1412757"/>
                  </a:lnTo>
                  <a:lnTo>
                    <a:pt x="5204700" y="1415807"/>
                  </a:lnTo>
                  <a:lnTo>
                    <a:pt x="5205368" y="1455455"/>
                  </a:lnTo>
                  <a:lnTo>
                    <a:pt x="5206036" y="1469942"/>
                  </a:lnTo>
                  <a:lnTo>
                    <a:pt x="5206704" y="1494341"/>
                  </a:lnTo>
                  <a:lnTo>
                    <a:pt x="5207372" y="1504253"/>
                  </a:lnTo>
                  <a:lnTo>
                    <a:pt x="5208040" y="1504253"/>
                  </a:lnTo>
                  <a:lnTo>
                    <a:pt x="5208708" y="1504253"/>
                  </a:lnTo>
                  <a:lnTo>
                    <a:pt x="5209376" y="1519502"/>
                  </a:lnTo>
                  <a:lnTo>
                    <a:pt x="5210044" y="1534751"/>
                  </a:lnTo>
                  <a:lnTo>
                    <a:pt x="5210712" y="1540089"/>
                  </a:lnTo>
                  <a:lnTo>
                    <a:pt x="5211380" y="1528729"/>
                  </a:lnTo>
                  <a:lnTo>
                    <a:pt x="5212048" y="1575606"/>
                  </a:lnTo>
                  <a:lnTo>
                    <a:pt x="5212716" y="1562676"/>
                  </a:lnTo>
                  <a:lnTo>
                    <a:pt x="5213384" y="1578376"/>
                  </a:lnTo>
                  <a:lnTo>
                    <a:pt x="5214052" y="1584656"/>
                  </a:lnTo>
                  <a:lnTo>
                    <a:pt x="5214720" y="1584656"/>
                  </a:lnTo>
                  <a:lnTo>
                    <a:pt x="5215388" y="1584656"/>
                  </a:lnTo>
                  <a:lnTo>
                    <a:pt x="5216056" y="1553256"/>
                  </a:lnTo>
                  <a:lnTo>
                    <a:pt x="5216724" y="1605165"/>
                  </a:lnTo>
                  <a:lnTo>
                    <a:pt x="5217392" y="1605457"/>
                  </a:lnTo>
                  <a:lnTo>
                    <a:pt x="5218060" y="1598036"/>
                  </a:lnTo>
                  <a:lnTo>
                    <a:pt x="5218728" y="1595749"/>
                  </a:lnTo>
                  <a:lnTo>
                    <a:pt x="5219396" y="1595749"/>
                  </a:lnTo>
                  <a:lnTo>
                    <a:pt x="5220064" y="1595749"/>
                  </a:lnTo>
                  <a:lnTo>
                    <a:pt x="5220732" y="1604136"/>
                  </a:lnTo>
                  <a:lnTo>
                    <a:pt x="5221400" y="1614810"/>
                  </a:lnTo>
                  <a:lnTo>
                    <a:pt x="5222068" y="1610998"/>
                  </a:lnTo>
                  <a:lnTo>
                    <a:pt x="5222736" y="1610998"/>
                  </a:lnTo>
                  <a:lnTo>
                    <a:pt x="5223405" y="1617098"/>
                  </a:lnTo>
                  <a:lnTo>
                    <a:pt x="5224073" y="1610998"/>
                  </a:lnTo>
                  <a:lnTo>
                    <a:pt x="5224741" y="1610998"/>
                  </a:lnTo>
                  <a:lnTo>
                    <a:pt x="5225409" y="1599561"/>
                  </a:lnTo>
                  <a:lnTo>
                    <a:pt x="5226077" y="1618623"/>
                  </a:lnTo>
                  <a:lnTo>
                    <a:pt x="5226745" y="1633760"/>
                  </a:lnTo>
                  <a:lnTo>
                    <a:pt x="5227413" y="1632774"/>
                  </a:lnTo>
                  <a:lnTo>
                    <a:pt x="5228081" y="1591983"/>
                  </a:lnTo>
                  <a:lnTo>
                    <a:pt x="5228749" y="1584656"/>
                  </a:lnTo>
                  <a:lnTo>
                    <a:pt x="5229417" y="1578376"/>
                  </a:lnTo>
                  <a:lnTo>
                    <a:pt x="5230085" y="1563722"/>
                  </a:lnTo>
                  <a:lnTo>
                    <a:pt x="5230753" y="1563722"/>
                  </a:lnTo>
                  <a:lnTo>
                    <a:pt x="5231421" y="1579423"/>
                  </a:lnTo>
                  <a:lnTo>
                    <a:pt x="5232089" y="1584656"/>
                  </a:lnTo>
                  <a:lnTo>
                    <a:pt x="5232757" y="1584656"/>
                  </a:lnTo>
                  <a:lnTo>
                    <a:pt x="5233425" y="1585703"/>
                  </a:lnTo>
                  <a:lnTo>
                    <a:pt x="5234093" y="1585703"/>
                  </a:lnTo>
                  <a:lnTo>
                    <a:pt x="5234761" y="1630976"/>
                  </a:lnTo>
                  <a:lnTo>
                    <a:pt x="5235429" y="1621954"/>
                  </a:lnTo>
                  <a:lnTo>
                    <a:pt x="5236097" y="1626247"/>
                  </a:lnTo>
                  <a:lnTo>
                    <a:pt x="5236765" y="1626247"/>
                  </a:lnTo>
                  <a:lnTo>
                    <a:pt x="5237433" y="1645688"/>
                  </a:lnTo>
                  <a:lnTo>
                    <a:pt x="5238101" y="1641564"/>
                  </a:lnTo>
                  <a:lnTo>
                    <a:pt x="5238769" y="1616198"/>
                  </a:lnTo>
                  <a:lnTo>
                    <a:pt x="5239437" y="1603456"/>
                  </a:lnTo>
                  <a:lnTo>
                    <a:pt x="5240105" y="1601029"/>
                  </a:lnTo>
                  <a:lnTo>
                    <a:pt x="5240773" y="1599208"/>
                  </a:lnTo>
                  <a:lnTo>
                    <a:pt x="5241441" y="1582825"/>
                  </a:lnTo>
                  <a:lnTo>
                    <a:pt x="5242109" y="1575543"/>
                  </a:lnTo>
                  <a:lnTo>
                    <a:pt x="5242777" y="1571295"/>
                  </a:lnTo>
                  <a:lnTo>
                    <a:pt x="5243445" y="1563407"/>
                  </a:lnTo>
                  <a:lnTo>
                    <a:pt x="5244113" y="1557946"/>
                  </a:lnTo>
                  <a:lnTo>
                    <a:pt x="5244781" y="1554549"/>
                  </a:lnTo>
                  <a:lnTo>
                    <a:pt x="5245449" y="1574352"/>
                  </a:lnTo>
                  <a:lnTo>
                    <a:pt x="5246117" y="1514927"/>
                  </a:lnTo>
                  <a:lnTo>
                    <a:pt x="5246785" y="1480616"/>
                  </a:lnTo>
                  <a:lnTo>
                    <a:pt x="5247454" y="1478198"/>
                  </a:lnTo>
                  <a:lnTo>
                    <a:pt x="5248122" y="1488487"/>
                  </a:lnTo>
                  <a:lnTo>
                    <a:pt x="5248790" y="1430796"/>
                  </a:lnTo>
                  <a:lnTo>
                    <a:pt x="5249458" y="1459056"/>
                  </a:lnTo>
                  <a:lnTo>
                    <a:pt x="5250126" y="1477896"/>
                  </a:lnTo>
                  <a:lnTo>
                    <a:pt x="5250794" y="1449636"/>
                  </a:lnTo>
                  <a:lnTo>
                    <a:pt x="5251462" y="1446496"/>
                  </a:lnTo>
                  <a:lnTo>
                    <a:pt x="5252130" y="1459056"/>
                  </a:lnTo>
                  <a:lnTo>
                    <a:pt x="5252798" y="1446496"/>
                  </a:lnTo>
                  <a:lnTo>
                    <a:pt x="5253466" y="1402535"/>
                  </a:lnTo>
                  <a:lnTo>
                    <a:pt x="5254134" y="1425562"/>
                  </a:lnTo>
                  <a:lnTo>
                    <a:pt x="5254802" y="1438122"/>
                  </a:lnTo>
                  <a:lnTo>
                    <a:pt x="5255470" y="1431842"/>
                  </a:lnTo>
                  <a:lnTo>
                    <a:pt x="5256138" y="1423469"/>
                  </a:lnTo>
                  <a:lnTo>
                    <a:pt x="5256806" y="1458009"/>
                  </a:lnTo>
                  <a:lnTo>
                    <a:pt x="5257474" y="1443356"/>
                  </a:lnTo>
                  <a:lnTo>
                    <a:pt x="5258142" y="1433936"/>
                  </a:lnTo>
                  <a:lnTo>
                    <a:pt x="5258810" y="1437076"/>
                  </a:lnTo>
                  <a:lnTo>
                    <a:pt x="5259478" y="1406722"/>
                  </a:lnTo>
                  <a:lnTo>
                    <a:pt x="5260146" y="1396255"/>
                  </a:lnTo>
                  <a:lnTo>
                    <a:pt x="5260814" y="1407769"/>
                  </a:lnTo>
                  <a:lnTo>
                    <a:pt x="5261482" y="1425562"/>
                  </a:lnTo>
                  <a:lnTo>
                    <a:pt x="5262150" y="1417189"/>
                  </a:lnTo>
                  <a:lnTo>
                    <a:pt x="5262818" y="1417189"/>
                  </a:lnTo>
                  <a:lnTo>
                    <a:pt x="5263486" y="1432889"/>
                  </a:lnTo>
                  <a:lnTo>
                    <a:pt x="5264154" y="1407769"/>
                  </a:lnTo>
                  <a:lnTo>
                    <a:pt x="5264822" y="1371135"/>
                  </a:lnTo>
                  <a:lnTo>
                    <a:pt x="5265490" y="1360669"/>
                  </a:lnTo>
                  <a:lnTo>
                    <a:pt x="5266158" y="1374275"/>
                  </a:lnTo>
                  <a:lnTo>
                    <a:pt x="5266826" y="1366949"/>
                  </a:lnTo>
                  <a:lnTo>
                    <a:pt x="5267494" y="1380556"/>
                  </a:lnTo>
                  <a:lnTo>
                    <a:pt x="5268162" y="1344969"/>
                  </a:lnTo>
                  <a:lnTo>
                    <a:pt x="5268830" y="1322989"/>
                  </a:lnTo>
                  <a:lnTo>
                    <a:pt x="5269498" y="1329269"/>
                  </a:lnTo>
                  <a:lnTo>
                    <a:pt x="5270166" y="1312522"/>
                  </a:lnTo>
                  <a:lnTo>
                    <a:pt x="5270834" y="1332409"/>
                  </a:lnTo>
                  <a:lnTo>
                    <a:pt x="5271502" y="1346015"/>
                  </a:lnTo>
                  <a:lnTo>
                    <a:pt x="5272171" y="1354389"/>
                  </a:lnTo>
                  <a:lnTo>
                    <a:pt x="5272839" y="1362762"/>
                  </a:lnTo>
                  <a:lnTo>
                    <a:pt x="5273507" y="1342875"/>
                  </a:lnTo>
                  <a:lnTo>
                    <a:pt x="5274175" y="1296822"/>
                  </a:lnTo>
                  <a:lnTo>
                    <a:pt x="5274843" y="1310429"/>
                  </a:lnTo>
                  <a:lnTo>
                    <a:pt x="5275511" y="1291589"/>
                  </a:lnTo>
                  <a:lnTo>
                    <a:pt x="5276179" y="1284262"/>
                  </a:lnTo>
                  <a:lnTo>
                    <a:pt x="5276847" y="1257049"/>
                  </a:lnTo>
                  <a:lnTo>
                    <a:pt x="5277515" y="1260189"/>
                  </a:lnTo>
                  <a:lnTo>
                    <a:pt x="5278183" y="1308335"/>
                  </a:lnTo>
                  <a:lnTo>
                    <a:pt x="5278851" y="1313569"/>
                  </a:lnTo>
                  <a:lnTo>
                    <a:pt x="5279519" y="1320895"/>
                  </a:lnTo>
                  <a:lnTo>
                    <a:pt x="5280187" y="1307289"/>
                  </a:lnTo>
                  <a:lnTo>
                    <a:pt x="5280855" y="1291589"/>
                  </a:lnTo>
                  <a:lnTo>
                    <a:pt x="5281523" y="1291589"/>
                  </a:lnTo>
                  <a:lnTo>
                    <a:pt x="5282191" y="1263329"/>
                  </a:lnTo>
                  <a:lnTo>
                    <a:pt x="5282859" y="1240302"/>
                  </a:lnTo>
                  <a:lnTo>
                    <a:pt x="5283527" y="1299962"/>
                  </a:lnTo>
                  <a:lnTo>
                    <a:pt x="5284195" y="1358575"/>
                  </a:lnTo>
                  <a:lnTo>
                    <a:pt x="5284863" y="1362762"/>
                  </a:lnTo>
                  <a:lnTo>
                    <a:pt x="5285531" y="1396255"/>
                  </a:lnTo>
                  <a:lnTo>
                    <a:pt x="5286199" y="1404629"/>
                  </a:lnTo>
                  <a:lnTo>
                    <a:pt x="5286867" y="1449636"/>
                  </a:lnTo>
                  <a:lnTo>
                    <a:pt x="5287535" y="1438122"/>
                  </a:lnTo>
                  <a:lnTo>
                    <a:pt x="5288203" y="1426609"/>
                  </a:lnTo>
                  <a:lnTo>
                    <a:pt x="5288871" y="1418235"/>
                  </a:lnTo>
                  <a:lnTo>
                    <a:pt x="5289539" y="1423469"/>
                  </a:lnTo>
                  <a:lnTo>
                    <a:pt x="5290207" y="1444402"/>
                  </a:lnTo>
                  <a:lnTo>
                    <a:pt x="5290875" y="1459056"/>
                  </a:lnTo>
                  <a:lnTo>
                    <a:pt x="5291543" y="1459056"/>
                  </a:lnTo>
                  <a:lnTo>
                    <a:pt x="5292211" y="1473709"/>
                  </a:lnTo>
                  <a:lnTo>
                    <a:pt x="5292879" y="1479989"/>
                  </a:lnTo>
                  <a:lnTo>
                    <a:pt x="5293547" y="1461149"/>
                  </a:lnTo>
                  <a:lnTo>
                    <a:pt x="5294215" y="1470569"/>
                  </a:lnTo>
                  <a:lnTo>
                    <a:pt x="5294883" y="1465336"/>
                  </a:lnTo>
                  <a:lnTo>
                    <a:pt x="5295551" y="1459056"/>
                  </a:lnTo>
                  <a:lnTo>
                    <a:pt x="5296219" y="1426609"/>
                  </a:lnTo>
                  <a:lnTo>
                    <a:pt x="5296888" y="1379509"/>
                  </a:lnTo>
                  <a:lnTo>
                    <a:pt x="5297556" y="1319849"/>
                  </a:lnTo>
                  <a:lnTo>
                    <a:pt x="5298224" y="1428837"/>
                  </a:lnTo>
                  <a:lnTo>
                    <a:pt x="5298892" y="1434207"/>
                  </a:lnTo>
                  <a:lnTo>
                    <a:pt x="5299560" y="1414568"/>
                  </a:lnTo>
                  <a:lnTo>
                    <a:pt x="5300228" y="1494270"/>
                  </a:lnTo>
                  <a:lnTo>
                    <a:pt x="5300896" y="1505941"/>
                  </a:lnTo>
                  <a:lnTo>
                    <a:pt x="5301564" y="1505941"/>
                  </a:lnTo>
                  <a:lnTo>
                    <a:pt x="5302232" y="1513742"/>
                  </a:lnTo>
                  <a:lnTo>
                    <a:pt x="5302900" y="1526999"/>
                  </a:lnTo>
                  <a:lnTo>
                    <a:pt x="5303568" y="1531247"/>
                  </a:lnTo>
                  <a:lnTo>
                    <a:pt x="5304236" y="1520931"/>
                  </a:lnTo>
                  <a:lnTo>
                    <a:pt x="5304904" y="1534281"/>
                  </a:lnTo>
                  <a:lnTo>
                    <a:pt x="5305572" y="1531854"/>
                  </a:lnTo>
                  <a:lnTo>
                    <a:pt x="5306240" y="1545810"/>
                  </a:lnTo>
                  <a:lnTo>
                    <a:pt x="5306908" y="1574330"/>
                  </a:lnTo>
                  <a:lnTo>
                    <a:pt x="5307576" y="1619839"/>
                  </a:lnTo>
                  <a:lnTo>
                    <a:pt x="5308244" y="1628362"/>
                  </a:lnTo>
                  <a:lnTo>
                    <a:pt x="5308912" y="1654166"/>
                  </a:lnTo>
                  <a:lnTo>
                    <a:pt x="5309580" y="1668810"/>
                  </a:lnTo>
                  <a:lnTo>
                    <a:pt x="5310248" y="1652590"/>
                  </a:lnTo>
                  <a:lnTo>
                    <a:pt x="5310916" y="1652590"/>
                  </a:lnTo>
                  <a:lnTo>
                    <a:pt x="5311584" y="1652590"/>
                  </a:lnTo>
                  <a:lnTo>
                    <a:pt x="5312252" y="1647877"/>
                  </a:lnTo>
                  <a:lnTo>
                    <a:pt x="5312920" y="1584656"/>
                  </a:lnTo>
                  <a:lnTo>
                    <a:pt x="5313588" y="1598263"/>
                  </a:lnTo>
                  <a:lnTo>
                    <a:pt x="5314256" y="1604543"/>
                  </a:lnTo>
                  <a:lnTo>
                    <a:pt x="5314924" y="1584656"/>
                  </a:lnTo>
                  <a:lnTo>
                    <a:pt x="5315592" y="1597216"/>
                  </a:lnTo>
                  <a:lnTo>
                    <a:pt x="5316260" y="1605589"/>
                  </a:lnTo>
                  <a:lnTo>
                    <a:pt x="5316928" y="1605589"/>
                  </a:lnTo>
                  <a:lnTo>
                    <a:pt x="5317596" y="1590936"/>
                  </a:lnTo>
                  <a:lnTo>
                    <a:pt x="5318264" y="1615567"/>
                  </a:lnTo>
                  <a:lnTo>
                    <a:pt x="5318932" y="1621168"/>
                  </a:lnTo>
                  <a:lnTo>
                    <a:pt x="5319600" y="1610171"/>
                  </a:lnTo>
                  <a:lnTo>
                    <a:pt x="5320268" y="1609994"/>
                  </a:lnTo>
                  <a:lnTo>
                    <a:pt x="5320936" y="1610998"/>
                  </a:lnTo>
                  <a:lnTo>
                    <a:pt x="5321605" y="1601848"/>
                  </a:lnTo>
                  <a:lnTo>
                    <a:pt x="5322273" y="1581262"/>
                  </a:lnTo>
                  <a:lnTo>
                    <a:pt x="5322941" y="1580499"/>
                  </a:lnTo>
                  <a:lnTo>
                    <a:pt x="5323609" y="1608558"/>
                  </a:lnTo>
                  <a:lnTo>
                    <a:pt x="5324277" y="1604063"/>
                  </a:lnTo>
                  <a:lnTo>
                    <a:pt x="5324945" y="1619854"/>
                  </a:lnTo>
                  <a:lnTo>
                    <a:pt x="5325613" y="1615723"/>
                  </a:lnTo>
                  <a:lnTo>
                    <a:pt x="5326281" y="1606340"/>
                  </a:lnTo>
                  <a:lnTo>
                    <a:pt x="5326949" y="1603213"/>
                  </a:lnTo>
                  <a:lnTo>
                    <a:pt x="5327617" y="1620737"/>
                  </a:lnTo>
                  <a:lnTo>
                    <a:pt x="5328285" y="1633045"/>
                  </a:lnTo>
                  <a:lnTo>
                    <a:pt x="5328953" y="1633045"/>
                  </a:lnTo>
                  <a:lnTo>
                    <a:pt x="5329621" y="1639672"/>
                  </a:lnTo>
                  <a:lnTo>
                    <a:pt x="5330289" y="1608947"/>
                  </a:lnTo>
                  <a:lnTo>
                    <a:pt x="5330957" y="1606340"/>
                  </a:lnTo>
                  <a:lnTo>
                    <a:pt x="5331625" y="1612595"/>
                  </a:lnTo>
                  <a:lnTo>
                    <a:pt x="5332293" y="1629796"/>
                  </a:lnTo>
                  <a:lnTo>
                    <a:pt x="5332961" y="1637615"/>
                  </a:lnTo>
                  <a:lnTo>
                    <a:pt x="5333629" y="1655193"/>
                  </a:lnTo>
                  <a:lnTo>
                    <a:pt x="5334297" y="1644111"/>
                  </a:lnTo>
                  <a:lnTo>
                    <a:pt x="5334965" y="1668810"/>
                  </a:lnTo>
                  <a:lnTo>
                    <a:pt x="5335633" y="1627772"/>
                  </a:lnTo>
                  <a:lnTo>
                    <a:pt x="5336301" y="1641497"/>
                  </a:lnTo>
                  <a:lnTo>
                    <a:pt x="5336969" y="1645259"/>
                  </a:lnTo>
                  <a:lnTo>
                    <a:pt x="5337637" y="1652590"/>
                  </a:lnTo>
                  <a:lnTo>
                    <a:pt x="5338305" y="1647488"/>
                  </a:lnTo>
                  <a:lnTo>
                    <a:pt x="5338973" y="1605589"/>
                  </a:lnTo>
                  <a:lnTo>
                    <a:pt x="5339641" y="1605589"/>
                  </a:lnTo>
                  <a:lnTo>
                    <a:pt x="5340309" y="1642223"/>
                  </a:lnTo>
                  <a:lnTo>
                    <a:pt x="5340977" y="1647456"/>
                  </a:lnTo>
                  <a:lnTo>
                    <a:pt x="5341645" y="1647456"/>
                  </a:lnTo>
                  <a:lnTo>
                    <a:pt x="5342313" y="1647456"/>
                  </a:lnTo>
                  <a:lnTo>
                    <a:pt x="5342981" y="1647456"/>
                  </a:lnTo>
                  <a:lnTo>
                    <a:pt x="5343649" y="1647456"/>
                  </a:lnTo>
                  <a:lnTo>
                    <a:pt x="5344317" y="1647456"/>
                  </a:lnTo>
                  <a:lnTo>
                    <a:pt x="5344985" y="1636989"/>
                  </a:lnTo>
                  <a:lnTo>
                    <a:pt x="5345654" y="1647456"/>
                  </a:lnTo>
                  <a:lnTo>
                    <a:pt x="5346322" y="1642223"/>
                  </a:lnTo>
                  <a:lnTo>
                    <a:pt x="5346990" y="1611869"/>
                  </a:lnTo>
                  <a:lnTo>
                    <a:pt x="5347658" y="1652590"/>
                  </a:lnTo>
                  <a:lnTo>
                    <a:pt x="5348326" y="1635397"/>
                  </a:lnTo>
                  <a:lnTo>
                    <a:pt x="5348994" y="1636964"/>
                  </a:lnTo>
                  <a:lnTo>
                    <a:pt x="5349662" y="1616198"/>
                  </a:lnTo>
                  <a:lnTo>
                    <a:pt x="5350330" y="1632658"/>
                  </a:lnTo>
                  <a:lnTo>
                    <a:pt x="5350998" y="1612074"/>
                  </a:lnTo>
                  <a:lnTo>
                    <a:pt x="5351666" y="1590703"/>
                  </a:lnTo>
                  <a:lnTo>
                    <a:pt x="5352334" y="1558907"/>
                  </a:lnTo>
                  <a:lnTo>
                    <a:pt x="5353002" y="1530238"/>
                  </a:lnTo>
                  <a:lnTo>
                    <a:pt x="5353670" y="1522941"/>
                  </a:lnTo>
                  <a:lnTo>
                    <a:pt x="5354338" y="1520334"/>
                  </a:lnTo>
                  <a:lnTo>
                    <a:pt x="5355006" y="1513757"/>
                  </a:lnTo>
                  <a:lnTo>
                    <a:pt x="5355674" y="1487721"/>
                  </a:lnTo>
                  <a:lnTo>
                    <a:pt x="5356342" y="1440858"/>
                  </a:lnTo>
                  <a:lnTo>
                    <a:pt x="5357010" y="1436124"/>
                  </a:lnTo>
                  <a:lnTo>
                    <a:pt x="5357678" y="1423817"/>
                  </a:lnTo>
                  <a:lnTo>
                    <a:pt x="5358346" y="1382725"/>
                  </a:lnTo>
                  <a:lnTo>
                    <a:pt x="5359014" y="1382210"/>
                  </a:lnTo>
                  <a:lnTo>
                    <a:pt x="5359682" y="1318109"/>
                  </a:lnTo>
                  <a:lnTo>
                    <a:pt x="5360350" y="1313308"/>
                  </a:lnTo>
                  <a:lnTo>
                    <a:pt x="5361018" y="1191642"/>
                  </a:lnTo>
                  <a:lnTo>
                    <a:pt x="5361686" y="1180205"/>
                  </a:lnTo>
                  <a:lnTo>
                    <a:pt x="5362354" y="1207654"/>
                  </a:lnTo>
                  <a:lnTo>
                    <a:pt x="5363022" y="1249589"/>
                  </a:lnTo>
                  <a:lnTo>
                    <a:pt x="5363690" y="1260264"/>
                  </a:lnTo>
                  <a:lnTo>
                    <a:pt x="5364358" y="1264076"/>
                  </a:lnTo>
                  <a:lnTo>
                    <a:pt x="5365026" y="1300663"/>
                  </a:lnTo>
                  <a:lnTo>
                    <a:pt x="5365694" y="1297967"/>
                  </a:lnTo>
                  <a:lnTo>
                    <a:pt x="5366362" y="1317946"/>
                  </a:lnTo>
                  <a:lnTo>
                    <a:pt x="5367030" y="1322500"/>
                  </a:lnTo>
                  <a:lnTo>
                    <a:pt x="5367698" y="1338035"/>
                  </a:lnTo>
                  <a:lnTo>
                    <a:pt x="5368366" y="1364722"/>
                  </a:lnTo>
                  <a:lnTo>
                    <a:pt x="5369034" y="1407420"/>
                  </a:lnTo>
                  <a:lnTo>
                    <a:pt x="5369702" y="1394458"/>
                  </a:lnTo>
                  <a:lnTo>
                    <a:pt x="5370371" y="1404370"/>
                  </a:lnTo>
                  <a:lnTo>
                    <a:pt x="5371039" y="1383783"/>
                  </a:lnTo>
                  <a:lnTo>
                    <a:pt x="5371707" y="1382258"/>
                  </a:lnTo>
                  <a:lnTo>
                    <a:pt x="5372375" y="1344898"/>
                  </a:lnTo>
                  <a:lnTo>
                    <a:pt x="5373043" y="1322786"/>
                  </a:lnTo>
                  <a:lnTo>
                    <a:pt x="5373711" y="1321261"/>
                  </a:lnTo>
                  <a:lnTo>
                    <a:pt x="5374379" y="1309824"/>
                  </a:lnTo>
                  <a:lnTo>
                    <a:pt x="5375047" y="1315600"/>
                  </a:lnTo>
                  <a:lnTo>
                    <a:pt x="5375715" y="1362722"/>
                  </a:lnTo>
                  <a:lnTo>
                    <a:pt x="5376383" y="1383146"/>
                  </a:lnTo>
                  <a:lnTo>
                    <a:pt x="5377051" y="1394161"/>
                  </a:lnTo>
                  <a:lnTo>
                    <a:pt x="5377719" y="1222508"/>
                  </a:lnTo>
                  <a:lnTo>
                    <a:pt x="5378387" y="1186922"/>
                  </a:lnTo>
                  <a:lnTo>
                    <a:pt x="5379055" y="1164942"/>
                  </a:lnTo>
                  <a:lnTo>
                    <a:pt x="5379723" y="1197388"/>
                  </a:lnTo>
                  <a:lnTo>
                    <a:pt x="5380391" y="1215182"/>
                  </a:lnTo>
                  <a:lnTo>
                    <a:pt x="5381059" y="1267515"/>
                  </a:lnTo>
                  <a:lnTo>
                    <a:pt x="5381727" y="1435286"/>
                  </a:lnTo>
                  <a:lnTo>
                    <a:pt x="5382395" y="1502550"/>
                  </a:lnTo>
                  <a:lnTo>
                    <a:pt x="5383063" y="1517215"/>
                  </a:lnTo>
                  <a:lnTo>
                    <a:pt x="5383731" y="1483666"/>
                  </a:lnTo>
                  <a:lnTo>
                    <a:pt x="5384399" y="1444781"/>
                  </a:lnTo>
                  <a:lnTo>
                    <a:pt x="5385067" y="1420382"/>
                  </a:lnTo>
                  <a:lnTo>
                    <a:pt x="5385735" y="1414282"/>
                  </a:lnTo>
                  <a:lnTo>
                    <a:pt x="5386403" y="1465607"/>
                  </a:lnTo>
                  <a:lnTo>
                    <a:pt x="5387071" y="1480737"/>
                  </a:lnTo>
                  <a:lnTo>
                    <a:pt x="5387739" y="1561467"/>
                  </a:lnTo>
                  <a:lnTo>
                    <a:pt x="5388407" y="1575065"/>
                  </a:lnTo>
                  <a:lnTo>
                    <a:pt x="5389075" y="1587575"/>
                  </a:lnTo>
                  <a:lnTo>
                    <a:pt x="5389743" y="1595915"/>
                  </a:lnTo>
                  <a:lnTo>
                    <a:pt x="5390411" y="1590703"/>
                  </a:lnTo>
                  <a:lnTo>
                    <a:pt x="5391079" y="1585490"/>
                  </a:lnTo>
                  <a:lnTo>
                    <a:pt x="5391747" y="1584003"/>
                  </a:lnTo>
                  <a:lnTo>
                    <a:pt x="5392415" y="1569662"/>
                  </a:lnTo>
                  <a:lnTo>
                    <a:pt x="5393083" y="1533067"/>
                  </a:lnTo>
                  <a:lnTo>
                    <a:pt x="5393751" y="1555519"/>
                  </a:lnTo>
                  <a:lnTo>
                    <a:pt x="5394419" y="1595567"/>
                  </a:lnTo>
                  <a:lnTo>
                    <a:pt x="5395088" y="1640341"/>
                  </a:lnTo>
                  <a:lnTo>
                    <a:pt x="5395756" y="1638136"/>
                  </a:lnTo>
                  <a:lnTo>
                    <a:pt x="5396424" y="1668810"/>
                  </a:lnTo>
                  <a:lnTo>
                    <a:pt x="5397092" y="1668810"/>
                  </a:lnTo>
                  <a:lnTo>
                    <a:pt x="5397760" y="1668810"/>
                  </a:lnTo>
                  <a:lnTo>
                    <a:pt x="5398428" y="1650560"/>
                  </a:lnTo>
                  <a:lnTo>
                    <a:pt x="5399096" y="1636832"/>
                  </a:lnTo>
                  <a:lnTo>
                    <a:pt x="5399764" y="1633045"/>
                  </a:lnTo>
                  <a:lnTo>
                    <a:pt x="5400432" y="1637779"/>
                  </a:lnTo>
                  <a:lnTo>
                    <a:pt x="5401100" y="1642512"/>
                  </a:lnTo>
                  <a:lnTo>
                    <a:pt x="5401768" y="1640145"/>
                  </a:lnTo>
                  <a:lnTo>
                    <a:pt x="5402436" y="1641566"/>
                  </a:lnTo>
                  <a:lnTo>
                    <a:pt x="5403104" y="1640619"/>
                  </a:lnTo>
                  <a:lnTo>
                    <a:pt x="5403772" y="1642512"/>
                  </a:lnTo>
                  <a:lnTo>
                    <a:pt x="5404440" y="1633992"/>
                  </a:lnTo>
                  <a:lnTo>
                    <a:pt x="5405108" y="1598522"/>
                  </a:lnTo>
                  <a:lnTo>
                    <a:pt x="5405776" y="1595915"/>
                  </a:lnTo>
                  <a:lnTo>
                    <a:pt x="5406444" y="1558750"/>
                  </a:lnTo>
                  <a:lnTo>
                    <a:pt x="5407112" y="1491163"/>
                  </a:lnTo>
                  <a:lnTo>
                    <a:pt x="5407780" y="1470058"/>
                  </a:lnTo>
                  <a:lnTo>
                    <a:pt x="5408448" y="1378462"/>
                  </a:lnTo>
                  <a:lnTo>
                    <a:pt x="5409116" y="1408816"/>
                  </a:lnTo>
                  <a:lnTo>
                    <a:pt x="5409784" y="1386835"/>
                  </a:lnTo>
                  <a:lnTo>
                    <a:pt x="5410452" y="1338689"/>
                  </a:lnTo>
                  <a:lnTo>
                    <a:pt x="5411120" y="1333455"/>
                  </a:lnTo>
                  <a:lnTo>
                    <a:pt x="5411788" y="1339735"/>
                  </a:lnTo>
                  <a:lnTo>
                    <a:pt x="5412456" y="1354389"/>
                  </a:lnTo>
                  <a:lnTo>
                    <a:pt x="5413124" y="1359622"/>
                  </a:lnTo>
                  <a:lnTo>
                    <a:pt x="5413792" y="1338689"/>
                  </a:lnTo>
                  <a:lnTo>
                    <a:pt x="5414460" y="1315662"/>
                  </a:lnTo>
                  <a:lnTo>
                    <a:pt x="5415128" y="1344969"/>
                  </a:lnTo>
                  <a:lnTo>
                    <a:pt x="5415796" y="1333455"/>
                  </a:lnTo>
                  <a:lnTo>
                    <a:pt x="5416464" y="1317755"/>
                  </a:lnTo>
                  <a:lnTo>
                    <a:pt x="5417132" y="1306242"/>
                  </a:lnTo>
                  <a:lnTo>
                    <a:pt x="5417800" y="1356482"/>
                  </a:lnTo>
                  <a:lnTo>
                    <a:pt x="5418468" y="1374275"/>
                  </a:lnTo>
                  <a:lnTo>
                    <a:pt x="5419136" y="1354389"/>
                  </a:lnTo>
                  <a:lnTo>
                    <a:pt x="5419805" y="1362762"/>
                  </a:lnTo>
                  <a:lnTo>
                    <a:pt x="5420473" y="1363809"/>
                  </a:lnTo>
                  <a:lnTo>
                    <a:pt x="5421141" y="1329269"/>
                  </a:lnTo>
                  <a:lnTo>
                    <a:pt x="5421809" y="1263329"/>
                  </a:lnTo>
                  <a:lnTo>
                    <a:pt x="5422477" y="1200528"/>
                  </a:lnTo>
                  <a:lnTo>
                    <a:pt x="5423145" y="1158662"/>
                  </a:lnTo>
                  <a:lnTo>
                    <a:pt x="5423813" y="1174362"/>
                  </a:lnTo>
                  <a:lnTo>
                    <a:pt x="5424481" y="1191108"/>
                  </a:lnTo>
                  <a:lnTo>
                    <a:pt x="5425149" y="1193202"/>
                  </a:lnTo>
                  <a:lnTo>
                    <a:pt x="5425817" y="1195295"/>
                  </a:lnTo>
                  <a:lnTo>
                    <a:pt x="5426485" y="1204715"/>
                  </a:lnTo>
                  <a:lnTo>
                    <a:pt x="5427153" y="1187968"/>
                  </a:lnTo>
                  <a:lnTo>
                    <a:pt x="5427821" y="1165988"/>
                  </a:lnTo>
                  <a:lnTo>
                    <a:pt x="5428489" y="1132495"/>
                  </a:lnTo>
                  <a:lnTo>
                    <a:pt x="5429157" y="1120982"/>
                  </a:lnTo>
                  <a:lnTo>
                    <a:pt x="5429825" y="1116795"/>
                  </a:lnTo>
                  <a:lnTo>
                    <a:pt x="5430493" y="1139822"/>
                  </a:lnTo>
                  <a:lnTo>
                    <a:pt x="5431161" y="1170175"/>
                  </a:lnTo>
                  <a:lnTo>
                    <a:pt x="5431829" y="1245535"/>
                  </a:lnTo>
                  <a:lnTo>
                    <a:pt x="5432497" y="1302055"/>
                  </a:lnTo>
                  <a:lnTo>
                    <a:pt x="5433165" y="1334502"/>
                  </a:lnTo>
                  <a:lnTo>
                    <a:pt x="5433833" y="1340782"/>
                  </a:lnTo>
                  <a:lnTo>
                    <a:pt x="5434501" y="1365902"/>
                  </a:lnTo>
                  <a:lnTo>
                    <a:pt x="5435169" y="1350202"/>
                  </a:lnTo>
                  <a:lnTo>
                    <a:pt x="5435837" y="1307289"/>
                  </a:lnTo>
                  <a:lnTo>
                    <a:pt x="5436505" y="1301009"/>
                  </a:lnTo>
                  <a:lnTo>
                    <a:pt x="5437173" y="1318802"/>
                  </a:lnTo>
                  <a:lnTo>
                    <a:pt x="5437841" y="1295775"/>
                  </a:lnTo>
                  <a:lnTo>
                    <a:pt x="5438509" y="1257049"/>
                  </a:lnTo>
                  <a:lnTo>
                    <a:pt x="5439177" y="1252862"/>
                  </a:lnTo>
                  <a:lnTo>
                    <a:pt x="5439845" y="1279029"/>
                  </a:lnTo>
                  <a:lnTo>
                    <a:pt x="5440513" y="1288449"/>
                  </a:lnTo>
                  <a:lnTo>
                    <a:pt x="5441181" y="1223555"/>
                  </a:lnTo>
                  <a:lnTo>
                    <a:pt x="5441849" y="1154475"/>
                  </a:lnTo>
                  <a:lnTo>
                    <a:pt x="5442517" y="1100048"/>
                  </a:lnTo>
                  <a:lnTo>
                    <a:pt x="5443185" y="1086442"/>
                  </a:lnTo>
                  <a:lnTo>
                    <a:pt x="5443854" y="960841"/>
                  </a:lnTo>
                  <a:lnTo>
                    <a:pt x="5444522" y="844661"/>
                  </a:lnTo>
                  <a:lnTo>
                    <a:pt x="5445190" y="830008"/>
                  </a:lnTo>
                  <a:lnTo>
                    <a:pt x="5445858" y="779767"/>
                  </a:lnTo>
                  <a:lnTo>
                    <a:pt x="5446526" y="722201"/>
                  </a:lnTo>
                  <a:lnTo>
                    <a:pt x="5447194" y="710687"/>
                  </a:lnTo>
                  <a:lnTo>
                    <a:pt x="5447862" y="723247"/>
                  </a:lnTo>
                  <a:lnTo>
                    <a:pt x="5448530" y="769301"/>
                  </a:lnTo>
                  <a:lnTo>
                    <a:pt x="5449198" y="767207"/>
                  </a:lnTo>
                  <a:lnTo>
                    <a:pt x="5449866" y="729528"/>
                  </a:lnTo>
                  <a:lnTo>
                    <a:pt x="5450534" y="696034"/>
                  </a:lnTo>
                  <a:lnTo>
                    <a:pt x="5451202" y="721154"/>
                  </a:lnTo>
                  <a:lnTo>
                    <a:pt x="5451870" y="743134"/>
                  </a:lnTo>
                  <a:lnTo>
                    <a:pt x="5452538" y="790234"/>
                  </a:lnTo>
                  <a:lnTo>
                    <a:pt x="5453206" y="803841"/>
                  </a:lnTo>
                  <a:lnTo>
                    <a:pt x="5453874" y="893854"/>
                  </a:lnTo>
                  <a:lnTo>
                    <a:pt x="5454542" y="1005848"/>
                  </a:lnTo>
                  <a:lnTo>
                    <a:pt x="5455210" y="1053995"/>
                  </a:lnTo>
                  <a:lnTo>
                    <a:pt x="5455878" y="1172268"/>
                  </a:lnTo>
                  <a:lnTo>
                    <a:pt x="5456546" y="1237162"/>
                  </a:lnTo>
                  <a:lnTo>
                    <a:pt x="5457214" y="1242395"/>
                  </a:lnTo>
                  <a:lnTo>
                    <a:pt x="5457882" y="1247629"/>
                  </a:lnTo>
                  <a:lnTo>
                    <a:pt x="5458550" y="1238209"/>
                  </a:lnTo>
                  <a:lnTo>
                    <a:pt x="5459218" y="1271702"/>
                  </a:lnTo>
                  <a:lnTo>
                    <a:pt x="5459886" y="1301009"/>
                  </a:lnTo>
                  <a:lnTo>
                    <a:pt x="5460554" y="1336595"/>
                  </a:lnTo>
                  <a:lnTo>
                    <a:pt x="5461222" y="1385789"/>
                  </a:lnTo>
                  <a:lnTo>
                    <a:pt x="5461890" y="1404629"/>
                  </a:lnTo>
                  <a:lnTo>
                    <a:pt x="5462558" y="1378462"/>
                  </a:lnTo>
                  <a:lnTo>
                    <a:pt x="5463226" y="1391022"/>
                  </a:lnTo>
                  <a:lnTo>
                    <a:pt x="5463894" y="1405675"/>
                  </a:lnTo>
                  <a:lnTo>
                    <a:pt x="5464562" y="1354389"/>
                  </a:lnTo>
                  <a:lnTo>
                    <a:pt x="5465230" y="1312522"/>
                  </a:lnTo>
                  <a:lnTo>
                    <a:pt x="5465898" y="1312522"/>
                  </a:lnTo>
                  <a:lnTo>
                    <a:pt x="5466566" y="1330315"/>
                  </a:lnTo>
                  <a:lnTo>
                    <a:pt x="5467234" y="1370089"/>
                  </a:lnTo>
                  <a:lnTo>
                    <a:pt x="5467902" y="1397302"/>
                  </a:lnTo>
                  <a:lnTo>
                    <a:pt x="5468571" y="1431842"/>
                  </a:lnTo>
                  <a:lnTo>
                    <a:pt x="5469239" y="1406722"/>
                  </a:lnTo>
                  <a:lnTo>
                    <a:pt x="5469907" y="1399395"/>
                  </a:lnTo>
                  <a:lnTo>
                    <a:pt x="5470575" y="1376369"/>
                  </a:lnTo>
                  <a:lnTo>
                    <a:pt x="5471243" y="1330315"/>
                  </a:lnTo>
                  <a:lnTo>
                    <a:pt x="5471911" y="1273795"/>
                  </a:lnTo>
                  <a:lnTo>
                    <a:pt x="5472579" y="1308335"/>
                  </a:lnTo>
                  <a:lnTo>
                    <a:pt x="5473247" y="1385503"/>
                  </a:lnTo>
                  <a:lnTo>
                    <a:pt x="5473915" y="1350235"/>
                  </a:lnTo>
                  <a:lnTo>
                    <a:pt x="5474583" y="1445931"/>
                  </a:lnTo>
                  <a:lnTo>
                    <a:pt x="5475251" y="1452970"/>
                  </a:lnTo>
                  <a:lnTo>
                    <a:pt x="5475919" y="1431126"/>
                  </a:lnTo>
                  <a:lnTo>
                    <a:pt x="5476587" y="1419597"/>
                  </a:lnTo>
                  <a:lnTo>
                    <a:pt x="5477255" y="1417776"/>
                  </a:lnTo>
                  <a:lnTo>
                    <a:pt x="5477923" y="1411101"/>
                  </a:lnTo>
                  <a:lnTo>
                    <a:pt x="5478591" y="1406854"/>
                  </a:lnTo>
                  <a:lnTo>
                    <a:pt x="5479259" y="1423844"/>
                  </a:lnTo>
                  <a:lnTo>
                    <a:pt x="5479927" y="1432946"/>
                  </a:lnTo>
                  <a:lnTo>
                    <a:pt x="5480595" y="1453577"/>
                  </a:lnTo>
                  <a:lnTo>
                    <a:pt x="5481263" y="1480276"/>
                  </a:lnTo>
                  <a:lnTo>
                    <a:pt x="5481931" y="1529427"/>
                  </a:lnTo>
                  <a:lnTo>
                    <a:pt x="5482599" y="1539135"/>
                  </a:lnTo>
                  <a:lnTo>
                    <a:pt x="5483267" y="1571537"/>
                  </a:lnTo>
                  <a:lnTo>
                    <a:pt x="5483935" y="1587362"/>
                  </a:lnTo>
                  <a:lnTo>
                    <a:pt x="5484603" y="1606174"/>
                  </a:lnTo>
                  <a:lnTo>
                    <a:pt x="5485271" y="1533369"/>
                  </a:lnTo>
                  <a:lnTo>
                    <a:pt x="5485939" y="1561629"/>
                  </a:lnTo>
                  <a:lnTo>
                    <a:pt x="5486607" y="1581516"/>
                  </a:lnTo>
                  <a:lnTo>
                    <a:pt x="5487275" y="1584656"/>
                  </a:lnTo>
                  <a:lnTo>
                    <a:pt x="5487943" y="1596169"/>
                  </a:lnTo>
                  <a:lnTo>
                    <a:pt x="5488611" y="1605589"/>
                  </a:lnTo>
                  <a:lnTo>
                    <a:pt x="5489279" y="1594076"/>
                  </a:lnTo>
                  <a:lnTo>
                    <a:pt x="5489947" y="1571049"/>
                  </a:lnTo>
                  <a:lnTo>
                    <a:pt x="5490615" y="1563722"/>
                  </a:lnTo>
                  <a:lnTo>
                    <a:pt x="5491283" y="1550116"/>
                  </a:lnTo>
                  <a:lnTo>
                    <a:pt x="5491951" y="1542789"/>
                  </a:lnTo>
                  <a:lnTo>
                    <a:pt x="5492619" y="1542789"/>
                  </a:lnTo>
                  <a:lnTo>
                    <a:pt x="5493288" y="1542789"/>
                  </a:lnTo>
                  <a:lnTo>
                    <a:pt x="5493956" y="1542789"/>
                  </a:lnTo>
                  <a:lnTo>
                    <a:pt x="5494624" y="1555349"/>
                  </a:lnTo>
                  <a:lnTo>
                    <a:pt x="5495292" y="1575236"/>
                  </a:lnTo>
                  <a:lnTo>
                    <a:pt x="5495960" y="1584656"/>
                  </a:lnTo>
                  <a:lnTo>
                    <a:pt x="5496628" y="1567909"/>
                  </a:lnTo>
                  <a:lnTo>
                    <a:pt x="5497296" y="1553256"/>
                  </a:lnTo>
                  <a:lnTo>
                    <a:pt x="5497964" y="1504062"/>
                  </a:lnTo>
                  <a:lnTo>
                    <a:pt x="5498632" y="1500922"/>
                  </a:lnTo>
                  <a:lnTo>
                    <a:pt x="5499300" y="1512436"/>
                  </a:lnTo>
                  <a:lnTo>
                    <a:pt x="5499968" y="1535462"/>
                  </a:lnTo>
                  <a:lnTo>
                    <a:pt x="5500636" y="1542789"/>
                  </a:lnTo>
                  <a:lnTo>
                    <a:pt x="5501304" y="1550116"/>
                  </a:lnTo>
                  <a:lnTo>
                    <a:pt x="5501972" y="1500922"/>
                  </a:lnTo>
                  <a:lnTo>
                    <a:pt x="5502640" y="1496736"/>
                  </a:lnTo>
                  <a:lnTo>
                    <a:pt x="5503308" y="1450682"/>
                  </a:lnTo>
                  <a:lnTo>
                    <a:pt x="5503976" y="1417189"/>
                  </a:lnTo>
                  <a:lnTo>
                    <a:pt x="5504644" y="1401489"/>
                  </a:lnTo>
                  <a:lnTo>
                    <a:pt x="5505312" y="1379509"/>
                  </a:lnTo>
                  <a:lnTo>
                    <a:pt x="5505980" y="1350202"/>
                  </a:lnTo>
                  <a:lnTo>
                    <a:pt x="5506648" y="1315662"/>
                  </a:lnTo>
                  <a:lnTo>
                    <a:pt x="5507316" y="1322989"/>
                  </a:lnTo>
                  <a:lnTo>
                    <a:pt x="5507984" y="1338689"/>
                  </a:lnTo>
                  <a:lnTo>
                    <a:pt x="5508652" y="1291589"/>
                  </a:lnTo>
                  <a:lnTo>
                    <a:pt x="5509320" y="1282169"/>
                  </a:lnTo>
                  <a:lnTo>
                    <a:pt x="5509988" y="1269609"/>
                  </a:lnTo>
                  <a:lnTo>
                    <a:pt x="5510656" y="1230882"/>
                  </a:lnTo>
                  <a:lnTo>
                    <a:pt x="5511324" y="1196342"/>
                  </a:lnTo>
                  <a:lnTo>
                    <a:pt x="5511992" y="1243442"/>
                  </a:lnTo>
                  <a:lnTo>
                    <a:pt x="5512660" y="1207855"/>
                  </a:lnTo>
                  <a:lnTo>
                    <a:pt x="5513328" y="1237162"/>
                  </a:lnTo>
                  <a:lnTo>
                    <a:pt x="5513996" y="1270655"/>
                  </a:lnTo>
                  <a:lnTo>
                    <a:pt x="5514664" y="1287402"/>
                  </a:lnTo>
                  <a:lnTo>
                    <a:pt x="5515332" y="1328222"/>
                  </a:lnTo>
                  <a:lnTo>
                    <a:pt x="5516000" y="1321942"/>
                  </a:lnTo>
                  <a:lnTo>
                    <a:pt x="5516668" y="1347062"/>
                  </a:lnTo>
                  <a:lnTo>
                    <a:pt x="5517336" y="1354389"/>
                  </a:lnTo>
                  <a:lnTo>
                    <a:pt x="5518005" y="1381602"/>
                  </a:lnTo>
                  <a:lnTo>
                    <a:pt x="5518673" y="1417189"/>
                  </a:lnTo>
                  <a:lnTo>
                    <a:pt x="5519341" y="1416142"/>
                  </a:lnTo>
                  <a:lnTo>
                    <a:pt x="5520009" y="1418235"/>
                  </a:lnTo>
                  <a:lnTo>
                    <a:pt x="5520677" y="1456962"/>
                  </a:lnTo>
                  <a:lnTo>
                    <a:pt x="5521345" y="1475802"/>
                  </a:lnTo>
                  <a:lnTo>
                    <a:pt x="5522013" y="1465336"/>
                  </a:lnTo>
                  <a:lnTo>
                    <a:pt x="5522681" y="1497782"/>
                  </a:lnTo>
                  <a:lnTo>
                    <a:pt x="5523349" y="1491502"/>
                  </a:lnTo>
                  <a:lnTo>
                    <a:pt x="5524017" y="1479989"/>
                  </a:lnTo>
                  <a:lnTo>
                    <a:pt x="5524685" y="1479989"/>
                  </a:lnTo>
                  <a:lnTo>
                    <a:pt x="5525353" y="1481036"/>
                  </a:lnTo>
                  <a:lnTo>
                    <a:pt x="5526021" y="1516622"/>
                  </a:lnTo>
                  <a:lnTo>
                    <a:pt x="5526689" y="1599347"/>
                  </a:lnTo>
                  <a:lnTo>
                    <a:pt x="5527357" y="1599173"/>
                  </a:lnTo>
                  <a:lnTo>
                    <a:pt x="5528025" y="1594460"/>
                  </a:lnTo>
                  <a:lnTo>
                    <a:pt x="5528693" y="1609994"/>
                  </a:lnTo>
                  <a:lnTo>
                    <a:pt x="5529361" y="1608711"/>
                  </a:lnTo>
                  <a:lnTo>
                    <a:pt x="5530029" y="1610998"/>
                  </a:lnTo>
                  <a:lnTo>
                    <a:pt x="5530697" y="1610998"/>
                  </a:lnTo>
                  <a:lnTo>
                    <a:pt x="5531365" y="1627010"/>
                  </a:lnTo>
                  <a:lnTo>
                    <a:pt x="5532033" y="1641497"/>
                  </a:lnTo>
                  <a:lnTo>
                    <a:pt x="5532701" y="1646834"/>
                  </a:lnTo>
                  <a:lnTo>
                    <a:pt x="5533369" y="1663608"/>
                  </a:lnTo>
                  <a:lnTo>
                    <a:pt x="5534037" y="1668810"/>
                  </a:lnTo>
                  <a:lnTo>
                    <a:pt x="5534705" y="1668810"/>
                  </a:lnTo>
                  <a:lnTo>
                    <a:pt x="5535373" y="1668810"/>
                  </a:lnTo>
                  <a:lnTo>
                    <a:pt x="5536041" y="1668810"/>
                  </a:lnTo>
                  <a:lnTo>
                    <a:pt x="5536709" y="1668301"/>
                  </a:lnTo>
                  <a:lnTo>
                    <a:pt x="5537377" y="1668810"/>
                  </a:lnTo>
                  <a:lnTo>
                    <a:pt x="5538045" y="1668810"/>
                  </a:lnTo>
                  <a:lnTo>
                    <a:pt x="5538713" y="1668810"/>
                  </a:lnTo>
                  <a:lnTo>
                    <a:pt x="5539381" y="1661063"/>
                  </a:lnTo>
                  <a:lnTo>
                    <a:pt x="5540049" y="1668389"/>
                  </a:lnTo>
                  <a:lnTo>
                    <a:pt x="5540717" y="1668389"/>
                  </a:lnTo>
                  <a:lnTo>
                    <a:pt x="5541385" y="1668389"/>
                  </a:lnTo>
                  <a:lnTo>
                    <a:pt x="5542054" y="1668389"/>
                  </a:lnTo>
                  <a:lnTo>
                    <a:pt x="5542722" y="1668389"/>
                  </a:lnTo>
                  <a:lnTo>
                    <a:pt x="5543390" y="1654783"/>
                  </a:lnTo>
                  <a:lnTo>
                    <a:pt x="5544058" y="1626523"/>
                  </a:lnTo>
                  <a:lnTo>
                    <a:pt x="5544726" y="1626523"/>
                  </a:lnTo>
                  <a:lnTo>
                    <a:pt x="5545394" y="1626523"/>
                  </a:lnTo>
                  <a:lnTo>
                    <a:pt x="5546062" y="1626523"/>
                  </a:lnTo>
                  <a:lnTo>
                    <a:pt x="5546730" y="1626523"/>
                  </a:lnTo>
                  <a:lnTo>
                    <a:pt x="5547398" y="1626523"/>
                  </a:lnTo>
                  <a:lnTo>
                    <a:pt x="5548066" y="1619196"/>
                  </a:lnTo>
                  <a:lnTo>
                    <a:pt x="5548734" y="1563722"/>
                  </a:lnTo>
                  <a:lnTo>
                    <a:pt x="5549402" y="1542789"/>
                  </a:lnTo>
                  <a:lnTo>
                    <a:pt x="5550070" y="1519762"/>
                  </a:lnTo>
                  <a:lnTo>
                    <a:pt x="5550738" y="1500922"/>
                  </a:lnTo>
                  <a:lnTo>
                    <a:pt x="5551406" y="1500922"/>
                  </a:lnTo>
                  <a:lnTo>
                    <a:pt x="5552074" y="1500922"/>
                  </a:lnTo>
                  <a:lnTo>
                    <a:pt x="5552742" y="1500922"/>
                  </a:lnTo>
                  <a:lnTo>
                    <a:pt x="5553410" y="1481036"/>
                  </a:lnTo>
                  <a:lnTo>
                    <a:pt x="5554078" y="1456962"/>
                  </a:lnTo>
                  <a:lnTo>
                    <a:pt x="5554746" y="1438122"/>
                  </a:lnTo>
                  <a:lnTo>
                    <a:pt x="5555414" y="1407769"/>
                  </a:lnTo>
                  <a:lnTo>
                    <a:pt x="5556082" y="1339735"/>
                  </a:lnTo>
                  <a:lnTo>
                    <a:pt x="5556750" y="1312522"/>
                  </a:lnTo>
                  <a:lnTo>
                    <a:pt x="5557418" y="1312522"/>
                  </a:lnTo>
                  <a:lnTo>
                    <a:pt x="5558086" y="1293682"/>
                  </a:lnTo>
                  <a:lnTo>
                    <a:pt x="5558754" y="1321942"/>
                  </a:lnTo>
                  <a:lnTo>
                    <a:pt x="5559422" y="1333455"/>
                  </a:lnTo>
                  <a:lnTo>
                    <a:pt x="5560090" y="1356482"/>
                  </a:lnTo>
                  <a:lnTo>
                    <a:pt x="5560758" y="1375322"/>
                  </a:lnTo>
                  <a:lnTo>
                    <a:pt x="5561426" y="1375322"/>
                  </a:lnTo>
                  <a:lnTo>
                    <a:pt x="5562094" y="1358575"/>
                  </a:lnTo>
                  <a:lnTo>
                    <a:pt x="5562762" y="1329269"/>
                  </a:lnTo>
                  <a:lnTo>
                    <a:pt x="5563430" y="1325082"/>
                  </a:lnTo>
                  <a:lnTo>
                    <a:pt x="5564098" y="1342875"/>
                  </a:lnTo>
                  <a:lnTo>
                    <a:pt x="5564766" y="1346015"/>
                  </a:lnTo>
                  <a:lnTo>
                    <a:pt x="5565434" y="1363809"/>
                  </a:lnTo>
                  <a:lnTo>
                    <a:pt x="5566102" y="1431842"/>
                  </a:lnTo>
                  <a:lnTo>
                    <a:pt x="5566771" y="1459056"/>
                  </a:lnTo>
                  <a:lnTo>
                    <a:pt x="5567439" y="1454869"/>
                  </a:lnTo>
                  <a:lnTo>
                    <a:pt x="5568107" y="1464289"/>
                  </a:lnTo>
                  <a:lnTo>
                    <a:pt x="5568775" y="1477896"/>
                  </a:lnTo>
                  <a:lnTo>
                    <a:pt x="5569443" y="1446496"/>
                  </a:lnTo>
                  <a:lnTo>
                    <a:pt x="5570111" y="1366949"/>
                  </a:lnTo>
                  <a:lnTo>
                    <a:pt x="5570779" y="1354389"/>
                  </a:lnTo>
                  <a:lnTo>
                    <a:pt x="5571447" y="1336595"/>
                  </a:lnTo>
                  <a:lnTo>
                    <a:pt x="5572115" y="1349155"/>
                  </a:lnTo>
                  <a:lnTo>
                    <a:pt x="5572783" y="1358575"/>
                  </a:lnTo>
                  <a:lnTo>
                    <a:pt x="5573451" y="1396255"/>
                  </a:lnTo>
                  <a:lnTo>
                    <a:pt x="5574119" y="1430796"/>
                  </a:lnTo>
                  <a:lnTo>
                    <a:pt x="5574787" y="1446496"/>
                  </a:lnTo>
                  <a:lnTo>
                    <a:pt x="5575455" y="1442309"/>
                  </a:lnTo>
                  <a:lnTo>
                    <a:pt x="5576123" y="1438122"/>
                  </a:lnTo>
                  <a:lnTo>
                    <a:pt x="5576791" y="1422422"/>
                  </a:lnTo>
                  <a:lnTo>
                    <a:pt x="5577459" y="1409862"/>
                  </a:lnTo>
                  <a:lnTo>
                    <a:pt x="5578127" y="1408816"/>
                  </a:lnTo>
                  <a:lnTo>
                    <a:pt x="5578795" y="1409862"/>
                  </a:lnTo>
                  <a:lnTo>
                    <a:pt x="5579463" y="1450682"/>
                  </a:lnTo>
                  <a:lnTo>
                    <a:pt x="5580131" y="1530229"/>
                  </a:lnTo>
                  <a:lnTo>
                    <a:pt x="5580799" y="1542789"/>
                  </a:lnTo>
                  <a:lnTo>
                    <a:pt x="5581467" y="1560582"/>
                  </a:lnTo>
                  <a:lnTo>
                    <a:pt x="5582135" y="1560582"/>
                  </a:lnTo>
                  <a:lnTo>
                    <a:pt x="5582803" y="1559536"/>
                  </a:lnTo>
                  <a:lnTo>
                    <a:pt x="5583471" y="1540696"/>
                  </a:lnTo>
                  <a:lnTo>
                    <a:pt x="5584139" y="1500922"/>
                  </a:lnTo>
                  <a:lnTo>
                    <a:pt x="5584807" y="1500922"/>
                  </a:lnTo>
                  <a:lnTo>
                    <a:pt x="5585475" y="1517669"/>
                  </a:lnTo>
                  <a:lnTo>
                    <a:pt x="5586143" y="1521856"/>
                  </a:lnTo>
                  <a:lnTo>
                    <a:pt x="5586811" y="1537556"/>
                  </a:lnTo>
                  <a:lnTo>
                    <a:pt x="5587479" y="1544882"/>
                  </a:lnTo>
                  <a:lnTo>
                    <a:pt x="5588147" y="1531276"/>
                  </a:lnTo>
                  <a:lnTo>
                    <a:pt x="5588815" y="1494642"/>
                  </a:lnTo>
                  <a:lnTo>
                    <a:pt x="5589483" y="1458009"/>
                  </a:lnTo>
                  <a:lnTo>
                    <a:pt x="5590151" y="1438122"/>
                  </a:lnTo>
                  <a:lnTo>
                    <a:pt x="5590819" y="1400442"/>
                  </a:lnTo>
                  <a:lnTo>
                    <a:pt x="5591488" y="1375322"/>
                  </a:lnTo>
                  <a:lnTo>
                    <a:pt x="5592156" y="1359622"/>
                  </a:lnTo>
                  <a:lnTo>
                    <a:pt x="5592824" y="1379509"/>
                  </a:lnTo>
                  <a:lnTo>
                    <a:pt x="5593492" y="1366949"/>
                  </a:lnTo>
                  <a:lnTo>
                    <a:pt x="5594160" y="1338689"/>
                  </a:lnTo>
                  <a:lnTo>
                    <a:pt x="5594828" y="1333455"/>
                  </a:lnTo>
                  <a:lnTo>
                    <a:pt x="5595496" y="1306242"/>
                  </a:lnTo>
                  <a:lnTo>
                    <a:pt x="5596164" y="1266469"/>
                  </a:lnTo>
                  <a:lnTo>
                    <a:pt x="5596832" y="1197388"/>
                  </a:lnTo>
                  <a:lnTo>
                    <a:pt x="5597500" y="1175408"/>
                  </a:lnTo>
                  <a:lnTo>
                    <a:pt x="5598168" y="1157615"/>
                  </a:lnTo>
                  <a:lnTo>
                    <a:pt x="5598836" y="1154475"/>
                  </a:lnTo>
                  <a:lnTo>
                    <a:pt x="5599504" y="1187968"/>
                  </a:lnTo>
                  <a:lnTo>
                    <a:pt x="5600172" y="1207855"/>
                  </a:lnTo>
                  <a:lnTo>
                    <a:pt x="5600840" y="1230882"/>
                  </a:lnTo>
                  <a:lnTo>
                    <a:pt x="5601508" y="1231929"/>
                  </a:lnTo>
                  <a:lnTo>
                    <a:pt x="5602176" y="1197388"/>
                  </a:lnTo>
                  <a:lnTo>
                    <a:pt x="5602844" y="1131448"/>
                  </a:lnTo>
                  <a:lnTo>
                    <a:pt x="5603512" y="1093768"/>
                  </a:lnTo>
                  <a:lnTo>
                    <a:pt x="5604180" y="1091675"/>
                  </a:lnTo>
                  <a:lnTo>
                    <a:pt x="5604848" y="1082255"/>
                  </a:lnTo>
                  <a:lnTo>
                    <a:pt x="5605516" y="1095862"/>
                  </a:lnTo>
                  <a:lnTo>
                    <a:pt x="5606184" y="1128308"/>
                  </a:lnTo>
                  <a:lnTo>
                    <a:pt x="5606852" y="1197388"/>
                  </a:lnTo>
                  <a:lnTo>
                    <a:pt x="5607520" y="1228788"/>
                  </a:lnTo>
                  <a:lnTo>
                    <a:pt x="5608188" y="1277982"/>
                  </a:lnTo>
                  <a:lnTo>
                    <a:pt x="5608856" y="1310429"/>
                  </a:lnTo>
                  <a:lnTo>
                    <a:pt x="5609524" y="1312522"/>
                  </a:lnTo>
                  <a:lnTo>
                    <a:pt x="5610192" y="1302055"/>
                  </a:lnTo>
                  <a:lnTo>
                    <a:pt x="5610860" y="1272749"/>
                  </a:lnTo>
                  <a:lnTo>
                    <a:pt x="5611528" y="1288449"/>
                  </a:lnTo>
                  <a:lnTo>
                    <a:pt x="5612196" y="1342875"/>
                  </a:lnTo>
                  <a:lnTo>
                    <a:pt x="5612864" y="1409862"/>
                  </a:lnTo>
                  <a:lnTo>
                    <a:pt x="5613532" y="1478942"/>
                  </a:lnTo>
                  <a:lnTo>
                    <a:pt x="5614200" y="1549069"/>
                  </a:lnTo>
                  <a:lnTo>
                    <a:pt x="5614868" y="1559536"/>
                  </a:lnTo>
                  <a:lnTo>
                    <a:pt x="5615536" y="1556396"/>
                  </a:lnTo>
                  <a:lnTo>
                    <a:pt x="5616205" y="1563722"/>
                  </a:lnTo>
                  <a:lnTo>
                    <a:pt x="5616873" y="1563722"/>
                  </a:lnTo>
                  <a:lnTo>
                    <a:pt x="5617541" y="1563722"/>
                  </a:lnTo>
                  <a:lnTo>
                    <a:pt x="5618209" y="1563722"/>
                  </a:lnTo>
                  <a:lnTo>
                    <a:pt x="5618877" y="1583609"/>
                  </a:lnTo>
                  <a:lnTo>
                    <a:pt x="5619545" y="1584656"/>
                  </a:lnTo>
                  <a:lnTo>
                    <a:pt x="5620213" y="1595123"/>
                  </a:lnTo>
                  <a:lnTo>
                    <a:pt x="5620881" y="1639083"/>
                  </a:lnTo>
                  <a:lnTo>
                    <a:pt x="5621549" y="1647456"/>
                  </a:lnTo>
                  <a:lnTo>
                    <a:pt x="5622217" y="1647456"/>
                  </a:lnTo>
                  <a:lnTo>
                    <a:pt x="5622885" y="1647456"/>
                  </a:lnTo>
                  <a:lnTo>
                    <a:pt x="5623553" y="1647456"/>
                  </a:lnTo>
                  <a:lnTo>
                    <a:pt x="5624221" y="1647456"/>
                  </a:lnTo>
                  <a:lnTo>
                    <a:pt x="5624889" y="1639083"/>
                  </a:lnTo>
                  <a:lnTo>
                    <a:pt x="5625557" y="1647456"/>
                  </a:lnTo>
                  <a:lnTo>
                    <a:pt x="5626225" y="1629663"/>
                  </a:lnTo>
                  <a:lnTo>
                    <a:pt x="5626893" y="1605589"/>
                  </a:lnTo>
                  <a:lnTo>
                    <a:pt x="5627561" y="1582563"/>
                  </a:lnTo>
                  <a:lnTo>
                    <a:pt x="5628229" y="1559536"/>
                  </a:lnTo>
                  <a:lnTo>
                    <a:pt x="5628897" y="1539649"/>
                  </a:lnTo>
                  <a:lnTo>
                    <a:pt x="5629565" y="1481036"/>
                  </a:lnTo>
                  <a:lnTo>
                    <a:pt x="5630233" y="1434982"/>
                  </a:lnTo>
                  <a:lnTo>
                    <a:pt x="5630901" y="1480430"/>
                  </a:lnTo>
                  <a:lnTo>
                    <a:pt x="5631569" y="1456218"/>
                  </a:lnTo>
                  <a:lnTo>
                    <a:pt x="5632237" y="1485537"/>
                  </a:lnTo>
                  <a:lnTo>
                    <a:pt x="5632905" y="1466320"/>
                  </a:lnTo>
                  <a:lnTo>
                    <a:pt x="5633573" y="1463286"/>
                  </a:lnTo>
                  <a:lnTo>
                    <a:pt x="5634241" y="1445689"/>
                  </a:lnTo>
                  <a:lnTo>
                    <a:pt x="5634909" y="1440228"/>
                  </a:lnTo>
                  <a:lnTo>
                    <a:pt x="5635577" y="1425665"/>
                  </a:lnTo>
                  <a:lnTo>
                    <a:pt x="5636245" y="1401393"/>
                  </a:lnTo>
                  <a:lnTo>
                    <a:pt x="5636913" y="1399572"/>
                  </a:lnTo>
                  <a:lnTo>
                    <a:pt x="5637581" y="1384402"/>
                  </a:lnTo>
                  <a:lnTo>
                    <a:pt x="5638249" y="1381975"/>
                  </a:lnTo>
                  <a:lnTo>
                    <a:pt x="5638917" y="1439572"/>
                  </a:lnTo>
                  <a:lnTo>
                    <a:pt x="5639585" y="1437524"/>
                  </a:lnTo>
                  <a:lnTo>
                    <a:pt x="5640254" y="1428595"/>
                  </a:lnTo>
                  <a:lnTo>
                    <a:pt x="5640922" y="1391684"/>
                  </a:lnTo>
                  <a:lnTo>
                    <a:pt x="5641590" y="1386223"/>
                  </a:lnTo>
                  <a:lnTo>
                    <a:pt x="5642258" y="1416381"/>
                  </a:lnTo>
                  <a:lnTo>
                    <a:pt x="5642926" y="1351760"/>
                  </a:lnTo>
                  <a:lnTo>
                    <a:pt x="5643594" y="1355572"/>
                  </a:lnTo>
                  <a:lnTo>
                    <a:pt x="5644262" y="1377684"/>
                  </a:lnTo>
                  <a:lnTo>
                    <a:pt x="5644930" y="1393695"/>
                  </a:lnTo>
                  <a:lnTo>
                    <a:pt x="5645598" y="1408945"/>
                  </a:lnTo>
                  <a:lnTo>
                    <a:pt x="5646266" y="1435631"/>
                  </a:lnTo>
                  <a:lnTo>
                    <a:pt x="5646934" y="1450880"/>
                  </a:lnTo>
                  <a:lnTo>
                    <a:pt x="5647602" y="1484429"/>
                  </a:lnTo>
                  <a:lnTo>
                    <a:pt x="5648270" y="1474296"/>
                  </a:lnTo>
                  <a:lnTo>
                    <a:pt x="5648938" y="1491552"/>
                  </a:lnTo>
                  <a:lnTo>
                    <a:pt x="5649606" y="1530411"/>
                  </a:lnTo>
                  <a:lnTo>
                    <a:pt x="5650274" y="1486269"/>
                  </a:lnTo>
                  <a:lnTo>
                    <a:pt x="5650942" y="1477896"/>
                  </a:lnTo>
                  <a:lnTo>
                    <a:pt x="5651610" y="1494642"/>
                  </a:lnTo>
                  <a:lnTo>
                    <a:pt x="5652278" y="1479989"/>
                  </a:lnTo>
                  <a:lnTo>
                    <a:pt x="5652946" y="1479989"/>
                  </a:lnTo>
                  <a:lnTo>
                    <a:pt x="5653614" y="1460102"/>
                  </a:lnTo>
                  <a:lnTo>
                    <a:pt x="5654282" y="1431842"/>
                  </a:lnTo>
                  <a:lnTo>
                    <a:pt x="5654950" y="1364855"/>
                  </a:lnTo>
                  <a:lnTo>
                    <a:pt x="5655618" y="1346015"/>
                  </a:lnTo>
                  <a:lnTo>
                    <a:pt x="5656286" y="1369042"/>
                  </a:lnTo>
                  <a:lnTo>
                    <a:pt x="5656954" y="1366949"/>
                  </a:lnTo>
                  <a:lnTo>
                    <a:pt x="5657622" y="1340782"/>
                  </a:lnTo>
                  <a:lnTo>
                    <a:pt x="5658290" y="1349155"/>
                  </a:lnTo>
                  <a:lnTo>
                    <a:pt x="5658958" y="1423195"/>
                  </a:lnTo>
                  <a:lnTo>
                    <a:pt x="5659626" y="1436731"/>
                  </a:lnTo>
                  <a:lnTo>
                    <a:pt x="5660294" y="1435631"/>
                  </a:lnTo>
                  <a:lnTo>
                    <a:pt x="5660962" y="1523344"/>
                  </a:lnTo>
                  <a:lnTo>
                    <a:pt x="5661630" y="1530545"/>
                  </a:lnTo>
                  <a:lnTo>
                    <a:pt x="5662298" y="1539135"/>
                  </a:lnTo>
                  <a:lnTo>
                    <a:pt x="5662966" y="1539135"/>
                  </a:lnTo>
                  <a:lnTo>
                    <a:pt x="5663634" y="1543383"/>
                  </a:lnTo>
                  <a:lnTo>
                    <a:pt x="5664302" y="1547024"/>
                  </a:lnTo>
                  <a:lnTo>
                    <a:pt x="5664971" y="1581611"/>
                  </a:lnTo>
                  <a:lnTo>
                    <a:pt x="5665639" y="1599815"/>
                  </a:lnTo>
                  <a:lnTo>
                    <a:pt x="5666307" y="1599815"/>
                  </a:lnTo>
                  <a:lnTo>
                    <a:pt x="5666975" y="1604669"/>
                  </a:lnTo>
                  <a:lnTo>
                    <a:pt x="5667643" y="1621660"/>
                  </a:lnTo>
                  <a:lnTo>
                    <a:pt x="5668311" y="1632582"/>
                  </a:lnTo>
                  <a:lnTo>
                    <a:pt x="5668979" y="1649965"/>
                  </a:lnTo>
                  <a:lnTo>
                    <a:pt x="5669647" y="1611760"/>
                  </a:lnTo>
                  <a:lnTo>
                    <a:pt x="5670315" y="1616127"/>
                  </a:lnTo>
                  <a:lnTo>
                    <a:pt x="5670983" y="1625096"/>
                  </a:lnTo>
                  <a:lnTo>
                    <a:pt x="5671651" y="1618265"/>
                  </a:lnTo>
                  <a:lnTo>
                    <a:pt x="5672319" y="1559536"/>
                  </a:lnTo>
                  <a:lnTo>
                    <a:pt x="5672987" y="1542789"/>
                  </a:lnTo>
                  <a:lnTo>
                    <a:pt x="5673655" y="1546976"/>
                  </a:lnTo>
                  <a:lnTo>
                    <a:pt x="5674323" y="1556396"/>
                  </a:lnTo>
                  <a:lnTo>
                    <a:pt x="5674991" y="1563722"/>
                  </a:lnTo>
                  <a:lnTo>
                    <a:pt x="5675659" y="1550116"/>
                  </a:lnTo>
                  <a:lnTo>
                    <a:pt x="5676327" y="1582376"/>
                  </a:lnTo>
                  <a:lnTo>
                    <a:pt x="5676995" y="1576392"/>
                  </a:lnTo>
                  <a:lnTo>
                    <a:pt x="5677663" y="1580499"/>
                  </a:lnTo>
                  <a:lnTo>
                    <a:pt x="5678331" y="1632562"/>
                  </a:lnTo>
                  <a:lnTo>
                    <a:pt x="5678999" y="1636223"/>
                  </a:lnTo>
                  <a:lnTo>
                    <a:pt x="5679667" y="1654169"/>
                  </a:lnTo>
                  <a:lnTo>
                    <a:pt x="5680335" y="1660827"/>
                  </a:lnTo>
                  <a:lnTo>
                    <a:pt x="5681003" y="1658465"/>
                  </a:lnTo>
                  <a:lnTo>
                    <a:pt x="5681671" y="1662114"/>
                  </a:lnTo>
                  <a:lnTo>
                    <a:pt x="5682339" y="1660550"/>
                  </a:lnTo>
                  <a:lnTo>
                    <a:pt x="5683007" y="1668369"/>
                  </a:lnTo>
                  <a:lnTo>
                    <a:pt x="5683675" y="1654295"/>
                  </a:lnTo>
                  <a:lnTo>
                    <a:pt x="5684343" y="1638658"/>
                  </a:lnTo>
                  <a:lnTo>
                    <a:pt x="5685011" y="1632403"/>
                  </a:lnTo>
                  <a:lnTo>
                    <a:pt x="5685679" y="1633966"/>
                  </a:lnTo>
                  <a:lnTo>
                    <a:pt x="5686347" y="1650584"/>
                  </a:lnTo>
                  <a:lnTo>
                    <a:pt x="5687015" y="1659291"/>
                  </a:lnTo>
                  <a:lnTo>
                    <a:pt x="5687683" y="1636223"/>
                  </a:lnTo>
                  <a:lnTo>
                    <a:pt x="5688351" y="1631979"/>
                  </a:lnTo>
                  <a:lnTo>
                    <a:pt x="5689019" y="1594661"/>
                  </a:lnTo>
                  <a:lnTo>
                    <a:pt x="5689688" y="1603886"/>
                  </a:lnTo>
                  <a:lnTo>
                    <a:pt x="5690356" y="1599347"/>
                  </a:lnTo>
                  <a:lnTo>
                    <a:pt x="5691024" y="1542789"/>
                  </a:lnTo>
                  <a:lnTo>
                    <a:pt x="5691692" y="1554302"/>
                  </a:lnTo>
                  <a:lnTo>
                    <a:pt x="5692360" y="1563722"/>
                  </a:lnTo>
                  <a:lnTo>
                    <a:pt x="5693028" y="1564769"/>
                  </a:lnTo>
                  <a:lnTo>
                    <a:pt x="5693696" y="1601403"/>
                  </a:lnTo>
                  <a:lnTo>
                    <a:pt x="5694364" y="1645363"/>
                  </a:lnTo>
                  <a:lnTo>
                    <a:pt x="5695032" y="1657923"/>
                  </a:lnTo>
                  <a:lnTo>
                    <a:pt x="5695700" y="1668389"/>
                  </a:lnTo>
                  <a:lnTo>
                    <a:pt x="5696368" y="1668389"/>
                  </a:lnTo>
                  <a:lnTo>
                    <a:pt x="5697036" y="1668389"/>
                  </a:lnTo>
                  <a:lnTo>
                    <a:pt x="5697704" y="1668389"/>
                  </a:lnTo>
                  <a:lnTo>
                    <a:pt x="5698372" y="1668389"/>
                  </a:lnTo>
                  <a:lnTo>
                    <a:pt x="5699040" y="1668389"/>
                  </a:lnTo>
                  <a:lnTo>
                    <a:pt x="5699708" y="1668389"/>
                  </a:lnTo>
                  <a:lnTo>
                    <a:pt x="5700376" y="1668389"/>
                  </a:lnTo>
                  <a:lnTo>
                    <a:pt x="5701044" y="1668389"/>
                  </a:lnTo>
                  <a:lnTo>
                    <a:pt x="5701712" y="1668389"/>
                  </a:lnTo>
                  <a:lnTo>
                    <a:pt x="5702380" y="1653736"/>
                  </a:lnTo>
                  <a:lnTo>
                    <a:pt x="5703048" y="1647456"/>
                  </a:lnTo>
                  <a:lnTo>
                    <a:pt x="5703716" y="1647456"/>
                  </a:lnTo>
                  <a:lnTo>
                    <a:pt x="5704384" y="1647456"/>
                  </a:lnTo>
                  <a:lnTo>
                    <a:pt x="5705052" y="1640129"/>
                  </a:lnTo>
                  <a:lnTo>
                    <a:pt x="5705720" y="1626523"/>
                  </a:lnTo>
                  <a:lnTo>
                    <a:pt x="5706388" y="1607683"/>
                  </a:lnTo>
                  <a:lnTo>
                    <a:pt x="5707056" y="1586749"/>
                  </a:lnTo>
                  <a:lnTo>
                    <a:pt x="5707724" y="1584656"/>
                  </a:lnTo>
                  <a:lnTo>
                    <a:pt x="5708392" y="1584656"/>
                  </a:lnTo>
                  <a:lnTo>
                    <a:pt x="5709060" y="1584656"/>
                  </a:lnTo>
                  <a:lnTo>
                    <a:pt x="5709728" y="1584656"/>
                  </a:lnTo>
                  <a:lnTo>
                    <a:pt x="5710396" y="1584656"/>
                  </a:lnTo>
                  <a:lnTo>
                    <a:pt x="5711064" y="1619002"/>
                  </a:lnTo>
                  <a:lnTo>
                    <a:pt x="5711732" y="1621168"/>
                  </a:lnTo>
                  <a:lnTo>
                    <a:pt x="5712400" y="1629809"/>
                  </a:lnTo>
                  <a:lnTo>
                    <a:pt x="5713068" y="1625327"/>
                  </a:lnTo>
                  <a:lnTo>
                    <a:pt x="5713736" y="1626247"/>
                  </a:lnTo>
                  <a:lnTo>
                    <a:pt x="5714405" y="1626247"/>
                  </a:lnTo>
                  <a:lnTo>
                    <a:pt x="5715073" y="1631585"/>
                  </a:lnTo>
                  <a:lnTo>
                    <a:pt x="5715741" y="1641497"/>
                  </a:lnTo>
                  <a:lnTo>
                    <a:pt x="5716409" y="1655221"/>
                  </a:lnTo>
                  <a:lnTo>
                    <a:pt x="5717077" y="1668810"/>
                  </a:lnTo>
                  <a:lnTo>
                    <a:pt x="5717745" y="1668810"/>
                  </a:lnTo>
                  <a:lnTo>
                    <a:pt x="5718413" y="1668810"/>
                  </a:lnTo>
                  <a:lnTo>
                    <a:pt x="5719081" y="1668810"/>
                  </a:lnTo>
                  <a:lnTo>
                    <a:pt x="5719749" y="1668810"/>
                  </a:lnTo>
                  <a:lnTo>
                    <a:pt x="5720417" y="1668810"/>
                  </a:lnTo>
                  <a:lnTo>
                    <a:pt x="5721085" y="1668810"/>
                  </a:lnTo>
                  <a:lnTo>
                    <a:pt x="5721753" y="1668810"/>
                  </a:lnTo>
                  <a:lnTo>
                    <a:pt x="5722421" y="1668810"/>
                  </a:lnTo>
                  <a:lnTo>
                    <a:pt x="5723089" y="1668810"/>
                  </a:lnTo>
                  <a:lnTo>
                    <a:pt x="5723757" y="1668389"/>
                  </a:lnTo>
                  <a:lnTo>
                    <a:pt x="5724425" y="1663156"/>
                  </a:lnTo>
                  <a:lnTo>
                    <a:pt x="5725093" y="1629663"/>
                  </a:lnTo>
                  <a:lnTo>
                    <a:pt x="5725761" y="1610823"/>
                  </a:lnTo>
                  <a:lnTo>
                    <a:pt x="5726429" y="1600356"/>
                  </a:lnTo>
                  <a:lnTo>
                    <a:pt x="5727097" y="1584656"/>
                  </a:lnTo>
                  <a:lnTo>
                    <a:pt x="5727765" y="1584656"/>
                  </a:lnTo>
                  <a:lnTo>
                    <a:pt x="5728433" y="1584656"/>
                  </a:lnTo>
                  <a:lnTo>
                    <a:pt x="5729101" y="1584656"/>
                  </a:lnTo>
                  <a:lnTo>
                    <a:pt x="5729769" y="1561629"/>
                  </a:lnTo>
                  <a:lnTo>
                    <a:pt x="5730437" y="1487316"/>
                  </a:lnTo>
                  <a:lnTo>
                    <a:pt x="5731105" y="1424516"/>
                  </a:lnTo>
                  <a:lnTo>
                    <a:pt x="5731773" y="1417189"/>
                  </a:lnTo>
                  <a:lnTo>
                    <a:pt x="5732441" y="1417189"/>
                  </a:lnTo>
                  <a:lnTo>
                    <a:pt x="5733109" y="1417189"/>
                  </a:lnTo>
                  <a:lnTo>
                    <a:pt x="5733777" y="1496917"/>
                  </a:lnTo>
                  <a:lnTo>
                    <a:pt x="5734445" y="1499408"/>
                  </a:lnTo>
                  <a:lnTo>
                    <a:pt x="5735113" y="1580260"/>
                  </a:lnTo>
                  <a:lnTo>
                    <a:pt x="5735781" y="1585859"/>
                  </a:lnTo>
                  <a:lnTo>
                    <a:pt x="5736449" y="1608086"/>
                  </a:lnTo>
                  <a:lnTo>
                    <a:pt x="5737117" y="1601942"/>
                  </a:lnTo>
                  <a:lnTo>
                    <a:pt x="5737785" y="1559770"/>
                  </a:lnTo>
                  <a:lnTo>
                    <a:pt x="5738454" y="1505328"/>
                  </a:lnTo>
                  <a:lnTo>
                    <a:pt x="5739122" y="1467605"/>
                  </a:lnTo>
                  <a:lnTo>
                    <a:pt x="5739790" y="1477433"/>
                  </a:lnTo>
                  <a:lnTo>
                    <a:pt x="5740458" y="1495622"/>
                  </a:lnTo>
                  <a:lnTo>
                    <a:pt x="5741126" y="1496345"/>
                  </a:lnTo>
                  <a:lnTo>
                    <a:pt x="5741794" y="1509236"/>
                  </a:lnTo>
                  <a:lnTo>
                    <a:pt x="5742462" y="1510513"/>
                  </a:lnTo>
                  <a:lnTo>
                    <a:pt x="5743130" y="1494241"/>
                  </a:lnTo>
                  <a:lnTo>
                    <a:pt x="5743798" y="1478996"/>
                  </a:lnTo>
                  <a:lnTo>
                    <a:pt x="5744466" y="1497755"/>
                  </a:lnTo>
                  <a:lnTo>
                    <a:pt x="5745134" y="1485245"/>
                  </a:lnTo>
                  <a:lnTo>
                    <a:pt x="5745802" y="1473697"/>
                  </a:lnTo>
                  <a:lnTo>
                    <a:pt x="5746470" y="1485886"/>
                  </a:lnTo>
                  <a:lnTo>
                    <a:pt x="5747138" y="1503689"/>
                  </a:lnTo>
                  <a:lnTo>
                    <a:pt x="5747806" y="1507601"/>
                  </a:lnTo>
                  <a:lnTo>
                    <a:pt x="5748474" y="1544107"/>
                  </a:lnTo>
                  <a:lnTo>
                    <a:pt x="5749142" y="1555047"/>
                  </a:lnTo>
                  <a:lnTo>
                    <a:pt x="5749810" y="1584850"/>
                  </a:lnTo>
                  <a:lnTo>
                    <a:pt x="5750478" y="1592469"/>
                  </a:lnTo>
                  <a:lnTo>
                    <a:pt x="5751146" y="1596616"/>
                  </a:lnTo>
                  <a:lnTo>
                    <a:pt x="5751814" y="1595031"/>
                  </a:lnTo>
                  <a:lnTo>
                    <a:pt x="5752482" y="1587944"/>
                  </a:lnTo>
                  <a:lnTo>
                    <a:pt x="5753150" y="1586660"/>
                  </a:lnTo>
                  <a:lnTo>
                    <a:pt x="5753818" y="1581137"/>
                  </a:lnTo>
                  <a:lnTo>
                    <a:pt x="5754486" y="1548030"/>
                  </a:lnTo>
                  <a:lnTo>
                    <a:pt x="5755154" y="1569514"/>
                  </a:lnTo>
                  <a:lnTo>
                    <a:pt x="5755822" y="1559589"/>
                  </a:lnTo>
                  <a:lnTo>
                    <a:pt x="5756490" y="1556966"/>
                  </a:lnTo>
                  <a:lnTo>
                    <a:pt x="5757158" y="1562963"/>
                  </a:lnTo>
                  <a:lnTo>
                    <a:pt x="5757826" y="1573544"/>
                  </a:lnTo>
                  <a:lnTo>
                    <a:pt x="5758494" y="1585004"/>
                  </a:lnTo>
                  <a:lnTo>
                    <a:pt x="5759162" y="1586500"/>
                  </a:lnTo>
                  <a:lnTo>
                    <a:pt x="5759830" y="1567059"/>
                  </a:lnTo>
                  <a:lnTo>
                    <a:pt x="5760498" y="1544898"/>
                  </a:lnTo>
                  <a:lnTo>
                    <a:pt x="5761166" y="1531744"/>
                  </a:lnTo>
                  <a:lnTo>
                    <a:pt x="5761834" y="1526068"/>
                  </a:lnTo>
                  <a:lnTo>
                    <a:pt x="5762502" y="1554297"/>
                  </a:lnTo>
                  <a:lnTo>
                    <a:pt x="5763171" y="1535946"/>
                  </a:lnTo>
                  <a:lnTo>
                    <a:pt x="5763839" y="1567751"/>
                  </a:lnTo>
                  <a:lnTo>
                    <a:pt x="5764507" y="1517977"/>
                  </a:lnTo>
                  <a:lnTo>
                    <a:pt x="5765175" y="1504253"/>
                  </a:lnTo>
                  <a:lnTo>
                    <a:pt x="5765843" y="1490528"/>
                  </a:lnTo>
                  <a:lnTo>
                    <a:pt x="5766511" y="1489004"/>
                  </a:lnTo>
                  <a:lnTo>
                    <a:pt x="5767179" y="1503490"/>
                  </a:lnTo>
                  <a:lnTo>
                    <a:pt x="5767847" y="1511191"/>
                  </a:lnTo>
                  <a:lnTo>
                    <a:pt x="5768515" y="1503648"/>
                  </a:lnTo>
                  <a:lnTo>
                    <a:pt x="5769183" y="1474756"/>
                  </a:lnTo>
                  <a:lnTo>
                    <a:pt x="5769851" y="1529182"/>
                  </a:lnTo>
                  <a:lnTo>
                    <a:pt x="5770519" y="1550116"/>
                  </a:lnTo>
                  <a:lnTo>
                    <a:pt x="5771187" y="1599309"/>
                  </a:lnTo>
                  <a:lnTo>
                    <a:pt x="5771855" y="1605589"/>
                  </a:lnTo>
                  <a:lnTo>
                    <a:pt x="5772523" y="1610823"/>
                  </a:lnTo>
                  <a:lnTo>
                    <a:pt x="5773191" y="1626523"/>
                  </a:lnTo>
                  <a:lnTo>
                    <a:pt x="5773859" y="1626523"/>
                  </a:lnTo>
                  <a:lnTo>
                    <a:pt x="5774527" y="1628616"/>
                  </a:lnTo>
                  <a:lnTo>
                    <a:pt x="5775195" y="1647456"/>
                  </a:lnTo>
                  <a:lnTo>
                    <a:pt x="5775863" y="1666296"/>
                  </a:lnTo>
                  <a:lnTo>
                    <a:pt x="5776531" y="1668389"/>
                  </a:lnTo>
                  <a:lnTo>
                    <a:pt x="5777199" y="1668389"/>
                  </a:lnTo>
                  <a:lnTo>
                    <a:pt x="5777867" y="1668389"/>
                  </a:lnTo>
                  <a:lnTo>
                    <a:pt x="5778535" y="1668389"/>
                  </a:lnTo>
                  <a:lnTo>
                    <a:pt x="5779203" y="1668389"/>
                  </a:lnTo>
                  <a:lnTo>
                    <a:pt x="5779871" y="1668389"/>
                  </a:lnTo>
                  <a:lnTo>
                    <a:pt x="5780539" y="1668389"/>
                  </a:lnTo>
                  <a:lnTo>
                    <a:pt x="5781207" y="1668389"/>
                  </a:lnTo>
                  <a:lnTo>
                    <a:pt x="5781875" y="1668389"/>
                  </a:lnTo>
                  <a:lnTo>
                    <a:pt x="5782543" y="1668389"/>
                  </a:lnTo>
                  <a:lnTo>
                    <a:pt x="5783211" y="1668389"/>
                  </a:lnTo>
                  <a:lnTo>
                    <a:pt x="5783879" y="1668389"/>
                  </a:lnTo>
                  <a:lnTo>
                    <a:pt x="5784547" y="1668389"/>
                  </a:lnTo>
                  <a:lnTo>
                    <a:pt x="5785215" y="1668389"/>
                  </a:lnTo>
                  <a:lnTo>
                    <a:pt x="5785883" y="1668389"/>
                  </a:lnTo>
                  <a:lnTo>
                    <a:pt x="5786551" y="1668389"/>
                  </a:lnTo>
                  <a:lnTo>
                    <a:pt x="5787219" y="1668389"/>
                  </a:lnTo>
                  <a:lnTo>
                    <a:pt x="5787888" y="1668389"/>
                  </a:lnTo>
                  <a:lnTo>
                    <a:pt x="5788556" y="1668389"/>
                  </a:lnTo>
                  <a:lnTo>
                    <a:pt x="5789224" y="1668389"/>
                  </a:lnTo>
                  <a:lnTo>
                    <a:pt x="5789892" y="1668389"/>
                  </a:lnTo>
                  <a:lnTo>
                    <a:pt x="5790560" y="1668389"/>
                  </a:lnTo>
                  <a:lnTo>
                    <a:pt x="5791228" y="1668389"/>
                  </a:lnTo>
                  <a:lnTo>
                    <a:pt x="5791896" y="1668389"/>
                  </a:lnTo>
                  <a:lnTo>
                    <a:pt x="5792564" y="1668389"/>
                  </a:lnTo>
                  <a:lnTo>
                    <a:pt x="5793232" y="1668389"/>
                  </a:lnTo>
                  <a:lnTo>
                    <a:pt x="5793900" y="1668389"/>
                  </a:lnTo>
                  <a:lnTo>
                    <a:pt x="5794568" y="1668389"/>
                  </a:lnTo>
                  <a:lnTo>
                    <a:pt x="5795236" y="1668389"/>
                  </a:lnTo>
                  <a:lnTo>
                    <a:pt x="5795904" y="1668389"/>
                  </a:lnTo>
                  <a:lnTo>
                    <a:pt x="5796572" y="1657923"/>
                  </a:lnTo>
                  <a:lnTo>
                    <a:pt x="5797240" y="1647456"/>
                  </a:lnTo>
                  <a:lnTo>
                    <a:pt x="5797908" y="1647456"/>
                  </a:lnTo>
                  <a:lnTo>
                    <a:pt x="5798576" y="1647456"/>
                  </a:lnTo>
                  <a:lnTo>
                    <a:pt x="5799244" y="1647456"/>
                  </a:lnTo>
                  <a:lnTo>
                    <a:pt x="5799912" y="1647456"/>
                  </a:lnTo>
                  <a:lnTo>
                    <a:pt x="5800580" y="1647456"/>
                  </a:lnTo>
                  <a:lnTo>
                    <a:pt x="5801248" y="1625476"/>
                  </a:lnTo>
                  <a:lnTo>
                    <a:pt x="5801916" y="1605589"/>
                  </a:lnTo>
                  <a:lnTo>
                    <a:pt x="5802584" y="1605589"/>
                  </a:lnTo>
                  <a:lnTo>
                    <a:pt x="5803252" y="1582563"/>
                  </a:lnTo>
                  <a:lnTo>
                    <a:pt x="5803920" y="1563722"/>
                  </a:lnTo>
                  <a:lnTo>
                    <a:pt x="5804588" y="1563722"/>
                  </a:lnTo>
                  <a:lnTo>
                    <a:pt x="5805256" y="1561629"/>
                  </a:lnTo>
                  <a:lnTo>
                    <a:pt x="5805924" y="1535462"/>
                  </a:lnTo>
                  <a:lnTo>
                    <a:pt x="5806592" y="1532322"/>
                  </a:lnTo>
                  <a:lnTo>
                    <a:pt x="5807260" y="1534416"/>
                  </a:lnTo>
                  <a:lnTo>
                    <a:pt x="5807928" y="1521856"/>
                  </a:lnTo>
                  <a:lnTo>
                    <a:pt x="5808596" y="1521856"/>
                  </a:lnTo>
                  <a:lnTo>
                    <a:pt x="5809264" y="1498829"/>
                  </a:lnTo>
                  <a:lnTo>
                    <a:pt x="5809932" y="1479989"/>
                  </a:lnTo>
                  <a:lnTo>
                    <a:pt x="5810600" y="1466382"/>
                  </a:lnTo>
                  <a:lnTo>
                    <a:pt x="5811268" y="1481036"/>
                  </a:lnTo>
                  <a:lnTo>
                    <a:pt x="5811937" y="1499876"/>
                  </a:lnTo>
                  <a:lnTo>
                    <a:pt x="5812605" y="1460102"/>
                  </a:lnTo>
                  <a:lnTo>
                    <a:pt x="5813273" y="1482082"/>
                  </a:lnTo>
                  <a:lnTo>
                    <a:pt x="5813941" y="1500922"/>
                  </a:lnTo>
                  <a:lnTo>
                    <a:pt x="5814609" y="1500922"/>
                  </a:lnTo>
                  <a:lnTo>
                    <a:pt x="5815277" y="1503016"/>
                  </a:lnTo>
                  <a:lnTo>
                    <a:pt x="5815945" y="1529182"/>
                  </a:lnTo>
                  <a:lnTo>
                    <a:pt x="5816613" y="1599347"/>
                  </a:lnTo>
                  <a:lnTo>
                    <a:pt x="5817281" y="1611742"/>
                  </a:lnTo>
                  <a:lnTo>
                    <a:pt x="5817949" y="1625327"/>
                  </a:lnTo>
                  <a:lnTo>
                    <a:pt x="5818617" y="1626247"/>
                  </a:lnTo>
                  <a:lnTo>
                    <a:pt x="5819285" y="1643022"/>
                  </a:lnTo>
                  <a:lnTo>
                    <a:pt x="5819953" y="1656746"/>
                  </a:lnTo>
                  <a:lnTo>
                    <a:pt x="5820621" y="1666658"/>
                  </a:lnTo>
                  <a:lnTo>
                    <a:pt x="5821289" y="1668810"/>
                  </a:lnTo>
                  <a:lnTo>
                    <a:pt x="5821957" y="1668810"/>
                  </a:lnTo>
                  <a:lnTo>
                    <a:pt x="5822625" y="1668810"/>
                  </a:lnTo>
                  <a:lnTo>
                    <a:pt x="5823293" y="1668810"/>
                  </a:lnTo>
                  <a:lnTo>
                    <a:pt x="5823961" y="1668810"/>
                  </a:lnTo>
                  <a:lnTo>
                    <a:pt x="5824629" y="1668810"/>
                  </a:lnTo>
                  <a:lnTo>
                    <a:pt x="5825297" y="1668810"/>
                  </a:lnTo>
                  <a:lnTo>
                    <a:pt x="5825965" y="1668810"/>
                  </a:lnTo>
                  <a:lnTo>
                    <a:pt x="5826633" y="1668810"/>
                  </a:lnTo>
                  <a:lnTo>
                    <a:pt x="5827301" y="1668810"/>
                  </a:lnTo>
                  <a:lnTo>
                    <a:pt x="5827969" y="1668810"/>
                  </a:lnTo>
                  <a:lnTo>
                    <a:pt x="5828637" y="1668389"/>
                  </a:lnTo>
                  <a:lnTo>
                    <a:pt x="5829305" y="1668389"/>
                  </a:lnTo>
                  <a:lnTo>
                    <a:pt x="5829973" y="1668389"/>
                  </a:lnTo>
                  <a:lnTo>
                    <a:pt x="5830641" y="1661063"/>
                  </a:lnTo>
                  <a:lnTo>
                    <a:pt x="5831309" y="1647456"/>
                  </a:lnTo>
                  <a:lnTo>
                    <a:pt x="5831977" y="1647456"/>
                  </a:lnTo>
                  <a:lnTo>
                    <a:pt x="5832645" y="1647456"/>
                  </a:lnTo>
                  <a:lnTo>
                    <a:pt x="5833313" y="1647456"/>
                  </a:lnTo>
                  <a:lnTo>
                    <a:pt x="5833981" y="1647456"/>
                  </a:lnTo>
                  <a:lnTo>
                    <a:pt x="5834649" y="1647456"/>
                  </a:lnTo>
                  <a:lnTo>
                    <a:pt x="5835317" y="1647456"/>
                  </a:lnTo>
                  <a:lnTo>
                    <a:pt x="5835985" y="1635943"/>
                  </a:lnTo>
                  <a:lnTo>
                    <a:pt x="5836654" y="1626523"/>
                  </a:lnTo>
                  <a:lnTo>
                    <a:pt x="5837322" y="1626523"/>
                  </a:lnTo>
                  <a:lnTo>
                    <a:pt x="5837990" y="1626523"/>
                  </a:lnTo>
                  <a:lnTo>
                    <a:pt x="5838658" y="1626523"/>
                  </a:lnTo>
                  <a:lnTo>
                    <a:pt x="5839326" y="1626523"/>
                  </a:lnTo>
                  <a:lnTo>
                    <a:pt x="5839994" y="1609776"/>
                  </a:lnTo>
                  <a:lnTo>
                    <a:pt x="5840662" y="1612916"/>
                  </a:lnTo>
                  <a:lnTo>
                    <a:pt x="5841330" y="1655307"/>
                  </a:lnTo>
                  <a:lnTo>
                    <a:pt x="5841998" y="1652590"/>
                  </a:lnTo>
                  <a:lnTo>
                    <a:pt x="5842666" y="1656746"/>
                  </a:lnTo>
                  <a:lnTo>
                    <a:pt x="5843334" y="1656746"/>
                  </a:lnTo>
                  <a:lnTo>
                    <a:pt x="5844002" y="1656746"/>
                  </a:lnTo>
                  <a:lnTo>
                    <a:pt x="5844670" y="1656746"/>
                  </a:lnTo>
                  <a:lnTo>
                    <a:pt x="5845338" y="1656746"/>
                  </a:lnTo>
                  <a:lnTo>
                    <a:pt x="5846006" y="1665133"/>
                  </a:lnTo>
                  <a:lnTo>
                    <a:pt x="5846674" y="1668810"/>
                  </a:lnTo>
                  <a:lnTo>
                    <a:pt x="5847342" y="1666658"/>
                  </a:lnTo>
                  <a:lnTo>
                    <a:pt x="5848010" y="1656746"/>
                  </a:lnTo>
                  <a:lnTo>
                    <a:pt x="5848678" y="1656746"/>
                  </a:lnTo>
                  <a:lnTo>
                    <a:pt x="5849346" y="1656746"/>
                  </a:lnTo>
                  <a:lnTo>
                    <a:pt x="5850014" y="1668810"/>
                  </a:lnTo>
                  <a:lnTo>
                    <a:pt x="5850682" y="1668810"/>
                  </a:lnTo>
                  <a:lnTo>
                    <a:pt x="5851350" y="1668810"/>
                  </a:lnTo>
                  <a:lnTo>
                    <a:pt x="5852018" y="1668810"/>
                  </a:lnTo>
                  <a:lnTo>
                    <a:pt x="5852686" y="1647456"/>
                  </a:lnTo>
                  <a:lnTo>
                    <a:pt x="5853354" y="1647456"/>
                  </a:lnTo>
                  <a:lnTo>
                    <a:pt x="5854022" y="1644316"/>
                  </a:lnTo>
                  <a:lnTo>
                    <a:pt x="5854690" y="1626523"/>
                  </a:lnTo>
                  <a:lnTo>
                    <a:pt x="5855358" y="1626523"/>
                  </a:lnTo>
                  <a:lnTo>
                    <a:pt x="5856026" y="1626523"/>
                  </a:lnTo>
                  <a:lnTo>
                    <a:pt x="5856694" y="1626523"/>
                  </a:lnTo>
                  <a:lnTo>
                    <a:pt x="5857362" y="1633849"/>
                  </a:lnTo>
                  <a:lnTo>
                    <a:pt x="5858030" y="1647456"/>
                  </a:lnTo>
                  <a:lnTo>
                    <a:pt x="5858698" y="1647456"/>
                  </a:lnTo>
                  <a:lnTo>
                    <a:pt x="5859366" y="1647456"/>
                  </a:lnTo>
                  <a:lnTo>
                    <a:pt x="5860034" y="1647456"/>
                  </a:lnTo>
                  <a:lnTo>
                    <a:pt x="5860702" y="1647456"/>
                  </a:lnTo>
                  <a:lnTo>
                    <a:pt x="5861371" y="1647456"/>
                  </a:lnTo>
                  <a:lnTo>
                    <a:pt x="5862039" y="1647456"/>
                  </a:lnTo>
                  <a:lnTo>
                    <a:pt x="5862707" y="1647456"/>
                  </a:lnTo>
                  <a:lnTo>
                    <a:pt x="5863375" y="1668810"/>
                  </a:lnTo>
                  <a:lnTo>
                    <a:pt x="5864043" y="1668810"/>
                  </a:lnTo>
                  <a:lnTo>
                    <a:pt x="5864711" y="1668810"/>
                  </a:lnTo>
                  <a:lnTo>
                    <a:pt x="5865379" y="1668810"/>
                  </a:lnTo>
                  <a:lnTo>
                    <a:pt x="5866047" y="1668810"/>
                  </a:lnTo>
                  <a:lnTo>
                    <a:pt x="5866715" y="1668810"/>
                  </a:lnTo>
                  <a:lnTo>
                    <a:pt x="5867383" y="1668810"/>
                  </a:lnTo>
                  <a:lnTo>
                    <a:pt x="5868051" y="1653820"/>
                  </a:lnTo>
                  <a:lnTo>
                    <a:pt x="5868719" y="1636223"/>
                  </a:lnTo>
                  <a:lnTo>
                    <a:pt x="5869387" y="1636223"/>
                  </a:lnTo>
                  <a:lnTo>
                    <a:pt x="5870055" y="1636223"/>
                  </a:lnTo>
                  <a:lnTo>
                    <a:pt x="5870723" y="1636223"/>
                  </a:lnTo>
                  <a:lnTo>
                    <a:pt x="5871391" y="1633796"/>
                  </a:lnTo>
                  <a:lnTo>
                    <a:pt x="5872059" y="1615592"/>
                  </a:lnTo>
                  <a:lnTo>
                    <a:pt x="5872727" y="1602849"/>
                  </a:lnTo>
                  <a:lnTo>
                    <a:pt x="5873395" y="1550001"/>
                  </a:lnTo>
                  <a:lnTo>
                    <a:pt x="5874063" y="1538464"/>
                  </a:lnTo>
                  <a:lnTo>
                    <a:pt x="5874731" y="1483129"/>
                  </a:lnTo>
                  <a:lnTo>
                    <a:pt x="5875399" y="1521856"/>
                  </a:lnTo>
                  <a:lnTo>
                    <a:pt x="5876067" y="1523949"/>
                  </a:lnTo>
                  <a:lnTo>
                    <a:pt x="5876735" y="1542789"/>
                  </a:lnTo>
                  <a:lnTo>
                    <a:pt x="5877403" y="1548022"/>
                  </a:lnTo>
                  <a:lnTo>
                    <a:pt x="5878071" y="1554302"/>
                  </a:lnTo>
                  <a:lnTo>
                    <a:pt x="5878739" y="1636879"/>
                  </a:lnTo>
                  <a:lnTo>
                    <a:pt x="5879407" y="1631460"/>
                  </a:lnTo>
                  <a:lnTo>
                    <a:pt x="5880075" y="1606423"/>
                  </a:lnTo>
                  <a:lnTo>
                    <a:pt x="5880743" y="1624087"/>
                  </a:lnTo>
                  <a:lnTo>
                    <a:pt x="5881411" y="1610130"/>
                  </a:lnTo>
                  <a:lnTo>
                    <a:pt x="5882079" y="1611344"/>
                  </a:lnTo>
                  <a:lnTo>
                    <a:pt x="5882747" y="1613771"/>
                  </a:lnTo>
                  <a:lnTo>
                    <a:pt x="5883415" y="1609524"/>
                  </a:lnTo>
                  <a:lnTo>
                    <a:pt x="5884083" y="1599815"/>
                  </a:lnTo>
                  <a:lnTo>
                    <a:pt x="5884751" y="1618830"/>
                  </a:lnTo>
                  <a:lnTo>
                    <a:pt x="5885419" y="1596958"/>
                  </a:lnTo>
                  <a:lnTo>
                    <a:pt x="5886088" y="1614110"/>
                  </a:lnTo>
                  <a:lnTo>
                    <a:pt x="5886756" y="1641082"/>
                  </a:lnTo>
                  <a:lnTo>
                    <a:pt x="5887424" y="1656582"/>
                  </a:lnTo>
                  <a:lnTo>
                    <a:pt x="5888092" y="1657101"/>
                  </a:lnTo>
                  <a:lnTo>
                    <a:pt x="5888760" y="1660212"/>
                  </a:lnTo>
                  <a:lnTo>
                    <a:pt x="5889428" y="1668810"/>
                  </a:lnTo>
                  <a:lnTo>
                    <a:pt x="5890096" y="1668810"/>
                  </a:lnTo>
                  <a:lnTo>
                    <a:pt x="5890764" y="1664952"/>
                  </a:lnTo>
                  <a:lnTo>
                    <a:pt x="5891432" y="1668268"/>
                  </a:lnTo>
                  <a:lnTo>
                    <a:pt x="5892100" y="1667827"/>
                  </a:lnTo>
                  <a:lnTo>
                    <a:pt x="5892768" y="1667607"/>
                  </a:lnTo>
                  <a:lnTo>
                    <a:pt x="5893436" y="1662534"/>
                  </a:lnTo>
                  <a:lnTo>
                    <a:pt x="5894104" y="1664960"/>
                  </a:lnTo>
                  <a:lnTo>
                    <a:pt x="5894772" y="1662092"/>
                  </a:lnTo>
                  <a:lnTo>
                    <a:pt x="5895440" y="1668810"/>
                  </a:lnTo>
                  <a:lnTo>
                    <a:pt x="5896108" y="1668810"/>
                  </a:lnTo>
                  <a:lnTo>
                    <a:pt x="5896776" y="1656665"/>
                  </a:lnTo>
                  <a:lnTo>
                    <a:pt x="5897444" y="1656874"/>
                  </a:lnTo>
                  <a:lnTo>
                    <a:pt x="5898112" y="1660278"/>
                  </a:lnTo>
                  <a:lnTo>
                    <a:pt x="5898780" y="1650762"/>
                  </a:lnTo>
                  <a:lnTo>
                    <a:pt x="5899448" y="1637738"/>
                  </a:lnTo>
                  <a:lnTo>
                    <a:pt x="5900116" y="1605972"/>
                  </a:lnTo>
                  <a:lnTo>
                    <a:pt x="5900784" y="1598522"/>
                  </a:lnTo>
                  <a:lnTo>
                    <a:pt x="5901452" y="1547713"/>
                  </a:lnTo>
                  <a:lnTo>
                    <a:pt x="5902120" y="1487316"/>
                  </a:lnTo>
                  <a:lnTo>
                    <a:pt x="5902788" y="1506156"/>
                  </a:lnTo>
                  <a:lnTo>
                    <a:pt x="5903456" y="1542789"/>
                  </a:lnTo>
                  <a:lnTo>
                    <a:pt x="5904124" y="1548022"/>
                  </a:lnTo>
                  <a:lnTo>
                    <a:pt x="5904792" y="1584656"/>
                  </a:lnTo>
                  <a:lnTo>
                    <a:pt x="5905460" y="1584656"/>
                  </a:lnTo>
                  <a:lnTo>
                    <a:pt x="5906128" y="1585703"/>
                  </a:lnTo>
                  <a:lnTo>
                    <a:pt x="5906796" y="1584656"/>
                  </a:lnTo>
                  <a:lnTo>
                    <a:pt x="5907464" y="1584656"/>
                  </a:lnTo>
                  <a:lnTo>
                    <a:pt x="5908132" y="1588843"/>
                  </a:lnTo>
                  <a:lnTo>
                    <a:pt x="5908800" y="1652120"/>
                  </a:lnTo>
                  <a:lnTo>
                    <a:pt x="5909468" y="1668810"/>
                  </a:lnTo>
                  <a:lnTo>
                    <a:pt x="5910137" y="1668810"/>
                  </a:lnTo>
                  <a:lnTo>
                    <a:pt x="5910805" y="1668810"/>
                  </a:lnTo>
                  <a:lnTo>
                    <a:pt x="5911473" y="1668810"/>
                  </a:lnTo>
                  <a:lnTo>
                    <a:pt x="5912141" y="1659796"/>
                  </a:lnTo>
                  <a:lnTo>
                    <a:pt x="5912809" y="1668810"/>
                  </a:lnTo>
                  <a:lnTo>
                    <a:pt x="5913477" y="1668810"/>
                  </a:lnTo>
                  <a:lnTo>
                    <a:pt x="5914145" y="1668810"/>
                  </a:lnTo>
                  <a:lnTo>
                    <a:pt x="5914813" y="1668810"/>
                  </a:lnTo>
                  <a:lnTo>
                    <a:pt x="5915481" y="1668810"/>
                  </a:lnTo>
                  <a:lnTo>
                    <a:pt x="5916149" y="1668810"/>
                  </a:lnTo>
                  <a:lnTo>
                    <a:pt x="5916817" y="1668810"/>
                  </a:lnTo>
                  <a:lnTo>
                    <a:pt x="5917485" y="1668810"/>
                  </a:lnTo>
                  <a:lnTo>
                    <a:pt x="5918153" y="1668810"/>
                  </a:lnTo>
                  <a:lnTo>
                    <a:pt x="5918821" y="1668810"/>
                  </a:lnTo>
                  <a:lnTo>
                    <a:pt x="5919489" y="1668810"/>
                  </a:lnTo>
                  <a:lnTo>
                    <a:pt x="5920157" y="1656746"/>
                  </a:lnTo>
                  <a:lnTo>
                    <a:pt x="5920825" y="1649884"/>
                  </a:lnTo>
                  <a:lnTo>
                    <a:pt x="5921493" y="1635397"/>
                  </a:lnTo>
                  <a:lnTo>
                    <a:pt x="5922161" y="1652171"/>
                  </a:lnTo>
                  <a:lnTo>
                    <a:pt x="5922829" y="1629024"/>
                  </a:lnTo>
                  <a:lnTo>
                    <a:pt x="5923497" y="1616653"/>
                  </a:lnTo>
                  <a:lnTo>
                    <a:pt x="5924165" y="1555349"/>
                  </a:lnTo>
                  <a:lnTo>
                    <a:pt x="5924833" y="1542789"/>
                  </a:lnTo>
                  <a:lnTo>
                    <a:pt x="5925501" y="1542789"/>
                  </a:lnTo>
                  <a:lnTo>
                    <a:pt x="5926169" y="1542789"/>
                  </a:lnTo>
                  <a:lnTo>
                    <a:pt x="5926837" y="1538602"/>
                  </a:lnTo>
                  <a:lnTo>
                    <a:pt x="5927505" y="1542789"/>
                  </a:lnTo>
                  <a:lnTo>
                    <a:pt x="5928173" y="1524996"/>
                  </a:lnTo>
                  <a:lnTo>
                    <a:pt x="5928841" y="1520809"/>
                  </a:lnTo>
                  <a:lnTo>
                    <a:pt x="5929509" y="1482082"/>
                  </a:lnTo>
                  <a:lnTo>
                    <a:pt x="5930177" y="1479989"/>
                  </a:lnTo>
                  <a:lnTo>
                    <a:pt x="5930845" y="1489409"/>
                  </a:lnTo>
                  <a:lnTo>
                    <a:pt x="5931513" y="1514529"/>
                  </a:lnTo>
                  <a:lnTo>
                    <a:pt x="5932181" y="1523949"/>
                  </a:lnTo>
                  <a:lnTo>
                    <a:pt x="5932849" y="1553256"/>
                  </a:lnTo>
                  <a:lnTo>
                    <a:pt x="5933517" y="1563722"/>
                  </a:lnTo>
                  <a:lnTo>
                    <a:pt x="5934185" y="1572096"/>
                  </a:lnTo>
                  <a:lnTo>
                    <a:pt x="5934854" y="1584656"/>
                  </a:lnTo>
                  <a:lnTo>
                    <a:pt x="5935522" y="1584656"/>
                  </a:lnTo>
                  <a:lnTo>
                    <a:pt x="5936190" y="1584656"/>
                  </a:lnTo>
                  <a:lnTo>
                    <a:pt x="5936858" y="1602449"/>
                  </a:lnTo>
                  <a:lnTo>
                    <a:pt x="5937526" y="1605589"/>
                  </a:lnTo>
                  <a:lnTo>
                    <a:pt x="5938194" y="1623383"/>
                  </a:lnTo>
                  <a:lnTo>
                    <a:pt x="5938862" y="1627569"/>
                  </a:lnTo>
                  <a:lnTo>
                    <a:pt x="5939530" y="1666296"/>
                  </a:lnTo>
                  <a:lnTo>
                    <a:pt x="5940198" y="1668389"/>
                  </a:lnTo>
                  <a:lnTo>
                    <a:pt x="5940866" y="1668389"/>
                  </a:lnTo>
                  <a:lnTo>
                    <a:pt x="5941534" y="1668389"/>
                  </a:lnTo>
                  <a:lnTo>
                    <a:pt x="5942202" y="1662109"/>
                  </a:lnTo>
                  <a:lnTo>
                    <a:pt x="5942870" y="1668810"/>
                  </a:lnTo>
                  <a:lnTo>
                    <a:pt x="5943538" y="1666658"/>
                  </a:lnTo>
                  <a:lnTo>
                    <a:pt x="5944206" y="1668810"/>
                  </a:lnTo>
                  <a:lnTo>
                    <a:pt x="5944874" y="1668810"/>
                  </a:lnTo>
                  <a:lnTo>
                    <a:pt x="5945542" y="1668810"/>
                  </a:lnTo>
                  <a:lnTo>
                    <a:pt x="5946210" y="1668810"/>
                  </a:lnTo>
                  <a:lnTo>
                    <a:pt x="5946878" y="1668810"/>
                  </a:lnTo>
                  <a:lnTo>
                    <a:pt x="5947546" y="1668810"/>
                  </a:lnTo>
                  <a:lnTo>
                    <a:pt x="5948214" y="1668810"/>
                  </a:lnTo>
                  <a:lnTo>
                    <a:pt x="5948882" y="1668810"/>
                  </a:lnTo>
                  <a:lnTo>
                    <a:pt x="5949550" y="1668810"/>
                  </a:lnTo>
                  <a:lnTo>
                    <a:pt x="5950218" y="1668810"/>
                  </a:lnTo>
                  <a:lnTo>
                    <a:pt x="5950886" y="1668810"/>
                  </a:lnTo>
                  <a:lnTo>
                    <a:pt x="5951554" y="1668810"/>
                  </a:lnTo>
                  <a:lnTo>
                    <a:pt x="5952222" y="1668810"/>
                  </a:lnTo>
                  <a:lnTo>
                    <a:pt x="5952890" y="1668810"/>
                  </a:lnTo>
                  <a:lnTo>
                    <a:pt x="5953558" y="1668810"/>
                  </a:lnTo>
                  <a:lnTo>
                    <a:pt x="5954226" y="1668810"/>
                  </a:lnTo>
                  <a:lnTo>
                    <a:pt x="5954894" y="1668810"/>
                  </a:lnTo>
                  <a:lnTo>
                    <a:pt x="5955562" y="1668810"/>
                  </a:lnTo>
                  <a:lnTo>
                    <a:pt x="5956230" y="1668810"/>
                  </a:lnTo>
                  <a:lnTo>
                    <a:pt x="5956898" y="1668810"/>
                  </a:lnTo>
                  <a:lnTo>
                    <a:pt x="5957566" y="1668810"/>
                  </a:lnTo>
                  <a:lnTo>
                    <a:pt x="5958234" y="1668810"/>
                  </a:lnTo>
                  <a:lnTo>
                    <a:pt x="5958902" y="1668810"/>
                  </a:lnTo>
                  <a:lnTo>
                    <a:pt x="5959571" y="1668810"/>
                  </a:lnTo>
                  <a:lnTo>
                    <a:pt x="5960239" y="1668810"/>
                  </a:lnTo>
                  <a:lnTo>
                    <a:pt x="5960907" y="1668810"/>
                  </a:lnTo>
                  <a:lnTo>
                    <a:pt x="5961575" y="1668810"/>
                  </a:lnTo>
                  <a:lnTo>
                    <a:pt x="5962243" y="1668810"/>
                  </a:lnTo>
                  <a:lnTo>
                    <a:pt x="5962911" y="1668810"/>
                  </a:lnTo>
                  <a:lnTo>
                    <a:pt x="5963579" y="1668810"/>
                  </a:lnTo>
                  <a:lnTo>
                    <a:pt x="5964247" y="1668810"/>
                  </a:lnTo>
                  <a:lnTo>
                    <a:pt x="5964915" y="1668810"/>
                  </a:lnTo>
                  <a:lnTo>
                    <a:pt x="5965583" y="1653099"/>
                  </a:lnTo>
                  <a:lnTo>
                    <a:pt x="5966251" y="1636647"/>
                  </a:lnTo>
                  <a:lnTo>
                    <a:pt x="5966919" y="1636348"/>
                  </a:lnTo>
                  <a:lnTo>
                    <a:pt x="5967587" y="1613258"/>
                  </a:lnTo>
                  <a:lnTo>
                    <a:pt x="5968255" y="1612288"/>
                  </a:lnTo>
                  <a:lnTo>
                    <a:pt x="5968923" y="1600326"/>
                  </a:lnTo>
                  <a:lnTo>
                    <a:pt x="5969591" y="1601296"/>
                  </a:lnTo>
                  <a:lnTo>
                    <a:pt x="5970259" y="1606469"/>
                  </a:lnTo>
                  <a:lnTo>
                    <a:pt x="5970927" y="1606469"/>
                  </a:lnTo>
                  <a:lnTo>
                    <a:pt x="5971595" y="1620494"/>
                  </a:lnTo>
                  <a:lnTo>
                    <a:pt x="5972263" y="1621664"/>
                  </a:lnTo>
                  <a:lnTo>
                    <a:pt x="5972931" y="1625867"/>
                  </a:lnTo>
                  <a:lnTo>
                    <a:pt x="5973599" y="1613753"/>
                  </a:lnTo>
                  <a:lnTo>
                    <a:pt x="5974267" y="1627998"/>
                  </a:lnTo>
                  <a:lnTo>
                    <a:pt x="5974935" y="1630837"/>
                  </a:lnTo>
                  <a:lnTo>
                    <a:pt x="5975603" y="1643349"/>
                  </a:lnTo>
                  <a:lnTo>
                    <a:pt x="5976271" y="1668810"/>
                  </a:lnTo>
                  <a:lnTo>
                    <a:pt x="5976939" y="1668810"/>
                  </a:lnTo>
                  <a:lnTo>
                    <a:pt x="5977607" y="1668810"/>
                  </a:lnTo>
                  <a:lnTo>
                    <a:pt x="5978275" y="1668810"/>
                  </a:lnTo>
                  <a:lnTo>
                    <a:pt x="5978943" y="1668810"/>
                  </a:lnTo>
                  <a:lnTo>
                    <a:pt x="5979611" y="1668810"/>
                  </a:lnTo>
                  <a:lnTo>
                    <a:pt x="5980279" y="1668810"/>
                  </a:lnTo>
                  <a:lnTo>
                    <a:pt x="5980947" y="1668810"/>
                  </a:lnTo>
                  <a:lnTo>
                    <a:pt x="5981615" y="1668810"/>
                  </a:lnTo>
                  <a:lnTo>
                    <a:pt x="5982283" y="1668810"/>
                  </a:lnTo>
                  <a:lnTo>
                    <a:pt x="5982951" y="1668810"/>
                  </a:lnTo>
                  <a:lnTo>
                    <a:pt x="5983619" y="1668389"/>
                  </a:lnTo>
                  <a:lnTo>
                    <a:pt x="5984288" y="1668389"/>
                  </a:lnTo>
                  <a:lnTo>
                    <a:pt x="5984956" y="1668810"/>
                  </a:lnTo>
                  <a:lnTo>
                    <a:pt x="5985624" y="1668810"/>
                  </a:lnTo>
                  <a:lnTo>
                    <a:pt x="5986292" y="1668810"/>
                  </a:lnTo>
                  <a:lnTo>
                    <a:pt x="5986960" y="1668810"/>
                  </a:lnTo>
                  <a:lnTo>
                    <a:pt x="5987628" y="1668810"/>
                  </a:lnTo>
                  <a:lnTo>
                    <a:pt x="5988296" y="1668810"/>
                  </a:lnTo>
                  <a:lnTo>
                    <a:pt x="5988964" y="1668810"/>
                  </a:lnTo>
                  <a:lnTo>
                    <a:pt x="5989632" y="1668810"/>
                  </a:lnTo>
                  <a:lnTo>
                    <a:pt x="5990300" y="1668810"/>
                  </a:lnTo>
                  <a:lnTo>
                    <a:pt x="5990968" y="1668810"/>
                  </a:lnTo>
                  <a:lnTo>
                    <a:pt x="5991636" y="1668810"/>
                  </a:lnTo>
                  <a:lnTo>
                    <a:pt x="5992304" y="1668810"/>
                  </a:lnTo>
                  <a:lnTo>
                    <a:pt x="5992972" y="1668810"/>
                  </a:lnTo>
                  <a:lnTo>
                    <a:pt x="5993640" y="1668810"/>
                  </a:lnTo>
                  <a:lnTo>
                    <a:pt x="5994308" y="1668810"/>
                  </a:lnTo>
                  <a:lnTo>
                    <a:pt x="5994976" y="1668810"/>
                  </a:lnTo>
                  <a:lnTo>
                    <a:pt x="5995644" y="1668810"/>
                  </a:lnTo>
                  <a:lnTo>
                    <a:pt x="5996312" y="1668810"/>
                  </a:lnTo>
                  <a:lnTo>
                    <a:pt x="5996980" y="1668810"/>
                  </a:lnTo>
                  <a:lnTo>
                    <a:pt x="5997648" y="1668810"/>
                  </a:lnTo>
                  <a:lnTo>
                    <a:pt x="5998316" y="1668810"/>
                  </a:lnTo>
                  <a:lnTo>
                    <a:pt x="5998984" y="1668810"/>
                  </a:lnTo>
                  <a:lnTo>
                    <a:pt x="5999652" y="1668810"/>
                  </a:lnTo>
                  <a:lnTo>
                    <a:pt x="6000320" y="1668810"/>
                  </a:lnTo>
                  <a:lnTo>
                    <a:pt x="6000988" y="1668810"/>
                  </a:lnTo>
                  <a:lnTo>
                    <a:pt x="6001656" y="1668810"/>
                  </a:lnTo>
                  <a:lnTo>
                    <a:pt x="6002324" y="1668810"/>
                  </a:lnTo>
                  <a:lnTo>
                    <a:pt x="6002992" y="1668810"/>
                  </a:lnTo>
                  <a:lnTo>
                    <a:pt x="6003660" y="1668810"/>
                  </a:lnTo>
                  <a:lnTo>
                    <a:pt x="6004328" y="1668810"/>
                  </a:lnTo>
                  <a:lnTo>
                    <a:pt x="6004996" y="1668810"/>
                  </a:lnTo>
                  <a:lnTo>
                    <a:pt x="6005664" y="1668810"/>
                  </a:lnTo>
                  <a:lnTo>
                    <a:pt x="6006332" y="1668810"/>
                  </a:lnTo>
                  <a:lnTo>
                    <a:pt x="6007000" y="1668810"/>
                  </a:lnTo>
                  <a:lnTo>
                    <a:pt x="6007668" y="1668810"/>
                  </a:lnTo>
                  <a:lnTo>
                    <a:pt x="6008337" y="1668810"/>
                  </a:lnTo>
                  <a:lnTo>
                    <a:pt x="6009005" y="1668810"/>
                  </a:lnTo>
                  <a:lnTo>
                    <a:pt x="6009673" y="1668810"/>
                  </a:lnTo>
                  <a:lnTo>
                    <a:pt x="6010341" y="1668810"/>
                  </a:lnTo>
                  <a:lnTo>
                    <a:pt x="6011009" y="1668810"/>
                  </a:lnTo>
                  <a:lnTo>
                    <a:pt x="6011677" y="1668810"/>
                  </a:lnTo>
                  <a:lnTo>
                    <a:pt x="6012345" y="1668810"/>
                  </a:lnTo>
                  <a:lnTo>
                    <a:pt x="6013013" y="1668810"/>
                  </a:lnTo>
                  <a:lnTo>
                    <a:pt x="6013681" y="1668810"/>
                  </a:lnTo>
                  <a:lnTo>
                    <a:pt x="6014349" y="1668810"/>
                  </a:lnTo>
                  <a:lnTo>
                    <a:pt x="6015017" y="1668810"/>
                  </a:lnTo>
                  <a:lnTo>
                    <a:pt x="6015685" y="1668810"/>
                  </a:lnTo>
                  <a:lnTo>
                    <a:pt x="6016353" y="1668810"/>
                  </a:lnTo>
                  <a:lnTo>
                    <a:pt x="6017021" y="1668810"/>
                  </a:lnTo>
                  <a:lnTo>
                    <a:pt x="6017689" y="1668810"/>
                  </a:lnTo>
                  <a:lnTo>
                    <a:pt x="6018357" y="1629663"/>
                  </a:lnTo>
                  <a:lnTo>
                    <a:pt x="6019025" y="1605589"/>
                  </a:lnTo>
                  <a:lnTo>
                    <a:pt x="6019693" y="1605589"/>
                  </a:lnTo>
                  <a:lnTo>
                    <a:pt x="6020361" y="1587796"/>
                  </a:lnTo>
                  <a:lnTo>
                    <a:pt x="6021029" y="1603538"/>
                  </a:lnTo>
                  <a:lnTo>
                    <a:pt x="6021697" y="1603886"/>
                  </a:lnTo>
                  <a:lnTo>
                    <a:pt x="6022365" y="1572875"/>
                  </a:lnTo>
                  <a:lnTo>
                    <a:pt x="6023033" y="1565250"/>
                  </a:lnTo>
                  <a:lnTo>
                    <a:pt x="6023701" y="1559913"/>
                  </a:lnTo>
                  <a:lnTo>
                    <a:pt x="6024369" y="1546951"/>
                  </a:lnTo>
                  <a:lnTo>
                    <a:pt x="6025037" y="1521790"/>
                  </a:lnTo>
                  <a:lnTo>
                    <a:pt x="6025705" y="1501203"/>
                  </a:lnTo>
                  <a:lnTo>
                    <a:pt x="6026373" y="1489004"/>
                  </a:lnTo>
                  <a:lnTo>
                    <a:pt x="6027041" y="1465367"/>
                  </a:lnTo>
                  <a:lnTo>
                    <a:pt x="6027709" y="1433343"/>
                  </a:lnTo>
                  <a:lnTo>
                    <a:pt x="6028377" y="1431819"/>
                  </a:lnTo>
                  <a:lnTo>
                    <a:pt x="6029045" y="1440968"/>
                  </a:lnTo>
                  <a:lnTo>
                    <a:pt x="6029713" y="1424194"/>
                  </a:lnTo>
                  <a:lnTo>
                    <a:pt x="6030381" y="1395983"/>
                  </a:lnTo>
                  <a:lnTo>
                    <a:pt x="6031049" y="1421397"/>
                  </a:lnTo>
                  <a:lnTo>
                    <a:pt x="6031717" y="1408685"/>
                  </a:lnTo>
                  <a:lnTo>
                    <a:pt x="6032385" y="1329269"/>
                  </a:lnTo>
                  <a:lnTo>
                    <a:pt x="6033054" y="1435875"/>
                  </a:lnTo>
                  <a:lnTo>
                    <a:pt x="6033722" y="1448347"/>
                  </a:lnTo>
                  <a:lnTo>
                    <a:pt x="6034390" y="1461263"/>
                  </a:lnTo>
                  <a:lnTo>
                    <a:pt x="6035058" y="1476804"/>
                  </a:lnTo>
                  <a:lnTo>
                    <a:pt x="6035726" y="1478329"/>
                  </a:lnTo>
                  <a:lnTo>
                    <a:pt x="6036394" y="1489004"/>
                  </a:lnTo>
                  <a:lnTo>
                    <a:pt x="6037062" y="1512640"/>
                  </a:lnTo>
                  <a:lnTo>
                    <a:pt x="6037730" y="1544664"/>
                  </a:lnTo>
                  <a:lnTo>
                    <a:pt x="6038398" y="1559150"/>
                  </a:lnTo>
                  <a:lnTo>
                    <a:pt x="6039066" y="1567537"/>
                  </a:lnTo>
                  <a:lnTo>
                    <a:pt x="6039734" y="1584312"/>
                  </a:lnTo>
                  <a:lnTo>
                    <a:pt x="6040402" y="1625485"/>
                  </a:lnTo>
                  <a:lnTo>
                    <a:pt x="6041070" y="1626247"/>
                  </a:lnTo>
                  <a:lnTo>
                    <a:pt x="6041738" y="1626247"/>
                  </a:lnTo>
                  <a:lnTo>
                    <a:pt x="6042406" y="1621673"/>
                  </a:lnTo>
                  <a:lnTo>
                    <a:pt x="6043074" y="1614593"/>
                  </a:lnTo>
                  <a:lnTo>
                    <a:pt x="6043742" y="1610171"/>
                  </a:lnTo>
                  <a:lnTo>
                    <a:pt x="6044410" y="1604352"/>
                  </a:lnTo>
                  <a:lnTo>
                    <a:pt x="6045078" y="1577329"/>
                  </a:lnTo>
                  <a:lnTo>
                    <a:pt x="6045746" y="1599309"/>
                  </a:lnTo>
                  <a:lnTo>
                    <a:pt x="6046414" y="1581516"/>
                  </a:lnTo>
                  <a:lnTo>
                    <a:pt x="6047082" y="1561629"/>
                  </a:lnTo>
                  <a:lnTo>
                    <a:pt x="6047750" y="1540696"/>
                  </a:lnTo>
                  <a:lnTo>
                    <a:pt x="6048418" y="1521856"/>
                  </a:lnTo>
                  <a:lnTo>
                    <a:pt x="6049086" y="1521856"/>
                  </a:lnTo>
                  <a:lnTo>
                    <a:pt x="6049754" y="1512436"/>
                  </a:lnTo>
                  <a:lnTo>
                    <a:pt x="6050422" y="1491502"/>
                  </a:lnTo>
                  <a:lnTo>
                    <a:pt x="6051090" y="1464289"/>
                  </a:lnTo>
                  <a:lnTo>
                    <a:pt x="6051758" y="1438122"/>
                  </a:lnTo>
                  <a:lnTo>
                    <a:pt x="6052426" y="1459056"/>
                  </a:lnTo>
                  <a:lnTo>
                    <a:pt x="6053094" y="1473709"/>
                  </a:lnTo>
                  <a:lnTo>
                    <a:pt x="6053762" y="1481036"/>
                  </a:lnTo>
                  <a:lnTo>
                    <a:pt x="6054430" y="1481036"/>
                  </a:lnTo>
                  <a:lnTo>
                    <a:pt x="6055098" y="1479989"/>
                  </a:lnTo>
                  <a:lnTo>
                    <a:pt x="6055766" y="1484176"/>
                  </a:lnTo>
                  <a:lnTo>
                    <a:pt x="6056434" y="1493596"/>
                  </a:lnTo>
                  <a:lnTo>
                    <a:pt x="6057102" y="1503016"/>
                  </a:lnTo>
                  <a:lnTo>
                    <a:pt x="6057771" y="1523949"/>
                  </a:lnTo>
                  <a:lnTo>
                    <a:pt x="6058439" y="1542789"/>
                  </a:lnTo>
                  <a:lnTo>
                    <a:pt x="6059107" y="1542789"/>
                  </a:lnTo>
                  <a:lnTo>
                    <a:pt x="6059775" y="1552209"/>
                  </a:lnTo>
                  <a:lnTo>
                    <a:pt x="6060443" y="1573143"/>
                  </a:lnTo>
                  <a:lnTo>
                    <a:pt x="6061111" y="1600356"/>
                  </a:lnTo>
                  <a:lnTo>
                    <a:pt x="6061779" y="1626523"/>
                  </a:lnTo>
                  <a:lnTo>
                    <a:pt x="6062447" y="1626523"/>
                  </a:lnTo>
                  <a:lnTo>
                    <a:pt x="6063115" y="1626523"/>
                  </a:lnTo>
                  <a:lnTo>
                    <a:pt x="6063783" y="1626523"/>
                  </a:lnTo>
                  <a:lnTo>
                    <a:pt x="6064451" y="1646409"/>
                  </a:lnTo>
                  <a:lnTo>
                    <a:pt x="6065119" y="1647456"/>
                  </a:lnTo>
                  <a:lnTo>
                    <a:pt x="6065787" y="1647456"/>
                  </a:lnTo>
                  <a:lnTo>
                    <a:pt x="6066455" y="1657923"/>
                  </a:lnTo>
                  <a:lnTo>
                    <a:pt x="6067123" y="1668389"/>
                  </a:lnTo>
                  <a:lnTo>
                    <a:pt x="6067791" y="1668389"/>
                  </a:lnTo>
                  <a:lnTo>
                    <a:pt x="6068459" y="1650596"/>
                  </a:lnTo>
                  <a:lnTo>
                    <a:pt x="6069127" y="1632803"/>
                  </a:lnTo>
                  <a:lnTo>
                    <a:pt x="6069795" y="1626523"/>
                  </a:lnTo>
                  <a:lnTo>
                    <a:pt x="6070463" y="1626523"/>
                  </a:lnTo>
                  <a:lnTo>
                    <a:pt x="6071131" y="1668301"/>
                  </a:lnTo>
                  <a:lnTo>
                    <a:pt x="6071799" y="1668301"/>
                  </a:lnTo>
                  <a:lnTo>
                    <a:pt x="6072467" y="1668810"/>
                  </a:lnTo>
                  <a:lnTo>
                    <a:pt x="6073135" y="1668810"/>
                  </a:lnTo>
                  <a:lnTo>
                    <a:pt x="6073803" y="1665133"/>
                  </a:lnTo>
                  <a:lnTo>
                    <a:pt x="6074471" y="1653696"/>
                  </a:lnTo>
                  <a:lnTo>
                    <a:pt x="6075139" y="1629297"/>
                  </a:lnTo>
                  <a:lnTo>
                    <a:pt x="6075807" y="1626247"/>
                  </a:lnTo>
                  <a:lnTo>
                    <a:pt x="6076475" y="1614048"/>
                  </a:lnTo>
                  <a:lnTo>
                    <a:pt x="6077143" y="1610998"/>
                  </a:lnTo>
                  <a:lnTo>
                    <a:pt x="6077811" y="1610998"/>
                  </a:lnTo>
                  <a:lnTo>
                    <a:pt x="6078479" y="1623960"/>
                  </a:lnTo>
                  <a:lnTo>
                    <a:pt x="6079147" y="1636922"/>
                  </a:lnTo>
                  <a:lnTo>
                    <a:pt x="6079815" y="1641497"/>
                  </a:lnTo>
                  <a:lnTo>
                    <a:pt x="6080483" y="1627772"/>
                  </a:lnTo>
                  <a:lnTo>
                    <a:pt x="6081151" y="1621168"/>
                  </a:lnTo>
                  <a:lnTo>
                    <a:pt x="6081819" y="1616653"/>
                  </a:lnTo>
                  <a:lnTo>
                    <a:pt x="6082488" y="1563722"/>
                  </a:lnTo>
                  <a:lnTo>
                    <a:pt x="6083156" y="1563722"/>
                  </a:lnTo>
                  <a:lnTo>
                    <a:pt x="6083824" y="1553256"/>
                  </a:lnTo>
                  <a:lnTo>
                    <a:pt x="6084492" y="1528136"/>
                  </a:lnTo>
                  <a:lnTo>
                    <a:pt x="6085160" y="1613827"/>
                  </a:lnTo>
                  <a:lnTo>
                    <a:pt x="6085828" y="1599561"/>
                  </a:lnTo>
                  <a:lnTo>
                    <a:pt x="6086496" y="1647565"/>
                  </a:lnTo>
                  <a:lnTo>
                    <a:pt x="6087164" y="1648359"/>
                  </a:lnTo>
                  <a:lnTo>
                    <a:pt x="6087832" y="1648359"/>
                  </a:lnTo>
                  <a:lnTo>
                    <a:pt x="6088500" y="1648359"/>
                  </a:lnTo>
                  <a:lnTo>
                    <a:pt x="6089168" y="1648359"/>
                  </a:lnTo>
                  <a:lnTo>
                    <a:pt x="6089836" y="1642897"/>
                  </a:lnTo>
                  <a:lnTo>
                    <a:pt x="6090504" y="1647145"/>
                  </a:lnTo>
                  <a:lnTo>
                    <a:pt x="6091172" y="1648359"/>
                  </a:lnTo>
                  <a:lnTo>
                    <a:pt x="6091840" y="1648359"/>
                  </a:lnTo>
                  <a:lnTo>
                    <a:pt x="6092508" y="1648359"/>
                  </a:lnTo>
                  <a:lnTo>
                    <a:pt x="6093176" y="1648359"/>
                  </a:lnTo>
                  <a:lnTo>
                    <a:pt x="6093844" y="1659888"/>
                  </a:lnTo>
                  <a:lnTo>
                    <a:pt x="6094512" y="1668810"/>
                  </a:lnTo>
                  <a:lnTo>
                    <a:pt x="6095180" y="1668810"/>
                  </a:lnTo>
                  <a:lnTo>
                    <a:pt x="6095848" y="1668810"/>
                  </a:lnTo>
                  <a:lnTo>
                    <a:pt x="6096516" y="1668810"/>
                  </a:lnTo>
                  <a:lnTo>
                    <a:pt x="6097184" y="1647456"/>
                  </a:lnTo>
                  <a:lnTo>
                    <a:pt x="6097852" y="1647456"/>
                  </a:lnTo>
                  <a:lnTo>
                    <a:pt x="6098520" y="1647456"/>
                  </a:lnTo>
                  <a:lnTo>
                    <a:pt x="6099188" y="1647456"/>
                  </a:lnTo>
                  <a:lnTo>
                    <a:pt x="6099856" y="1656876"/>
                  </a:lnTo>
                  <a:lnTo>
                    <a:pt x="6100524" y="1668389"/>
                  </a:lnTo>
                  <a:lnTo>
                    <a:pt x="6101192" y="1668389"/>
                  </a:lnTo>
                  <a:lnTo>
                    <a:pt x="6101860" y="1668389"/>
                  </a:lnTo>
                  <a:lnTo>
                    <a:pt x="6102528" y="1668389"/>
                  </a:lnTo>
                  <a:lnTo>
                    <a:pt x="6103196" y="1668389"/>
                  </a:lnTo>
                  <a:lnTo>
                    <a:pt x="6103864" y="1668389"/>
                  </a:lnTo>
                  <a:lnTo>
                    <a:pt x="6104532" y="1668389"/>
                  </a:lnTo>
                  <a:lnTo>
                    <a:pt x="6105200" y="1668389"/>
                  </a:lnTo>
                  <a:lnTo>
                    <a:pt x="6105868" y="1668389"/>
                  </a:lnTo>
                  <a:lnTo>
                    <a:pt x="6106537" y="1668389"/>
                  </a:lnTo>
                  <a:lnTo>
                    <a:pt x="6107205" y="1668389"/>
                  </a:lnTo>
                  <a:lnTo>
                    <a:pt x="6107873" y="1668810"/>
                  </a:lnTo>
                  <a:lnTo>
                    <a:pt x="6108541" y="1668810"/>
                  </a:lnTo>
                  <a:lnTo>
                    <a:pt x="6109209" y="1668810"/>
                  </a:lnTo>
                  <a:lnTo>
                    <a:pt x="6109877" y="1668810"/>
                  </a:lnTo>
                  <a:lnTo>
                    <a:pt x="6110545" y="1668810"/>
                  </a:lnTo>
                  <a:lnTo>
                    <a:pt x="6111213" y="1668810"/>
                  </a:lnTo>
                  <a:lnTo>
                    <a:pt x="6111881" y="1668810"/>
                  </a:lnTo>
                  <a:lnTo>
                    <a:pt x="6112549" y="1668810"/>
                  </a:lnTo>
                  <a:lnTo>
                    <a:pt x="6113217" y="1668810"/>
                  </a:lnTo>
                  <a:lnTo>
                    <a:pt x="6113885" y="1668810"/>
                  </a:lnTo>
                  <a:lnTo>
                    <a:pt x="6114553" y="1668810"/>
                  </a:lnTo>
                  <a:lnTo>
                    <a:pt x="6115221" y="1668810"/>
                  </a:lnTo>
                  <a:lnTo>
                    <a:pt x="6115889" y="1668810"/>
                  </a:lnTo>
                  <a:lnTo>
                    <a:pt x="6116557" y="1668810"/>
                  </a:lnTo>
                  <a:lnTo>
                    <a:pt x="6117225" y="1668810"/>
                  </a:lnTo>
                  <a:lnTo>
                    <a:pt x="6117893" y="1668810"/>
                  </a:lnTo>
                  <a:lnTo>
                    <a:pt x="6118561" y="1668810"/>
                  </a:lnTo>
                  <a:lnTo>
                    <a:pt x="6119229" y="1668810"/>
                  </a:lnTo>
                  <a:lnTo>
                    <a:pt x="6119897" y="1617103"/>
                  </a:lnTo>
                  <a:lnTo>
                    <a:pt x="6120565" y="1605589"/>
                  </a:lnTo>
                  <a:lnTo>
                    <a:pt x="6121233" y="1605589"/>
                  </a:lnTo>
                  <a:lnTo>
                    <a:pt x="6121901" y="1605589"/>
                  </a:lnTo>
                  <a:lnTo>
                    <a:pt x="6122569" y="1605589"/>
                  </a:lnTo>
                  <a:lnTo>
                    <a:pt x="6123237" y="1605589"/>
                  </a:lnTo>
                  <a:lnTo>
                    <a:pt x="6123905" y="1605589"/>
                  </a:lnTo>
                  <a:lnTo>
                    <a:pt x="6124573" y="1591983"/>
                  </a:lnTo>
                  <a:lnTo>
                    <a:pt x="6125241" y="1540696"/>
                  </a:lnTo>
                  <a:lnTo>
                    <a:pt x="6125909" y="1521856"/>
                  </a:lnTo>
                  <a:lnTo>
                    <a:pt x="6126577" y="1521856"/>
                  </a:lnTo>
                  <a:lnTo>
                    <a:pt x="6127245" y="1520809"/>
                  </a:lnTo>
                  <a:lnTo>
                    <a:pt x="6127913" y="1500922"/>
                  </a:lnTo>
                  <a:lnTo>
                    <a:pt x="6128581" y="1511389"/>
                  </a:lnTo>
                  <a:lnTo>
                    <a:pt x="6129249" y="1521856"/>
                  </a:lnTo>
                  <a:lnTo>
                    <a:pt x="6129917" y="1607786"/>
                  </a:lnTo>
                  <a:lnTo>
                    <a:pt x="6130585" y="1615669"/>
                  </a:lnTo>
                  <a:lnTo>
                    <a:pt x="6131254" y="1583161"/>
                  </a:lnTo>
                  <a:lnTo>
                    <a:pt x="6131922" y="1574400"/>
                  </a:lnTo>
                  <a:lnTo>
                    <a:pt x="6132590" y="1565250"/>
                  </a:lnTo>
                  <a:lnTo>
                    <a:pt x="6133258" y="1565250"/>
                  </a:lnTo>
                  <a:lnTo>
                    <a:pt x="6133926" y="1565250"/>
                  </a:lnTo>
                  <a:lnTo>
                    <a:pt x="6134594" y="1575162"/>
                  </a:lnTo>
                  <a:lnTo>
                    <a:pt x="6135262" y="1612523"/>
                  </a:lnTo>
                  <a:lnTo>
                    <a:pt x="6135930" y="1626247"/>
                  </a:lnTo>
                  <a:lnTo>
                    <a:pt x="6136598" y="1613285"/>
                  </a:lnTo>
                  <a:lnTo>
                    <a:pt x="6137266" y="1597274"/>
                  </a:lnTo>
                  <a:lnTo>
                    <a:pt x="6137934" y="1610998"/>
                  </a:lnTo>
                  <a:lnTo>
                    <a:pt x="6138602" y="1610998"/>
                  </a:lnTo>
                  <a:lnTo>
                    <a:pt x="6139270" y="1610998"/>
                  </a:lnTo>
                  <a:lnTo>
                    <a:pt x="6139938" y="1605457"/>
                  </a:lnTo>
                  <a:lnTo>
                    <a:pt x="6140606" y="1610956"/>
                  </a:lnTo>
                  <a:lnTo>
                    <a:pt x="6141274" y="1643419"/>
                  </a:lnTo>
                  <a:lnTo>
                    <a:pt x="6141942" y="1602449"/>
                  </a:lnTo>
                  <a:lnTo>
                    <a:pt x="6142610" y="1605589"/>
                  </a:lnTo>
                  <a:lnTo>
                    <a:pt x="6143278" y="1591983"/>
                  </a:lnTo>
                  <a:lnTo>
                    <a:pt x="6143946" y="1584656"/>
                  </a:lnTo>
                  <a:lnTo>
                    <a:pt x="6144614" y="1577329"/>
                  </a:lnTo>
                  <a:lnTo>
                    <a:pt x="6145282" y="1540696"/>
                  </a:lnTo>
                  <a:lnTo>
                    <a:pt x="6145950" y="1507202"/>
                  </a:lnTo>
                  <a:lnTo>
                    <a:pt x="6146618" y="1500922"/>
                  </a:lnTo>
                  <a:lnTo>
                    <a:pt x="6147286" y="1506156"/>
                  </a:lnTo>
                  <a:lnTo>
                    <a:pt x="6147954" y="1485222"/>
                  </a:lnTo>
                  <a:lnTo>
                    <a:pt x="6148622" y="1464289"/>
                  </a:lnTo>
                  <a:lnTo>
                    <a:pt x="6149290" y="1459056"/>
                  </a:lnTo>
                  <a:lnTo>
                    <a:pt x="6149958" y="1451729"/>
                  </a:lnTo>
                  <a:lnTo>
                    <a:pt x="6150626" y="1397302"/>
                  </a:lnTo>
                  <a:lnTo>
                    <a:pt x="6151294" y="1396255"/>
                  </a:lnTo>
                  <a:lnTo>
                    <a:pt x="6151962" y="1397302"/>
                  </a:lnTo>
                  <a:lnTo>
                    <a:pt x="6152630" y="1396255"/>
                  </a:lnTo>
                  <a:lnTo>
                    <a:pt x="6153298" y="1395209"/>
                  </a:lnTo>
                  <a:lnTo>
                    <a:pt x="6153966" y="1396255"/>
                  </a:lnTo>
                  <a:lnTo>
                    <a:pt x="6154634" y="1386835"/>
                  </a:lnTo>
                  <a:lnTo>
                    <a:pt x="6155302" y="1386835"/>
                  </a:lnTo>
                  <a:lnTo>
                    <a:pt x="6155971" y="1389976"/>
                  </a:lnTo>
                  <a:lnTo>
                    <a:pt x="6156639" y="1370089"/>
                  </a:lnTo>
                  <a:lnTo>
                    <a:pt x="6157307" y="1341829"/>
                  </a:lnTo>
                  <a:lnTo>
                    <a:pt x="6157975" y="1309382"/>
                  </a:lnTo>
                  <a:lnTo>
                    <a:pt x="6158643" y="1288449"/>
                  </a:lnTo>
                  <a:lnTo>
                    <a:pt x="6159311" y="1270655"/>
                  </a:lnTo>
                  <a:lnTo>
                    <a:pt x="6159979" y="1277982"/>
                  </a:lnTo>
                  <a:lnTo>
                    <a:pt x="6160647" y="1319849"/>
                  </a:lnTo>
                  <a:lnTo>
                    <a:pt x="6161315" y="1311475"/>
                  </a:lnTo>
                  <a:lnTo>
                    <a:pt x="6161983" y="1296822"/>
                  </a:lnTo>
                  <a:lnTo>
                    <a:pt x="6162651" y="1259142"/>
                  </a:lnTo>
                  <a:lnTo>
                    <a:pt x="6163319" y="1264375"/>
                  </a:lnTo>
                  <a:lnTo>
                    <a:pt x="6163987" y="1246582"/>
                  </a:lnTo>
                  <a:lnTo>
                    <a:pt x="6164655" y="1224602"/>
                  </a:lnTo>
                  <a:lnTo>
                    <a:pt x="6165323" y="1261235"/>
                  </a:lnTo>
                  <a:lnTo>
                    <a:pt x="6165991" y="1290542"/>
                  </a:lnTo>
                  <a:lnTo>
                    <a:pt x="6166659" y="1293682"/>
                  </a:lnTo>
                  <a:lnTo>
                    <a:pt x="6167327" y="1339735"/>
                  </a:lnTo>
                  <a:lnTo>
                    <a:pt x="6167995" y="1394162"/>
                  </a:lnTo>
                  <a:lnTo>
                    <a:pt x="6168663" y="1416142"/>
                  </a:lnTo>
                  <a:lnTo>
                    <a:pt x="6169331" y="1417189"/>
                  </a:lnTo>
                  <a:lnTo>
                    <a:pt x="6169999" y="1417189"/>
                  </a:lnTo>
                  <a:lnTo>
                    <a:pt x="6170667" y="1429749"/>
                  </a:lnTo>
                  <a:lnTo>
                    <a:pt x="6171335" y="1402535"/>
                  </a:lnTo>
                  <a:lnTo>
                    <a:pt x="6172003" y="1401489"/>
                  </a:lnTo>
                  <a:lnTo>
                    <a:pt x="6172671" y="1442309"/>
                  </a:lnTo>
                  <a:lnTo>
                    <a:pt x="6173339" y="1438122"/>
                  </a:lnTo>
                  <a:lnTo>
                    <a:pt x="6174007" y="1462196"/>
                  </a:lnTo>
                  <a:lnTo>
                    <a:pt x="6174675" y="1500922"/>
                  </a:lnTo>
                  <a:lnTo>
                    <a:pt x="6175343" y="1500922"/>
                  </a:lnTo>
                  <a:lnTo>
                    <a:pt x="6176011" y="1486269"/>
                  </a:lnTo>
                  <a:lnTo>
                    <a:pt x="6176679" y="1521856"/>
                  </a:lnTo>
                  <a:lnTo>
                    <a:pt x="6177347" y="1521856"/>
                  </a:lnTo>
                  <a:lnTo>
                    <a:pt x="6178015" y="1521856"/>
                  </a:lnTo>
                  <a:lnTo>
                    <a:pt x="6178683" y="1541742"/>
                  </a:lnTo>
                  <a:lnTo>
                    <a:pt x="6179351" y="1563722"/>
                  </a:lnTo>
                  <a:lnTo>
                    <a:pt x="6180019" y="1563722"/>
                  </a:lnTo>
                  <a:lnTo>
                    <a:pt x="6180688" y="1563722"/>
                  </a:lnTo>
                  <a:lnTo>
                    <a:pt x="6181356" y="1600356"/>
                  </a:lnTo>
                  <a:lnTo>
                    <a:pt x="6182024" y="1626523"/>
                  </a:lnTo>
                  <a:lnTo>
                    <a:pt x="6182692" y="1633849"/>
                  </a:lnTo>
                  <a:lnTo>
                    <a:pt x="6183360" y="1620243"/>
                  </a:lnTo>
                  <a:lnTo>
                    <a:pt x="6184028" y="1605589"/>
                  </a:lnTo>
                  <a:lnTo>
                    <a:pt x="6184696" y="1605589"/>
                  </a:lnTo>
                  <a:lnTo>
                    <a:pt x="6185364" y="1605589"/>
                  </a:lnTo>
                  <a:lnTo>
                    <a:pt x="6186032" y="1621289"/>
                  </a:lnTo>
                  <a:lnTo>
                    <a:pt x="6186700" y="1626523"/>
                  </a:lnTo>
                  <a:lnTo>
                    <a:pt x="6187368" y="1602449"/>
                  </a:lnTo>
                  <a:lnTo>
                    <a:pt x="6188036" y="1563722"/>
                  </a:lnTo>
                  <a:lnTo>
                    <a:pt x="6188704" y="1563722"/>
                  </a:lnTo>
                  <a:lnTo>
                    <a:pt x="6189372" y="1559536"/>
                  </a:lnTo>
                  <a:lnTo>
                    <a:pt x="6190040" y="1529182"/>
                  </a:lnTo>
                  <a:lnTo>
                    <a:pt x="6190708" y="1521856"/>
                  </a:lnTo>
                  <a:lnTo>
                    <a:pt x="6191376" y="1514529"/>
                  </a:lnTo>
                  <a:lnTo>
                    <a:pt x="6192044" y="1500922"/>
                  </a:lnTo>
                  <a:lnTo>
                    <a:pt x="6192712" y="1500922"/>
                  </a:lnTo>
                  <a:lnTo>
                    <a:pt x="6193380" y="1528136"/>
                  </a:lnTo>
                  <a:lnTo>
                    <a:pt x="6194048" y="1521856"/>
                  </a:lnTo>
                  <a:lnTo>
                    <a:pt x="6194716" y="1521856"/>
                  </a:lnTo>
                  <a:lnTo>
                    <a:pt x="6195384" y="1520809"/>
                  </a:lnTo>
                  <a:lnTo>
                    <a:pt x="6196052" y="1464289"/>
                  </a:lnTo>
                  <a:lnTo>
                    <a:pt x="6196720" y="1459056"/>
                  </a:lnTo>
                  <a:lnTo>
                    <a:pt x="6197388" y="1470569"/>
                  </a:lnTo>
                  <a:lnTo>
                    <a:pt x="6198056" y="1482082"/>
                  </a:lnTo>
                  <a:lnTo>
                    <a:pt x="6198724" y="1479989"/>
                  </a:lnTo>
                  <a:lnTo>
                    <a:pt x="6199392" y="1475802"/>
                  </a:lnTo>
                  <a:lnTo>
                    <a:pt x="6200060" y="1489409"/>
                  </a:lnTo>
                  <a:lnTo>
                    <a:pt x="6200728" y="1443356"/>
                  </a:lnTo>
                  <a:lnTo>
                    <a:pt x="6201396" y="1405675"/>
                  </a:lnTo>
                  <a:lnTo>
                    <a:pt x="6202064" y="1415096"/>
                  </a:lnTo>
                  <a:lnTo>
                    <a:pt x="6202732" y="1380556"/>
                  </a:lnTo>
                  <a:lnTo>
                    <a:pt x="6203400" y="1282169"/>
                  </a:lnTo>
                  <a:lnTo>
                    <a:pt x="6204068" y="1260189"/>
                  </a:lnTo>
                  <a:lnTo>
                    <a:pt x="6204737" y="1244489"/>
                  </a:lnTo>
                  <a:lnTo>
                    <a:pt x="6205405" y="1213088"/>
                  </a:lnTo>
                  <a:lnTo>
                    <a:pt x="6206073" y="1238209"/>
                  </a:lnTo>
                  <a:lnTo>
                    <a:pt x="6206741" y="1217275"/>
                  </a:lnTo>
                  <a:lnTo>
                    <a:pt x="6207409" y="1198435"/>
                  </a:lnTo>
                  <a:lnTo>
                    <a:pt x="6208077" y="1167035"/>
                  </a:lnTo>
                  <a:lnTo>
                    <a:pt x="6208745" y="1090628"/>
                  </a:lnTo>
                  <a:lnTo>
                    <a:pt x="6209413" y="1067602"/>
                  </a:lnTo>
                  <a:lnTo>
                    <a:pt x="6210081" y="1049808"/>
                  </a:lnTo>
                  <a:lnTo>
                    <a:pt x="6210749" y="1084348"/>
                  </a:lnTo>
                  <a:lnTo>
                    <a:pt x="6211417" y="1059228"/>
                  </a:lnTo>
                  <a:lnTo>
                    <a:pt x="6212085" y="1042482"/>
                  </a:lnTo>
                  <a:lnTo>
                    <a:pt x="6212753" y="1034108"/>
                  </a:lnTo>
                  <a:lnTo>
                    <a:pt x="6213421" y="1107375"/>
                  </a:lnTo>
                  <a:lnTo>
                    <a:pt x="6214089" y="1260073"/>
                  </a:lnTo>
                  <a:lnTo>
                    <a:pt x="6214757" y="1226036"/>
                  </a:lnTo>
                  <a:lnTo>
                    <a:pt x="6215425" y="1229735"/>
                  </a:lnTo>
                  <a:lnTo>
                    <a:pt x="6216093" y="1246540"/>
                  </a:lnTo>
                  <a:lnTo>
                    <a:pt x="6216761" y="1239677"/>
                  </a:lnTo>
                  <a:lnTo>
                    <a:pt x="6217429" y="1261026"/>
                  </a:lnTo>
                  <a:lnTo>
                    <a:pt x="6218097" y="1303724"/>
                  </a:lnTo>
                  <a:lnTo>
                    <a:pt x="6218765" y="1360909"/>
                  </a:lnTo>
                  <a:lnTo>
                    <a:pt x="6219433" y="1383783"/>
                  </a:lnTo>
                  <a:lnTo>
                    <a:pt x="6220101" y="1375396"/>
                  </a:lnTo>
                  <a:lnTo>
                    <a:pt x="6220769" y="1375396"/>
                  </a:lnTo>
                  <a:lnTo>
                    <a:pt x="6221437" y="1412757"/>
                  </a:lnTo>
                  <a:lnTo>
                    <a:pt x="6222105" y="1420382"/>
                  </a:lnTo>
                  <a:lnTo>
                    <a:pt x="6222773" y="1444018"/>
                  </a:lnTo>
                  <a:lnTo>
                    <a:pt x="6223441" y="1462317"/>
                  </a:lnTo>
                  <a:lnTo>
                    <a:pt x="6224109" y="1491929"/>
                  </a:lnTo>
                  <a:lnTo>
                    <a:pt x="6224777" y="1544184"/>
                  </a:lnTo>
                  <a:lnTo>
                    <a:pt x="6225445" y="1559587"/>
                  </a:lnTo>
                  <a:lnTo>
                    <a:pt x="6226113" y="1505109"/>
                  </a:lnTo>
                  <a:lnTo>
                    <a:pt x="6226781" y="1537556"/>
                  </a:lnTo>
                  <a:lnTo>
                    <a:pt x="6227449" y="1521856"/>
                  </a:lnTo>
                  <a:lnTo>
                    <a:pt x="6228117" y="1521856"/>
                  </a:lnTo>
                  <a:lnTo>
                    <a:pt x="6228785" y="1511389"/>
                  </a:lnTo>
                  <a:lnTo>
                    <a:pt x="6229454" y="1500922"/>
                  </a:lnTo>
                  <a:lnTo>
                    <a:pt x="6230122" y="1546976"/>
                  </a:lnTo>
                  <a:lnTo>
                    <a:pt x="6230790" y="1538602"/>
                  </a:lnTo>
                  <a:lnTo>
                    <a:pt x="6231458" y="1515576"/>
                  </a:lnTo>
                  <a:lnTo>
                    <a:pt x="6232126" y="1509296"/>
                  </a:lnTo>
                  <a:lnTo>
                    <a:pt x="6232794" y="1481036"/>
                  </a:lnTo>
                  <a:lnTo>
                    <a:pt x="6233462" y="1479989"/>
                  </a:lnTo>
                  <a:lnTo>
                    <a:pt x="6234130" y="1479989"/>
                  </a:lnTo>
                  <a:lnTo>
                    <a:pt x="6234798" y="1470569"/>
                  </a:lnTo>
                  <a:lnTo>
                    <a:pt x="6235466" y="1438122"/>
                  </a:lnTo>
                  <a:lnTo>
                    <a:pt x="6236134" y="1437076"/>
                  </a:lnTo>
                  <a:lnTo>
                    <a:pt x="6236802" y="1406722"/>
                  </a:lnTo>
                  <a:lnTo>
                    <a:pt x="6237470" y="1417189"/>
                  </a:lnTo>
                  <a:lnTo>
                    <a:pt x="6238138" y="1417189"/>
                  </a:lnTo>
                  <a:lnTo>
                    <a:pt x="6238806" y="1422422"/>
                  </a:lnTo>
                  <a:lnTo>
                    <a:pt x="6239474" y="1396255"/>
                  </a:lnTo>
                  <a:lnTo>
                    <a:pt x="6240142" y="1375322"/>
                  </a:lnTo>
                  <a:lnTo>
                    <a:pt x="6240810" y="1382649"/>
                  </a:lnTo>
                  <a:lnTo>
                    <a:pt x="6241478" y="1407769"/>
                  </a:lnTo>
                  <a:lnTo>
                    <a:pt x="6242146" y="1385789"/>
                  </a:lnTo>
                  <a:lnTo>
                    <a:pt x="6242814" y="1397302"/>
                  </a:lnTo>
                  <a:lnTo>
                    <a:pt x="6243482" y="1365902"/>
                  </a:lnTo>
                  <a:lnTo>
                    <a:pt x="6244150" y="1314615"/>
                  </a:lnTo>
                  <a:lnTo>
                    <a:pt x="6244818" y="1307289"/>
                  </a:lnTo>
                  <a:lnTo>
                    <a:pt x="6245486" y="1354389"/>
                  </a:lnTo>
                  <a:lnTo>
                    <a:pt x="6246154" y="1326129"/>
                  </a:lnTo>
                  <a:lnTo>
                    <a:pt x="6246822" y="1314615"/>
                  </a:lnTo>
                  <a:lnTo>
                    <a:pt x="6247490" y="1288449"/>
                  </a:lnTo>
                  <a:lnTo>
                    <a:pt x="6248158" y="1270655"/>
                  </a:lnTo>
                  <a:lnTo>
                    <a:pt x="6248826" y="1219368"/>
                  </a:lnTo>
                  <a:lnTo>
                    <a:pt x="6249494" y="1179595"/>
                  </a:lnTo>
                  <a:lnTo>
                    <a:pt x="6250162" y="1130402"/>
                  </a:lnTo>
                  <a:lnTo>
                    <a:pt x="6250830" y="1125168"/>
                  </a:lnTo>
                  <a:lnTo>
                    <a:pt x="6251498" y="1267622"/>
                  </a:lnTo>
                  <a:lnTo>
                    <a:pt x="6252166" y="1280239"/>
                  </a:lnTo>
                  <a:lnTo>
                    <a:pt x="6252834" y="1280239"/>
                  </a:lnTo>
                  <a:lnTo>
                    <a:pt x="6253502" y="1273434"/>
                  </a:lnTo>
                  <a:lnTo>
                    <a:pt x="6254171" y="1371516"/>
                  </a:lnTo>
                  <a:lnTo>
                    <a:pt x="6254839" y="1378719"/>
                  </a:lnTo>
                  <a:lnTo>
                    <a:pt x="6255507" y="1285495"/>
                  </a:lnTo>
                  <a:lnTo>
                    <a:pt x="6256175" y="1261830"/>
                  </a:lnTo>
                  <a:lnTo>
                    <a:pt x="6256843" y="1254548"/>
                  </a:lnTo>
                  <a:lnTo>
                    <a:pt x="6257511" y="1261830"/>
                  </a:lnTo>
                  <a:lnTo>
                    <a:pt x="6258179" y="1272145"/>
                  </a:lnTo>
                  <a:lnTo>
                    <a:pt x="6258847" y="1304912"/>
                  </a:lnTo>
                  <a:lnTo>
                    <a:pt x="6259515" y="1349208"/>
                  </a:lnTo>
                  <a:lnTo>
                    <a:pt x="6260183" y="1374694"/>
                  </a:lnTo>
                  <a:lnTo>
                    <a:pt x="6260851" y="1334038"/>
                  </a:lnTo>
                  <a:lnTo>
                    <a:pt x="6261519" y="1342713"/>
                  </a:lnTo>
                  <a:lnTo>
                    <a:pt x="6262187" y="1354115"/>
                  </a:lnTo>
                  <a:lnTo>
                    <a:pt x="6262855" y="1361316"/>
                  </a:lnTo>
                  <a:lnTo>
                    <a:pt x="6263523" y="1255689"/>
                  </a:lnTo>
                  <a:lnTo>
                    <a:pt x="6264191" y="1254316"/>
                  </a:lnTo>
                  <a:lnTo>
                    <a:pt x="6264859" y="1252234"/>
                  </a:lnTo>
                  <a:lnTo>
                    <a:pt x="6265527" y="1247629"/>
                  </a:lnTo>
                  <a:lnTo>
                    <a:pt x="6266195" y="1274842"/>
                  </a:lnTo>
                  <a:lnTo>
                    <a:pt x="6266863" y="1305195"/>
                  </a:lnTo>
                  <a:lnTo>
                    <a:pt x="6267531" y="1286355"/>
                  </a:lnTo>
                  <a:lnTo>
                    <a:pt x="6268199" y="1250768"/>
                  </a:lnTo>
                  <a:lnTo>
                    <a:pt x="6268867" y="1208902"/>
                  </a:lnTo>
                  <a:lnTo>
                    <a:pt x="6269535" y="1148195"/>
                  </a:lnTo>
                  <a:lnTo>
                    <a:pt x="6270203" y="1084348"/>
                  </a:lnTo>
                  <a:lnTo>
                    <a:pt x="6270871" y="1111562"/>
                  </a:lnTo>
                  <a:lnTo>
                    <a:pt x="6271539" y="1115748"/>
                  </a:lnTo>
                  <a:lnTo>
                    <a:pt x="6272207" y="1110515"/>
                  </a:lnTo>
                  <a:lnTo>
                    <a:pt x="6272875" y="1092722"/>
                  </a:lnTo>
                  <a:lnTo>
                    <a:pt x="6273543" y="1086442"/>
                  </a:lnTo>
                  <a:lnTo>
                    <a:pt x="6274211" y="1058181"/>
                  </a:lnTo>
                  <a:lnTo>
                    <a:pt x="6274879" y="1169476"/>
                  </a:lnTo>
                  <a:lnTo>
                    <a:pt x="6275547" y="1251498"/>
                  </a:lnTo>
                  <a:lnTo>
                    <a:pt x="6276215" y="1232097"/>
                  </a:lnTo>
                  <a:lnTo>
                    <a:pt x="6276883" y="1305580"/>
                  </a:lnTo>
                  <a:lnTo>
                    <a:pt x="6277551" y="1345711"/>
                  </a:lnTo>
                  <a:lnTo>
                    <a:pt x="6278219" y="1347605"/>
                  </a:lnTo>
                  <a:lnTo>
                    <a:pt x="6278888" y="1348551"/>
                  </a:lnTo>
                  <a:lnTo>
                    <a:pt x="6279556" y="1343345"/>
                  </a:lnTo>
                  <a:lnTo>
                    <a:pt x="6280224" y="1372693"/>
                  </a:lnTo>
                  <a:lnTo>
                    <a:pt x="6280892" y="1376480"/>
                  </a:lnTo>
                  <a:lnTo>
                    <a:pt x="6281560" y="1348551"/>
                  </a:lnTo>
                  <a:lnTo>
                    <a:pt x="6282228" y="1339558"/>
                  </a:lnTo>
                  <a:lnTo>
                    <a:pt x="6282896" y="1342871"/>
                  </a:lnTo>
                  <a:lnTo>
                    <a:pt x="6283564" y="1345711"/>
                  </a:lnTo>
                  <a:lnTo>
                    <a:pt x="6284232" y="1336717"/>
                  </a:lnTo>
                  <a:lnTo>
                    <a:pt x="6284900" y="1332685"/>
                  </a:lnTo>
                  <a:lnTo>
                    <a:pt x="6285568" y="1388356"/>
                  </a:lnTo>
                  <a:lnTo>
                    <a:pt x="6286236" y="1335512"/>
                  </a:lnTo>
                  <a:lnTo>
                    <a:pt x="6286904" y="1322913"/>
                  </a:lnTo>
                  <a:lnTo>
                    <a:pt x="6287572" y="1201684"/>
                  </a:lnTo>
                  <a:lnTo>
                    <a:pt x="6288240" y="1194614"/>
                  </a:lnTo>
                  <a:lnTo>
                    <a:pt x="6288908" y="1187830"/>
                  </a:lnTo>
                  <a:lnTo>
                    <a:pt x="6289576" y="1232815"/>
                  </a:lnTo>
                  <a:lnTo>
                    <a:pt x="6290244" y="1340984"/>
                  </a:lnTo>
                  <a:lnTo>
                    <a:pt x="6290912" y="1391921"/>
                  </a:lnTo>
                  <a:lnTo>
                    <a:pt x="6291580" y="1423237"/>
                  </a:lnTo>
                  <a:lnTo>
                    <a:pt x="6292248" y="1425058"/>
                  </a:lnTo>
                  <a:lnTo>
                    <a:pt x="6292916" y="1439621"/>
                  </a:lnTo>
                  <a:lnTo>
                    <a:pt x="6293584" y="1464499"/>
                  </a:lnTo>
                  <a:lnTo>
                    <a:pt x="6294252" y="1510009"/>
                  </a:lnTo>
                  <a:lnTo>
                    <a:pt x="6294920" y="1526999"/>
                  </a:lnTo>
                  <a:lnTo>
                    <a:pt x="6295588" y="1536708"/>
                  </a:lnTo>
                  <a:lnTo>
                    <a:pt x="6296256" y="1557946"/>
                  </a:lnTo>
                  <a:lnTo>
                    <a:pt x="6296924" y="1577953"/>
                  </a:lnTo>
                  <a:lnTo>
                    <a:pt x="6297592" y="1605558"/>
                  </a:lnTo>
                  <a:lnTo>
                    <a:pt x="6298260" y="1612039"/>
                  </a:lnTo>
                  <a:lnTo>
                    <a:pt x="6298928" y="1622435"/>
                  </a:lnTo>
                  <a:lnTo>
                    <a:pt x="6299596" y="1630060"/>
                  </a:lnTo>
                  <a:lnTo>
                    <a:pt x="6300264" y="1636879"/>
                  </a:lnTo>
                  <a:lnTo>
                    <a:pt x="6300932" y="1632774"/>
                  </a:lnTo>
                  <a:lnTo>
                    <a:pt x="6301600" y="1594076"/>
                  </a:lnTo>
                  <a:lnTo>
                    <a:pt x="6302268" y="1609776"/>
                  </a:lnTo>
                  <a:lnTo>
                    <a:pt x="6302937" y="1603496"/>
                  </a:lnTo>
                  <a:lnTo>
                    <a:pt x="6303605" y="1563722"/>
                  </a:lnTo>
                  <a:lnTo>
                    <a:pt x="6304273" y="1563722"/>
                  </a:lnTo>
                  <a:lnTo>
                    <a:pt x="6304941" y="1560582"/>
                  </a:lnTo>
                  <a:lnTo>
                    <a:pt x="6305609" y="1542789"/>
                  </a:lnTo>
                  <a:lnTo>
                    <a:pt x="6306277" y="1542789"/>
                  </a:lnTo>
                  <a:lnTo>
                    <a:pt x="6306945" y="1531276"/>
                  </a:lnTo>
                  <a:lnTo>
                    <a:pt x="6307613" y="1503016"/>
                  </a:lnTo>
                  <a:lnTo>
                    <a:pt x="6308281" y="1518716"/>
                  </a:lnTo>
                  <a:lnTo>
                    <a:pt x="6308949" y="1495689"/>
                  </a:lnTo>
                  <a:lnTo>
                    <a:pt x="6309617" y="1479989"/>
                  </a:lnTo>
                  <a:lnTo>
                    <a:pt x="6310285" y="1449636"/>
                  </a:lnTo>
                  <a:lnTo>
                    <a:pt x="6310953" y="1427656"/>
                  </a:lnTo>
                  <a:lnTo>
                    <a:pt x="6311621" y="1408816"/>
                  </a:lnTo>
                  <a:lnTo>
                    <a:pt x="6312289" y="1433936"/>
                  </a:lnTo>
                  <a:lnTo>
                    <a:pt x="6312957" y="1440216"/>
                  </a:lnTo>
                  <a:lnTo>
                    <a:pt x="6313625" y="1472662"/>
                  </a:lnTo>
                  <a:lnTo>
                    <a:pt x="6314293" y="1438122"/>
                  </a:lnTo>
                  <a:lnTo>
                    <a:pt x="6314961" y="1425562"/>
                  </a:lnTo>
                  <a:lnTo>
                    <a:pt x="6315629" y="1382649"/>
                  </a:lnTo>
                  <a:lnTo>
                    <a:pt x="6316297" y="1349155"/>
                  </a:lnTo>
                  <a:lnTo>
                    <a:pt x="6316965" y="1344969"/>
                  </a:lnTo>
                  <a:lnTo>
                    <a:pt x="6317633" y="1373229"/>
                  </a:lnTo>
                  <a:lnTo>
                    <a:pt x="6318301" y="1364855"/>
                  </a:lnTo>
                  <a:lnTo>
                    <a:pt x="6318969" y="1475590"/>
                  </a:lnTo>
                  <a:lnTo>
                    <a:pt x="6319637" y="1495480"/>
                  </a:lnTo>
                  <a:lnTo>
                    <a:pt x="6320305" y="1518740"/>
                  </a:lnTo>
                  <a:lnTo>
                    <a:pt x="6320973" y="1512640"/>
                  </a:lnTo>
                  <a:lnTo>
                    <a:pt x="6321641" y="1515690"/>
                  </a:lnTo>
                  <a:lnTo>
                    <a:pt x="6322309" y="1490528"/>
                  </a:lnTo>
                  <a:lnTo>
                    <a:pt x="6322977" y="1447068"/>
                  </a:lnTo>
                  <a:lnTo>
                    <a:pt x="6323645" y="1436393"/>
                  </a:lnTo>
                  <a:lnTo>
                    <a:pt x="6324313" y="1443256"/>
                  </a:lnTo>
                  <a:lnTo>
                    <a:pt x="6324981" y="1454693"/>
                  </a:lnTo>
                  <a:lnTo>
                    <a:pt x="6325649" y="1494341"/>
                  </a:lnTo>
                  <a:lnTo>
                    <a:pt x="6326317" y="1483666"/>
                  </a:lnTo>
                  <a:lnTo>
                    <a:pt x="6326985" y="1485191"/>
                  </a:lnTo>
                  <a:lnTo>
                    <a:pt x="6327654" y="1458505"/>
                  </a:lnTo>
                  <a:lnTo>
                    <a:pt x="6328322" y="1410470"/>
                  </a:lnTo>
                  <a:lnTo>
                    <a:pt x="6328990" y="1299500"/>
                  </a:lnTo>
                  <a:lnTo>
                    <a:pt x="6329658" y="1260264"/>
                  </a:lnTo>
                  <a:lnTo>
                    <a:pt x="6330326" y="1253402"/>
                  </a:lnTo>
                  <a:lnTo>
                    <a:pt x="6330994" y="1243490"/>
                  </a:lnTo>
                  <a:lnTo>
                    <a:pt x="6331662" y="1212229"/>
                  </a:lnTo>
                  <a:lnTo>
                    <a:pt x="6332330" y="1225191"/>
                  </a:lnTo>
                  <a:lnTo>
                    <a:pt x="6332998" y="1245015"/>
                  </a:lnTo>
                  <a:lnTo>
                    <a:pt x="6333666" y="1230528"/>
                  </a:lnTo>
                  <a:lnTo>
                    <a:pt x="6334334" y="1199267"/>
                  </a:lnTo>
                  <a:lnTo>
                    <a:pt x="6335002" y="1135220"/>
                  </a:lnTo>
                  <a:lnTo>
                    <a:pt x="6335670" y="1230692"/>
                  </a:lnTo>
                  <a:lnTo>
                    <a:pt x="6336338" y="1253298"/>
                  </a:lnTo>
                  <a:lnTo>
                    <a:pt x="6337006" y="1256899"/>
                  </a:lnTo>
                  <a:lnTo>
                    <a:pt x="6337674" y="1277902"/>
                  </a:lnTo>
                  <a:lnTo>
                    <a:pt x="6338342" y="1301271"/>
                  </a:lnTo>
                  <a:lnTo>
                    <a:pt x="6339010" y="1371660"/>
                  </a:lnTo>
                  <a:lnTo>
                    <a:pt x="6339678" y="1389257"/>
                  </a:lnTo>
                  <a:lnTo>
                    <a:pt x="6340346" y="1388650"/>
                  </a:lnTo>
                  <a:lnTo>
                    <a:pt x="6341014" y="1388650"/>
                  </a:lnTo>
                  <a:lnTo>
                    <a:pt x="6341682" y="1420810"/>
                  </a:lnTo>
                  <a:lnTo>
                    <a:pt x="6342350" y="1420203"/>
                  </a:lnTo>
                  <a:lnTo>
                    <a:pt x="6343018" y="1439014"/>
                  </a:lnTo>
                  <a:lnTo>
                    <a:pt x="6343686" y="1463286"/>
                  </a:lnTo>
                  <a:lnTo>
                    <a:pt x="6344354" y="1502728"/>
                  </a:lnTo>
                  <a:lnTo>
                    <a:pt x="6345022" y="1553698"/>
                  </a:lnTo>
                  <a:lnTo>
                    <a:pt x="6345690" y="1583954"/>
                  </a:lnTo>
                  <a:lnTo>
                    <a:pt x="6346358" y="1609758"/>
                  </a:lnTo>
                  <a:lnTo>
                    <a:pt x="6347026" y="1613959"/>
                  </a:lnTo>
                  <a:lnTo>
                    <a:pt x="6347694" y="1607055"/>
                  </a:lnTo>
                  <a:lnTo>
                    <a:pt x="6348362" y="1584312"/>
                  </a:lnTo>
                  <a:lnTo>
                    <a:pt x="6349030" y="1601530"/>
                  </a:lnTo>
                  <a:lnTo>
                    <a:pt x="6349698" y="1498829"/>
                  </a:lnTo>
                  <a:lnTo>
                    <a:pt x="6350366" y="1471616"/>
                  </a:lnTo>
                  <a:lnTo>
                    <a:pt x="6351034" y="1537900"/>
                  </a:lnTo>
                  <a:lnTo>
                    <a:pt x="6351702" y="1479854"/>
                  </a:lnTo>
                  <a:lnTo>
                    <a:pt x="6352371" y="1492139"/>
                  </a:lnTo>
                  <a:lnTo>
                    <a:pt x="6353039" y="1446317"/>
                  </a:lnTo>
                  <a:lnTo>
                    <a:pt x="6353707" y="1461577"/>
                  </a:lnTo>
                  <a:lnTo>
                    <a:pt x="6354375" y="1412123"/>
                  </a:lnTo>
                  <a:lnTo>
                    <a:pt x="6355043" y="1324000"/>
                  </a:lnTo>
                  <a:lnTo>
                    <a:pt x="6355711" y="1340401"/>
                  </a:lnTo>
                  <a:lnTo>
                    <a:pt x="6356379" y="1304495"/>
                  </a:lnTo>
                  <a:lnTo>
                    <a:pt x="6357047" y="1278954"/>
                  </a:lnTo>
                  <a:lnTo>
                    <a:pt x="6357715" y="1303116"/>
                  </a:lnTo>
                  <a:lnTo>
                    <a:pt x="6358383" y="1295039"/>
                  </a:lnTo>
                  <a:lnTo>
                    <a:pt x="6359051" y="1288758"/>
                  </a:lnTo>
                  <a:lnTo>
                    <a:pt x="6359719" y="1300125"/>
                  </a:lnTo>
                  <a:lnTo>
                    <a:pt x="6360387" y="1308500"/>
                  </a:lnTo>
                  <a:lnTo>
                    <a:pt x="6361055" y="1309099"/>
                  </a:lnTo>
                  <a:lnTo>
                    <a:pt x="6361723" y="1337217"/>
                  </a:lnTo>
                  <a:lnTo>
                    <a:pt x="6362391" y="1364139"/>
                  </a:lnTo>
                  <a:lnTo>
                    <a:pt x="6363059" y="1382414"/>
                  </a:lnTo>
                  <a:lnTo>
                    <a:pt x="6363727" y="1378494"/>
                  </a:lnTo>
                  <a:lnTo>
                    <a:pt x="6364395" y="1423498"/>
                  </a:lnTo>
                  <a:lnTo>
                    <a:pt x="6365063" y="1505373"/>
                  </a:lnTo>
                  <a:lnTo>
                    <a:pt x="6365731" y="1530023"/>
                  </a:lnTo>
                  <a:lnTo>
                    <a:pt x="6366399" y="1552131"/>
                  </a:lnTo>
                  <a:lnTo>
                    <a:pt x="6367067" y="1589660"/>
                  </a:lnTo>
                  <a:lnTo>
                    <a:pt x="6367735" y="1554305"/>
                  </a:lnTo>
                  <a:lnTo>
                    <a:pt x="6368403" y="1568262"/>
                  </a:lnTo>
                  <a:lnTo>
                    <a:pt x="6369071" y="1582218"/>
                  </a:lnTo>
                  <a:lnTo>
                    <a:pt x="6369739" y="1619854"/>
                  </a:lnTo>
                  <a:lnTo>
                    <a:pt x="6370407" y="1629073"/>
                  </a:lnTo>
                  <a:lnTo>
                    <a:pt x="6371075" y="1650584"/>
                  </a:lnTo>
                  <a:lnTo>
                    <a:pt x="6371743" y="1601635"/>
                  </a:lnTo>
                  <a:lnTo>
                    <a:pt x="6372411" y="1560980"/>
                  </a:lnTo>
                  <a:lnTo>
                    <a:pt x="6373079" y="1537922"/>
                  </a:lnTo>
                  <a:lnTo>
                    <a:pt x="6373747" y="1526999"/>
                  </a:lnTo>
                  <a:lnTo>
                    <a:pt x="6374415" y="1522752"/>
                  </a:lnTo>
                  <a:lnTo>
                    <a:pt x="6375083" y="1508189"/>
                  </a:lnTo>
                  <a:lnTo>
                    <a:pt x="6375751" y="1544054"/>
                  </a:lnTo>
                  <a:lnTo>
                    <a:pt x="6376419" y="1547127"/>
                  </a:lnTo>
                  <a:lnTo>
                    <a:pt x="6377088" y="1542517"/>
                  </a:lnTo>
                  <a:lnTo>
                    <a:pt x="6377756" y="1551609"/>
                  </a:lnTo>
                  <a:lnTo>
                    <a:pt x="6378424" y="1512516"/>
                  </a:lnTo>
                  <a:lnTo>
                    <a:pt x="6379092" y="1499495"/>
                  </a:lnTo>
                  <a:lnTo>
                    <a:pt x="6379760" y="1482594"/>
                  </a:lnTo>
                  <a:lnTo>
                    <a:pt x="6380428" y="1454425"/>
                  </a:lnTo>
                  <a:lnTo>
                    <a:pt x="6381096" y="1441109"/>
                  </a:lnTo>
                  <a:lnTo>
                    <a:pt x="6381764" y="1392291"/>
                  </a:lnTo>
                  <a:lnTo>
                    <a:pt x="6382432" y="1435373"/>
                  </a:lnTo>
                  <a:lnTo>
                    <a:pt x="6383100" y="1442048"/>
                  </a:lnTo>
                  <a:lnTo>
                    <a:pt x="6383768" y="1418990"/>
                  </a:lnTo>
                  <a:lnTo>
                    <a:pt x="6384436" y="1422024"/>
                  </a:lnTo>
                  <a:lnTo>
                    <a:pt x="6385104" y="1417776"/>
                  </a:lnTo>
                  <a:lnTo>
                    <a:pt x="6385772" y="1409925"/>
                  </a:lnTo>
                  <a:lnTo>
                    <a:pt x="6386440" y="1399557"/>
                  </a:lnTo>
                  <a:lnTo>
                    <a:pt x="6387108" y="1315600"/>
                  </a:lnTo>
                  <a:lnTo>
                    <a:pt x="6387776" y="1311150"/>
                  </a:lnTo>
                  <a:lnTo>
                    <a:pt x="6388444" y="1229835"/>
                  </a:lnTo>
                  <a:lnTo>
                    <a:pt x="6389112" y="1263329"/>
                  </a:lnTo>
                  <a:lnTo>
                    <a:pt x="6389780" y="1299962"/>
                  </a:lnTo>
                  <a:lnTo>
                    <a:pt x="6390448" y="1340782"/>
                  </a:lnTo>
                  <a:lnTo>
                    <a:pt x="6391116" y="1349155"/>
                  </a:lnTo>
                  <a:lnTo>
                    <a:pt x="6391784" y="1333455"/>
                  </a:lnTo>
                  <a:lnTo>
                    <a:pt x="6392452" y="1349155"/>
                  </a:lnTo>
                  <a:lnTo>
                    <a:pt x="6393120" y="1377416"/>
                  </a:lnTo>
                  <a:lnTo>
                    <a:pt x="6393788" y="1436029"/>
                  </a:lnTo>
                  <a:lnTo>
                    <a:pt x="6394456" y="1398349"/>
                  </a:lnTo>
                  <a:lnTo>
                    <a:pt x="6395124" y="1393115"/>
                  </a:lnTo>
                  <a:lnTo>
                    <a:pt x="6395792" y="1386835"/>
                  </a:lnTo>
                  <a:lnTo>
                    <a:pt x="6396460" y="1382649"/>
                  </a:lnTo>
                  <a:lnTo>
                    <a:pt x="6397128" y="1453846"/>
                  </a:lnTo>
                  <a:lnTo>
                    <a:pt x="6397796" y="1456663"/>
                  </a:lnTo>
                  <a:lnTo>
                    <a:pt x="6398464" y="1470704"/>
                  </a:lnTo>
                  <a:lnTo>
                    <a:pt x="6399132" y="1463080"/>
                  </a:lnTo>
                  <a:lnTo>
                    <a:pt x="6399800" y="1473754"/>
                  </a:lnTo>
                  <a:lnTo>
                    <a:pt x="6400468" y="1485954"/>
                  </a:lnTo>
                  <a:lnTo>
                    <a:pt x="6401137" y="1511878"/>
                  </a:lnTo>
                  <a:lnTo>
                    <a:pt x="6401805" y="1534751"/>
                  </a:lnTo>
                  <a:lnTo>
                    <a:pt x="6402473" y="1534751"/>
                  </a:lnTo>
                  <a:lnTo>
                    <a:pt x="6403141" y="1533989"/>
                  </a:lnTo>
                  <a:lnTo>
                    <a:pt x="6403809" y="1508828"/>
                  </a:lnTo>
                  <a:lnTo>
                    <a:pt x="6404477" y="1527127"/>
                  </a:lnTo>
                  <a:lnTo>
                    <a:pt x="6405145" y="1545426"/>
                  </a:lnTo>
                  <a:lnTo>
                    <a:pt x="6405813" y="1571350"/>
                  </a:lnTo>
                  <a:lnTo>
                    <a:pt x="6406481" y="1602693"/>
                  </a:lnTo>
                  <a:lnTo>
                    <a:pt x="6407149" y="1590411"/>
                  </a:lnTo>
                  <a:lnTo>
                    <a:pt x="6407817" y="1595749"/>
                  </a:lnTo>
                  <a:lnTo>
                    <a:pt x="6408485" y="1581262"/>
                  </a:lnTo>
                  <a:lnTo>
                    <a:pt x="6409153" y="1570587"/>
                  </a:lnTo>
                  <a:lnTo>
                    <a:pt x="6409821" y="1550001"/>
                  </a:lnTo>
                  <a:lnTo>
                    <a:pt x="6410489" y="1524839"/>
                  </a:lnTo>
                  <a:lnTo>
                    <a:pt x="6411157" y="1496628"/>
                  </a:lnTo>
                  <a:lnTo>
                    <a:pt x="6411825" y="1435631"/>
                  </a:lnTo>
                  <a:lnTo>
                    <a:pt x="6412493" y="1412757"/>
                  </a:lnTo>
                  <a:lnTo>
                    <a:pt x="6413161" y="1399795"/>
                  </a:lnTo>
                  <a:lnTo>
                    <a:pt x="6413829" y="1414282"/>
                  </a:lnTo>
                  <a:lnTo>
                    <a:pt x="6414497" y="1481185"/>
                  </a:lnTo>
                  <a:lnTo>
                    <a:pt x="6415165" y="1483737"/>
                  </a:lnTo>
                  <a:lnTo>
                    <a:pt x="6415833" y="1438129"/>
                  </a:lnTo>
                  <a:lnTo>
                    <a:pt x="6416501" y="1436929"/>
                  </a:lnTo>
                  <a:lnTo>
                    <a:pt x="6417169" y="1433328"/>
                  </a:lnTo>
                  <a:lnTo>
                    <a:pt x="6417837" y="1407657"/>
                  </a:lnTo>
                  <a:lnTo>
                    <a:pt x="6418505" y="1323549"/>
                  </a:lnTo>
                  <a:lnTo>
                    <a:pt x="6419173" y="1331173"/>
                  </a:lnTo>
                  <a:lnTo>
                    <a:pt x="6419841" y="1349472"/>
                  </a:lnTo>
                  <a:lnTo>
                    <a:pt x="6420509" y="1357097"/>
                  </a:lnTo>
                  <a:lnTo>
                    <a:pt x="6421177" y="1344135"/>
                  </a:lnTo>
                  <a:lnTo>
                    <a:pt x="6421845" y="1379971"/>
                  </a:lnTo>
                  <a:lnTo>
                    <a:pt x="6422513" y="1397508"/>
                  </a:lnTo>
                  <a:lnTo>
                    <a:pt x="6423181" y="1411232"/>
                  </a:lnTo>
                  <a:lnTo>
                    <a:pt x="6423849" y="1421907"/>
                  </a:lnTo>
                  <a:lnTo>
                    <a:pt x="6424517" y="1433664"/>
                  </a:lnTo>
                  <a:lnTo>
                    <a:pt x="6425185" y="1442848"/>
                  </a:lnTo>
                  <a:lnTo>
                    <a:pt x="6425854" y="1487964"/>
                  </a:lnTo>
                  <a:lnTo>
                    <a:pt x="6426522" y="1415095"/>
                  </a:lnTo>
                  <a:lnTo>
                    <a:pt x="6427190" y="1418236"/>
                  </a:lnTo>
                  <a:lnTo>
                    <a:pt x="6427858" y="1419282"/>
                  </a:lnTo>
                  <a:lnTo>
                    <a:pt x="6428526" y="1416142"/>
                  </a:lnTo>
                  <a:lnTo>
                    <a:pt x="6429194" y="1438122"/>
                  </a:lnTo>
                  <a:lnTo>
                    <a:pt x="6429862" y="1430796"/>
                  </a:lnTo>
                  <a:lnTo>
                    <a:pt x="6430530" y="1443356"/>
                  </a:lnTo>
                  <a:lnTo>
                    <a:pt x="6431198" y="1468476"/>
                  </a:lnTo>
                  <a:lnTo>
                    <a:pt x="6431866" y="1478942"/>
                  </a:lnTo>
                  <a:lnTo>
                    <a:pt x="6432534" y="1470569"/>
                  </a:lnTo>
                  <a:lnTo>
                    <a:pt x="6433202" y="1454869"/>
                  </a:lnTo>
                  <a:lnTo>
                    <a:pt x="6433870" y="1438122"/>
                  </a:lnTo>
                  <a:lnTo>
                    <a:pt x="6434538" y="1433936"/>
                  </a:lnTo>
                  <a:lnTo>
                    <a:pt x="6435206" y="1413002"/>
                  </a:lnTo>
                  <a:lnTo>
                    <a:pt x="6435874" y="1417189"/>
                  </a:lnTo>
                  <a:lnTo>
                    <a:pt x="6436542" y="1410909"/>
                  </a:lnTo>
                  <a:lnTo>
                    <a:pt x="6437210" y="1358575"/>
                  </a:lnTo>
                  <a:lnTo>
                    <a:pt x="6437878" y="1349155"/>
                  </a:lnTo>
                  <a:lnTo>
                    <a:pt x="6438546" y="1337642"/>
                  </a:lnTo>
                  <a:lnTo>
                    <a:pt x="6439214" y="1321942"/>
                  </a:lnTo>
                  <a:lnTo>
                    <a:pt x="6439882" y="1297869"/>
                  </a:lnTo>
                  <a:lnTo>
                    <a:pt x="6440550" y="1271702"/>
                  </a:lnTo>
                  <a:lnTo>
                    <a:pt x="6441218" y="1280075"/>
                  </a:lnTo>
                  <a:lnTo>
                    <a:pt x="6441886" y="1267515"/>
                  </a:lnTo>
                  <a:lnTo>
                    <a:pt x="6442554" y="1257049"/>
                  </a:lnTo>
                  <a:lnTo>
                    <a:pt x="6443222" y="1237162"/>
                  </a:lnTo>
                  <a:lnTo>
                    <a:pt x="6443890" y="1249722"/>
                  </a:lnTo>
                  <a:lnTo>
                    <a:pt x="6444558" y="1250768"/>
                  </a:lnTo>
                  <a:lnTo>
                    <a:pt x="6445226" y="1239255"/>
                  </a:lnTo>
                  <a:lnTo>
                    <a:pt x="6445894" y="1228788"/>
                  </a:lnTo>
                  <a:lnTo>
                    <a:pt x="6446562" y="1254955"/>
                  </a:lnTo>
                  <a:lnTo>
                    <a:pt x="6447230" y="1297869"/>
                  </a:lnTo>
                  <a:lnTo>
                    <a:pt x="6447898" y="1310429"/>
                  </a:lnTo>
                  <a:lnTo>
                    <a:pt x="6448566" y="1329269"/>
                  </a:lnTo>
                  <a:lnTo>
                    <a:pt x="6449234" y="1344969"/>
                  </a:lnTo>
                  <a:lnTo>
                    <a:pt x="6449902" y="1379509"/>
                  </a:lnTo>
                  <a:lnTo>
                    <a:pt x="6450571" y="1417189"/>
                  </a:lnTo>
                  <a:lnTo>
                    <a:pt x="6451239" y="1428702"/>
                  </a:lnTo>
                  <a:lnTo>
                    <a:pt x="6451907" y="1455916"/>
                  </a:lnTo>
                  <a:lnTo>
                    <a:pt x="6452575" y="1475802"/>
                  </a:lnTo>
                  <a:lnTo>
                    <a:pt x="6453243" y="1475802"/>
                  </a:lnTo>
                  <a:lnTo>
                    <a:pt x="6453911" y="1479989"/>
                  </a:lnTo>
                  <a:lnTo>
                    <a:pt x="6454579" y="1483129"/>
                  </a:lnTo>
                  <a:lnTo>
                    <a:pt x="6455247" y="1519762"/>
                  </a:lnTo>
                  <a:lnTo>
                    <a:pt x="6455915" y="1527089"/>
                  </a:lnTo>
                  <a:lnTo>
                    <a:pt x="6456583" y="1533369"/>
                  </a:lnTo>
                  <a:lnTo>
                    <a:pt x="6457251" y="1553256"/>
                  </a:lnTo>
                  <a:lnTo>
                    <a:pt x="6457919" y="1568956"/>
                  </a:lnTo>
                  <a:lnTo>
                    <a:pt x="6458587" y="1584656"/>
                  </a:lnTo>
                  <a:lnTo>
                    <a:pt x="6459255" y="1584656"/>
                  </a:lnTo>
                  <a:lnTo>
                    <a:pt x="6459923" y="1584656"/>
                  </a:lnTo>
                  <a:lnTo>
                    <a:pt x="6460591" y="1584656"/>
                  </a:lnTo>
                  <a:lnTo>
                    <a:pt x="6461259" y="1596169"/>
                  </a:lnTo>
                  <a:lnTo>
                    <a:pt x="6461927" y="1605589"/>
                  </a:lnTo>
                  <a:lnTo>
                    <a:pt x="6462595" y="1596169"/>
                  </a:lnTo>
                  <a:lnTo>
                    <a:pt x="6463263" y="1597216"/>
                  </a:lnTo>
                  <a:lnTo>
                    <a:pt x="6463931" y="1563722"/>
                  </a:lnTo>
                  <a:lnTo>
                    <a:pt x="6464599" y="1562676"/>
                  </a:lnTo>
                  <a:lnTo>
                    <a:pt x="6465267" y="1542789"/>
                  </a:lnTo>
                  <a:lnTo>
                    <a:pt x="6465935" y="1538602"/>
                  </a:lnTo>
                  <a:lnTo>
                    <a:pt x="6466603" y="1521856"/>
                  </a:lnTo>
                  <a:lnTo>
                    <a:pt x="6467271" y="1521856"/>
                  </a:lnTo>
                  <a:lnTo>
                    <a:pt x="6467939" y="1521856"/>
                  </a:lnTo>
                  <a:lnTo>
                    <a:pt x="6468607" y="1507202"/>
                  </a:lnTo>
                  <a:lnTo>
                    <a:pt x="6469275" y="1500922"/>
                  </a:lnTo>
                  <a:lnTo>
                    <a:pt x="6469943" y="1500922"/>
                  </a:lnTo>
                  <a:lnTo>
                    <a:pt x="6470611" y="1500922"/>
                  </a:lnTo>
                  <a:lnTo>
                    <a:pt x="6471279" y="1500922"/>
                  </a:lnTo>
                  <a:lnTo>
                    <a:pt x="6471947" y="1500922"/>
                  </a:lnTo>
                  <a:lnTo>
                    <a:pt x="6472615" y="1516622"/>
                  </a:lnTo>
                  <a:lnTo>
                    <a:pt x="6473283" y="1551163"/>
                  </a:lnTo>
                  <a:lnTo>
                    <a:pt x="6473951" y="1584656"/>
                  </a:lnTo>
                  <a:lnTo>
                    <a:pt x="6474620" y="1585703"/>
                  </a:lnTo>
                  <a:lnTo>
                    <a:pt x="6475288" y="1605589"/>
                  </a:lnTo>
                  <a:lnTo>
                    <a:pt x="6475956" y="1625476"/>
                  </a:lnTo>
                  <a:lnTo>
                    <a:pt x="6476624" y="1647456"/>
                  </a:lnTo>
                  <a:lnTo>
                    <a:pt x="6477292" y="1647456"/>
                  </a:lnTo>
                  <a:lnTo>
                    <a:pt x="6477960" y="1647456"/>
                  </a:lnTo>
                  <a:lnTo>
                    <a:pt x="6478628" y="1662109"/>
                  </a:lnTo>
                  <a:lnTo>
                    <a:pt x="6479296" y="1668389"/>
                  </a:lnTo>
                  <a:lnTo>
                    <a:pt x="6479964" y="1668389"/>
                  </a:lnTo>
                  <a:lnTo>
                    <a:pt x="6480632" y="1668389"/>
                  </a:lnTo>
                  <a:lnTo>
                    <a:pt x="6481300" y="1668389"/>
                  </a:lnTo>
                  <a:lnTo>
                    <a:pt x="6481968" y="1668389"/>
                  </a:lnTo>
                  <a:lnTo>
                    <a:pt x="6482636" y="1667343"/>
                  </a:lnTo>
                  <a:lnTo>
                    <a:pt x="6483304" y="1647456"/>
                  </a:lnTo>
                  <a:lnTo>
                    <a:pt x="6483972" y="1639083"/>
                  </a:lnTo>
                  <a:lnTo>
                    <a:pt x="6484640" y="1626523"/>
                  </a:lnTo>
                  <a:lnTo>
                    <a:pt x="6485308" y="1626523"/>
                  </a:lnTo>
                  <a:lnTo>
                    <a:pt x="6485976" y="1626523"/>
                  </a:lnTo>
                  <a:lnTo>
                    <a:pt x="6486644" y="1612916"/>
                  </a:lnTo>
                  <a:lnTo>
                    <a:pt x="6487312" y="1604543"/>
                  </a:lnTo>
                  <a:lnTo>
                    <a:pt x="6487980" y="1584656"/>
                  </a:lnTo>
                  <a:lnTo>
                    <a:pt x="6488648" y="1579423"/>
                  </a:lnTo>
                  <a:lnTo>
                    <a:pt x="6489316" y="1551163"/>
                  </a:lnTo>
                  <a:lnTo>
                    <a:pt x="6489984" y="1542789"/>
                  </a:lnTo>
                  <a:lnTo>
                    <a:pt x="6490652" y="1528136"/>
                  </a:lnTo>
                  <a:lnTo>
                    <a:pt x="6491320" y="1521856"/>
                  </a:lnTo>
                  <a:lnTo>
                    <a:pt x="6491988" y="1521856"/>
                  </a:lnTo>
                  <a:lnTo>
                    <a:pt x="6492656" y="1508249"/>
                  </a:lnTo>
                  <a:lnTo>
                    <a:pt x="6493324" y="1521856"/>
                  </a:lnTo>
                  <a:lnTo>
                    <a:pt x="6493992" y="1520809"/>
                  </a:lnTo>
                  <a:lnTo>
                    <a:pt x="6494660" y="1479989"/>
                  </a:lnTo>
                  <a:lnTo>
                    <a:pt x="6495328" y="1479989"/>
                  </a:lnTo>
                  <a:lnTo>
                    <a:pt x="6495996" y="1479989"/>
                  </a:lnTo>
                  <a:lnTo>
                    <a:pt x="6496664" y="1477896"/>
                  </a:lnTo>
                  <a:lnTo>
                    <a:pt x="6497332" y="1540143"/>
                  </a:lnTo>
                  <a:lnTo>
                    <a:pt x="6498000" y="1553051"/>
                  </a:lnTo>
                  <a:lnTo>
                    <a:pt x="6498668" y="1593556"/>
                  </a:lnTo>
                  <a:lnTo>
                    <a:pt x="6499337" y="1588893"/>
                  </a:lnTo>
                  <a:lnTo>
                    <a:pt x="6500005" y="1570082"/>
                  </a:lnTo>
                  <a:lnTo>
                    <a:pt x="6500673" y="1537315"/>
                  </a:lnTo>
                  <a:lnTo>
                    <a:pt x="6501341" y="1564640"/>
                  </a:lnTo>
                  <a:lnTo>
                    <a:pt x="6502009" y="1593757"/>
                  </a:lnTo>
                  <a:lnTo>
                    <a:pt x="6502677" y="1600038"/>
                  </a:lnTo>
                  <a:lnTo>
                    <a:pt x="6503345" y="1600706"/>
                  </a:lnTo>
                  <a:lnTo>
                    <a:pt x="6504013" y="1599585"/>
                  </a:lnTo>
                  <a:lnTo>
                    <a:pt x="6504681" y="1619044"/>
                  </a:lnTo>
                  <a:lnTo>
                    <a:pt x="6505349" y="1613048"/>
                  </a:lnTo>
                  <a:lnTo>
                    <a:pt x="6506017" y="1602466"/>
                  </a:lnTo>
                  <a:lnTo>
                    <a:pt x="6506685" y="1600703"/>
                  </a:lnTo>
                  <a:lnTo>
                    <a:pt x="6507353" y="1597176"/>
                  </a:lnTo>
                  <a:lnTo>
                    <a:pt x="6508021" y="1590612"/>
                  </a:lnTo>
                  <a:lnTo>
                    <a:pt x="6508689" y="1599211"/>
                  </a:lnTo>
                  <a:lnTo>
                    <a:pt x="6509357" y="1589979"/>
                  </a:lnTo>
                  <a:lnTo>
                    <a:pt x="6510025" y="1611922"/>
                  </a:lnTo>
                  <a:lnTo>
                    <a:pt x="6510693" y="1625381"/>
                  </a:lnTo>
                  <a:lnTo>
                    <a:pt x="6511361" y="1606074"/>
                  </a:lnTo>
                  <a:lnTo>
                    <a:pt x="6512029" y="1576308"/>
                  </a:lnTo>
                  <a:lnTo>
                    <a:pt x="6512697" y="1564880"/>
                  </a:lnTo>
                  <a:lnTo>
                    <a:pt x="6513365" y="1552652"/>
                  </a:lnTo>
                  <a:lnTo>
                    <a:pt x="6514033" y="1537396"/>
                  </a:lnTo>
                  <a:lnTo>
                    <a:pt x="6514701" y="1521377"/>
                  </a:lnTo>
                  <a:lnTo>
                    <a:pt x="6515369" y="1553993"/>
                  </a:lnTo>
                  <a:lnTo>
                    <a:pt x="6516037" y="1558726"/>
                  </a:lnTo>
                  <a:lnTo>
                    <a:pt x="6516705" y="1560603"/>
                  </a:lnTo>
                  <a:lnTo>
                    <a:pt x="6517373" y="1558858"/>
                  </a:lnTo>
                  <a:lnTo>
                    <a:pt x="6518041" y="1558422"/>
                  </a:lnTo>
                  <a:lnTo>
                    <a:pt x="6518709" y="1556983"/>
                  </a:lnTo>
                  <a:lnTo>
                    <a:pt x="6519377" y="1551349"/>
                  </a:lnTo>
                  <a:lnTo>
                    <a:pt x="6520045" y="1558995"/>
                  </a:lnTo>
                  <a:lnTo>
                    <a:pt x="6520713" y="1571871"/>
                  </a:lnTo>
                  <a:lnTo>
                    <a:pt x="6521381" y="1570200"/>
                  </a:lnTo>
                  <a:lnTo>
                    <a:pt x="6522049" y="1592448"/>
                  </a:lnTo>
                  <a:lnTo>
                    <a:pt x="6522717" y="1601609"/>
                  </a:lnTo>
                  <a:lnTo>
                    <a:pt x="6523385" y="1602045"/>
                  </a:lnTo>
                  <a:lnTo>
                    <a:pt x="6524054" y="1623857"/>
                  </a:lnTo>
                  <a:lnTo>
                    <a:pt x="6524722" y="1632572"/>
                  </a:lnTo>
                  <a:lnTo>
                    <a:pt x="6525390" y="1619854"/>
                  </a:lnTo>
                  <a:lnTo>
                    <a:pt x="6526058" y="1599815"/>
                  </a:lnTo>
                  <a:lnTo>
                    <a:pt x="6526726" y="1630733"/>
                  </a:lnTo>
                  <a:lnTo>
                    <a:pt x="6527394" y="1619385"/>
                  </a:lnTo>
                  <a:lnTo>
                    <a:pt x="6528062" y="1626247"/>
                  </a:lnTo>
                  <a:lnTo>
                    <a:pt x="6528730" y="1659660"/>
                  </a:lnTo>
                  <a:lnTo>
                    <a:pt x="6529398" y="1668810"/>
                  </a:lnTo>
                  <a:lnTo>
                    <a:pt x="6530066" y="1643269"/>
                  </a:lnTo>
                  <a:lnTo>
                    <a:pt x="6530734" y="1626523"/>
                  </a:lnTo>
                  <a:lnTo>
                    <a:pt x="6531402" y="1626523"/>
                  </a:lnTo>
                  <a:lnTo>
                    <a:pt x="6532070" y="1626523"/>
                  </a:lnTo>
                  <a:lnTo>
                    <a:pt x="6532738" y="1625476"/>
                  </a:lnTo>
                  <a:lnTo>
                    <a:pt x="6533406" y="1622336"/>
                  </a:lnTo>
                  <a:lnTo>
                    <a:pt x="6534074" y="1605589"/>
                  </a:lnTo>
                  <a:lnTo>
                    <a:pt x="6534742" y="1587796"/>
                  </a:lnTo>
                  <a:lnTo>
                    <a:pt x="6535410" y="1584656"/>
                  </a:lnTo>
                  <a:lnTo>
                    <a:pt x="6536078" y="1584656"/>
                  </a:lnTo>
                  <a:lnTo>
                    <a:pt x="6536746" y="1581516"/>
                  </a:lnTo>
                  <a:lnTo>
                    <a:pt x="6537414" y="1561629"/>
                  </a:lnTo>
                  <a:lnTo>
                    <a:pt x="6538082" y="1533369"/>
                  </a:lnTo>
                  <a:lnTo>
                    <a:pt x="6538750" y="1513482"/>
                  </a:lnTo>
                  <a:lnTo>
                    <a:pt x="6539418" y="1495689"/>
                  </a:lnTo>
                  <a:lnTo>
                    <a:pt x="6540086" y="1484176"/>
                  </a:lnTo>
                  <a:lnTo>
                    <a:pt x="6540754" y="1500922"/>
                  </a:lnTo>
                  <a:lnTo>
                    <a:pt x="6541422" y="1500922"/>
                  </a:lnTo>
                  <a:lnTo>
                    <a:pt x="6542090" y="1495689"/>
                  </a:lnTo>
                  <a:lnTo>
                    <a:pt x="6542758" y="1461149"/>
                  </a:lnTo>
                  <a:lnTo>
                    <a:pt x="6543426" y="1475802"/>
                  </a:lnTo>
                  <a:lnTo>
                    <a:pt x="6544094" y="1479989"/>
                  </a:lnTo>
                  <a:lnTo>
                    <a:pt x="6544762" y="1478942"/>
                  </a:lnTo>
                  <a:lnTo>
                    <a:pt x="6545430" y="1479989"/>
                  </a:lnTo>
                  <a:lnTo>
                    <a:pt x="6546098" y="1479989"/>
                  </a:lnTo>
                  <a:lnTo>
                    <a:pt x="6546766" y="1481036"/>
                  </a:lnTo>
                  <a:lnTo>
                    <a:pt x="6547434" y="1553779"/>
                  </a:lnTo>
                  <a:lnTo>
                    <a:pt x="6548102" y="1558324"/>
                  </a:lnTo>
                  <a:lnTo>
                    <a:pt x="6548771" y="1571350"/>
                  </a:lnTo>
                  <a:lnTo>
                    <a:pt x="6549439" y="1584312"/>
                  </a:lnTo>
                  <a:lnTo>
                    <a:pt x="6550107" y="1595749"/>
                  </a:lnTo>
                  <a:lnTo>
                    <a:pt x="6550775" y="1595749"/>
                  </a:lnTo>
                  <a:lnTo>
                    <a:pt x="6551443" y="1594224"/>
                  </a:lnTo>
                  <a:lnTo>
                    <a:pt x="6552111" y="1584312"/>
                  </a:lnTo>
                  <a:lnTo>
                    <a:pt x="6552779" y="1610998"/>
                  </a:lnTo>
                  <a:lnTo>
                    <a:pt x="6553447" y="1617098"/>
                  </a:lnTo>
                  <a:lnTo>
                    <a:pt x="6554115" y="1626247"/>
                  </a:lnTo>
                  <a:lnTo>
                    <a:pt x="6554783" y="1639972"/>
                  </a:lnTo>
                  <a:lnTo>
                    <a:pt x="6555451" y="1641497"/>
                  </a:lnTo>
                  <a:lnTo>
                    <a:pt x="6556119" y="1641497"/>
                  </a:lnTo>
                  <a:lnTo>
                    <a:pt x="6556787" y="1643022"/>
                  </a:lnTo>
                  <a:lnTo>
                    <a:pt x="6557455" y="1652590"/>
                  </a:lnTo>
                  <a:lnTo>
                    <a:pt x="6558123" y="1668810"/>
                  </a:lnTo>
                  <a:lnTo>
                    <a:pt x="6558791" y="1629663"/>
                  </a:lnTo>
                  <a:lnTo>
                    <a:pt x="6559459" y="1626523"/>
                  </a:lnTo>
                  <a:lnTo>
                    <a:pt x="6560127" y="1626523"/>
                  </a:lnTo>
                  <a:lnTo>
                    <a:pt x="6560795" y="1624429"/>
                  </a:lnTo>
                  <a:lnTo>
                    <a:pt x="6561463" y="1607683"/>
                  </a:lnTo>
                  <a:lnTo>
                    <a:pt x="6562131" y="1626523"/>
                  </a:lnTo>
                  <a:lnTo>
                    <a:pt x="6562799" y="1626523"/>
                  </a:lnTo>
                  <a:lnTo>
                    <a:pt x="6563467" y="1606636"/>
                  </a:lnTo>
                  <a:lnTo>
                    <a:pt x="6564135" y="1571049"/>
                  </a:lnTo>
                  <a:lnTo>
                    <a:pt x="6564803" y="1563722"/>
                  </a:lnTo>
                  <a:lnTo>
                    <a:pt x="6565471" y="1563722"/>
                  </a:lnTo>
                  <a:lnTo>
                    <a:pt x="6566139" y="1606243"/>
                  </a:lnTo>
                  <a:lnTo>
                    <a:pt x="6566807" y="1609994"/>
                  </a:lnTo>
                  <a:lnTo>
                    <a:pt x="6567475" y="1596511"/>
                  </a:lnTo>
                  <a:lnTo>
                    <a:pt x="6568143" y="1637963"/>
                  </a:lnTo>
                  <a:lnTo>
                    <a:pt x="6568811" y="1648165"/>
                  </a:lnTo>
                  <a:lnTo>
                    <a:pt x="6569479" y="1632562"/>
                  </a:lnTo>
                  <a:lnTo>
                    <a:pt x="6570147" y="1606490"/>
                  </a:lnTo>
                  <a:lnTo>
                    <a:pt x="6570815" y="1597995"/>
                  </a:lnTo>
                  <a:lnTo>
                    <a:pt x="6571483" y="1598601"/>
                  </a:lnTo>
                  <a:lnTo>
                    <a:pt x="6572151" y="1579791"/>
                  </a:lnTo>
                  <a:lnTo>
                    <a:pt x="6572820" y="1575543"/>
                  </a:lnTo>
                  <a:lnTo>
                    <a:pt x="6573488" y="1587072"/>
                  </a:lnTo>
                  <a:lnTo>
                    <a:pt x="6574156" y="1607703"/>
                  </a:lnTo>
                  <a:lnTo>
                    <a:pt x="6574824" y="1611951"/>
                  </a:lnTo>
                  <a:lnTo>
                    <a:pt x="6575492" y="1640341"/>
                  </a:lnTo>
                  <a:lnTo>
                    <a:pt x="6576160" y="1617412"/>
                  </a:lnTo>
                  <a:lnTo>
                    <a:pt x="6576828" y="1640341"/>
                  </a:lnTo>
                  <a:lnTo>
                    <a:pt x="6577496" y="1643926"/>
                  </a:lnTo>
                  <a:lnTo>
                    <a:pt x="6578164" y="1640341"/>
                  </a:lnTo>
                  <a:lnTo>
                    <a:pt x="6578832" y="1640341"/>
                  </a:lnTo>
                  <a:lnTo>
                    <a:pt x="6579500" y="1629548"/>
                  </a:lnTo>
                  <a:lnTo>
                    <a:pt x="6580168" y="1653820"/>
                  </a:lnTo>
                  <a:lnTo>
                    <a:pt x="6580836" y="1668810"/>
                  </a:lnTo>
                  <a:lnTo>
                    <a:pt x="6581504" y="1668810"/>
                  </a:lnTo>
                  <a:lnTo>
                    <a:pt x="6582172" y="1668810"/>
                  </a:lnTo>
                  <a:lnTo>
                    <a:pt x="6582840" y="1668810"/>
                  </a:lnTo>
                  <a:lnTo>
                    <a:pt x="6583508" y="1668810"/>
                  </a:lnTo>
                  <a:lnTo>
                    <a:pt x="6584176" y="1668810"/>
                  </a:lnTo>
                  <a:lnTo>
                    <a:pt x="6584844" y="1668810"/>
                  </a:lnTo>
                  <a:lnTo>
                    <a:pt x="6585512" y="1668810"/>
                  </a:lnTo>
                  <a:lnTo>
                    <a:pt x="6586180" y="1668810"/>
                  </a:lnTo>
                  <a:lnTo>
                    <a:pt x="6586848" y="1668810"/>
                  </a:lnTo>
                  <a:lnTo>
                    <a:pt x="6587516" y="1668810"/>
                  </a:lnTo>
                  <a:lnTo>
                    <a:pt x="6588184" y="1641497"/>
                  </a:lnTo>
                  <a:lnTo>
                    <a:pt x="6588852" y="1640734"/>
                  </a:lnTo>
                  <a:lnTo>
                    <a:pt x="6589520" y="1626247"/>
                  </a:lnTo>
                  <a:lnTo>
                    <a:pt x="6590188" y="1626247"/>
                  </a:lnTo>
                  <a:lnTo>
                    <a:pt x="6590856" y="1634523"/>
                  </a:lnTo>
                  <a:lnTo>
                    <a:pt x="6591524" y="1632774"/>
                  </a:lnTo>
                  <a:lnTo>
                    <a:pt x="6592192" y="1584656"/>
                  </a:lnTo>
                  <a:lnTo>
                    <a:pt x="6592860" y="1584656"/>
                  </a:lnTo>
                  <a:lnTo>
                    <a:pt x="6593528" y="1633409"/>
                  </a:lnTo>
                  <a:lnTo>
                    <a:pt x="6594196" y="1630595"/>
                  </a:lnTo>
                  <a:lnTo>
                    <a:pt x="6594864" y="1612293"/>
                  </a:lnTo>
                  <a:lnTo>
                    <a:pt x="6595532" y="1610998"/>
                  </a:lnTo>
                  <a:lnTo>
                    <a:pt x="6596200" y="1605661"/>
                  </a:lnTo>
                  <a:lnTo>
                    <a:pt x="6596868" y="1593461"/>
                  </a:lnTo>
                  <a:lnTo>
                    <a:pt x="6597537" y="1585074"/>
                  </a:lnTo>
                  <a:lnTo>
                    <a:pt x="6598205" y="1593461"/>
                  </a:lnTo>
                  <a:lnTo>
                    <a:pt x="6598873" y="1581262"/>
                  </a:lnTo>
                  <a:lnTo>
                    <a:pt x="6599541" y="1595749"/>
                  </a:lnTo>
                  <a:lnTo>
                    <a:pt x="6600209" y="1595749"/>
                  </a:lnTo>
                  <a:lnTo>
                    <a:pt x="6600877" y="1581262"/>
                  </a:lnTo>
                  <a:lnTo>
                    <a:pt x="6601545" y="1580499"/>
                  </a:lnTo>
                  <a:lnTo>
                    <a:pt x="6602213" y="1564488"/>
                  </a:lnTo>
                  <a:lnTo>
                    <a:pt x="6602881" y="1534751"/>
                  </a:lnTo>
                  <a:lnTo>
                    <a:pt x="6603549" y="1524129"/>
                  </a:lnTo>
                  <a:lnTo>
                    <a:pt x="6604217" y="1508049"/>
                  </a:lnTo>
                  <a:lnTo>
                    <a:pt x="6604885" y="1460292"/>
                  </a:lnTo>
                  <a:lnTo>
                    <a:pt x="6605553" y="1354389"/>
                  </a:lnTo>
                  <a:lnTo>
                    <a:pt x="6606221" y="1358575"/>
                  </a:lnTo>
                  <a:lnTo>
                    <a:pt x="6606889" y="1332409"/>
                  </a:lnTo>
                  <a:lnTo>
                    <a:pt x="6607557" y="1347062"/>
                  </a:lnTo>
                  <a:lnTo>
                    <a:pt x="6608225" y="1357529"/>
                  </a:lnTo>
                  <a:lnTo>
                    <a:pt x="6608893" y="1373229"/>
                  </a:lnTo>
                  <a:lnTo>
                    <a:pt x="6609561" y="1331362"/>
                  </a:lnTo>
                  <a:lnTo>
                    <a:pt x="6610229" y="1291589"/>
                  </a:lnTo>
                  <a:lnTo>
                    <a:pt x="6610897" y="1282169"/>
                  </a:lnTo>
                  <a:lnTo>
                    <a:pt x="6611565" y="1234022"/>
                  </a:lnTo>
                  <a:lnTo>
                    <a:pt x="6612233" y="1238209"/>
                  </a:lnTo>
                  <a:lnTo>
                    <a:pt x="6612901" y="1252862"/>
                  </a:lnTo>
                  <a:lnTo>
                    <a:pt x="6613569" y="1246582"/>
                  </a:lnTo>
                  <a:lnTo>
                    <a:pt x="6614237" y="1251815"/>
                  </a:lnTo>
                  <a:lnTo>
                    <a:pt x="6614905" y="1272749"/>
                  </a:lnTo>
                  <a:lnTo>
                    <a:pt x="6615573" y="1249722"/>
                  </a:lnTo>
                  <a:lnTo>
                    <a:pt x="6616241" y="1232975"/>
                  </a:lnTo>
                  <a:lnTo>
                    <a:pt x="6616909" y="1364252"/>
                  </a:lnTo>
                  <a:lnTo>
                    <a:pt x="6617577" y="1321088"/>
                  </a:lnTo>
                  <a:lnTo>
                    <a:pt x="6618245" y="1396722"/>
                  </a:lnTo>
                  <a:lnTo>
                    <a:pt x="6618913" y="1357116"/>
                  </a:lnTo>
                  <a:lnTo>
                    <a:pt x="6619581" y="1357116"/>
                  </a:lnTo>
                  <a:lnTo>
                    <a:pt x="6620249" y="1341320"/>
                  </a:lnTo>
                  <a:lnTo>
                    <a:pt x="6620917" y="1335252"/>
                  </a:lnTo>
                  <a:lnTo>
                    <a:pt x="6621585" y="1306733"/>
                  </a:lnTo>
                  <a:lnTo>
                    <a:pt x="6622254" y="1263043"/>
                  </a:lnTo>
                  <a:lnTo>
                    <a:pt x="6622922" y="1246053"/>
                  </a:lnTo>
                  <a:lnTo>
                    <a:pt x="6623590" y="1212072"/>
                  </a:lnTo>
                  <a:lnTo>
                    <a:pt x="6624258" y="1162922"/>
                  </a:lnTo>
                  <a:lnTo>
                    <a:pt x="6624926" y="1141077"/>
                  </a:lnTo>
                  <a:lnTo>
                    <a:pt x="6625594" y="1110738"/>
                  </a:lnTo>
                  <a:lnTo>
                    <a:pt x="6626262" y="1087072"/>
                  </a:lnTo>
                  <a:lnTo>
                    <a:pt x="6626930" y="1182978"/>
                  </a:lnTo>
                  <a:lnTo>
                    <a:pt x="6627598" y="1085870"/>
                  </a:lnTo>
                  <a:lnTo>
                    <a:pt x="6628266" y="871407"/>
                  </a:lnTo>
                  <a:lnTo>
                    <a:pt x="6628934" y="1015093"/>
                  </a:lnTo>
                  <a:lnTo>
                    <a:pt x="6629602" y="796685"/>
                  </a:lnTo>
                  <a:lnTo>
                    <a:pt x="6630270" y="781436"/>
                  </a:lnTo>
                  <a:lnTo>
                    <a:pt x="6630938" y="775336"/>
                  </a:lnTo>
                  <a:lnTo>
                    <a:pt x="6631606" y="847008"/>
                  </a:lnTo>
                  <a:lnTo>
                    <a:pt x="6632274" y="908767"/>
                  </a:lnTo>
                  <a:lnTo>
                    <a:pt x="6632942" y="940028"/>
                  </a:lnTo>
                  <a:lnTo>
                    <a:pt x="6633610" y="1005601"/>
                  </a:lnTo>
                  <a:lnTo>
                    <a:pt x="6634278" y="1044486"/>
                  </a:lnTo>
                  <a:lnTo>
                    <a:pt x="6634946" y="1181466"/>
                  </a:lnTo>
                  <a:lnTo>
                    <a:pt x="6635614" y="1183553"/>
                  </a:lnTo>
                  <a:lnTo>
                    <a:pt x="6636282" y="1220878"/>
                  </a:lnTo>
                  <a:lnTo>
                    <a:pt x="6636950" y="1187076"/>
                  </a:lnTo>
                  <a:lnTo>
                    <a:pt x="6637618" y="1184515"/>
                  </a:lnTo>
                  <a:lnTo>
                    <a:pt x="6638286" y="1211147"/>
                  </a:lnTo>
                  <a:lnTo>
                    <a:pt x="6638954" y="1135616"/>
                  </a:lnTo>
                  <a:lnTo>
                    <a:pt x="6639622" y="1160495"/>
                  </a:lnTo>
                  <a:lnTo>
                    <a:pt x="6640290" y="1172024"/>
                  </a:lnTo>
                  <a:lnTo>
                    <a:pt x="6640958" y="1175058"/>
                  </a:lnTo>
                  <a:lnTo>
                    <a:pt x="6641626" y="1175058"/>
                  </a:lnTo>
                  <a:lnTo>
                    <a:pt x="6642294" y="1144111"/>
                  </a:lnTo>
                  <a:lnTo>
                    <a:pt x="6642962" y="1093141"/>
                  </a:lnTo>
                  <a:lnTo>
                    <a:pt x="6643630" y="1014257"/>
                  </a:lnTo>
                  <a:lnTo>
                    <a:pt x="6644298" y="1096423"/>
                  </a:lnTo>
                  <a:lnTo>
                    <a:pt x="6644966" y="1090277"/>
                  </a:lnTo>
                  <a:lnTo>
                    <a:pt x="6645634" y="946296"/>
                  </a:lnTo>
                  <a:lnTo>
                    <a:pt x="6646302" y="1107690"/>
                  </a:lnTo>
                  <a:lnTo>
                    <a:pt x="6646971" y="1118446"/>
                  </a:lnTo>
                  <a:lnTo>
                    <a:pt x="6647639" y="1210305"/>
                  </a:lnTo>
                  <a:lnTo>
                    <a:pt x="6648307" y="1212941"/>
                  </a:lnTo>
                  <a:lnTo>
                    <a:pt x="6648975" y="1218999"/>
                  </a:lnTo>
                  <a:lnTo>
                    <a:pt x="6649643" y="1214129"/>
                  </a:lnTo>
                  <a:lnTo>
                    <a:pt x="6650311" y="1242743"/>
                  </a:lnTo>
                  <a:lnTo>
                    <a:pt x="6650979" y="1238504"/>
                  </a:lnTo>
                  <a:lnTo>
                    <a:pt x="6651647" y="1237896"/>
                  </a:lnTo>
                  <a:lnTo>
                    <a:pt x="6652315" y="1206497"/>
                  </a:lnTo>
                  <a:lnTo>
                    <a:pt x="6652983" y="1185288"/>
                  </a:lnTo>
                  <a:lnTo>
                    <a:pt x="6653651" y="1223702"/>
                  </a:lnTo>
                  <a:lnTo>
                    <a:pt x="6654319" y="1214458"/>
                  </a:lnTo>
                  <a:lnTo>
                    <a:pt x="6654987" y="1246586"/>
                  </a:lnTo>
                  <a:lnTo>
                    <a:pt x="6655655" y="1248953"/>
                  </a:lnTo>
                  <a:lnTo>
                    <a:pt x="6656323" y="1255820"/>
                  </a:lnTo>
                  <a:lnTo>
                    <a:pt x="6656991" y="1248243"/>
                  </a:lnTo>
                  <a:lnTo>
                    <a:pt x="6657659" y="1231906"/>
                  </a:lnTo>
                  <a:lnTo>
                    <a:pt x="6658327" y="1238062"/>
                  </a:lnTo>
                  <a:lnTo>
                    <a:pt x="6658995" y="1203160"/>
                  </a:lnTo>
                  <a:lnTo>
                    <a:pt x="6659663" y="1221134"/>
                  </a:lnTo>
                  <a:lnTo>
                    <a:pt x="6660331" y="1234743"/>
                  </a:lnTo>
                  <a:lnTo>
                    <a:pt x="6660999" y="1225226"/>
                  </a:lnTo>
                  <a:lnTo>
                    <a:pt x="6661667" y="1234590"/>
                  </a:lnTo>
                  <a:lnTo>
                    <a:pt x="6662335" y="1242578"/>
                  </a:lnTo>
                  <a:lnTo>
                    <a:pt x="6663003" y="1190643"/>
                  </a:lnTo>
                  <a:lnTo>
                    <a:pt x="6663671" y="1196027"/>
                  </a:lnTo>
                  <a:lnTo>
                    <a:pt x="6664339" y="1154802"/>
                  </a:lnTo>
                  <a:lnTo>
                    <a:pt x="6665007" y="1127362"/>
                  </a:lnTo>
                  <a:lnTo>
                    <a:pt x="6665675" y="1089271"/>
                  </a:lnTo>
                  <a:lnTo>
                    <a:pt x="6666343" y="1076186"/>
                  </a:lnTo>
                  <a:lnTo>
                    <a:pt x="6667011" y="1046754"/>
                  </a:lnTo>
                  <a:lnTo>
                    <a:pt x="6667679" y="1041045"/>
                  </a:lnTo>
                  <a:lnTo>
                    <a:pt x="6668347" y="1071145"/>
                  </a:lnTo>
                  <a:lnTo>
                    <a:pt x="6669015" y="1056750"/>
                  </a:lnTo>
                  <a:lnTo>
                    <a:pt x="6669683" y="1081360"/>
                  </a:lnTo>
                  <a:lnTo>
                    <a:pt x="6670351" y="989133"/>
                  </a:lnTo>
                  <a:lnTo>
                    <a:pt x="6671020" y="974301"/>
                  </a:lnTo>
                  <a:lnTo>
                    <a:pt x="6671688" y="908794"/>
                  </a:lnTo>
                  <a:lnTo>
                    <a:pt x="6672356" y="910214"/>
                  </a:lnTo>
                  <a:lnTo>
                    <a:pt x="6673024" y="972698"/>
                  </a:lnTo>
                  <a:lnTo>
                    <a:pt x="6673692" y="1001100"/>
                  </a:lnTo>
                  <a:lnTo>
                    <a:pt x="6674360" y="927154"/>
                  </a:lnTo>
                  <a:lnTo>
                    <a:pt x="6675028" y="917166"/>
                  </a:lnTo>
                  <a:lnTo>
                    <a:pt x="6675696" y="781247"/>
                  </a:lnTo>
                  <a:lnTo>
                    <a:pt x="6676364" y="787315"/>
                  </a:lnTo>
                  <a:lnTo>
                    <a:pt x="6677032" y="949432"/>
                  </a:lnTo>
                  <a:lnTo>
                    <a:pt x="6677700" y="964284"/>
                  </a:lnTo>
                  <a:lnTo>
                    <a:pt x="6678368" y="949944"/>
                  </a:lnTo>
                  <a:lnTo>
                    <a:pt x="6679036" y="957626"/>
                  </a:lnTo>
                  <a:lnTo>
                    <a:pt x="6679704" y="864378"/>
                  </a:lnTo>
                  <a:lnTo>
                    <a:pt x="6680372" y="889224"/>
                  </a:lnTo>
                  <a:lnTo>
                    <a:pt x="6681040" y="704427"/>
                  </a:lnTo>
                  <a:lnTo>
                    <a:pt x="6681708" y="676978"/>
                  </a:lnTo>
                  <a:lnTo>
                    <a:pt x="6682376" y="705952"/>
                  </a:lnTo>
                  <a:lnTo>
                    <a:pt x="6683044" y="718914"/>
                  </a:lnTo>
                  <a:lnTo>
                    <a:pt x="6683712" y="725776"/>
                  </a:lnTo>
                  <a:lnTo>
                    <a:pt x="6684380" y="779911"/>
                  </a:lnTo>
                  <a:lnTo>
                    <a:pt x="6685048" y="824896"/>
                  </a:lnTo>
                  <a:lnTo>
                    <a:pt x="6685716" y="1012601"/>
                  </a:lnTo>
                  <a:lnTo>
                    <a:pt x="6686384" y="1056842"/>
                  </a:lnTo>
                  <a:lnTo>
                    <a:pt x="6687052" y="1077468"/>
                  </a:lnTo>
                  <a:lnTo>
                    <a:pt x="6687720" y="1024059"/>
                  </a:lnTo>
                  <a:lnTo>
                    <a:pt x="6688388" y="981445"/>
                  </a:lnTo>
                  <a:lnTo>
                    <a:pt x="6689056" y="840145"/>
                  </a:lnTo>
                  <a:lnTo>
                    <a:pt x="6689724" y="824134"/>
                  </a:lnTo>
                  <a:lnTo>
                    <a:pt x="6690392" y="813459"/>
                  </a:lnTo>
                  <a:lnTo>
                    <a:pt x="6691060" y="808885"/>
                  </a:lnTo>
                  <a:lnTo>
                    <a:pt x="6691728" y="784485"/>
                  </a:lnTo>
                  <a:lnTo>
                    <a:pt x="6692396" y="753224"/>
                  </a:lnTo>
                  <a:lnTo>
                    <a:pt x="6693064" y="656391"/>
                  </a:lnTo>
                  <a:lnTo>
                    <a:pt x="6693732" y="610644"/>
                  </a:lnTo>
                  <a:lnTo>
                    <a:pt x="6694400" y="571758"/>
                  </a:lnTo>
                  <a:lnTo>
                    <a:pt x="6695068" y="571758"/>
                  </a:lnTo>
                  <a:lnTo>
                    <a:pt x="6695737" y="560449"/>
                  </a:lnTo>
                  <a:lnTo>
                    <a:pt x="6696405" y="477667"/>
                  </a:lnTo>
                  <a:lnTo>
                    <a:pt x="6697073" y="98386"/>
                  </a:lnTo>
                  <a:lnTo>
                    <a:pt x="6697741" y="127693"/>
                  </a:lnTo>
                  <a:lnTo>
                    <a:pt x="6698409" y="571672"/>
                  </a:lnTo>
                  <a:lnTo>
                    <a:pt x="6699077" y="563031"/>
                  </a:lnTo>
                  <a:lnTo>
                    <a:pt x="6699745" y="606069"/>
                  </a:lnTo>
                  <a:lnTo>
                    <a:pt x="6700413" y="602257"/>
                  </a:lnTo>
                  <a:lnTo>
                    <a:pt x="6701081" y="609881"/>
                  </a:lnTo>
                  <a:lnTo>
                    <a:pt x="6701749" y="702902"/>
                  </a:lnTo>
                  <a:lnTo>
                    <a:pt x="6702417" y="769999"/>
                  </a:lnTo>
                  <a:lnTo>
                    <a:pt x="6703085" y="1048063"/>
                  </a:lnTo>
                  <a:lnTo>
                    <a:pt x="6703753" y="1072667"/>
                  </a:lnTo>
                  <a:lnTo>
                    <a:pt x="6704421" y="1089500"/>
                  </a:lnTo>
                  <a:lnTo>
                    <a:pt x="6705089" y="1081005"/>
                  </a:lnTo>
                  <a:lnTo>
                    <a:pt x="6705757" y="1055519"/>
                  </a:lnTo>
                  <a:lnTo>
                    <a:pt x="6706425" y="1048844"/>
                  </a:lnTo>
                  <a:lnTo>
                    <a:pt x="6707093" y="1056733"/>
                  </a:lnTo>
                  <a:lnTo>
                    <a:pt x="6707761" y="1171711"/>
                  </a:lnTo>
                  <a:lnTo>
                    <a:pt x="6708429" y="1056733"/>
                  </a:lnTo>
                  <a:lnTo>
                    <a:pt x="6709097" y="1161467"/>
                  </a:lnTo>
                  <a:lnTo>
                    <a:pt x="6709765" y="1038529"/>
                  </a:lnTo>
                  <a:lnTo>
                    <a:pt x="6710433" y="1067655"/>
                  </a:lnTo>
                  <a:lnTo>
                    <a:pt x="6711101" y="1099208"/>
                  </a:lnTo>
                  <a:lnTo>
                    <a:pt x="6711769" y="1118626"/>
                  </a:lnTo>
                  <a:lnTo>
                    <a:pt x="6712437" y="1129548"/>
                  </a:lnTo>
                  <a:lnTo>
                    <a:pt x="6713105" y="1171084"/>
                  </a:lnTo>
                  <a:lnTo>
                    <a:pt x="6713773" y="1192682"/>
                  </a:lnTo>
                  <a:lnTo>
                    <a:pt x="6714441" y="1086422"/>
                  </a:lnTo>
                  <a:lnTo>
                    <a:pt x="6715109" y="1103196"/>
                  </a:lnTo>
                  <a:lnTo>
                    <a:pt x="6715777" y="1144369"/>
                  </a:lnTo>
                  <a:lnTo>
                    <a:pt x="6716445" y="1142844"/>
                  </a:lnTo>
                  <a:lnTo>
                    <a:pt x="6717113" y="1146170"/>
                  </a:lnTo>
                  <a:lnTo>
                    <a:pt x="6717781" y="1112131"/>
                  </a:lnTo>
                  <a:lnTo>
                    <a:pt x="6718449" y="1052725"/>
                  </a:lnTo>
                  <a:lnTo>
                    <a:pt x="6719117" y="843615"/>
                  </a:lnTo>
                  <a:lnTo>
                    <a:pt x="6719785" y="855128"/>
                  </a:lnTo>
                  <a:lnTo>
                    <a:pt x="6720454" y="868735"/>
                  </a:lnTo>
                  <a:lnTo>
                    <a:pt x="6721122" y="864548"/>
                  </a:lnTo>
                  <a:lnTo>
                    <a:pt x="6721790" y="800701"/>
                  </a:lnTo>
                  <a:lnTo>
                    <a:pt x="6722458" y="751507"/>
                  </a:lnTo>
                  <a:lnTo>
                    <a:pt x="6723126" y="667774"/>
                  </a:lnTo>
                  <a:lnTo>
                    <a:pt x="6723794" y="600787"/>
                  </a:lnTo>
                  <a:lnTo>
                    <a:pt x="6724462" y="556827"/>
                  </a:lnTo>
                  <a:lnTo>
                    <a:pt x="6725130" y="595554"/>
                  </a:lnTo>
                  <a:lnTo>
                    <a:pt x="6725798" y="591367"/>
                  </a:lnTo>
                  <a:lnTo>
                    <a:pt x="6726466" y="571480"/>
                  </a:lnTo>
                  <a:lnTo>
                    <a:pt x="6727134" y="529614"/>
                  </a:lnTo>
                  <a:lnTo>
                    <a:pt x="6727802" y="568340"/>
                  </a:lnTo>
                  <a:lnTo>
                    <a:pt x="6728470" y="615441"/>
                  </a:lnTo>
                  <a:lnTo>
                    <a:pt x="6729138" y="640561"/>
                  </a:lnTo>
                  <a:lnTo>
                    <a:pt x="6729806" y="608114"/>
                  </a:lnTo>
                  <a:lnTo>
                    <a:pt x="6730474" y="468907"/>
                  </a:lnTo>
                  <a:lnTo>
                    <a:pt x="6731142" y="444834"/>
                  </a:lnTo>
                  <a:lnTo>
                    <a:pt x="6731810" y="434367"/>
                  </a:lnTo>
                  <a:lnTo>
                    <a:pt x="6732478" y="451114"/>
                  </a:lnTo>
                  <a:lnTo>
                    <a:pt x="6733146" y="421807"/>
                  </a:lnTo>
                  <a:lnTo>
                    <a:pt x="6733814" y="366333"/>
                  </a:lnTo>
                  <a:lnTo>
                    <a:pt x="6734482" y="289926"/>
                  </a:lnTo>
                  <a:lnTo>
                    <a:pt x="6735150" y="145486"/>
                  </a:lnTo>
                  <a:lnTo>
                    <a:pt x="6735818" y="94199"/>
                  </a:lnTo>
                  <a:lnTo>
                    <a:pt x="6736486" y="447711"/>
                  </a:lnTo>
                  <a:lnTo>
                    <a:pt x="6737154" y="477405"/>
                  </a:lnTo>
                  <a:lnTo>
                    <a:pt x="6737822" y="476449"/>
                  </a:lnTo>
                  <a:lnTo>
                    <a:pt x="6738490" y="481024"/>
                  </a:lnTo>
                  <a:lnTo>
                    <a:pt x="6739158" y="457388"/>
                  </a:lnTo>
                  <a:lnTo>
                    <a:pt x="6739826" y="496274"/>
                  </a:lnTo>
                  <a:lnTo>
                    <a:pt x="6740494" y="515335"/>
                  </a:lnTo>
                  <a:lnTo>
                    <a:pt x="6741162" y="533634"/>
                  </a:lnTo>
                  <a:lnTo>
                    <a:pt x="6741830" y="547359"/>
                  </a:lnTo>
                  <a:lnTo>
                    <a:pt x="6742498" y="556508"/>
                  </a:lnTo>
                  <a:lnTo>
                    <a:pt x="6743166" y="603781"/>
                  </a:lnTo>
                  <a:lnTo>
                    <a:pt x="6743834" y="641904"/>
                  </a:lnTo>
                  <a:lnTo>
                    <a:pt x="6744502" y="720438"/>
                  </a:lnTo>
                  <a:lnTo>
                    <a:pt x="6745171" y="783723"/>
                  </a:lnTo>
                  <a:lnTo>
                    <a:pt x="6745839" y="767711"/>
                  </a:lnTo>
                  <a:lnTo>
                    <a:pt x="6746507" y="737546"/>
                  </a:lnTo>
                  <a:lnTo>
                    <a:pt x="6747175" y="704981"/>
                  </a:lnTo>
                  <a:lnTo>
                    <a:pt x="6747843" y="459487"/>
                  </a:lnTo>
                  <a:lnTo>
                    <a:pt x="6748511" y="435413"/>
                  </a:lnTo>
                  <a:lnTo>
                    <a:pt x="6749179" y="462627"/>
                  </a:lnTo>
                  <a:lnTo>
                    <a:pt x="6749847" y="465767"/>
                  </a:lnTo>
                  <a:lnTo>
                    <a:pt x="6750515" y="492981"/>
                  </a:lnTo>
                  <a:lnTo>
                    <a:pt x="6751183" y="454254"/>
                  </a:lnTo>
                  <a:lnTo>
                    <a:pt x="6751851" y="468907"/>
                  </a:lnTo>
                  <a:lnTo>
                    <a:pt x="6752519" y="480420"/>
                  </a:lnTo>
                  <a:lnTo>
                    <a:pt x="6753187" y="446927"/>
                  </a:lnTo>
                  <a:lnTo>
                    <a:pt x="6753855" y="471000"/>
                  </a:lnTo>
                  <a:lnTo>
                    <a:pt x="6754523" y="497167"/>
                  </a:lnTo>
                  <a:lnTo>
                    <a:pt x="6755191" y="550547"/>
                  </a:lnTo>
                  <a:lnTo>
                    <a:pt x="6755859" y="556827"/>
                  </a:lnTo>
                  <a:lnTo>
                    <a:pt x="6756527" y="652074"/>
                  </a:lnTo>
                  <a:lnTo>
                    <a:pt x="6757195" y="943580"/>
                  </a:lnTo>
                  <a:lnTo>
                    <a:pt x="6757863" y="897676"/>
                  </a:lnTo>
                  <a:lnTo>
                    <a:pt x="6758531" y="925375"/>
                  </a:lnTo>
                  <a:lnTo>
                    <a:pt x="6759199" y="949941"/>
                  </a:lnTo>
                  <a:lnTo>
                    <a:pt x="6759867" y="941553"/>
                  </a:lnTo>
                  <a:lnTo>
                    <a:pt x="6760535" y="1088621"/>
                  </a:lnTo>
                  <a:lnTo>
                    <a:pt x="6761203" y="1096071"/>
                  </a:lnTo>
                  <a:lnTo>
                    <a:pt x="6761871" y="1075068"/>
                  </a:lnTo>
                  <a:lnTo>
                    <a:pt x="6762539" y="1030660"/>
                  </a:lnTo>
                  <a:lnTo>
                    <a:pt x="6763207" y="1009402"/>
                  </a:lnTo>
                  <a:lnTo>
                    <a:pt x="6763875" y="993626"/>
                  </a:lnTo>
                  <a:lnTo>
                    <a:pt x="6764543" y="1005155"/>
                  </a:lnTo>
                  <a:lnTo>
                    <a:pt x="6765211" y="1008796"/>
                  </a:lnTo>
                  <a:lnTo>
                    <a:pt x="6765879" y="1067655"/>
                  </a:lnTo>
                  <a:lnTo>
                    <a:pt x="6766547" y="1076150"/>
                  </a:lnTo>
                  <a:lnTo>
                    <a:pt x="6767215" y="1100272"/>
                  </a:lnTo>
                  <a:lnTo>
                    <a:pt x="6767883" y="1120675"/>
                  </a:lnTo>
                  <a:lnTo>
                    <a:pt x="6768551" y="1021948"/>
                  </a:lnTo>
                  <a:lnTo>
                    <a:pt x="6769220" y="948420"/>
                  </a:lnTo>
                  <a:lnTo>
                    <a:pt x="6769888" y="982652"/>
                  </a:lnTo>
                  <a:lnTo>
                    <a:pt x="6770556" y="995254"/>
                  </a:lnTo>
                  <a:lnTo>
                    <a:pt x="6771224" y="1015658"/>
                  </a:lnTo>
                  <a:lnTo>
                    <a:pt x="6771892" y="1003056"/>
                  </a:lnTo>
                  <a:lnTo>
                    <a:pt x="6772560" y="1005123"/>
                  </a:lnTo>
                  <a:lnTo>
                    <a:pt x="6773228" y="859207"/>
                  </a:lnTo>
                  <a:lnTo>
                    <a:pt x="6773896" y="834808"/>
                  </a:lnTo>
                  <a:lnTo>
                    <a:pt x="6774564" y="717389"/>
                  </a:lnTo>
                  <a:lnTo>
                    <a:pt x="6775232" y="596157"/>
                  </a:lnTo>
                  <a:lnTo>
                    <a:pt x="6775900" y="498561"/>
                  </a:lnTo>
                  <a:lnTo>
                    <a:pt x="6776568" y="454338"/>
                  </a:lnTo>
                  <a:lnTo>
                    <a:pt x="6777236" y="367417"/>
                  </a:lnTo>
                  <a:lnTo>
                    <a:pt x="6777904" y="294983"/>
                  </a:lnTo>
                  <a:lnTo>
                    <a:pt x="6778572" y="384953"/>
                  </a:lnTo>
                  <a:lnTo>
                    <a:pt x="6779240" y="474584"/>
                  </a:lnTo>
                  <a:lnTo>
                    <a:pt x="6779908" y="423380"/>
                  </a:lnTo>
                  <a:lnTo>
                    <a:pt x="6780576" y="103619"/>
                  </a:lnTo>
                  <a:lnTo>
                    <a:pt x="6781244" y="96293"/>
                  </a:lnTo>
                  <a:lnTo>
                    <a:pt x="6781912" y="152813"/>
                  </a:lnTo>
                  <a:lnTo>
                    <a:pt x="6782580" y="131880"/>
                  </a:lnTo>
                  <a:lnTo>
                    <a:pt x="6783248" y="105713"/>
                  </a:lnTo>
                  <a:lnTo>
                    <a:pt x="6783916" y="95246"/>
                  </a:lnTo>
                  <a:lnTo>
                    <a:pt x="6784584" y="176886"/>
                  </a:lnTo>
                  <a:lnTo>
                    <a:pt x="6785252" y="294113"/>
                  </a:lnTo>
                  <a:lnTo>
                    <a:pt x="6785920" y="747635"/>
                  </a:lnTo>
                  <a:lnTo>
                    <a:pt x="6786588" y="821877"/>
                  </a:lnTo>
                  <a:lnTo>
                    <a:pt x="6787256" y="879031"/>
                  </a:lnTo>
                  <a:lnTo>
                    <a:pt x="6787924" y="957565"/>
                  </a:lnTo>
                  <a:lnTo>
                    <a:pt x="6788592" y="948416"/>
                  </a:lnTo>
                  <a:lnTo>
                    <a:pt x="6789260" y="879794"/>
                  </a:lnTo>
                  <a:lnTo>
                    <a:pt x="6789928" y="806597"/>
                  </a:lnTo>
                  <a:lnTo>
                    <a:pt x="6790596" y="747887"/>
                  </a:lnTo>
                  <a:lnTo>
                    <a:pt x="6791264" y="741025"/>
                  </a:lnTo>
                  <a:lnTo>
                    <a:pt x="6791932" y="739500"/>
                  </a:lnTo>
                  <a:lnTo>
                    <a:pt x="6792600" y="733400"/>
                  </a:lnTo>
                  <a:lnTo>
                    <a:pt x="6793268" y="735688"/>
                  </a:lnTo>
                  <a:lnTo>
                    <a:pt x="6793937" y="744837"/>
                  </a:lnTo>
                  <a:lnTo>
                    <a:pt x="6794605" y="702902"/>
                  </a:lnTo>
                  <a:lnTo>
                    <a:pt x="6795273" y="646479"/>
                  </a:lnTo>
                  <a:lnTo>
                    <a:pt x="6795941" y="556746"/>
                  </a:lnTo>
                  <a:lnTo>
                    <a:pt x="6796609" y="527565"/>
                  </a:lnTo>
                  <a:lnTo>
                    <a:pt x="6797277" y="181074"/>
                  </a:lnTo>
                  <a:lnTo>
                    <a:pt x="6797945" y="218753"/>
                  </a:lnTo>
                  <a:lnTo>
                    <a:pt x="6798613" y="266899"/>
                  </a:lnTo>
                  <a:lnTo>
                    <a:pt x="6799281" y="325513"/>
                  </a:lnTo>
                  <a:lnTo>
                    <a:pt x="6799949" y="430180"/>
                  </a:lnTo>
                  <a:lnTo>
                    <a:pt x="6800617" y="472047"/>
                  </a:lnTo>
                  <a:lnTo>
                    <a:pt x="6801285" y="482514"/>
                  </a:lnTo>
                  <a:lnTo>
                    <a:pt x="6801953" y="484607"/>
                  </a:lnTo>
                  <a:lnTo>
                    <a:pt x="6802621" y="562061"/>
                  </a:lnTo>
                  <a:lnTo>
                    <a:pt x="6803289" y="577761"/>
                  </a:lnTo>
                  <a:lnTo>
                    <a:pt x="6803957" y="584040"/>
                  </a:lnTo>
                  <a:lnTo>
                    <a:pt x="6804625" y="630094"/>
                  </a:lnTo>
                  <a:lnTo>
                    <a:pt x="6805293" y="728481"/>
                  </a:lnTo>
                  <a:lnTo>
                    <a:pt x="6805961" y="825821"/>
                  </a:lnTo>
                  <a:lnTo>
                    <a:pt x="6806629" y="806981"/>
                  </a:lnTo>
                  <a:lnTo>
                    <a:pt x="6807297" y="749414"/>
                  </a:lnTo>
                  <a:lnTo>
                    <a:pt x="6807965" y="677194"/>
                  </a:lnTo>
                  <a:lnTo>
                    <a:pt x="6808633" y="868626"/>
                  </a:lnTo>
                  <a:lnTo>
                    <a:pt x="6809301" y="914172"/>
                  </a:lnTo>
                  <a:lnTo>
                    <a:pt x="6809969" y="929354"/>
                  </a:lnTo>
                  <a:lnTo>
                    <a:pt x="6810637" y="952990"/>
                  </a:lnTo>
                  <a:lnTo>
                    <a:pt x="6811305" y="989589"/>
                  </a:lnTo>
                  <a:lnTo>
                    <a:pt x="6811973" y="1016275"/>
                  </a:lnTo>
                  <a:lnTo>
                    <a:pt x="6812641" y="996451"/>
                  </a:lnTo>
                  <a:lnTo>
                    <a:pt x="6813309" y="994926"/>
                  </a:lnTo>
                  <a:lnTo>
                    <a:pt x="6813977" y="1040674"/>
                  </a:lnTo>
                  <a:lnTo>
                    <a:pt x="6814645" y="1092522"/>
                  </a:lnTo>
                  <a:lnTo>
                    <a:pt x="6815313" y="1073460"/>
                  </a:lnTo>
                  <a:lnTo>
                    <a:pt x="6815981" y="1045249"/>
                  </a:lnTo>
                  <a:lnTo>
                    <a:pt x="6816649" y="1034574"/>
                  </a:lnTo>
                  <a:lnTo>
                    <a:pt x="6817317" y="1100146"/>
                  </a:lnTo>
                  <a:lnTo>
                    <a:pt x="6817985" y="1168768"/>
                  </a:lnTo>
                  <a:lnTo>
                    <a:pt x="6818654" y="1213635"/>
                  </a:lnTo>
                  <a:lnTo>
                    <a:pt x="6819322" y="1174117"/>
                  </a:lnTo>
                  <a:lnTo>
                    <a:pt x="6819990" y="985961"/>
                  </a:lnTo>
                  <a:lnTo>
                    <a:pt x="6820658" y="989101"/>
                  </a:lnTo>
                  <a:lnTo>
                    <a:pt x="6821326" y="918975"/>
                  </a:lnTo>
                  <a:lnTo>
                    <a:pt x="6821994" y="1091596"/>
                  </a:lnTo>
                  <a:lnTo>
                    <a:pt x="6822662" y="1140411"/>
                  </a:lnTo>
                  <a:lnTo>
                    <a:pt x="6823330" y="1215278"/>
                  </a:lnTo>
                  <a:lnTo>
                    <a:pt x="6823998" y="1194692"/>
                  </a:lnTo>
                  <a:lnTo>
                    <a:pt x="6824666" y="1297706"/>
                  </a:lnTo>
                  <a:lnTo>
                    <a:pt x="6825334" y="1307946"/>
                  </a:lnTo>
                  <a:lnTo>
                    <a:pt x="6826002" y="1310980"/>
                  </a:lnTo>
                  <a:lnTo>
                    <a:pt x="6826670" y="1344310"/>
                  </a:lnTo>
                  <a:lnTo>
                    <a:pt x="6827338" y="1280802"/>
                  </a:lnTo>
                  <a:lnTo>
                    <a:pt x="6828006" y="1256583"/>
                  </a:lnTo>
                  <a:lnTo>
                    <a:pt x="6828674" y="1253977"/>
                  </a:lnTo>
                  <a:lnTo>
                    <a:pt x="6829342" y="1260753"/>
                  </a:lnTo>
                  <a:lnTo>
                    <a:pt x="6830010" y="1282124"/>
                  </a:lnTo>
                  <a:lnTo>
                    <a:pt x="6830678" y="1273263"/>
                  </a:lnTo>
                  <a:lnTo>
                    <a:pt x="6831346" y="1305580"/>
                  </a:lnTo>
                  <a:lnTo>
                    <a:pt x="6832014" y="1344822"/>
                  </a:lnTo>
                  <a:lnTo>
                    <a:pt x="6832682" y="1346359"/>
                  </a:lnTo>
                  <a:lnTo>
                    <a:pt x="6833350" y="1220568"/>
                  </a:lnTo>
                  <a:lnTo>
                    <a:pt x="6834018" y="1241896"/>
                  </a:lnTo>
                  <a:lnTo>
                    <a:pt x="6834686" y="1207690"/>
                  </a:lnTo>
                  <a:lnTo>
                    <a:pt x="6835354" y="1015512"/>
                  </a:lnTo>
                  <a:lnTo>
                    <a:pt x="6836022" y="998206"/>
                  </a:lnTo>
                  <a:lnTo>
                    <a:pt x="6836690" y="1039860"/>
                  </a:lnTo>
                  <a:lnTo>
                    <a:pt x="6837358" y="1086788"/>
                  </a:lnTo>
                  <a:lnTo>
                    <a:pt x="6838026" y="846754"/>
                  </a:lnTo>
                  <a:lnTo>
                    <a:pt x="6838694" y="845708"/>
                  </a:lnTo>
                  <a:lnTo>
                    <a:pt x="6839362" y="812214"/>
                  </a:lnTo>
                  <a:lnTo>
                    <a:pt x="6840030" y="715921"/>
                  </a:lnTo>
                  <a:lnTo>
                    <a:pt x="6840698" y="687661"/>
                  </a:lnTo>
                  <a:lnTo>
                    <a:pt x="6841366" y="633234"/>
                  </a:lnTo>
                  <a:lnTo>
                    <a:pt x="6842034" y="542174"/>
                  </a:lnTo>
                  <a:lnTo>
                    <a:pt x="6842702" y="491934"/>
                  </a:lnTo>
                  <a:lnTo>
                    <a:pt x="6843371" y="539034"/>
                  </a:lnTo>
                  <a:lnTo>
                    <a:pt x="6844039" y="516007"/>
                  </a:lnTo>
                  <a:lnTo>
                    <a:pt x="6844707" y="606020"/>
                  </a:lnTo>
                  <a:lnTo>
                    <a:pt x="6845375" y="617534"/>
                  </a:lnTo>
                  <a:lnTo>
                    <a:pt x="6846043" y="488793"/>
                  </a:lnTo>
                  <a:lnTo>
                    <a:pt x="6846711" y="316093"/>
                  </a:lnTo>
                  <a:lnTo>
                    <a:pt x="6847379" y="176886"/>
                  </a:lnTo>
                  <a:lnTo>
                    <a:pt x="6848047" y="130833"/>
                  </a:lnTo>
                  <a:lnTo>
                    <a:pt x="6848715" y="76406"/>
                  </a:lnTo>
                  <a:lnTo>
                    <a:pt x="6849383" y="59659"/>
                  </a:lnTo>
                  <a:lnTo>
                    <a:pt x="6850051" y="39773"/>
                  </a:lnTo>
                  <a:lnTo>
                    <a:pt x="6850719" y="0"/>
                  </a:lnTo>
                  <a:lnTo>
                    <a:pt x="6851387" y="19886"/>
                  </a:lnTo>
                  <a:lnTo>
                    <a:pt x="6852055" y="512151"/>
                  </a:lnTo>
                  <a:lnTo>
                    <a:pt x="6852723" y="526772"/>
                  </a:lnTo>
                  <a:lnTo>
                    <a:pt x="6853391" y="895142"/>
                  </a:lnTo>
                  <a:lnTo>
                    <a:pt x="6854059" y="881314"/>
                  </a:lnTo>
                  <a:lnTo>
                    <a:pt x="6854727" y="793193"/>
                  </a:lnTo>
                  <a:lnTo>
                    <a:pt x="6855395" y="731686"/>
                  </a:lnTo>
                  <a:lnTo>
                    <a:pt x="6856063" y="758269"/>
                  </a:lnTo>
                  <a:lnTo>
                    <a:pt x="6856731" y="822383"/>
                  </a:lnTo>
                  <a:lnTo>
                    <a:pt x="6857399" y="840105"/>
                  </a:lnTo>
                  <a:lnTo>
                    <a:pt x="6858067" y="842712"/>
                  </a:lnTo>
                  <a:lnTo>
                    <a:pt x="6858735" y="853658"/>
                  </a:lnTo>
                  <a:lnTo>
                    <a:pt x="6859403" y="850530"/>
                  </a:lnTo>
                  <a:lnTo>
                    <a:pt x="6860071" y="863562"/>
                  </a:lnTo>
                  <a:lnTo>
                    <a:pt x="6860739" y="878157"/>
                  </a:lnTo>
                  <a:lnTo>
                    <a:pt x="6861407" y="865647"/>
                  </a:lnTo>
                  <a:lnTo>
                    <a:pt x="6862075" y="695689"/>
                  </a:lnTo>
                  <a:lnTo>
                    <a:pt x="6862743" y="727009"/>
                  </a:lnTo>
                  <a:lnTo>
                    <a:pt x="6863411" y="453839"/>
                  </a:lnTo>
                  <a:lnTo>
                    <a:pt x="6864079" y="359174"/>
                  </a:lnTo>
                  <a:lnTo>
                    <a:pt x="6864747" y="16746"/>
                  </a:lnTo>
                  <a:lnTo>
                    <a:pt x="6865415" y="512329"/>
                  </a:lnTo>
                  <a:lnTo>
                    <a:pt x="6866083" y="618805"/>
                  </a:lnTo>
                  <a:lnTo>
                    <a:pt x="6866751" y="566958"/>
                  </a:lnTo>
                  <a:lnTo>
                    <a:pt x="6867420" y="542784"/>
                  </a:lnTo>
                  <a:lnTo>
                    <a:pt x="6868088" y="529822"/>
                  </a:lnTo>
                  <a:lnTo>
                    <a:pt x="6868756" y="528297"/>
                  </a:lnTo>
                  <a:lnTo>
                    <a:pt x="6869424" y="561083"/>
                  </a:lnTo>
                  <a:lnTo>
                    <a:pt x="6870092" y="612931"/>
                  </a:lnTo>
                  <a:lnTo>
                    <a:pt x="6870760" y="576332"/>
                  </a:lnTo>
                  <a:lnTo>
                    <a:pt x="6871428" y="564896"/>
                  </a:lnTo>
                  <a:lnTo>
                    <a:pt x="6872096" y="569470"/>
                  </a:lnTo>
                  <a:lnTo>
                    <a:pt x="6872764" y="538972"/>
                  </a:lnTo>
                  <a:lnTo>
                    <a:pt x="6873432" y="529822"/>
                  </a:lnTo>
                  <a:lnTo>
                    <a:pt x="6874100" y="577095"/>
                  </a:lnTo>
                  <a:lnTo>
                    <a:pt x="6874768" y="602257"/>
                  </a:lnTo>
                  <a:lnTo>
                    <a:pt x="6875436" y="621947"/>
                  </a:lnTo>
                  <a:lnTo>
                    <a:pt x="6876104" y="574814"/>
                  </a:lnTo>
                  <a:lnTo>
                    <a:pt x="6876772" y="672738"/>
                  </a:lnTo>
                  <a:lnTo>
                    <a:pt x="6877440" y="566247"/>
                  </a:lnTo>
                  <a:lnTo>
                    <a:pt x="6878108" y="649981"/>
                  </a:lnTo>
                  <a:lnTo>
                    <a:pt x="6878776" y="668821"/>
                  </a:lnTo>
                  <a:lnTo>
                    <a:pt x="6879444" y="684521"/>
                  </a:lnTo>
                  <a:lnTo>
                    <a:pt x="6880112" y="641607"/>
                  </a:lnTo>
                  <a:lnTo>
                    <a:pt x="6880780" y="738948"/>
                  </a:lnTo>
                  <a:lnTo>
                    <a:pt x="6881448" y="835241"/>
                  </a:lnTo>
                  <a:lnTo>
                    <a:pt x="6882116" y="873968"/>
                  </a:lnTo>
                  <a:lnTo>
                    <a:pt x="6882784" y="815354"/>
                  </a:lnTo>
                  <a:lnTo>
                    <a:pt x="6883452" y="810121"/>
                  </a:lnTo>
                  <a:lnTo>
                    <a:pt x="6884120" y="898041"/>
                  </a:lnTo>
                  <a:lnTo>
                    <a:pt x="6884788" y="936768"/>
                  </a:lnTo>
                  <a:lnTo>
                    <a:pt x="6885456" y="894901"/>
                  </a:lnTo>
                  <a:lnTo>
                    <a:pt x="6886124" y="939908"/>
                  </a:lnTo>
                  <a:lnTo>
                    <a:pt x="6886792" y="907461"/>
                  </a:lnTo>
                  <a:lnTo>
                    <a:pt x="6887460" y="851988"/>
                  </a:lnTo>
                  <a:lnTo>
                    <a:pt x="6888128" y="859315"/>
                  </a:lnTo>
                  <a:lnTo>
                    <a:pt x="6888796" y="876061"/>
                  </a:lnTo>
                  <a:lnTo>
                    <a:pt x="6889464" y="889668"/>
                  </a:lnTo>
                  <a:lnTo>
                    <a:pt x="6890132" y="959795"/>
                  </a:lnTo>
                  <a:lnTo>
                    <a:pt x="6890800" y="928395"/>
                  </a:lnTo>
                  <a:lnTo>
                    <a:pt x="6891468" y="900135"/>
                  </a:lnTo>
                  <a:lnTo>
                    <a:pt x="6892137" y="936768"/>
                  </a:lnTo>
                  <a:lnTo>
                    <a:pt x="6892805" y="1182753"/>
                  </a:lnTo>
                  <a:lnTo>
                    <a:pt x="6893473" y="1202469"/>
                  </a:lnTo>
                  <a:lnTo>
                    <a:pt x="6894141" y="1165548"/>
                  </a:lnTo>
                  <a:lnTo>
                    <a:pt x="6894809" y="1123914"/>
                  </a:lnTo>
                  <a:lnTo>
                    <a:pt x="6895477" y="1161144"/>
                  </a:lnTo>
                  <a:lnTo>
                    <a:pt x="6896145" y="1288704"/>
                  </a:lnTo>
                  <a:lnTo>
                    <a:pt x="6896813" y="1261700"/>
                  </a:lnTo>
                  <a:lnTo>
                    <a:pt x="6897481" y="1210091"/>
                  </a:lnTo>
                  <a:lnTo>
                    <a:pt x="6898149" y="1198689"/>
                  </a:lnTo>
                  <a:lnTo>
                    <a:pt x="6898817" y="1206490"/>
                  </a:lnTo>
                  <a:lnTo>
                    <a:pt x="6899485" y="1180086"/>
                  </a:lnTo>
                  <a:lnTo>
                    <a:pt x="6900153" y="1123480"/>
                  </a:lnTo>
                  <a:lnTo>
                    <a:pt x="6900821" y="1230610"/>
                  </a:lnTo>
                  <a:lnTo>
                    <a:pt x="6901489" y="1210635"/>
                  </a:lnTo>
                  <a:lnTo>
                    <a:pt x="6902157" y="1170056"/>
                  </a:lnTo>
                  <a:lnTo>
                    <a:pt x="6902825" y="1169534"/>
                  </a:lnTo>
                  <a:lnTo>
                    <a:pt x="6903493" y="1159931"/>
                  </a:lnTo>
                  <a:lnTo>
                    <a:pt x="6904161" y="1112300"/>
                  </a:lnTo>
                  <a:lnTo>
                    <a:pt x="6904829" y="1098471"/>
                  </a:lnTo>
                  <a:lnTo>
                    <a:pt x="6905497" y="943262"/>
                  </a:lnTo>
                  <a:lnTo>
                    <a:pt x="6906165" y="969450"/>
                  </a:lnTo>
                  <a:lnTo>
                    <a:pt x="6906833" y="1016858"/>
                  </a:lnTo>
                  <a:lnTo>
                    <a:pt x="6907501" y="1070867"/>
                  </a:lnTo>
                  <a:lnTo>
                    <a:pt x="6908169" y="1053464"/>
                  </a:lnTo>
                  <a:lnTo>
                    <a:pt x="6908837" y="1031260"/>
                  </a:lnTo>
                  <a:lnTo>
                    <a:pt x="6909505" y="1018658"/>
                  </a:lnTo>
                  <a:lnTo>
                    <a:pt x="6910173" y="787535"/>
                  </a:lnTo>
                  <a:lnTo>
                    <a:pt x="6910841" y="718570"/>
                  </a:lnTo>
                  <a:lnTo>
                    <a:pt x="6911509" y="639109"/>
                  </a:lnTo>
                  <a:lnTo>
                    <a:pt x="6912177" y="294113"/>
                  </a:lnTo>
                  <a:lnTo>
                    <a:pt x="6912845" y="290973"/>
                  </a:lnTo>
                  <a:lnTo>
                    <a:pt x="6913513" y="256433"/>
                  </a:lnTo>
                  <a:lnTo>
                    <a:pt x="6914181" y="250153"/>
                  </a:lnTo>
                  <a:lnTo>
                    <a:pt x="6914849" y="303533"/>
                  </a:lnTo>
                  <a:lnTo>
                    <a:pt x="6915517" y="609058"/>
                  </a:lnTo>
                  <a:lnTo>
                    <a:pt x="6916185" y="573243"/>
                  </a:lnTo>
                  <a:lnTo>
                    <a:pt x="6916854" y="543547"/>
                  </a:lnTo>
                  <a:lnTo>
                    <a:pt x="6917522" y="746530"/>
                  </a:lnTo>
                  <a:lnTo>
                    <a:pt x="6918190" y="792420"/>
                  </a:lnTo>
                  <a:lnTo>
                    <a:pt x="6918858" y="710859"/>
                  </a:lnTo>
                  <a:lnTo>
                    <a:pt x="6919526" y="666563"/>
                  </a:lnTo>
                  <a:lnTo>
                    <a:pt x="6920194" y="667169"/>
                  </a:lnTo>
                  <a:lnTo>
                    <a:pt x="6920862" y="651393"/>
                  </a:lnTo>
                  <a:lnTo>
                    <a:pt x="6921530" y="688407"/>
                  </a:lnTo>
                  <a:lnTo>
                    <a:pt x="6922198" y="854169"/>
                  </a:lnTo>
                  <a:lnTo>
                    <a:pt x="6922866" y="841877"/>
                  </a:lnTo>
                  <a:lnTo>
                    <a:pt x="6923534" y="862519"/>
                  </a:lnTo>
                  <a:lnTo>
                    <a:pt x="6924202" y="889624"/>
                  </a:lnTo>
                  <a:lnTo>
                    <a:pt x="6924870" y="870859"/>
                  </a:lnTo>
                  <a:lnTo>
                    <a:pt x="6925538" y="916653"/>
                  </a:lnTo>
                  <a:lnTo>
                    <a:pt x="6926206" y="944310"/>
                  </a:lnTo>
                  <a:lnTo>
                    <a:pt x="6926874" y="761223"/>
                  </a:lnTo>
                  <a:lnTo>
                    <a:pt x="6927542" y="776817"/>
                  </a:lnTo>
                  <a:lnTo>
                    <a:pt x="6928210" y="754007"/>
                  </a:lnTo>
                  <a:lnTo>
                    <a:pt x="6928878" y="651816"/>
                  </a:lnTo>
                  <a:lnTo>
                    <a:pt x="6929546" y="767711"/>
                  </a:lnTo>
                  <a:lnTo>
                    <a:pt x="6930214" y="824896"/>
                  </a:lnTo>
                  <a:lnTo>
                    <a:pt x="6930882" y="908768"/>
                  </a:lnTo>
                  <a:lnTo>
                    <a:pt x="6931550" y="945366"/>
                  </a:lnTo>
                  <a:lnTo>
                    <a:pt x="6932218" y="997441"/>
                  </a:lnTo>
                  <a:lnTo>
                    <a:pt x="6932886" y="1011834"/>
                  </a:lnTo>
                  <a:lnTo>
                    <a:pt x="6933554" y="1019159"/>
                  </a:lnTo>
                  <a:lnTo>
                    <a:pt x="6934222" y="1090136"/>
                  </a:lnTo>
                  <a:lnTo>
                    <a:pt x="6934890" y="1280541"/>
                  </a:lnTo>
                  <a:lnTo>
                    <a:pt x="6935558" y="1319309"/>
                  </a:lnTo>
                  <a:lnTo>
                    <a:pt x="6936226" y="1351635"/>
                  </a:lnTo>
                  <a:lnTo>
                    <a:pt x="6936894" y="1423237"/>
                  </a:lnTo>
                  <a:lnTo>
                    <a:pt x="6937562" y="1505129"/>
                  </a:lnTo>
                  <a:lnTo>
                    <a:pt x="6938230" y="1526640"/>
                  </a:lnTo>
                  <a:lnTo>
                    <a:pt x="6938898" y="1537908"/>
                  </a:lnTo>
                  <a:lnTo>
                    <a:pt x="6939566" y="1539444"/>
                  </a:lnTo>
                  <a:lnTo>
                    <a:pt x="6940234" y="1529196"/>
                  </a:lnTo>
                  <a:lnTo>
                    <a:pt x="6940902" y="1511994"/>
                  </a:lnTo>
                  <a:lnTo>
                    <a:pt x="6941571" y="1516164"/>
                  </a:lnTo>
                  <a:lnTo>
                    <a:pt x="6942239" y="1489581"/>
                  </a:lnTo>
                  <a:lnTo>
                    <a:pt x="6942907" y="1493229"/>
                  </a:lnTo>
                  <a:lnTo>
                    <a:pt x="6943575" y="1516909"/>
                  </a:lnTo>
                  <a:lnTo>
                    <a:pt x="6944243" y="1510763"/>
                  </a:lnTo>
                  <a:lnTo>
                    <a:pt x="6944911" y="1423727"/>
                  </a:lnTo>
                  <a:lnTo>
                    <a:pt x="6945579" y="1400180"/>
                  </a:lnTo>
                  <a:lnTo>
                    <a:pt x="6946247" y="1310587"/>
                  </a:lnTo>
                  <a:lnTo>
                    <a:pt x="6946915" y="1317449"/>
                  </a:lnTo>
                  <a:lnTo>
                    <a:pt x="6947583" y="1283900"/>
                  </a:lnTo>
                  <a:lnTo>
                    <a:pt x="6948251" y="1245777"/>
                  </a:lnTo>
                  <a:lnTo>
                    <a:pt x="6948919" y="1349914"/>
                  </a:lnTo>
                  <a:lnTo>
                    <a:pt x="6949587" y="1317305"/>
                  </a:lnTo>
                  <a:lnTo>
                    <a:pt x="6950255" y="1196217"/>
                  </a:lnTo>
                  <a:lnTo>
                    <a:pt x="6950923" y="1172580"/>
                  </a:lnTo>
                  <a:lnTo>
                    <a:pt x="6951591" y="1268301"/>
                  </a:lnTo>
                  <a:lnTo>
                    <a:pt x="6952259" y="1343798"/>
                  </a:lnTo>
                  <a:lnTo>
                    <a:pt x="6952927" y="1274305"/>
                  </a:lnTo>
                  <a:lnTo>
                    <a:pt x="6953595" y="1249145"/>
                  </a:lnTo>
                  <a:lnTo>
                    <a:pt x="6954263" y="1225003"/>
                  </a:lnTo>
                  <a:lnTo>
                    <a:pt x="6954931" y="1226896"/>
                  </a:lnTo>
                  <a:lnTo>
                    <a:pt x="6955599" y="1207488"/>
                  </a:lnTo>
                  <a:lnTo>
                    <a:pt x="6956267" y="1187133"/>
                  </a:lnTo>
                  <a:lnTo>
                    <a:pt x="6956935" y="1180980"/>
                  </a:lnTo>
                  <a:lnTo>
                    <a:pt x="6957603" y="1187133"/>
                  </a:lnTo>
                  <a:lnTo>
                    <a:pt x="6958271" y="1129398"/>
                  </a:lnTo>
                  <a:lnTo>
                    <a:pt x="6958939" y="1129920"/>
                  </a:lnTo>
                  <a:lnTo>
                    <a:pt x="6959607" y="1127834"/>
                  </a:lnTo>
                  <a:lnTo>
                    <a:pt x="6960275" y="1117931"/>
                  </a:lnTo>
                  <a:lnTo>
                    <a:pt x="6960943" y="1192814"/>
                  </a:lnTo>
                  <a:lnTo>
                    <a:pt x="6961611" y="1147121"/>
                  </a:lnTo>
                  <a:lnTo>
                    <a:pt x="6962279" y="1136174"/>
                  </a:lnTo>
                  <a:lnTo>
                    <a:pt x="6962947" y="1180930"/>
                  </a:lnTo>
                  <a:lnTo>
                    <a:pt x="6963615" y="1122267"/>
                  </a:lnTo>
                  <a:lnTo>
                    <a:pt x="6964283" y="1135616"/>
                  </a:lnTo>
                  <a:lnTo>
                    <a:pt x="6964951" y="1131975"/>
                  </a:lnTo>
                  <a:lnTo>
                    <a:pt x="6965620" y="1110738"/>
                  </a:lnTo>
                  <a:lnTo>
                    <a:pt x="6966288" y="1096174"/>
                  </a:lnTo>
                  <a:lnTo>
                    <a:pt x="6966956" y="1051271"/>
                  </a:lnTo>
                  <a:lnTo>
                    <a:pt x="6967624" y="1065228"/>
                  </a:lnTo>
                  <a:lnTo>
                    <a:pt x="6968292" y="1152761"/>
                  </a:lnTo>
                  <a:lnTo>
                    <a:pt x="6968960" y="1142005"/>
                  </a:lnTo>
                  <a:lnTo>
                    <a:pt x="6969628" y="1096038"/>
                  </a:lnTo>
                  <a:lnTo>
                    <a:pt x="6970296" y="1092838"/>
                  </a:lnTo>
                  <a:lnTo>
                    <a:pt x="6970964" y="948116"/>
                  </a:lnTo>
                  <a:lnTo>
                    <a:pt x="6971632" y="910495"/>
                  </a:lnTo>
                  <a:lnTo>
                    <a:pt x="6972300" y="901038"/>
                  </a:lnTo>
                  <a:lnTo>
                    <a:pt x="6972968" y="899838"/>
                  </a:lnTo>
                  <a:lnTo>
                    <a:pt x="6973636" y="910040"/>
                  </a:lnTo>
                  <a:lnTo>
                    <a:pt x="6974304" y="940045"/>
                  </a:lnTo>
                  <a:lnTo>
                    <a:pt x="6974972" y="916641"/>
                  </a:lnTo>
                  <a:lnTo>
                    <a:pt x="6975640" y="709001"/>
                  </a:lnTo>
                  <a:lnTo>
                    <a:pt x="6976308" y="709764"/>
                  </a:lnTo>
                  <a:lnTo>
                    <a:pt x="6976976" y="681553"/>
                  </a:lnTo>
                  <a:lnTo>
                    <a:pt x="6977644" y="596919"/>
                  </a:lnTo>
                  <a:lnTo>
                    <a:pt x="6978312" y="550408"/>
                  </a:lnTo>
                  <a:lnTo>
                    <a:pt x="6978980" y="466538"/>
                  </a:lnTo>
                  <a:lnTo>
                    <a:pt x="6979648" y="702912"/>
                  </a:lnTo>
                  <a:lnTo>
                    <a:pt x="6980316" y="771416"/>
                  </a:lnTo>
                  <a:lnTo>
                    <a:pt x="6980984" y="800821"/>
                  </a:lnTo>
                  <a:lnTo>
                    <a:pt x="6981652" y="848829"/>
                  </a:lnTo>
                  <a:lnTo>
                    <a:pt x="6982320" y="905839"/>
                  </a:lnTo>
                  <a:lnTo>
                    <a:pt x="6982988" y="914136"/>
                  </a:lnTo>
                  <a:lnTo>
                    <a:pt x="6983656" y="896538"/>
                  </a:lnTo>
                  <a:lnTo>
                    <a:pt x="6984324" y="846174"/>
                  </a:lnTo>
                  <a:lnTo>
                    <a:pt x="6984992" y="824330"/>
                  </a:lnTo>
                  <a:lnTo>
                    <a:pt x="6985660" y="871660"/>
                  </a:lnTo>
                  <a:lnTo>
                    <a:pt x="6986328" y="922631"/>
                  </a:lnTo>
                  <a:lnTo>
                    <a:pt x="6986996" y="986344"/>
                  </a:lnTo>
                  <a:lnTo>
                    <a:pt x="6987664" y="1063666"/>
                  </a:lnTo>
                  <a:lnTo>
                    <a:pt x="6988332" y="1153081"/>
                  </a:lnTo>
                  <a:lnTo>
                    <a:pt x="6989000" y="1173484"/>
                  </a:lnTo>
                  <a:lnTo>
                    <a:pt x="6989668" y="1019673"/>
                  </a:lnTo>
                  <a:lnTo>
                    <a:pt x="6990337" y="944808"/>
                  </a:lnTo>
                  <a:lnTo>
                    <a:pt x="6991005" y="900818"/>
                  </a:lnTo>
                  <a:lnTo>
                    <a:pt x="6991673" y="870181"/>
                  </a:lnTo>
                  <a:lnTo>
                    <a:pt x="6992341" y="811855"/>
                  </a:lnTo>
                  <a:lnTo>
                    <a:pt x="6993009" y="479373"/>
                  </a:lnTo>
                  <a:lnTo>
                    <a:pt x="6993677" y="513913"/>
                  </a:lnTo>
                  <a:lnTo>
                    <a:pt x="6994345" y="624861"/>
                  </a:lnTo>
                  <a:lnTo>
                    <a:pt x="6995013" y="621721"/>
                  </a:lnTo>
                  <a:lnTo>
                    <a:pt x="6995681" y="535894"/>
                  </a:lnTo>
                  <a:lnTo>
                    <a:pt x="6996349" y="429134"/>
                  </a:lnTo>
                  <a:lnTo>
                    <a:pt x="6997017" y="321326"/>
                  </a:lnTo>
                  <a:lnTo>
                    <a:pt x="6997685" y="293067"/>
                  </a:lnTo>
                  <a:lnTo>
                    <a:pt x="6998353" y="292020"/>
                  </a:lnTo>
                  <a:lnTo>
                    <a:pt x="6999021" y="354821"/>
                  </a:lnTo>
                  <a:lnTo>
                    <a:pt x="6999689" y="423900"/>
                  </a:lnTo>
                  <a:lnTo>
                    <a:pt x="7000357" y="489840"/>
                  </a:lnTo>
                  <a:lnTo>
                    <a:pt x="7001025" y="507634"/>
                  </a:lnTo>
                  <a:lnTo>
                    <a:pt x="7001693" y="510774"/>
                  </a:lnTo>
                  <a:lnTo>
                    <a:pt x="7002361" y="428087"/>
                  </a:lnTo>
                  <a:lnTo>
                    <a:pt x="7003029" y="446927"/>
                  </a:lnTo>
                  <a:lnTo>
                    <a:pt x="7003697" y="446927"/>
                  </a:lnTo>
                  <a:lnTo>
                    <a:pt x="7004365" y="385173"/>
                  </a:lnTo>
                  <a:lnTo>
                    <a:pt x="7005033" y="476233"/>
                  </a:lnTo>
                  <a:lnTo>
                    <a:pt x="7005701" y="598694"/>
                  </a:lnTo>
                  <a:lnTo>
                    <a:pt x="7006369" y="652074"/>
                  </a:lnTo>
                  <a:lnTo>
                    <a:pt x="7007037" y="723247"/>
                  </a:lnTo>
                  <a:lnTo>
                    <a:pt x="7007705" y="724294"/>
                  </a:lnTo>
                  <a:lnTo>
                    <a:pt x="7008373" y="618581"/>
                  </a:lnTo>
                  <a:lnTo>
                    <a:pt x="7009041" y="587181"/>
                  </a:lnTo>
                  <a:lnTo>
                    <a:pt x="7009709" y="572527"/>
                  </a:lnTo>
                  <a:lnTo>
                    <a:pt x="7010377" y="623814"/>
                  </a:lnTo>
                  <a:lnTo>
                    <a:pt x="7011045" y="698128"/>
                  </a:lnTo>
                  <a:lnTo>
                    <a:pt x="7011713" y="730574"/>
                  </a:lnTo>
                  <a:lnTo>
                    <a:pt x="7012381" y="850941"/>
                  </a:lnTo>
                  <a:lnTo>
                    <a:pt x="7013049" y="1075434"/>
                  </a:lnTo>
                  <a:lnTo>
                    <a:pt x="7013717" y="1139625"/>
                  </a:lnTo>
                  <a:lnTo>
                    <a:pt x="7014385" y="1189115"/>
                  </a:lnTo>
                  <a:lnTo>
                    <a:pt x="7015054" y="1144369"/>
                  </a:lnTo>
                  <a:lnTo>
                    <a:pt x="7015722" y="1135982"/>
                  </a:lnTo>
                  <a:lnTo>
                    <a:pt x="7016390" y="1123783"/>
                  </a:lnTo>
                  <a:lnTo>
                    <a:pt x="7017058" y="1276102"/>
                  </a:lnTo>
                  <a:lnTo>
                    <a:pt x="7017726" y="1295305"/>
                  </a:lnTo>
                  <a:lnTo>
                    <a:pt x="7018394" y="1353456"/>
                  </a:lnTo>
                  <a:lnTo>
                    <a:pt x="7019062" y="1399572"/>
                  </a:lnTo>
                  <a:lnTo>
                    <a:pt x="7019730" y="1418990"/>
                  </a:lnTo>
                  <a:lnTo>
                    <a:pt x="7020398" y="1400179"/>
                  </a:lnTo>
                  <a:lnTo>
                    <a:pt x="7021066" y="1343747"/>
                  </a:lnTo>
                  <a:lnTo>
                    <a:pt x="7021734" y="1309160"/>
                  </a:lnTo>
                  <a:lnTo>
                    <a:pt x="7022402" y="1254548"/>
                  </a:lnTo>
                  <a:lnTo>
                    <a:pt x="7023070" y="1248497"/>
                  </a:lnTo>
                  <a:lnTo>
                    <a:pt x="7023738" y="1227494"/>
                  </a:lnTo>
                  <a:lnTo>
                    <a:pt x="7024406" y="1226893"/>
                  </a:lnTo>
                  <a:lnTo>
                    <a:pt x="7025074" y="1147419"/>
                  </a:lnTo>
                  <a:lnTo>
                    <a:pt x="7025742" y="1166481"/>
                  </a:lnTo>
                  <a:lnTo>
                    <a:pt x="7026410" y="1196002"/>
                  </a:lnTo>
                  <a:lnTo>
                    <a:pt x="7027078" y="1201684"/>
                  </a:lnTo>
                  <a:lnTo>
                    <a:pt x="7027746" y="1166267"/>
                  </a:lnTo>
                  <a:lnTo>
                    <a:pt x="7028414" y="949328"/>
                  </a:lnTo>
                  <a:lnTo>
                    <a:pt x="7029082" y="903275"/>
                  </a:lnTo>
                  <a:lnTo>
                    <a:pt x="7029750" y="907461"/>
                  </a:lnTo>
                  <a:lnTo>
                    <a:pt x="7030418" y="966075"/>
                  </a:lnTo>
                  <a:lnTo>
                    <a:pt x="7031086" y="1063415"/>
                  </a:lnTo>
                  <a:lnTo>
                    <a:pt x="7031754" y="1154475"/>
                  </a:lnTo>
                  <a:lnTo>
                    <a:pt x="7032422" y="1231928"/>
                  </a:lnTo>
                  <a:lnTo>
                    <a:pt x="7033090" y="1305195"/>
                  </a:lnTo>
                  <a:lnTo>
                    <a:pt x="7033758" y="1358575"/>
                  </a:lnTo>
                  <a:lnTo>
                    <a:pt x="7034426" y="1362762"/>
                  </a:lnTo>
                  <a:lnTo>
                    <a:pt x="7035094" y="1328222"/>
                  </a:lnTo>
                  <a:lnTo>
                    <a:pt x="7035762" y="1284262"/>
                  </a:lnTo>
                  <a:lnTo>
                    <a:pt x="7036430" y="1292635"/>
                  </a:lnTo>
                  <a:lnTo>
                    <a:pt x="7037098" y="1304149"/>
                  </a:lnTo>
                  <a:lnTo>
                    <a:pt x="7037766" y="1341829"/>
                  </a:lnTo>
                  <a:lnTo>
                    <a:pt x="7038434" y="1392069"/>
                  </a:lnTo>
                  <a:lnTo>
                    <a:pt x="7039102" y="1421376"/>
                  </a:lnTo>
                  <a:lnTo>
                    <a:pt x="7039771" y="1320895"/>
                  </a:lnTo>
                  <a:lnTo>
                    <a:pt x="7040439" y="1254955"/>
                  </a:lnTo>
                  <a:lnTo>
                    <a:pt x="7041107" y="1184828"/>
                  </a:lnTo>
                  <a:lnTo>
                    <a:pt x="7041775" y="1128308"/>
                  </a:lnTo>
                  <a:lnTo>
                    <a:pt x="7042443" y="1120982"/>
                  </a:lnTo>
                  <a:lnTo>
                    <a:pt x="7043111" y="1088535"/>
                  </a:lnTo>
                  <a:lnTo>
                    <a:pt x="7043779" y="1061322"/>
                  </a:lnTo>
                  <a:lnTo>
                    <a:pt x="7044447" y="1068648"/>
                  </a:lnTo>
                  <a:lnTo>
                    <a:pt x="7045115" y="1075975"/>
                  </a:lnTo>
                  <a:lnTo>
                    <a:pt x="7045783" y="1078068"/>
                  </a:lnTo>
                  <a:lnTo>
                    <a:pt x="7046451" y="1077022"/>
                  </a:lnTo>
                  <a:lnTo>
                    <a:pt x="7047119" y="1077022"/>
                  </a:lnTo>
                  <a:lnTo>
                    <a:pt x="7047787" y="1095862"/>
                  </a:lnTo>
                  <a:lnTo>
                    <a:pt x="7048455" y="1103188"/>
                  </a:lnTo>
                  <a:lnTo>
                    <a:pt x="7049123" y="1111562"/>
                  </a:lnTo>
                  <a:lnTo>
                    <a:pt x="7049791" y="1336139"/>
                  </a:lnTo>
                  <a:lnTo>
                    <a:pt x="7050459" y="1397286"/>
                  </a:lnTo>
                  <a:lnTo>
                    <a:pt x="7051127" y="1412757"/>
                  </a:lnTo>
                  <a:lnTo>
                    <a:pt x="7051795" y="1437918"/>
                  </a:lnTo>
                  <a:lnTo>
                    <a:pt x="7052463" y="1400558"/>
                  </a:lnTo>
                  <a:lnTo>
                    <a:pt x="7053131" y="1460933"/>
                  </a:lnTo>
                  <a:lnTo>
                    <a:pt x="7053799" y="1445931"/>
                  </a:lnTo>
                  <a:lnTo>
                    <a:pt x="7054467" y="1424451"/>
                  </a:lnTo>
                  <a:lnTo>
                    <a:pt x="7055135" y="1424451"/>
                  </a:lnTo>
                  <a:lnTo>
                    <a:pt x="7055803" y="1452970"/>
                  </a:lnTo>
                  <a:lnTo>
                    <a:pt x="7056471" y="1464499"/>
                  </a:lnTo>
                  <a:lnTo>
                    <a:pt x="7057139" y="1454791"/>
                  </a:lnTo>
                  <a:lnTo>
                    <a:pt x="7057807" y="1424451"/>
                  </a:lnTo>
                  <a:lnTo>
                    <a:pt x="7058475" y="1385616"/>
                  </a:lnTo>
                  <a:lnTo>
                    <a:pt x="7059143" y="1341927"/>
                  </a:lnTo>
                  <a:lnTo>
                    <a:pt x="7059811" y="1307907"/>
                  </a:lnTo>
                  <a:lnTo>
                    <a:pt x="7060479" y="1270101"/>
                  </a:lnTo>
                  <a:lnTo>
                    <a:pt x="7061147" y="1159619"/>
                  </a:lnTo>
                  <a:lnTo>
                    <a:pt x="7061815" y="1177155"/>
                  </a:lnTo>
                  <a:lnTo>
                    <a:pt x="7062483" y="1241965"/>
                  </a:lnTo>
                  <a:lnTo>
                    <a:pt x="7063151" y="1255887"/>
                  </a:lnTo>
                  <a:lnTo>
                    <a:pt x="7063820" y="1291237"/>
                  </a:lnTo>
                  <a:lnTo>
                    <a:pt x="7064488" y="1159708"/>
                  </a:lnTo>
                  <a:lnTo>
                    <a:pt x="7065156" y="1186922"/>
                  </a:lnTo>
                  <a:lnTo>
                    <a:pt x="7065824" y="1149242"/>
                  </a:lnTo>
                  <a:lnTo>
                    <a:pt x="7066492" y="1094815"/>
                  </a:lnTo>
                  <a:lnTo>
                    <a:pt x="7067160" y="1097955"/>
                  </a:lnTo>
                  <a:lnTo>
                    <a:pt x="7067828" y="1115748"/>
                  </a:lnTo>
                  <a:lnTo>
                    <a:pt x="7068496" y="1137728"/>
                  </a:lnTo>
                  <a:lnTo>
                    <a:pt x="7069164" y="1195295"/>
                  </a:lnTo>
                  <a:lnTo>
                    <a:pt x="7069832" y="1281122"/>
                  </a:lnTo>
                  <a:lnTo>
                    <a:pt x="7070500" y="1347062"/>
                  </a:lnTo>
                  <a:lnTo>
                    <a:pt x="7071168" y="1348109"/>
                  </a:lnTo>
                  <a:lnTo>
                    <a:pt x="7071836" y="1268562"/>
                  </a:lnTo>
                  <a:lnTo>
                    <a:pt x="7072504" y="1179595"/>
                  </a:lnTo>
                  <a:lnTo>
                    <a:pt x="7073172" y="1096908"/>
                  </a:lnTo>
                  <a:lnTo>
                    <a:pt x="7073840" y="1035155"/>
                  </a:lnTo>
                  <a:lnTo>
                    <a:pt x="7074508" y="988055"/>
                  </a:lnTo>
                  <a:lnTo>
                    <a:pt x="7075176" y="1122524"/>
                  </a:lnTo>
                  <a:lnTo>
                    <a:pt x="7075844" y="1121558"/>
                  </a:lnTo>
                  <a:lnTo>
                    <a:pt x="7076512" y="1147419"/>
                  </a:lnTo>
                  <a:lnTo>
                    <a:pt x="7077180" y="1133695"/>
                  </a:lnTo>
                  <a:lnTo>
                    <a:pt x="7077848" y="1120733"/>
                  </a:lnTo>
                  <a:lnTo>
                    <a:pt x="7078516" y="1120733"/>
                  </a:lnTo>
                  <a:lnTo>
                    <a:pt x="7079184" y="1116920"/>
                  </a:lnTo>
                  <a:lnTo>
                    <a:pt x="7079852" y="1071935"/>
                  </a:lnTo>
                  <a:lnTo>
                    <a:pt x="7080520" y="1055923"/>
                  </a:lnTo>
                  <a:lnTo>
                    <a:pt x="7081188" y="1047536"/>
                  </a:lnTo>
                  <a:lnTo>
                    <a:pt x="7081856" y="1057448"/>
                  </a:lnTo>
                  <a:lnTo>
                    <a:pt x="7082524" y="1087184"/>
                  </a:lnTo>
                  <a:lnTo>
                    <a:pt x="7083192" y="1168768"/>
                  </a:lnTo>
                  <a:lnTo>
                    <a:pt x="7083860" y="1218328"/>
                  </a:lnTo>
                  <a:lnTo>
                    <a:pt x="7084528" y="1245015"/>
                  </a:lnTo>
                  <a:lnTo>
                    <a:pt x="7085196" y="1276501"/>
                  </a:lnTo>
                  <a:lnTo>
                    <a:pt x="7085864" y="1316374"/>
                  </a:lnTo>
                  <a:lnTo>
                    <a:pt x="7086532" y="1187969"/>
                  </a:lnTo>
                  <a:lnTo>
                    <a:pt x="7087200" y="1235069"/>
                  </a:lnTo>
                  <a:lnTo>
                    <a:pt x="7087868" y="1280075"/>
                  </a:lnTo>
                  <a:lnTo>
                    <a:pt x="7088537" y="1296822"/>
                  </a:lnTo>
                  <a:lnTo>
                    <a:pt x="7089205" y="1337642"/>
                  </a:lnTo>
                  <a:lnTo>
                    <a:pt x="7089873" y="1403582"/>
                  </a:lnTo>
                  <a:lnTo>
                    <a:pt x="7090541" y="1409862"/>
                  </a:lnTo>
                  <a:lnTo>
                    <a:pt x="7091209" y="1362762"/>
                  </a:lnTo>
                  <a:lnTo>
                    <a:pt x="7091877" y="1492517"/>
                  </a:lnTo>
                  <a:lnTo>
                    <a:pt x="7092545" y="1522189"/>
                  </a:lnTo>
                  <a:lnTo>
                    <a:pt x="7093213" y="1526902"/>
                  </a:lnTo>
                  <a:lnTo>
                    <a:pt x="7093881" y="1533329"/>
                  </a:lnTo>
                  <a:lnTo>
                    <a:pt x="7094549" y="1542376"/>
                  </a:lnTo>
                  <a:lnTo>
                    <a:pt x="7095217" y="1540851"/>
                  </a:lnTo>
                  <a:lnTo>
                    <a:pt x="7095885" y="1513402"/>
                  </a:lnTo>
                  <a:lnTo>
                    <a:pt x="7096553" y="1527919"/>
                  </a:lnTo>
                  <a:lnTo>
                    <a:pt x="7097221" y="1474135"/>
                  </a:lnTo>
                  <a:lnTo>
                    <a:pt x="7097889" y="1472935"/>
                  </a:lnTo>
                  <a:lnTo>
                    <a:pt x="7098557" y="1468140"/>
                  </a:lnTo>
                  <a:lnTo>
                    <a:pt x="7099225" y="1466320"/>
                  </a:lnTo>
                  <a:lnTo>
                    <a:pt x="7099893" y="1445689"/>
                  </a:lnTo>
                  <a:lnTo>
                    <a:pt x="7100561" y="1449330"/>
                  </a:lnTo>
                  <a:lnTo>
                    <a:pt x="7101229" y="1477849"/>
                  </a:lnTo>
                  <a:lnTo>
                    <a:pt x="7101897" y="1483137"/>
                  </a:lnTo>
                  <a:lnTo>
                    <a:pt x="7102565" y="1481937"/>
                  </a:lnTo>
                  <a:lnTo>
                    <a:pt x="7103233" y="1481937"/>
                  </a:lnTo>
                  <a:lnTo>
                    <a:pt x="7103901" y="1459376"/>
                  </a:lnTo>
                  <a:lnTo>
                    <a:pt x="7104569" y="1380733"/>
                  </a:lnTo>
                  <a:lnTo>
                    <a:pt x="7105237" y="1361672"/>
                  </a:lnTo>
                  <a:lnTo>
                    <a:pt x="7105905" y="1373109"/>
                  </a:lnTo>
                  <a:lnTo>
                    <a:pt x="7106573" y="1416798"/>
                  </a:lnTo>
                  <a:lnTo>
                    <a:pt x="7107241" y="1484482"/>
                  </a:lnTo>
                  <a:lnTo>
                    <a:pt x="7107909" y="1476396"/>
                  </a:lnTo>
                  <a:lnTo>
                    <a:pt x="7108577" y="1403582"/>
                  </a:lnTo>
                  <a:lnTo>
                    <a:pt x="7109245" y="1396255"/>
                  </a:lnTo>
                  <a:lnTo>
                    <a:pt x="7109913" y="1431842"/>
                  </a:lnTo>
                  <a:lnTo>
                    <a:pt x="7110581" y="1441262"/>
                  </a:lnTo>
                  <a:lnTo>
                    <a:pt x="7111249" y="1471616"/>
                  </a:lnTo>
                  <a:lnTo>
                    <a:pt x="7111917" y="1500922"/>
                  </a:lnTo>
                  <a:lnTo>
                    <a:pt x="7112585" y="1521856"/>
                  </a:lnTo>
                  <a:lnTo>
                    <a:pt x="7113254" y="1521856"/>
                  </a:lnTo>
                  <a:lnTo>
                    <a:pt x="7113922" y="1539649"/>
                  </a:lnTo>
                  <a:lnTo>
                    <a:pt x="7114590" y="1544882"/>
                  </a:lnTo>
                  <a:lnTo>
                    <a:pt x="7115258" y="1583609"/>
                  </a:lnTo>
                  <a:lnTo>
                    <a:pt x="7115926" y="1605589"/>
                  </a:lnTo>
                  <a:lnTo>
                    <a:pt x="7116594" y="1623383"/>
                  </a:lnTo>
                  <a:lnTo>
                    <a:pt x="7117262" y="1633849"/>
                  </a:lnTo>
                  <a:lnTo>
                    <a:pt x="7117930" y="1647456"/>
                  </a:lnTo>
                  <a:lnTo>
                    <a:pt x="7118598" y="1655829"/>
                  </a:lnTo>
                  <a:lnTo>
                    <a:pt x="7119266" y="1668389"/>
                  </a:lnTo>
                  <a:lnTo>
                    <a:pt x="7119934" y="1668389"/>
                  </a:lnTo>
                  <a:lnTo>
                    <a:pt x="7120602" y="1668389"/>
                  </a:lnTo>
                  <a:lnTo>
                    <a:pt x="7121270" y="1668389"/>
                  </a:lnTo>
                  <a:lnTo>
                    <a:pt x="7121938" y="1668389"/>
                  </a:lnTo>
                  <a:lnTo>
                    <a:pt x="7122606" y="1668389"/>
                  </a:lnTo>
                  <a:lnTo>
                    <a:pt x="7123274" y="1668389"/>
                  </a:lnTo>
                  <a:lnTo>
                    <a:pt x="7123942" y="1668389"/>
                  </a:lnTo>
                  <a:lnTo>
                    <a:pt x="7124610" y="1668389"/>
                  </a:lnTo>
                  <a:lnTo>
                    <a:pt x="7125278" y="1668389"/>
                  </a:lnTo>
                  <a:lnTo>
                    <a:pt x="7125946" y="1654783"/>
                  </a:lnTo>
                  <a:lnTo>
                    <a:pt x="7126614" y="1647456"/>
                  </a:lnTo>
                  <a:lnTo>
                    <a:pt x="7127282" y="1647456"/>
                  </a:lnTo>
                  <a:lnTo>
                    <a:pt x="7127950" y="1647456"/>
                  </a:lnTo>
                  <a:lnTo>
                    <a:pt x="7128618" y="1647456"/>
                  </a:lnTo>
                  <a:lnTo>
                    <a:pt x="7129286" y="1647456"/>
                  </a:lnTo>
                  <a:lnTo>
                    <a:pt x="7129954" y="1647456"/>
                  </a:lnTo>
                  <a:lnTo>
                    <a:pt x="7130622" y="1647456"/>
                  </a:lnTo>
                  <a:lnTo>
                    <a:pt x="7131290" y="1628616"/>
                  </a:lnTo>
                  <a:lnTo>
                    <a:pt x="7131958" y="1626523"/>
                  </a:lnTo>
                  <a:lnTo>
                    <a:pt x="7132626" y="1626523"/>
                  </a:lnTo>
                  <a:lnTo>
                    <a:pt x="7133294" y="1626523"/>
                  </a:lnTo>
                  <a:lnTo>
                    <a:pt x="7133962" y="1626523"/>
                  </a:lnTo>
                  <a:lnTo>
                    <a:pt x="7134630" y="1626523"/>
                  </a:lnTo>
                  <a:lnTo>
                    <a:pt x="7135298" y="1626523"/>
                  </a:lnTo>
                  <a:lnTo>
                    <a:pt x="7135966" y="1640129"/>
                  </a:lnTo>
                  <a:lnTo>
                    <a:pt x="7136634" y="1647456"/>
                  </a:lnTo>
                  <a:lnTo>
                    <a:pt x="7137303" y="1647456"/>
                  </a:lnTo>
                  <a:lnTo>
                    <a:pt x="7137971" y="1647456"/>
                  </a:lnTo>
                  <a:lnTo>
                    <a:pt x="7138639" y="1647456"/>
                  </a:lnTo>
                  <a:lnTo>
                    <a:pt x="7139307" y="1647456"/>
                  </a:lnTo>
                  <a:lnTo>
                    <a:pt x="7139975" y="1647456"/>
                  </a:lnTo>
                  <a:lnTo>
                    <a:pt x="7140643" y="1647456"/>
                  </a:lnTo>
                  <a:lnTo>
                    <a:pt x="7141311" y="1666296"/>
                  </a:lnTo>
                  <a:lnTo>
                    <a:pt x="7141979" y="1655829"/>
                  </a:lnTo>
                  <a:lnTo>
                    <a:pt x="7142647" y="1647456"/>
                  </a:lnTo>
                  <a:lnTo>
                    <a:pt x="7143315" y="1645363"/>
                  </a:lnTo>
                  <a:lnTo>
                    <a:pt x="7143983" y="1653732"/>
                  </a:lnTo>
                  <a:lnTo>
                    <a:pt x="7144651" y="1639236"/>
                  </a:lnTo>
                  <a:lnTo>
                    <a:pt x="7145319" y="1626247"/>
                  </a:lnTo>
                  <a:lnTo>
                    <a:pt x="7145987" y="1614048"/>
                  </a:lnTo>
                  <a:lnTo>
                    <a:pt x="7146655" y="1636341"/>
                  </a:lnTo>
                  <a:lnTo>
                    <a:pt x="7147323" y="1635563"/>
                  </a:lnTo>
                  <a:lnTo>
                    <a:pt x="7147991" y="1610959"/>
                  </a:lnTo>
                  <a:lnTo>
                    <a:pt x="7148659" y="1601957"/>
                  </a:lnTo>
                  <a:lnTo>
                    <a:pt x="7149327" y="1596174"/>
                  </a:lnTo>
                  <a:lnTo>
                    <a:pt x="7149995" y="1581611"/>
                  </a:lnTo>
                  <a:lnTo>
                    <a:pt x="7150663" y="1575543"/>
                  </a:lnTo>
                  <a:lnTo>
                    <a:pt x="7151331" y="1568262"/>
                  </a:lnTo>
                  <a:lnTo>
                    <a:pt x="7151999" y="1560373"/>
                  </a:lnTo>
                  <a:lnTo>
                    <a:pt x="7152667" y="1563407"/>
                  </a:lnTo>
                  <a:lnTo>
                    <a:pt x="7153335" y="1564621"/>
                  </a:lnTo>
                  <a:lnTo>
                    <a:pt x="7154003" y="1586354"/>
                  </a:lnTo>
                  <a:lnTo>
                    <a:pt x="7154671" y="1600157"/>
                  </a:lnTo>
                  <a:lnTo>
                    <a:pt x="7155339" y="1565250"/>
                  </a:lnTo>
                  <a:lnTo>
                    <a:pt x="7156007" y="1569825"/>
                  </a:lnTo>
                  <a:lnTo>
                    <a:pt x="7156675" y="1568536"/>
                  </a:lnTo>
                  <a:lnTo>
                    <a:pt x="7157343" y="1569322"/>
                  </a:lnTo>
                  <a:lnTo>
                    <a:pt x="7158011" y="1593674"/>
                  </a:lnTo>
                  <a:lnTo>
                    <a:pt x="7158679" y="1598654"/>
                  </a:lnTo>
                  <a:lnTo>
                    <a:pt x="7159347" y="1549069"/>
                  </a:lnTo>
                  <a:lnTo>
                    <a:pt x="7160015" y="1574189"/>
                  </a:lnTo>
                  <a:lnTo>
                    <a:pt x="7160683" y="1584656"/>
                  </a:lnTo>
                  <a:lnTo>
                    <a:pt x="7161351" y="1597216"/>
                  </a:lnTo>
                  <a:lnTo>
                    <a:pt x="7162020" y="1623383"/>
                  </a:lnTo>
                  <a:lnTo>
                    <a:pt x="7162688" y="1626523"/>
                  </a:lnTo>
                  <a:lnTo>
                    <a:pt x="7163356" y="1612916"/>
                  </a:lnTo>
                  <a:lnTo>
                    <a:pt x="7164024" y="1593029"/>
                  </a:lnTo>
                  <a:lnTo>
                    <a:pt x="7164692" y="1584656"/>
                  </a:lnTo>
                  <a:lnTo>
                    <a:pt x="7165360" y="1584656"/>
                  </a:lnTo>
                  <a:lnTo>
                    <a:pt x="7166028" y="1576283"/>
                  </a:lnTo>
                  <a:lnTo>
                    <a:pt x="7166696" y="1584656"/>
                  </a:lnTo>
                  <a:lnTo>
                    <a:pt x="7167364" y="1595123"/>
                  </a:lnTo>
                  <a:lnTo>
                    <a:pt x="7168032" y="1605589"/>
                  </a:lnTo>
                  <a:lnTo>
                    <a:pt x="7168700" y="1605589"/>
                  </a:lnTo>
                  <a:lnTo>
                    <a:pt x="7169368" y="1605589"/>
                  </a:lnTo>
                  <a:lnTo>
                    <a:pt x="7170036" y="1647488"/>
                  </a:lnTo>
                  <a:lnTo>
                    <a:pt x="7170704" y="1644735"/>
                  </a:lnTo>
                  <a:lnTo>
                    <a:pt x="7171372" y="1636879"/>
                  </a:lnTo>
                  <a:lnTo>
                    <a:pt x="7172040" y="1636060"/>
                  </a:lnTo>
                  <a:lnTo>
                    <a:pt x="7172708" y="1626247"/>
                  </a:lnTo>
                  <a:lnTo>
                    <a:pt x="7173376" y="1636159"/>
                  </a:lnTo>
                  <a:lnTo>
                    <a:pt x="7174044" y="1650646"/>
                  </a:lnTo>
                  <a:lnTo>
                    <a:pt x="7174712" y="1656746"/>
                  </a:lnTo>
                  <a:lnTo>
                    <a:pt x="7175380" y="1656746"/>
                  </a:lnTo>
                  <a:lnTo>
                    <a:pt x="7176048" y="1668810"/>
                  </a:lnTo>
                  <a:lnTo>
                    <a:pt x="7176716" y="1668810"/>
                  </a:lnTo>
                  <a:lnTo>
                    <a:pt x="7177384" y="1668810"/>
                  </a:lnTo>
                  <a:lnTo>
                    <a:pt x="7178052" y="1668810"/>
                  </a:lnTo>
                  <a:lnTo>
                    <a:pt x="7178720" y="1668810"/>
                  </a:lnTo>
                  <a:lnTo>
                    <a:pt x="7179388" y="1668810"/>
                  </a:lnTo>
                  <a:lnTo>
                    <a:pt x="7180056" y="1668810"/>
                  </a:lnTo>
                  <a:lnTo>
                    <a:pt x="7180724" y="1668810"/>
                  </a:lnTo>
                  <a:lnTo>
                    <a:pt x="7181392" y="1668810"/>
                  </a:lnTo>
                  <a:lnTo>
                    <a:pt x="7182060" y="1668810"/>
                  </a:lnTo>
                  <a:lnTo>
                    <a:pt x="7182728" y="1668810"/>
                  </a:lnTo>
                  <a:lnTo>
                    <a:pt x="7183396" y="1668810"/>
                  </a:lnTo>
                  <a:lnTo>
                    <a:pt x="7184064" y="1668810"/>
                  </a:lnTo>
                  <a:lnTo>
                    <a:pt x="7184732" y="1668810"/>
                  </a:lnTo>
                  <a:lnTo>
                    <a:pt x="7185400" y="1668810"/>
                  </a:lnTo>
                  <a:lnTo>
                    <a:pt x="7186068" y="1668810"/>
                  </a:lnTo>
                  <a:lnTo>
                    <a:pt x="7186737" y="1668810"/>
                  </a:lnTo>
                  <a:lnTo>
                    <a:pt x="7187405" y="1668810"/>
                  </a:lnTo>
                  <a:lnTo>
                    <a:pt x="7188073" y="1668810"/>
                  </a:lnTo>
                  <a:lnTo>
                    <a:pt x="7188741" y="1664228"/>
                  </a:lnTo>
                  <a:lnTo>
                    <a:pt x="7189409" y="1626523"/>
                  </a:lnTo>
                  <a:lnTo>
                    <a:pt x="7190077" y="1626523"/>
                  </a:lnTo>
                  <a:lnTo>
                    <a:pt x="7190745" y="1626523"/>
                  </a:lnTo>
                  <a:lnTo>
                    <a:pt x="7191413" y="1626523"/>
                  </a:lnTo>
                  <a:lnTo>
                    <a:pt x="7192081" y="1616056"/>
                  </a:lnTo>
                  <a:lnTo>
                    <a:pt x="7192749" y="1605589"/>
                  </a:lnTo>
                  <a:lnTo>
                    <a:pt x="7193417" y="1605589"/>
                  </a:lnTo>
                  <a:lnTo>
                    <a:pt x="7194085" y="1605589"/>
                  </a:lnTo>
                  <a:lnTo>
                    <a:pt x="7194753" y="1605589"/>
                  </a:lnTo>
                  <a:lnTo>
                    <a:pt x="7195421" y="1605589"/>
                  </a:lnTo>
                  <a:lnTo>
                    <a:pt x="7196089" y="1605589"/>
                  </a:lnTo>
                  <a:lnTo>
                    <a:pt x="7196757" y="1605589"/>
                  </a:lnTo>
                  <a:lnTo>
                    <a:pt x="7197425" y="1612916"/>
                  </a:lnTo>
                  <a:lnTo>
                    <a:pt x="7198093" y="1636989"/>
                  </a:lnTo>
                  <a:lnTo>
                    <a:pt x="7198761" y="1647456"/>
                  </a:lnTo>
                  <a:lnTo>
                    <a:pt x="7199429" y="1647456"/>
                  </a:lnTo>
                  <a:lnTo>
                    <a:pt x="7200097" y="1645363"/>
                  </a:lnTo>
                  <a:lnTo>
                    <a:pt x="7200765" y="1626523"/>
                  </a:lnTo>
                  <a:lnTo>
                    <a:pt x="7201433" y="1604543"/>
                  </a:lnTo>
                  <a:lnTo>
                    <a:pt x="7202101" y="1595123"/>
                  </a:lnTo>
                  <a:lnTo>
                    <a:pt x="7202769" y="1605589"/>
                  </a:lnTo>
                  <a:lnTo>
                    <a:pt x="7203437" y="1605589"/>
                  </a:lnTo>
                  <a:lnTo>
                    <a:pt x="7204105" y="1605589"/>
                  </a:lnTo>
                  <a:lnTo>
                    <a:pt x="7204773" y="1605589"/>
                  </a:lnTo>
                  <a:lnTo>
                    <a:pt x="7205441" y="1584656"/>
                  </a:lnTo>
                  <a:lnTo>
                    <a:pt x="7206109" y="1584656"/>
                  </a:lnTo>
                  <a:lnTo>
                    <a:pt x="7206777" y="1542789"/>
                  </a:lnTo>
                  <a:lnTo>
                    <a:pt x="7207445" y="1521856"/>
                  </a:lnTo>
                  <a:lnTo>
                    <a:pt x="7208113" y="1521856"/>
                  </a:lnTo>
                  <a:lnTo>
                    <a:pt x="7208781" y="1521856"/>
                  </a:lnTo>
                  <a:lnTo>
                    <a:pt x="7209449" y="1521856"/>
                  </a:lnTo>
                  <a:lnTo>
                    <a:pt x="7210117" y="1584004"/>
                  </a:lnTo>
                  <a:lnTo>
                    <a:pt x="7210785" y="1605457"/>
                  </a:lnTo>
                  <a:lnTo>
                    <a:pt x="7211454" y="1626093"/>
                  </a:lnTo>
                  <a:lnTo>
                    <a:pt x="7212122" y="1641497"/>
                  </a:lnTo>
                  <a:lnTo>
                    <a:pt x="7212790" y="1638447"/>
                  </a:lnTo>
                  <a:lnTo>
                    <a:pt x="7213458" y="1615573"/>
                  </a:lnTo>
                  <a:lnTo>
                    <a:pt x="7214126" y="1572875"/>
                  </a:lnTo>
                  <a:lnTo>
                    <a:pt x="7214794" y="1565250"/>
                  </a:lnTo>
                  <a:lnTo>
                    <a:pt x="7215462" y="1580499"/>
                  </a:lnTo>
                  <a:lnTo>
                    <a:pt x="7216130" y="1580499"/>
                  </a:lnTo>
                  <a:lnTo>
                    <a:pt x="7216798" y="1600323"/>
                  </a:lnTo>
                  <a:lnTo>
                    <a:pt x="7217466" y="1583549"/>
                  </a:lnTo>
                  <a:lnTo>
                    <a:pt x="7218134" y="1573637"/>
                  </a:lnTo>
                  <a:lnTo>
                    <a:pt x="7218802" y="1557625"/>
                  </a:lnTo>
                  <a:lnTo>
                    <a:pt x="7219470" y="1537801"/>
                  </a:lnTo>
                  <a:lnTo>
                    <a:pt x="7220138" y="1519529"/>
                  </a:lnTo>
                  <a:lnTo>
                    <a:pt x="7220806" y="1495480"/>
                  </a:lnTo>
                  <a:lnTo>
                    <a:pt x="7221474" y="1457420"/>
                  </a:lnTo>
                  <a:lnTo>
                    <a:pt x="7222142" y="1448347"/>
                  </a:lnTo>
                  <a:lnTo>
                    <a:pt x="7222810" y="1461555"/>
                  </a:lnTo>
                  <a:lnTo>
                    <a:pt x="7223478" y="1477566"/>
                  </a:lnTo>
                  <a:lnTo>
                    <a:pt x="7224146" y="1497391"/>
                  </a:lnTo>
                  <a:lnTo>
                    <a:pt x="7224814" y="1499678"/>
                  </a:lnTo>
                  <a:lnTo>
                    <a:pt x="7225482" y="1462317"/>
                  </a:lnTo>
                  <a:lnTo>
                    <a:pt x="7226150" y="1434869"/>
                  </a:lnTo>
                  <a:lnTo>
                    <a:pt x="7226818" y="1420382"/>
                  </a:lnTo>
                  <a:lnTo>
                    <a:pt x="7227486" y="1407420"/>
                  </a:lnTo>
                  <a:lnTo>
                    <a:pt x="7228154" y="1404370"/>
                  </a:lnTo>
                  <a:lnTo>
                    <a:pt x="7228822" y="1420382"/>
                  </a:lnTo>
                  <a:lnTo>
                    <a:pt x="7229490" y="1425719"/>
                  </a:lnTo>
                  <a:lnTo>
                    <a:pt x="7230158" y="1441731"/>
                  </a:lnTo>
                  <a:lnTo>
                    <a:pt x="7230826" y="1458505"/>
                  </a:lnTo>
                  <a:lnTo>
                    <a:pt x="7231494" y="1464605"/>
                  </a:lnTo>
                  <a:lnTo>
                    <a:pt x="7232162" y="1422669"/>
                  </a:lnTo>
                  <a:lnTo>
                    <a:pt x="7232830" y="1398270"/>
                  </a:lnTo>
                  <a:lnTo>
                    <a:pt x="7233498" y="1484337"/>
                  </a:lnTo>
                  <a:lnTo>
                    <a:pt x="7234166" y="1489985"/>
                  </a:lnTo>
                  <a:lnTo>
                    <a:pt x="7234834" y="1494232"/>
                  </a:lnTo>
                  <a:lnTo>
                    <a:pt x="7235503" y="1515470"/>
                  </a:lnTo>
                  <a:lnTo>
                    <a:pt x="7236171" y="1533674"/>
                  </a:lnTo>
                  <a:lnTo>
                    <a:pt x="7236839" y="1548844"/>
                  </a:lnTo>
                  <a:lnTo>
                    <a:pt x="7237507" y="1572509"/>
                  </a:lnTo>
                  <a:lnTo>
                    <a:pt x="7238175" y="1556732"/>
                  </a:lnTo>
                  <a:lnTo>
                    <a:pt x="7238843" y="1539135"/>
                  </a:lnTo>
                  <a:lnTo>
                    <a:pt x="7239511" y="1538529"/>
                  </a:lnTo>
                  <a:lnTo>
                    <a:pt x="7240179" y="1533674"/>
                  </a:lnTo>
                  <a:lnTo>
                    <a:pt x="7240847" y="1526999"/>
                  </a:lnTo>
                  <a:lnTo>
                    <a:pt x="7241515" y="1546148"/>
                  </a:lnTo>
                  <a:lnTo>
                    <a:pt x="7242183" y="1586492"/>
                  </a:lnTo>
                  <a:lnTo>
                    <a:pt x="7242851" y="1538564"/>
                  </a:lnTo>
                  <a:lnTo>
                    <a:pt x="7243519" y="1494129"/>
                  </a:lnTo>
                  <a:lnTo>
                    <a:pt x="7244187" y="1417189"/>
                  </a:lnTo>
                  <a:lnTo>
                    <a:pt x="7244855" y="1417189"/>
                  </a:lnTo>
                  <a:lnTo>
                    <a:pt x="7245523" y="1414049"/>
                  </a:lnTo>
                  <a:lnTo>
                    <a:pt x="7246191" y="1396256"/>
                  </a:lnTo>
                  <a:lnTo>
                    <a:pt x="7246859" y="1396256"/>
                  </a:lnTo>
                  <a:lnTo>
                    <a:pt x="7247527" y="1404629"/>
                  </a:lnTo>
                  <a:lnTo>
                    <a:pt x="7248195" y="1449636"/>
                  </a:lnTo>
                  <a:lnTo>
                    <a:pt x="7248863" y="1479989"/>
                  </a:lnTo>
                  <a:lnTo>
                    <a:pt x="7249531" y="1500922"/>
                  </a:lnTo>
                  <a:lnTo>
                    <a:pt x="7250199" y="1500922"/>
                  </a:lnTo>
                  <a:lnTo>
                    <a:pt x="7250867" y="1500922"/>
                  </a:lnTo>
                  <a:lnTo>
                    <a:pt x="7251535" y="1566098"/>
                  </a:lnTo>
                  <a:lnTo>
                    <a:pt x="7252203" y="1574035"/>
                  </a:lnTo>
                  <a:lnTo>
                    <a:pt x="7252871" y="1592889"/>
                  </a:lnTo>
                  <a:lnTo>
                    <a:pt x="7253539" y="1603101"/>
                  </a:lnTo>
                  <a:lnTo>
                    <a:pt x="7254207" y="1592103"/>
                  </a:lnTo>
                  <a:lnTo>
                    <a:pt x="7254875" y="1595749"/>
                  </a:lnTo>
                  <a:lnTo>
                    <a:pt x="7255543" y="1608711"/>
                  </a:lnTo>
                  <a:lnTo>
                    <a:pt x="7256211" y="1619385"/>
                  </a:lnTo>
                  <a:lnTo>
                    <a:pt x="7256879" y="1617098"/>
                  </a:lnTo>
                  <a:lnTo>
                    <a:pt x="7257547" y="1626247"/>
                  </a:lnTo>
                  <a:lnTo>
                    <a:pt x="7258215" y="1626247"/>
                  </a:lnTo>
                  <a:lnTo>
                    <a:pt x="7258883" y="1626247"/>
                  </a:lnTo>
                  <a:lnTo>
                    <a:pt x="7259551" y="1626247"/>
                  </a:lnTo>
                  <a:lnTo>
                    <a:pt x="7260220" y="1633109"/>
                  </a:lnTo>
                  <a:lnTo>
                    <a:pt x="7260888" y="1641497"/>
                  </a:lnTo>
                  <a:lnTo>
                    <a:pt x="7261556" y="1640660"/>
                  </a:lnTo>
                  <a:lnTo>
                    <a:pt x="7262224" y="1636879"/>
                  </a:lnTo>
                  <a:lnTo>
                    <a:pt x="7262892" y="1644735"/>
                  </a:lnTo>
                  <a:lnTo>
                    <a:pt x="7263560" y="1668301"/>
                  </a:lnTo>
                  <a:lnTo>
                    <a:pt x="7264228" y="1668810"/>
                  </a:lnTo>
                  <a:lnTo>
                    <a:pt x="7264896" y="1647456"/>
                  </a:lnTo>
                  <a:lnTo>
                    <a:pt x="7265564" y="1611869"/>
                  </a:lnTo>
                  <a:lnTo>
                    <a:pt x="7266232" y="1654813"/>
                  </a:lnTo>
                  <a:lnTo>
                    <a:pt x="7266900" y="1665945"/>
                  </a:lnTo>
                  <a:lnTo>
                    <a:pt x="7267568" y="1655993"/>
                  </a:lnTo>
                  <a:lnTo>
                    <a:pt x="7268236" y="1656746"/>
                  </a:lnTo>
                  <a:lnTo>
                    <a:pt x="7268904" y="1656746"/>
                  </a:lnTo>
                  <a:lnTo>
                    <a:pt x="7269572" y="1656746"/>
                  </a:lnTo>
                  <a:lnTo>
                    <a:pt x="7270240" y="1656746"/>
                  </a:lnTo>
                  <a:lnTo>
                    <a:pt x="7270908" y="1656746"/>
                  </a:lnTo>
                  <a:lnTo>
                    <a:pt x="7271576" y="1652934"/>
                  </a:lnTo>
                  <a:lnTo>
                    <a:pt x="7272244" y="1641497"/>
                  </a:lnTo>
                  <a:lnTo>
                    <a:pt x="7272912" y="1641497"/>
                  </a:lnTo>
                  <a:lnTo>
                    <a:pt x="7273580" y="1641497"/>
                  </a:lnTo>
                  <a:lnTo>
                    <a:pt x="7274248" y="1641497"/>
                  </a:lnTo>
                  <a:lnTo>
                    <a:pt x="7274916" y="1641497"/>
                  </a:lnTo>
                  <a:lnTo>
                    <a:pt x="7275584" y="1667420"/>
                  </a:lnTo>
                  <a:lnTo>
                    <a:pt x="7276252" y="1664426"/>
                  </a:lnTo>
                  <a:lnTo>
                    <a:pt x="7276920" y="1654947"/>
                  </a:lnTo>
                  <a:lnTo>
                    <a:pt x="7277588" y="1663766"/>
                  </a:lnTo>
                  <a:lnTo>
                    <a:pt x="7278256" y="1626523"/>
                  </a:lnTo>
                  <a:lnTo>
                    <a:pt x="7278924" y="1626523"/>
                  </a:lnTo>
                  <a:lnTo>
                    <a:pt x="7279592" y="1626523"/>
                  </a:lnTo>
                  <a:lnTo>
                    <a:pt x="7280260" y="1626523"/>
                  </a:lnTo>
                  <a:lnTo>
                    <a:pt x="7280928" y="1626523"/>
                  </a:lnTo>
                  <a:lnTo>
                    <a:pt x="7281596" y="1628616"/>
                  </a:lnTo>
                  <a:lnTo>
                    <a:pt x="7282264" y="1664228"/>
                  </a:lnTo>
                  <a:lnTo>
                    <a:pt x="7282932" y="1668301"/>
                  </a:lnTo>
                  <a:lnTo>
                    <a:pt x="7283600" y="1668810"/>
                  </a:lnTo>
                  <a:lnTo>
                    <a:pt x="7284268" y="1668810"/>
                  </a:lnTo>
                  <a:lnTo>
                    <a:pt x="7284937" y="1668810"/>
                  </a:lnTo>
                  <a:lnTo>
                    <a:pt x="7285605" y="1668810"/>
                  </a:lnTo>
                  <a:lnTo>
                    <a:pt x="7286273" y="1668810"/>
                  </a:lnTo>
                  <a:lnTo>
                    <a:pt x="7286941" y="1668810"/>
                  </a:lnTo>
                  <a:lnTo>
                    <a:pt x="7287609" y="1668810"/>
                  </a:lnTo>
                  <a:lnTo>
                    <a:pt x="7288277" y="1668810"/>
                  </a:lnTo>
                  <a:lnTo>
                    <a:pt x="7288945" y="1668810"/>
                  </a:lnTo>
                  <a:lnTo>
                    <a:pt x="7289613" y="1668810"/>
                  </a:lnTo>
                  <a:lnTo>
                    <a:pt x="7290281" y="1668810"/>
                  </a:lnTo>
                  <a:lnTo>
                    <a:pt x="7290949" y="1668810"/>
                  </a:lnTo>
                  <a:lnTo>
                    <a:pt x="7291617" y="1668810"/>
                  </a:lnTo>
                  <a:lnTo>
                    <a:pt x="7292285" y="1668810"/>
                  </a:lnTo>
                  <a:lnTo>
                    <a:pt x="7292953" y="1668810"/>
                  </a:lnTo>
                  <a:lnTo>
                    <a:pt x="7293621" y="1647456"/>
                  </a:lnTo>
                  <a:lnTo>
                    <a:pt x="7294289" y="1647456"/>
                  </a:lnTo>
                  <a:lnTo>
                    <a:pt x="7294957" y="1643269"/>
                  </a:lnTo>
                  <a:lnTo>
                    <a:pt x="7295625" y="1626523"/>
                  </a:lnTo>
                  <a:lnTo>
                    <a:pt x="7296293" y="1626523"/>
                  </a:lnTo>
                  <a:lnTo>
                    <a:pt x="7296961" y="1626523"/>
                  </a:lnTo>
                  <a:lnTo>
                    <a:pt x="7297629" y="1626523"/>
                  </a:lnTo>
                  <a:lnTo>
                    <a:pt x="7298297" y="1626523"/>
                  </a:lnTo>
                  <a:lnTo>
                    <a:pt x="7298965" y="1626523"/>
                  </a:lnTo>
                  <a:lnTo>
                    <a:pt x="7299633" y="1643269"/>
                  </a:lnTo>
                  <a:lnTo>
                    <a:pt x="7300301" y="1632803"/>
                  </a:lnTo>
                  <a:lnTo>
                    <a:pt x="7300969" y="1626523"/>
                  </a:lnTo>
                  <a:lnTo>
                    <a:pt x="7301637" y="1609776"/>
                  </a:lnTo>
                  <a:lnTo>
                    <a:pt x="7302305" y="1605589"/>
                  </a:lnTo>
                  <a:lnTo>
                    <a:pt x="7302973" y="1583609"/>
                  </a:lnTo>
                  <a:lnTo>
                    <a:pt x="7303641" y="1563722"/>
                  </a:lnTo>
                  <a:lnTo>
                    <a:pt x="7304309" y="1563722"/>
                  </a:lnTo>
                  <a:lnTo>
                    <a:pt x="7304977" y="1567909"/>
                  </a:lnTo>
                  <a:lnTo>
                    <a:pt x="7305645" y="1584656"/>
                  </a:lnTo>
                  <a:lnTo>
                    <a:pt x="7306313" y="1584656"/>
                  </a:lnTo>
                  <a:lnTo>
                    <a:pt x="7306981" y="1584656"/>
                  </a:lnTo>
                  <a:lnTo>
                    <a:pt x="7307649" y="1584656"/>
                  </a:lnTo>
                  <a:lnTo>
                    <a:pt x="7308317" y="1584656"/>
                  </a:lnTo>
                  <a:lnTo>
                    <a:pt x="7308985" y="1584656"/>
                  </a:lnTo>
                  <a:lnTo>
                    <a:pt x="7309654" y="1584656"/>
                  </a:lnTo>
                  <a:lnTo>
                    <a:pt x="7310322" y="1599309"/>
                  </a:lnTo>
                  <a:lnTo>
                    <a:pt x="7310990" y="1605589"/>
                  </a:lnTo>
                  <a:lnTo>
                    <a:pt x="7311658" y="1622336"/>
                  </a:lnTo>
                  <a:lnTo>
                    <a:pt x="7312326" y="1626523"/>
                  </a:lnTo>
                  <a:lnTo>
                    <a:pt x="7312994" y="1648503"/>
                  </a:lnTo>
                  <a:lnTo>
                    <a:pt x="7313662" y="1668389"/>
                  </a:lnTo>
                  <a:lnTo>
                    <a:pt x="7314330" y="1668389"/>
                  </a:lnTo>
                  <a:lnTo>
                    <a:pt x="7314998" y="1668389"/>
                  </a:lnTo>
                  <a:lnTo>
                    <a:pt x="7315666" y="1668389"/>
                  </a:lnTo>
                  <a:lnTo>
                    <a:pt x="7316334" y="1668389"/>
                  </a:lnTo>
                  <a:lnTo>
                    <a:pt x="7317002" y="1668389"/>
                  </a:lnTo>
                  <a:lnTo>
                    <a:pt x="7317670" y="1668389"/>
                  </a:lnTo>
                  <a:lnTo>
                    <a:pt x="7318338" y="1668389"/>
                  </a:lnTo>
                  <a:lnTo>
                    <a:pt x="7319006" y="1668389"/>
                  </a:lnTo>
                  <a:lnTo>
                    <a:pt x="7319674" y="1668389"/>
                  </a:lnTo>
                  <a:lnTo>
                    <a:pt x="7320342" y="1668389"/>
                  </a:lnTo>
                  <a:lnTo>
                    <a:pt x="7321010" y="1668389"/>
                  </a:lnTo>
                  <a:lnTo>
                    <a:pt x="7321678" y="1668389"/>
                  </a:lnTo>
                  <a:lnTo>
                    <a:pt x="7322346" y="1668389"/>
                  </a:lnTo>
                  <a:lnTo>
                    <a:pt x="7323014" y="1668389"/>
                  </a:lnTo>
                  <a:lnTo>
                    <a:pt x="7323682" y="1668389"/>
                  </a:lnTo>
                  <a:lnTo>
                    <a:pt x="7324350" y="1668389"/>
                  </a:lnTo>
                  <a:lnTo>
                    <a:pt x="7325018" y="1668389"/>
                  </a:lnTo>
                  <a:lnTo>
                    <a:pt x="7325686" y="1668389"/>
                  </a:lnTo>
                  <a:lnTo>
                    <a:pt x="7326354" y="1668389"/>
                  </a:lnTo>
                  <a:lnTo>
                    <a:pt x="7327022" y="1668389"/>
                  </a:lnTo>
                  <a:lnTo>
                    <a:pt x="7327690" y="1668389"/>
                  </a:lnTo>
                  <a:lnTo>
                    <a:pt x="7328358" y="1668389"/>
                  </a:lnTo>
                  <a:lnTo>
                    <a:pt x="7329026" y="1668810"/>
                  </a:lnTo>
                  <a:lnTo>
                    <a:pt x="7329694" y="1668810"/>
                  </a:lnTo>
                  <a:lnTo>
                    <a:pt x="7330362" y="1668810"/>
                  </a:lnTo>
                  <a:lnTo>
                    <a:pt x="7331030" y="1668810"/>
                  </a:lnTo>
                  <a:lnTo>
                    <a:pt x="7331698" y="1668810"/>
                  </a:lnTo>
                  <a:lnTo>
                    <a:pt x="7332366" y="1668810"/>
                  </a:lnTo>
                  <a:lnTo>
                    <a:pt x="7333034" y="1668810"/>
                  </a:lnTo>
                  <a:lnTo>
                    <a:pt x="7333703" y="1668810"/>
                  </a:lnTo>
                  <a:lnTo>
                    <a:pt x="7334371" y="1668810"/>
                  </a:lnTo>
                  <a:lnTo>
                    <a:pt x="7335039" y="1668810"/>
                  </a:lnTo>
                  <a:lnTo>
                    <a:pt x="7335707" y="1668810"/>
                  </a:lnTo>
                  <a:lnTo>
                    <a:pt x="7336375" y="1668810"/>
                  </a:lnTo>
                  <a:lnTo>
                    <a:pt x="7337043" y="1668810"/>
                  </a:lnTo>
                  <a:lnTo>
                    <a:pt x="7337711" y="1668810"/>
                  </a:lnTo>
                  <a:lnTo>
                    <a:pt x="7338379" y="1668810"/>
                  </a:lnTo>
                  <a:lnTo>
                    <a:pt x="7339047" y="1668301"/>
                  </a:lnTo>
                  <a:lnTo>
                    <a:pt x="7339715" y="1663766"/>
                  </a:lnTo>
                  <a:lnTo>
                    <a:pt x="7340383" y="1626523"/>
                  </a:lnTo>
                  <a:lnTo>
                    <a:pt x="7341051" y="1668810"/>
                  </a:lnTo>
                  <a:lnTo>
                    <a:pt x="7341719" y="1668810"/>
                  </a:lnTo>
                  <a:lnTo>
                    <a:pt x="7342387" y="1668810"/>
                  </a:lnTo>
                  <a:lnTo>
                    <a:pt x="7343055" y="1668810"/>
                  </a:lnTo>
                  <a:lnTo>
                    <a:pt x="7343723" y="1668810"/>
                  </a:lnTo>
                  <a:lnTo>
                    <a:pt x="7344391" y="1668810"/>
                  </a:lnTo>
                  <a:lnTo>
                    <a:pt x="7345059" y="1668810"/>
                  </a:lnTo>
                  <a:lnTo>
                    <a:pt x="7345727" y="1668810"/>
                  </a:lnTo>
                  <a:lnTo>
                    <a:pt x="7346395" y="1668810"/>
                  </a:lnTo>
                  <a:lnTo>
                    <a:pt x="7347063" y="1668810"/>
                  </a:lnTo>
                  <a:lnTo>
                    <a:pt x="7347731" y="1668810"/>
                  </a:lnTo>
                  <a:lnTo>
                    <a:pt x="7348399" y="1668810"/>
                  </a:lnTo>
                  <a:lnTo>
                    <a:pt x="7349067" y="1668810"/>
                  </a:lnTo>
                  <a:lnTo>
                    <a:pt x="7349735" y="1668810"/>
                  </a:lnTo>
                  <a:lnTo>
                    <a:pt x="7350403" y="1668810"/>
                  </a:lnTo>
                  <a:lnTo>
                    <a:pt x="7351071" y="1662567"/>
                  </a:lnTo>
                  <a:lnTo>
                    <a:pt x="7351739" y="1601848"/>
                  </a:lnTo>
                  <a:lnTo>
                    <a:pt x="7352407" y="1563994"/>
                  </a:lnTo>
                  <a:lnTo>
                    <a:pt x="7353075" y="1558324"/>
                  </a:lnTo>
                  <a:lnTo>
                    <a:pt x="7353743" y="1550686"/>
                  </a:lnTo>
                  <a:lnTo>
                    <a:pt x="7354411" y="1479989"/>
                  </a:lnTo>
                  <a:lnTo>
                    <a:pt x="7355079" y="1485222"/>
                  </a:lnTo>
                  <a:lnTo>
                    <a:pt x="7355747" y="1517669"/>
                  </a:lnTo>
                  <a:lnTo>
                    <a:pt x="7356415" y="1532322"/>
                  </a:lnTo>
                  <a:lnTo>
                    <a:pt x="7357083" y="1500922"/>
                  </a:lnTo>
                  <a:lnTo>
                    <a:pt x="7357751" y="1466382"/>
                  </a:lnTo>
                  <a:lnTo>
                    <a:pt x="7358420" y="1448589"/>
                  </a:lnTo>
                  <a:lnTo>
                    <a:pt x="7359088" y="1431842"/>
                  </a:lnTo>
                  <a:lnTo>
                    <a:pt x="7359756" y="1438122"/>
                  </a:lnTo>
                  <a:lnTo>
                    <a:pt x="7360424" y="1438122"/>
                  </a:lnTo>
                  <a:lnTo>
                    <a:pt x="7361092" y="1458009"/>
                  </a:lnTo>
                  <a:lnTo>
                    <a:pt x="7361760" y="1492549"/>
                  </a:lnTo>
                  <a:lnTo>
                    <a:pt x="7362428" y="1542789"/>
                  </a:lnTo>
                  <a:lnTo>
                    <a:pt x="7363096" y="1542789"/>
                  </a:lnTo>
                  <a:lnTo>
                    <a:pt x="7363764" y="1534416"/>
                  </a:lnTo>
                  <a:lnTo>
                    <a:pt x="7364432" y="1521856"/>
                  </a:lnTo>
                  <a:lnTo>
                    <a:pt x="7365100" y="1521856"/>
                  </a:lnTo>
                  <a:lnTo>
                    <a:pt x="7365768" y="1521856"/>
                  </a:lnTo>
                  <a:lnTo>
                    <a:pt x="7366436" y="1530229"/>
                  </a:lnTo>
                  <a:lnTo>
                    <a:pt x="7367104" y="1563722"/>
                  </a:lnTo>
                  <a:lnTo>
                    <a:pt x="7367772" y="1598263"/>
                  </a:lnTo>
                  <a:lnTo>
                    <a:pt x="7368440" y="1616056"/>
                  </a:lnTo>
                  <a:lnTo>
                    <a:pt x="7369108" y="1638036"/>
                  </a:lnTo>
                  <a:lnTo>
                    <a:pt x="7369776" y="1628616"/>
                  </a:lnTo>
                  <a:lnTo>
                    <a:pt x="7370444" y="1626523"/>
                  </a:lnTo>
                  <a:lnTo>
                    <a:pt x="7371112" y="1626523"/>
                  </a:lnTo>
                  <a:lnTo>
                    <a:pt x="7371780" y="1626523"/>
                  </a:lnTo>
                  <a:lnTo>
                    <a:pt x="7372448" y="1626523"/>
                  </a:lnTo>
                  <a:lnTo>
                    <a:pt x="7373116" y="1626523"/>
                  </a:lnTo>
                  <a:lnTo>
                    <a:pt x="7373784" y="1634896"/>
                  </a:lnTo>
                  <a:lnTo>
                    <a:pt x="7374452" y="1647456"/>
                  </a:lnTo>
                  <a:lnTo>
                    <a:pt x="7375120" y="1647456"/>
                  </a:lnTo>
                  <a:lnTo>
                    <a:pt x="7375788" y="1647456"/>
                  </a:lnTo>
                  <a:lnTo>
                    <a:pt x="7376456" y="1647456"/>
                  </a:lnTo>
                  <a:lnTo>
                    <a:pt x="7377124" y="1647456"/>
                  </a:lnTo>
                  <a:lnTo>
                    <a:pt x="7377792" y="1647456"/>
                  </a:lnTo>
                  <a:lnTo>
                    <a:pt x="7378460" y="1647456"/>
                  </a:lnTo>
                  <a:lnTo>
                    <a:pt x="7379128" y="1626523"/>
                  </a:lnTo>
                  <a:lnTo>
                    <a:pt x="7379796" y="1624429"/>
                  </a:lnTo>
                  <a:lnTo>
                    <a:pt x="7380464" y="1626523"/>
                  </a:lnTo>
                  <a:lnTo>
                    <a:pt x="7381132" y="1626523"/>
                  </a:lnTo>
                  <a:lnTo>
                    <a:pt x="7381800" y="1626523"/>
                  </a:lnTo>
                  <a:lnTo>
                    <a:pt x="7382468" y="1626523"/>
                  </a:lnTo>
                  <a:lnTo>
                    <a:pt x="7383137" y="1620243"/>
                  </a:lnTo>
                  <a:lnTo>
                    <a:pt x="7383805" y="1581516"/>
                  </a:lnTo>
                  <a:lnTo>
                    <a:pt x="7384473" y="1544882"/>
                  </a:lnTo>
                  <a:lnTo>
                    <a:pt x="7385141" y="1542789"/>
                  </a:lnTo>
                  <a:lnTo>
                    <a:pt x="7385809" y="1518716"/>
                  </a:lnTo>
                  <a:lnTo>
                    <a:pt x="7386477" y="1407769"/>
                  </a:lnTo>
                  <a:lnTo>
                    <a:pt x="7387145" y="1289495"/>
                  </a:lnTo>
                  <a:lnTo>
                    <a:pt x="7387813" y="1361599"/>
                  </a:lnTo>
                  <a:lnTo>
                    <a:pt x="7388481" y="1421326"/>
                  </a:lnTo>
                  <a:lnTo>
                    <a:pt x="7389149" y="1411101"/>
                  </a:lnTo>
                  <a:lnTo>
                    <a:pt x="7389817" y="1470302"/>
                  </a:lnTo>
                  <a:lnTo>
                    <a:pt x="7390485" y="1449966"/>
                  </a:lnTo>
                  <a:lnTo>
                    <a:pt x="7391153" y="1449966"/>
                  </a:lnTo>
                  <a:lnTo>
                    <a:pt x="7391821" y="1449966"/>
                  </a:lnTo>
                  <a:lnTo>
                    <a:pt x="7392489" y="1470207"/>
                  </a:lnTo>
                  <a:lnTo>
                    <a:pt x="7393157" y="1436124"/>
                  </a:lnTo>
                  <a:lnTo>
                    <a:pt x="7393825" y="1435651"/>
                  </a:lnTo>
                  <a:lnTo>
                    <a:pt x="7394493" y="1464631"/>
                  </a:lnTo>
                  <a:lnTo>
                    <a:pt x="7395161" y="1439765"/>
                  </a:lnTo>
                  <a:lnTo>
                    <a:pt x="7395829" y="1440638"/>
                  </a:lnTo>
                  <a:lnTo>
                    <a:pt x="7396497" y="1483825"/>
                  </a:lnTo>
                  <a:lnTo>
                    <a:pt x="7397165" y="1533120"/>
                  </a:lnTo>
                  <a:lnTo>
                    <a:pt x="7397833" y="1549732"/>
                  </a:lnTo>
                  <a:lnTo>
                    <a:pt x="7398501" y="1545876"/>
                  </a:lnTo>
                  <a:lnTo>
                    <a:pt x="7399169" y="1553785"/>
                  </a:lnTo>
                  <a:lnTo>
                    <a:pt x="7399837" y="1522145"/>
                  </a:lnTo>
                  <a:lnTo>
                    <a:pt x="7400505" y="1530640"/>
                  </a:lnTo>
                  <a:lnTo>
                    <a:pt x="7401173" y="1526999"/>
                  </a:lnTo>
                  <a:lnTo>
                    <a:pt x="7401841" y="1529945"/>
                  </a:lnTo>
                  <a:lnTo>
                    <a:pt x="7402509" y="1532281"/>
                  </a:lnTo>
                  <a:lnTo>
                    <a:pt x="7403177" y="1511115"/>
                  </a:lnTo>
                  <a:lnTo>
                    <a:pt x="7403845" y="1534751"/>
                  </a:lnTo>
                  <a:lnTo>
                    <a:pt x="7404513" y="1552825"/>
                  </a:lnTo>
                  <a:lnTo>
                    <a:pt x="7405181" y="1599173"/>
                  </a:lnTo>
                  <a:lnTo>
                    <a:pt x="7405849" y="1609235"/>
                  </a:lnTo>
                  <a:lnTo>
                    <a:pt x="7406517" y="1563722"/>
                  </a:lnTo>
                  <a:lnTo>
                    <a:pt x="7407185" y="1563722"/>
                  </a:lnTo>
                  <a:lnTo>
                    <a:pt x="7407854" y="1513482"/>
                  </a:lnTo>
                  <a:lnTo>
                    <a:pt x="7408522" y="1518716"/>
                  </a:lnTo>
                  <a:lnTo>
                    <a:pt x="7409190" y="1599347"/>
                  </a:lnTo>
                  <a:lnTo>
                    <a:pt x="7409858" y="1605457"/>
                  </a:lnTo>
                  <a:lnTo>
                    <a:pt x="7410526" y="1621673"/>
                  </a:lnTo>
                  <a:lnTo>
                    <a:pt x="7411194" y="1611760"/>
                  </a:lnTo>
                  <a:lnTo>
                    <a:pt x="7411862" y="1595749"/>
                  </a:lnTo>
                  <a:lnTo>
                    <a:pt x="7412530" y="1578974"/>
                  </a:lnTo>
                  <a:lnTo>
                    <a:pt x="7413198" y="1590411"/>
                  </a:lnTo>
                  <a:lnTo>
                    <a:pt x="7413866" y="1589649"/>
                  </a:lnTo>
                  <a:lnTo>
                    <a:pt x="7414534" y="1567537"/>
                  </a:lnTo>
                  <a:lnTo>
                    <a:pt x="7415202" y="1565250"/>
                  </a:lnTo>
                  <a:lnTo>
                    <a:pt x="7415870" y="1561438"/>
                  </a:lnTo>
                  <a:lnTo>
                    <a:pt x="7416538" y="1550001"/>
                  </a:lnTo>
                  <a:lnTo>
                    <a:pt x="7417206" y="1533989"/>
                  </a:lnTo>
                  <a:lnTo>
                    <a:pt x="7417874" y="1533226"/>
                  </a:lnTo>
                  <a:lnTo>
                    <a:pt x="7418542" y="1519502"/>
                  </a:lnTo>
                  <a:lnTo>
                    <a:pt x="7419210" y="1494229"/>
                  </a:lnTo>
                  <a:lnTo>
                    <a:pt x="7419878" y="1469557"/>
                  </a:lnTo>
                  <a:lnTo>
                    <a:pt x="7420546" y="1339735"/>
                  </a:lnTo>
                  <a:lnTo>
                    <a:pt x="7421214" y="1353342"/>
                  </a:lnTo>
                  <a:lnTo>
                    <a:pt x="7421882" y="1375322"/>
                  </a:lnTo>
                  <a:lnTo>
                    <a:pt x="7422550" y="1360669"/>
                  </a:lnTo>
                  <a:lnTo>
                    <a:pt x="7423218" y="1464058"/>
                  </a:lnTo>
                  <a:lnTo>
                    <a:pt x="7423886" y="1457774"/>
                  </a:lnTo>
                  <a:lnTo>
                    <a:pt x="7424554" y="1462487"/>
                  </a:lnTo>
                  <a:lnTo>
                    <a:pt x="7425222" y="1431364"/>
                  </a:lnTo>
                  <a:lnTo>
                    <a:pt x="7425890" y="1410470"/>
                  </a:lnTo>
                  <a:lnTo>
                    <a:pt x="7426558" y="1392170"/>
                  </a:lnTo>
                  <a:lnTo>
                    <a:pt x="7427226" y="1372346"/>
                  </a:lnTo>
                  <a:lnTo>
                    <a:pt x="7427894" y="1394458"/>
                  </a:lnTo>
                  <a:lnTo>
                    <a:pt x="7428562" y="1392933"/>
                  </a:lnTo>
                  <a:lnTo>
                    <a:pt x="7429230" y="1405895"/>
                  </a:lnTo>
                  <a:lnTo>
                    <a:pt x="7429898" y="1422669"/>
                  </a:lnTo>
                  <a:lnTo>
                    <a:pt x="7430566" y="1410470"/>
                  </a:lnTo>
                  <a:lnTo>
                    <a:pt x="7431234" y="1397508"/>
                  </a:lnTo>
                  <a:lnTo>
                    <a:pt x="7431903" y="1373109"/>
                  </a:lnTo>
                  <a:lnTo>
                    <a:pt x="7432571" y="1396745"/>
                  </a:lnTo>
                  <a:lnTo>
                    <a:pt x="7433239" y="1385503"/>
                  </a:lnTo>
                  <a:lnTo>
                    <a:pt x="7433907" y="1387860"/>
                  </a:lnTo>
                  <a:lnTo>
                    <a:pt x="7434575" y="1400428"/>
                  </a:lnTo>
                  <a:lnTo>
                    <a:pt x="7435243" y="1427736"/>
                  </a:lnTo>
                  <a:lnTo>
                    <a:pt x="7435911" y="1319849"/>
                  </a:lnTo>
                  <a:lnTo>
                    <a:pt x="7436579" y="1297869"/>
                  </a:lnTo>
                  <a:lnTo>
                    <a:pt x="7437247" y="1308335"/>
                  </a:lnTo>
                  <a:lnTo>
                    <a:pt x="7437915" y="1327175"/>
                  </a:lnTo>
                  <a:lnTo>
                    <a:pt x="7438583" y="1360669"/>
                  </a:lnTo>
                  <a:lnTo>
                    <a:pt x="7439251" y="1375322"/>
                  </a:lnTo>
                  <a:lnTo>
                    <a:pt x="7439919" y="1362762"/>
                  </a:lnTo>
                  <a:lnTo>
                    <a:pt x="7440587" y="1485263"/>
                  </a:lnTo>
                  <a:lnTo>
                    <a:pt x="7441255" y="1511191"/>
                  </a:lnTo>
                  <a:lnTo>
                    <a:pt x="7441923" y="1527127"/>
                  </a:lnTo>
                  <a:lnTo>
                    <a:pt x="7442591" y="1505015"/>
                  </a:lnTo>
                  <a:lnTo>
                    <a:pt x="7443259" y="1501203"/>
                  </a:lnTo>
                  <a:lnTo>
                    <a:pt x="7443927" y="1498916"/>
                  </a:lnTo>
                  <a:lnTo>
                    <a:pt x="7444595" y="1504253"/>
                  </a:lnTo>
                  <a:lnTo>
                    <a:pt x="7445263" y="1497391"/>
                  </a:lnTo>
                  <a:lnTo>
                    <a:pt x="7445931" y="1505015"/>
                  </a:lnTo>
                  <a:lnTo>
                    <a:pt x="7446599" y="1537039"/>
                  </a:lnTo>
                  <a:lnTo>
                    <a:pt x="7447267" y="1543139"/>
                  </a:lnTo>
                  <a:lnTo>
                    <a:pt x="7447935" y="1534751"/>
                  </a:lnTo>
                  <a:lnTo>
                    <a:pt x="7448603" y="1589955"/>
                  </a:lnTo>
                  <a:lnTo>
                    <a:pt x="7449271" y="1587679"/>
                  </a:lnTo>
                  <a:lnTo>
                    <a:pt x="7449939" y="1594961"/>
                  </a:lnTo>
                  <a:lnTo>
                    <a:pt x="7450607" y="1601957"/>
                  </a:lnTo>
                  <a:lnTo>
                    <a:pt x="7451275" y="1594592"/>
                  </a:lnTo>
                  <a:lnTo>
                    <a:pt x="7451943" y="1566775"/>
                  </a:lnTo>
                  <a:lnTo>
                    <a:pt x="7452611" y="1595749"/>
                  </a:lnTo>
                  <a:lnTo>
                    <a:pt x="7453279" y="1614048"/>
                  </a:lnTo>
                  <a:lnTo>
                    <a:pt x="7453947" y="1626247"/>
                  </a:lnTo>
                  <a:lnTo>
                    <a:pt x="7454615" y="1626247"/>
                  </a:lnTo>
                  <a:lnTo>
                    <a:pt x="7455283" y="1635397"/>
                  </a:lnTo>
                  <a:lnTo>
                    <a:pt x="7455951" y="1656746"/>
                  </a:lnTo>
                  <a:lnTo>
                    <a:pt x="7456620" y="1668810"/>
                  </a:lnTo>
                  <a:lnTo>
                    <a:pt x="7457288" y="1668810"/>
                  </a:lnTo>
                  <a:lnTo>
                    <a:pt x="7457956" y="1668810"/>
                  </a:lnTo>
                  <a:lnTo>
                    <a:pt x="7458624" y="1668810"/>
                  </a:lnTo>
                  <a:lnTo>
                    <a:pt x="7459292" y="1668389"/>
                  </a:lnTo>
                  <a:lnTo>
                    <a:pt x="7459960" y="1668389"/>
                  </a:lnTo>
                  <a:lnTo>
                    <a:pt x="7460628" y="1635943"/>
                  </a:lnTo>
                  <a:lnTo>
                    <a:pt x="7461296" y="1589889"/>
                  </a:lnTo>
                  <a:lnTo>
                    <a:pt x="7461964" y="1572096"/>
                  </a:lnTo>
                  <a:lnTo>
                    <a:pt x="7462632" y="1546976"/>
                  </a:lnTo>
                  <a:lnTo>
                    <a:pt x="7463300" y="1497782"/>
                  </a:lnTo>
                  <a:lnTo>
                    <a:pt x="7463968" y="1466382"/>
                  </a:lnTo>
                  <a:lnTo>
                    <a:pt x="7464636" y="1534466"/>
                  </a:lnTo>
                  <a:lnTo>
                    <a:pt x="7465304" y="1542613"/>
                  </a:lnTo>
                  <a:lnTo>
                    <a:pt x="7465972" y="1585869"/>
                  </a:lnTo>
                  <a:lnTo>
                    <a:pt x="7466640" y="1589955"/>
                  </a:lnTo>
                  <a:lnTo>
                    <a:pt x="7467308" y="1573152"/>
                  </a:lnTo>
                  <a:lnTo>
                    <a:pt x="7467976" y="1563407"/>
                  </a:lnTo>
                  <a:lnTo>
                    <a:pt x="7468644" y="1563407"/>
                  </a:lnTo>
                  <a:lnTo>
                    <a:pt x="7469312" y="1563407"/>
                  </a:lnTo>
                  <a:lnTo>
                    <a:pt x="7469980" y="1563407"/>
                  </a:lnTo>
                  <a:lnTo>
                    <a:pt x="7470648" y="1582218"/>
                  </a:lnTo>
                  <a:lnTo>
                    <a:pt x="7471316" y="1608917"/>
                  </a:lnTo>
                  <a:lnTo>
                    <a:pt x="7471984" y="1619232"/>
                  </a:lnTo>
                  <a:lnTo>
                    <a:pt x="7472652" y="1633795"/>
                  </a:lnTo>
                  <a:lnTo>
                    <a:pt x="7473320" y="1661101"/>
                  </a:lnTo>
                  <a:lnTo>
                    <a:pt x="7473988" y="1668383"/>
                  </a:lnTo>
                  <a:lnTo>
                    <a:pt x="7474656" y="1668810"/>
                  </a:lnTo>
                  <a:lnTo>
                    <a:pt x="7475324" y="1668810"/>
                  </a:lnTo>
                  <a:lnTo>
                    <a:pt x="7475992" y="1651393"/>
                  </a:lnTo>
                  <a:lnTo>
                    <a:pt x="7476660" y="1638450"/>
                  </a:lnTo>
                  <a:lnTo>
                    <a:pt x="7477328" y="1655345"/>
                  </a:lnTo>
                  <a:lnTo>
                    <a:pt x="7477996" y="1619196"/>
                  </a:lnTo>
                  <a:lnTo>
                    <a:pt x="7478664" y="1605589"/>
                  </a:lnTo>
                  <a:lnTo>
                    <a:pt x="7479332" y="1605589"/>
                  </a:lnTo>
                  <a:lnTo>
                    <a:pt x="7480000" y="1605589"/>
                  </a:lnTo>
                  <a:lnTo>
                    <a:pt x="7480668" y="1605589"/>
                  </a:lnTo>
                  <a:lnTo>
                    <a:pt x="7481337" y="1605589"/>
                  </a:lnTo>
                  <a:lnTo>
                    <a:pt x="7482005" y="1593029"/>
                  </a:lnTo>
                  <a:lnTo>
                    <a:pt x="7482673" y="1584656"/>
                  </a:lnTo>
                  <a:lnTo>
                    <a:pt x="7483341" y="1586749"/>
                  </a:lnTo>
                  <a:lnTo>
                    <a:pt x="7484009" y="1594076"/>
                  </a:lnTo>
                  <a:lnTo>
                    <a:pt x="7484677" y="1565816"/>
                  </a:lnTo>
                  <a:lnTo>
                    <a:pt x="7485345" y="1542789"/>
                  </a:lnTo>
                  <a:lnTo>
                    <a:pt x="7486013" y="1524996"/>
                  </a:lnTo>
                  <a:lnTo>
                    <a:pt x="7486681" y="1519762"/>
                  </a:lnTo>
                  <a:lnTo>
                    <a:pt x="7487349" y="1504062"/>
                  </a:lnTo>
                  <a:lnTo>
                    <a:pt x="7488017" y="1508249"/>
                  </a:lnTo>
                  <a:lnTo>
                    <a:pt x="7488685" y="1521856"/>
                  </a:lnTo>
                  <a:lnTo>
                    <a:pt x="7489353" y="1571513"/>
                  </a:lnTo>
                  <a:lnTo>
                    <a:pt x="7490021" y="1574035"/>
                  </a:lnTo>
                  <a:lnTo>
                    <a:pt x="7490689" y="1580499"/>
                  </a:lnTo>
                  <a:lnTo>
                    <a:pt x="7491357" y="1566013"/>
                  </a:lnTo>
                  <a:lnTo>
                    <a:pt x="7492025" y="1612663"/>
                  </a:lnTo>
                  <a:lnTo>
                    <a:pt x="7492693" y="1613959"/>
                  </a:lnTo>
                  <a:lnTo>
                    <a:pt x="7493361" y="1610130"/>
                  </a:lnTo>
                  <a:lnTo>
                    <a:pt x="7494029" y="1594354"/>
                  </a:lnTo>
                  <a:lnTo>
                    <a:pt x="7494697" y="1601635"/>
                  </a:lnTo>
                  <a:lnTo>
                    <a:pt x="7495365" y="1611951"/>
                  </a:lnTo>
                  <a:lnTo>
                    <a:pt x="7496033" y="1622266"/>
                  </a:lnTo>
                  <a:lnTo>
                    <a:pt x="7496701" y="1636223"/>
                  </a:lnTo>
                  <a:lnTo>
                    <a:pt x="7497369" y="1646538"/>
                  </a:lnTo>
                  <a:lnTo>
                    <a:pt x="7498037" y="1668810"/>
                  </a:lnTo>
                  <a:lnTo>
                    <a:pt x="7498705" y="1651168"/>
                  </a:lnTo>
                  <a:lnTo>
                    <a:pt x="7499373" y="1658778"/>
                  </a:lnTo>
                  <a:lnTo>
                    <a:pt x="7500041" y="1660827"/>
                  </a:lnTo>
                  <a:lnTo>
                    <a:pt x="7500709" y="1636223"/>
                  </a:lnTo>
                  <a:lnTo>
                    <a:pt x="7501377" y="1647752"/>
                  </a:lnTo>
                  <a:lnTo>
                    <a:pt x="7502045" y="1651766"/>
                  </a:lnTo>
                  <a:lnTo>
                    <a:pt x="7502713" y="1656904"/>
                  </a:lnTo>
                  <a:lnTo>
                    <a:pt x="7503381" y="1628535"/>
                  </a:lnTo>
                  <a:lnTo>
                    <a:pt x="7504049" y="1653696"/>
                  </a:lnTo>
                  <a:lnTo>
                    <a:pt x="7504717" y="1652934"/>
                  </a:lnTo>
                  <a:lnTo>
                    <a:pt x="7505385" y="1656746"/>
                  </a:lnTo>
                  <a:lnTo>
                    <a:pt x="7506054" y="1656746"/>
                  </a:lnTo>
                  <a:lnTo>
                    <a:pt x="7506722" y="1656746"/>
                  </a:lnTo>
                  <a:lnTo>
                    <a:pt x="7507390" y="1655993"/>
                  </a:lnTo>
                  <a:lnTo>
                    <a:pt x="7508058" y="1652120"/>
                  </a:lnTo>
                  <a:lnTo>
                    <a:pt x="7508726" y="1641176"/>
                  </a:lnTo>
                  <a:lnTo>
                    <a:pt x="7509394" y="1645363"/>
                  </a:lnTo>
                  <a:lnTo>
                    <a:pt x="7510062" y="1626523"/>
                  </a:lnTo>
                  <a:lnTo>
                    <a:pt x="7510730" y="1607683"/>
                  </a:lnTo>
                  <a:lnTo>
                    <a:pt x="7511398" y="1605589"/>
                  </a:lnTo>
                  <a:lnTo>
                    <a:pt x="7512066" y="1605589"/>
                  </a:lnTo>
                  <a:lnTo>
                    <a:pt x="7512734" y="1605589"/>
                  </a:lnTo>
                  <a:lnTo>
                    <a:pt x="7513402" y="1605589"/>
                  </a:lnTo>
                  <a:lnTo>
                    <a:pt x="7514070" y="1609776"/>
                  </a:lnTo>
                  <a:lnTo>
                    <a:pt x="7514738" y="1625476"/>
                  </a:lnTo>
                  <a:lnTo>
                    <a:pt x="7515406" y="1605589"/>
                  </a:lnTo>
                  <a:lnTo>
                    <a:pt x="7516074" y="1605589"/>
                  </a:lnTo>
                  <a:lnTo>
                    <a:pt x="7516742" y="1605589"/>
                  </a:lnTo>
                  <a:lnTo>
                    <a:pt x="7517410" y="1605589"/>
                  </a:lnTo>
                  <a:lnTo>
                    <a:pt x="7518078" y="1605589"/>
                  </a:lnTo>
                  <a:lnTo>
                    <a:pt x="7518746" y="1605589"/>
                  </a:lnTo>
                  <a:lnTo>
                    <a:pt x="7519414" y="1607683"/>
                  </a:lnTo>
                  <a:lnTo>
                    <a:pt x="7520082" y="1665017"/>
                  </a:lnTo>
                  <a:lnTo>
                    <a:pt x="7520750" y="1668810"/>
                  </a:lnTo>
                  <a:lnTo>
                    <a:pt x="7521418" y="1668810"/>
                  </a:lnTo>
                  <a:lnTo>
                    <a:pt x="7522086" y="1668301"/>
                  </a:lnTo>
                  <a:lnTo>
                    <a:pt x="7522754" y="1664371"/>
                  </a:lnTo>
                  <a:lnTo>
                    <a:pt x="7523422" y="1656746"/>
                  </a:lnTo>
                  <a:lnTo>
                    <a:pt x="7524090" y="1656746"/>
                  </a:lnTo>
                  <a:lnTo>
                    <a:pt x="7524758" y="1657508"/>
                  </a:lnTo>
                  <a:lnTo>
                    <a:pt x="7525426" y="1668810"/>
                  </a:lnTo>
                  <a:lnTo>
                    <a:pt x="7526094" y="1664371"/>
                  </a:lnTo>
                  <a:lnTo>
                    <a:pt x="7526762" y="1656746"/>
                  </a:lnTo>
                  <a:lnTo>
                    <a:pt x="7527430" y="1656746"/>
                  </a:lnTo>
                  <a:lnTo>
                    <a:pt x="7528098" y="1630822"/>
                  </a:lnTo>
                  <a:lnTo>
                    <a:pt x="7528766" y="1587362"/>
                  </a:lnTo>
                  <a:lnTo>
                    <a:pt x="7529434" y="1559150"/>
                  </a:lnTo>
                  <a:lnTo>
                    <a:pt x="7530103" y="1525331"/>
                  </a:lnTo>
                  <a:lnTo>
                    <a:pt x="7530771" y="1486054"/>
                  </a:lnTo>
                  <a:lnTo>
                    <a:pt x="7531439" y="1444419"/>
                  </a:lnTo>
                  <a:lnTo>
                    <a:pt x="7532107" y="1427923"/>
                  </a:lnTo>
                  <a:lnTo>
                    <a:pt x="7532775" y="1281122"/>
                  </a:lnTo>
                  <a:lnTo>
                    <a:pt x="7533443" y="1291589"/>
                  </a:lnTo>
                  <a:lnTo>
                    <a:pt x="7534111" y="1276935"/>
                  </a:lnTo>
                  <a:lnTo>
                    <a:pt x="7534779" y="1257049"/>
                  </a:lnTo>
                  <a:lnTo>
                    <a:pt x="7535447" y="1234022"/>
                  </a:lnTo>
                  <a:lnTo>
                    <a:pt x="7536115" y="1239255"/>
                  </a:lnTo>
                  <a:lnTo>
                    <a:pt x="7536783" y="1225648"/>
                  </a:lnTo>
                  <a:lnTo>
                    <a:pt x="7537451" y="1172268"/>
                  </a:lnTo>
                  <a:lnTo>
                    <a:pt x="7538119" y="1184828"/>
                  </a:lnTo>
                  <a:lnTo>
                    <a:pt x="7538787" y="1240302"/>
                  </a:lnTo>
                  <a:lnTo>
                    <a:pt x="7539455" y="1279029"/>
                  </a:lnTo>
                  <a:lnTo>
                    <a:pt x="7540123" y="1314615"/>
                  </a:lnTo>
                  <a:lnTo>
                    <a:pt x="7540791" y="1366949"/>
                  </a:lnTo>
                  <a:lnTo>
                    <a:pt x="7541459" y="1413002"/>
                  </a:lnTo>
                  <a:lnTo>
                    <a:pt x="7542127" y="1522148"/>
                  </a:lnTo>
                  <a:lnTo>
                    <a:pt x="7542795" y="1540257"/>
                  </a:lnTo>
                  <a:lnTo>
                    <a:pt x="7543463" y="1534751"/>
                  </a:lnTo>
                  <a:lnTo>
                    <a:pt x="7544131" y="1543139"/>
                  </a:lnTo>
                  <a:lnTo>
                    <a:pt x="7544799" y="1544664"/>
                  </a:lnTo>
                  <a:lnTo>
                    <a:pt x="7545467" y="1561438"/>
                  </a:lnTo>
                  <a:lnTo>
                    <a:pt x="7546135" y="1565250"/>
                  </a:lnTo>
                  <a:lnTo>
                    <a:pt x="7546803" y="1582787"/>
                  </a:lnTo>
                  <a:lnTo>
                    <a:pt x="7547471" y="1614810"/>
                  </a:lnTo>
                  <a:lnTo>
                    <a:pt x="7548139" y="1623197"/>
                  </a:lnTo>
                  <a:lnTo>
                    <a:pt x="7548807" y="1626247"/>
                  </a:lnTo>
                  <a:lnTo>
                    <a:pt x="7549475" y="1624722"/>
                  </a:lnTo>
                  <a:lnTo>
                    <a:pt x="7550143" y="1610998"/>
                  </a:lnTo>
                  <a:lnTo>
                    <a:pt x="7550811" y="1598036"/>
                  </a:lnTo>
                  <a:lnTo>
                    <a:pt x="7551479" y="1643964"/>
                  </a:lnTo>
                  <a:lnTo>
                    <a:pt x="7552147" y="1649965"/>
                  </a:lnTo>
                  <a:lnTo>
                    <a:pt x="7552815" y="1658773"/>
                  </a:lnTo>
                  <a:lnTo>
                    <a:pt x="7553483" y="1641497"/>
                  </a:lnTo>
                  <a:lnTo>
                    <a:pt x="7554151" y="1643784"/>
                  </a:lnTo>
                  <a:lnTo>
                    <a:pt x="7554820" y="1656746"/>
                  </a:lnTo>
                  <a:lnTo>
                    <a:pt x="7555488" y="1656746"/>
                  </a:lnTo>
                  <a:lnTo>
                    <a:pt x="7556156" y="1656746"/>
                  </a:lnTo>
                  <a:lnTo>
                    <a:pt x="7556824" y="1652171"/>
                  </a:lnTo>
                  <a:lnTo>
                    <a:pt x="7557492" y="1648359"/>
                  </a:lnTo>
                  <a:lnTo>
                    <a:pt x="7558160" y="1656746"/>
                  </a:lnTo>
                  <a:lnTo>
                    <a:pt x="7558828" y="1656746"/>
                  </a:lnTo>
                  <a:lnTo>
                    <a:pt x="7559496" y="1658271"/>
                  </a:lnTo>
                  <a:lnTo>
                    <a:pt x="7560164" y="1668810"/>
                  </a:lnTo>
                  <a:lnTo>
                    <a:pt x="7560832" y="1668810"/>
                  </a:lnTo>
                  <a:lnTo>
                    <a:pt x="7561500" y="1668810"/>
                  </a:lnTo>
                  <a:lnTo>
                    <a:pt x="7562168" y="1668810"/>
                  </a:lnTo>
                  <a:lnTo>
                    <a:pt x="7562836" y="1647456"/>
                  </a:lnTo>
                  <a:lnTo>
                    <a:pt x="7563504" y="1644316"/>
                  </a:lnTo>
                  <a:lnTo>
                    <a:pt x="7564172" y="1626523"/>
                  </a:lnTo>
                  <a:lnTo>
                    <a:pt x="7564840" y="1626523"/>
                  </a:lnTo>
                  <a:lnTo>
                    <a:pt x="7565508" y="1626523"/>
                  </a:lnTo>
                  <a:lnTo>
                    <a:pt x="7566176" y="1626523"/>
                  </a:lnTo>
                  <a:lnTo>
                    <a:pt x="7566844" y="1632803"/>
                  </a:lnTo>
                  <a:lnTo>
                    <a:pt x="7567512" y="1647456"/>
                  </a:lnTo>
                  <a:lnTo>
                    <a:pt x="7568180" y="1647456"/>
                  </a:lnTo>
                  <a:lnTo>
                    <a:pt x="7568848" y="1647456"/>
                  </a:lnTo>
                  <a:lnTo>
                    <a:pt x="7569516" y="1628616"/>
                  </a:lnTo>
                  <a:lnTo>
                    <a:pt x="7570184" y="1611869"/>
                  </a:lnTo>
                  <a:lnTo>
                    <a:pt x="7570852" y="1605589"/>
                  </a:lnTo>
                  <a:lnTo>
                    <a:pt x="7571520" y="1597216"/>
                  </a:lnTo>
                  <a:lnTo>
                    <a:pt x="7572188" y="1574189"/>
                  </a:lnTo>
                  <a:lnTo>
                    <a:pt x="7572856" y="1563722"/>
                  </a:lnTo>
                  <a:lnTo>
                    <a:pt x="7573524" y="1534416"/>
                  </a:lnTo>
                  <a:lnTo>
                    <a:pt x="7574192" y="1500922"/>
                  </a:lnTo>
                  <a:lnTo>
                    <a:pt x="7574860" y="1485222"/>
                  </a:lnTo>
                  <a:lnTo>
                    <a:pt x="7575528" y="1469522"/>
                  </a:lnTo>
                  <a:lnTo>
                    <a:pt x="7576196" y="1429749"/>
                  </a:lnTo>
                  <a:lnTo>
                    <a:pt x="7576864" y="1381602"/>
                  </a:lnTo>
                  <a:lnTo>
                    <a:pt x="7577532" y="1340782"/>
                  </a:lnTo>
                  <a:lnTo>
                    <a:pt x="7578200" y="1321942"/>
                  </a:lnTo>
                  <a:lnTo>
                    <a:pt x="7578868" y="1312522"/>
                  </a:lnTo>
                  <a:lnTo>
                    <a:pt x="7579537" y="1276935"/>
                  </a:lnTo>
                  <a:lnTo>
                    <a:pt x="7580205" y="1254955"/>
                  </a:lnTo>
                  <a:lnTo>
                    <a:pt x="7580873" y="1247629"/>
                  </a:lnTo>
                  <a:lnTo>
                    <a:pt x="7581541" y="1215182"/>
                  </a:lnTo>
                  <a:lnTo>
                    <a:pt x="7582209" y="1212042"/>
                  </a:lnTo>
                  <a:lnTo>
                    <a:pt x="7582877" y="1156568"/>
                  </a:lnTo>
                  <a:lnTo>
                    <a:pt x="7583545" y="1126215"/>
                  </a:lnTo>
                  <a:lnTo>
                    <a:pt x="7584213" y="1147148"/>
                  </a:lnTo>
                  <a:lnTo>
                    <a:pt x="7584881" y="1062368"/>
                  </a:lnTo>
                  <a:lnTo>
                    <a:pt x="7585549" y="977588"/>
                  </a:lnTo>
                  <a:lnTo>
                    <a:pt x="7586217" y="957701"/>
                  </a:lnTo>
                  <a:lnTo>
                    <a:pt x="7586885" y="960841"/>
                  </a:lnTo>
                  <a:lnTo>
                    <a:pt x="7587553" y="977588"/>
                  </a:lnTo>
                  <a:lnTo>
                    <a:pt x="7588221" y="954561"/>
                  </a:lnTo>
                  <a:lnTo>
                    <a:pt x="7588889" y="913741"/>
                  </a:lnTo>
                  <a:lnTo>
                    <a:pt x="7589557" y="899088"/>
                  </a:lnTo>
                  <a:lnTo>
                    <a:pt x="7590225" y="876061"/>
                  </a:lnTo>
                  <a:lnTo>
                    <a:pt x="7590893" y="827914"/>
                  </a:lnTo>
                  <a:lnTo>
                    <a:pt x="7591561" y="832101"/>
                  </a:lnTo>
                  <a:lnTo>
                    <a:pt x="7592229" y="831054"/>
                  </a:lnTo>
                  <a:lnTo>
                    <a:pt x="7592897" y="861408"/>
                  </a:lnTo>
                  <a:lnTo>
                    <a:pt x="7593565" y="853034"/>
                  </a:lnTo>
                  <a:lnTo>
                    <a:pt x="7594233" y="811168"/>
                  </a:lnTo>
                  <a:lnTo>
                    <a:pt x="7594901" y="1044390"/>
                  </a:lnTo>
                  <a:lnTo>
                    <a:pt x="7595569" y="1074425"/>
                  </a:lnTo>
                  <a:lnTo>
                    <a:pt x="7596237" y="1082609"/>
                  </a:lnTo>
                  <a:lnTo>
                    <a:pt x="7596905" y="1065835"/>
                  </a:lnTo>
                  <a:lnTo>
                    <a:pt x="7597573" y="1057448"/>
                  </a:lnTo>
                  <a:lnTo>
                    <a:pt x="7598241" y="1087184"/>
                  </a:lnTo>
                  <a:lnTo>
                    <a:pt x="7598909" y="1117683"/>
                  </a:lnTo>
                  <a:lnTo>
                    <a:pt x="7599577" y="1127595"/>
                  </a:lnTo>
                  <a:lnTo>
                    <a:pt x="7600245" y="1127595"/>
                  </a:lnTo>
                  <a:lnTo>
                    <a:pt x="7600913" y="1155044"/>
                  </a:lnTo>
                  <a:lnTo>
                    <a:pt x="7601581" y="1144369"/>
                  </a:lnTo>
                  <a:lnTo>
                    <a:pt x="7602249" y="1151994"/>
                  </a:lnTo>
                  <a:lnTo>
                    <a:pt x="7602917" y="1163431"/>
                  </a:lnTo>
                  <a:lnTo>
                    <a:pt x="7603585" y="1191642"/>
                  </a:lnTo>
                  <a:lnTo>
                    <a:pt x="7604254" y="1214516"/>
                  </a:lnTo>
                  <a:lnTo>
                    <a:pt x="7604922" y="1247368"/>
                  </a:lnTo>
                  <a:lnTo>
                    <a:pt x="7605590" y="1266885"/>
                  </a:lnTo>
                  <a:lnTo>
                    <a:pt x="7606258" y="1165988"/>
                  </a:lnTo>
                  <a:lnTo>
                    <a:pt x="7606926" y="1199482"/>
                  </a:lnTo>
                  <a:lnTo>
                    <a:pt x="7607594" y="1227742"/>
                  </a:lnTo>
                  <a:lnTo>
                    <a:pt x="7608262" y="1349368"/>
                  </a:lnTo>
                  <a:lnTo>
                    <a:pt x="7608930" y="1320966"/>
                  </a:lnTo>
                  <a:lnTo>
                    <a:pt x="7609598" y="1385225"/>
                  </a:lnTo>
                  <a:lnTo>
                    <a:pt x="7610266" y="1373918"/>
                  </a:lnTo>
                  <a:lnTo>
                    <a:pt x="7610934" y="1371053"/>
                  </a:lnTo>
                  <a:lnTo>
                    <a:pt x="7611602" y="1381368"/>
                  </a:lnTo>
                  <a:lnTo>
                    <a:pt x="7612270" y="1362558"/>
                  </a:lnTo>
                  <a:lnTo>
                    <a:pt x="7612938" y="1369839"/>
                  </a:lnTo>
                  <a:lnTo>
                    <a:pt x="7613606" y="1380155"/>
                  </a:lnTo>
                  <a:lnTo>
                    <a:pt x="7614274" y="1391684"/>
                  </a:lnTo>
                  <a:lnTo>
                    <a:pt x="7614942" y="1372873"/>
                  </a:lnTo>
                  <a:lnTo>
                    <a:pt x="7615610" y="1375300"/>
                  </a:lnTo>
                  <a:lnTo>
                    <a:pt x="7616278" y="1335252"/>
                  </a:lnTo>
                  <a:lnTo>
                    <a:pt x="7616946" y="1340713"/>
                  </a:lnTo>
                  <a:lnTo>
                    <a:pt x="7617614" y="1337072"/>
                  </a:lnTo>
                  <a:lnTo>
                    <a:pt x="7618282" y="1341513"/>
                  </a:lnTo>
                  <a:lnTo>
                    <a:pt x="7618950" y="1360923"/>
                  </a:lnTo>
                  <a:lnTo>
                    <a:pt x="7619618" y="1321733"/>
                  </a:lnTo>
                  <a:lnTo>
                    <a:pt x="7620286" y="1340649"/>
                  </a:lnTo>
                  <a:lnTo>
                    <a:pt x="7620954" y="1190062"/>
                  </a:lnTo>
                  <a:lnTo>
                    <a:pt x="7621622" y="1170175"/>
                  </a:lnTo>
                  <a:lnTo>
                    <a:pt x="7622290" y="1178548"/>
                  </a:lnTo>
                  <a:lnTo>
                    <a:pt x="7622958" y="1142962"/>
                  </a:lnTo>
                  <a:lnTo>
                    <a:pt x="7623626" y="1127262"/>
                  </a:lnTo>
                  <a:lnTo>
                    <a:pt x="7624294" y="1124122"/>
                  </a:lnTo>
                  <a:lnTo>
                    <a:pt x="7624962" y="1182735"/>
                  </a:lnTo>
                  <a:lnTo>
                    <a:pt x="7625630" y="1199482"/>
                  </a:lnTo>
                  <a:lnTo>
                    <a:pt x="7626298" y="1237162"/>
                  </a:lnTo>
                  <a:lnTo>
                    <a:pt x="7626966" y="1167035"/>
                  </a:lnTo>
                  <a:lnTo>
                    <a:pt x="7627634" y="1139822"/>
                  </a:lnTo>
                  <a:lnTo>
                    <a:pt x="7628303" y="1119935"/>
                  </a:lnTo>
                  <a:lnTo>
                    <a:pt x="7628971" y="1045622"/>
                  </a:lnTo>
                  <a:lnTo>
                    <a:pt x="7629639" y="1007941"/>
                  </a:lnTo>
                  <a:lnTo>
                    <a:pt x="7630307" y="1005848"/>
                  </a:lnTo>
                  <a:lnTo>
                    <a:pt x="7630975" y="1015268"/>
                  </a:lnTo>
                  <a:lnTo>
                    <a:pt x="7631643" y="1035155"/>
                  </a:lnTo>
                  <a:lnTo>
                    <a:pt x="7632311" y="996428"/>
                  </a:lnTo>
                  <a:lnTo>
                    <a:pt x="7632979" y="1007941"/>
                  </a:lnTo>
                  <a:lnTo>
                    <a:pt x="7633647" y="1018408"/>
                  </a:lnTo>
                  <a:lnTo>
                    <a:pt x="7634315" y="970261"/>
                  </a:lnTo>
                  <a:lnTo>
                    <a:pt x="7634983" y="962935"/>
                  </a:lnTo>
                  <a:lnTo>
                    <a:pt x="7635651" y="960841"/>
                  </a:lnTo>
                  <a:lnTo>
                    <a:pt x="7636319" y="943048"/>
                  </a:lnTo>
                  <a:lnTo>
                    <a:pt x="7636987" y="997475"/>
                  </a:lnTo>
                  <a:lnTo>
                    <a:pt x="7637655" y="1038295"/>
                  </a:lnTo>
                  <a:lnTo>
                    <a:pt x="7638323" y="1064461"/>
                  </a:lnTo>
                  <a:lnTo>
                    <a:pt x="7638991" y="1097955"/>
                  </a:lnTo>
                  <a:lnTo>
                    <a:pt x="7639659" y="1128308"/>
                  </a:lnTo>
                  <a:lnTo>
                    <a:pt x="7640327" y="1176455"/>
                  </a:lnTo>
                  <a:lnTo>
                    <a:pt x="7640995" y="1197388"/>
                  </a:lnTo>
                  <a:lnTo>
                    <a:pt x="7641663" y="1353066"/>
                  </a:lnTo>
                  <a:lnTo>
                    <a:pt x="7642331" y="1423995"/>
                  </a:lnTo>
                  <a:lnTo>
                    <a:pt x="7642999" y="1438920"/>
                  </a:lnTo>
                  <a:lnTo>
                    <a:pt x="7643667" y="1441731"/>
                  </a:lnTo>
                  <a:lnTo>
                    <a:pt x="7644335" y="1447068"/>
                  </a:lnTo>
                  <a:lnTo>
                    <a:pt x="7645003" y="1499878"/>
                  </a:lnTo>
                  <a:lnTo>
                    <a:pt x="7645671" y="1512542"/>
                  </a:lnTo>
                  <a:lnTo>
                    <a:pt x="7646339" y="1542547"/>
                  </a:lnTo>
                  <a:lnTo>
                    <a:pt x="7647007" y="1563407"/>
                  </a:lnTo>
                  <a:lnTo>
                    <a:pt x="7647675" y="1563407"/>
                  </a:lnTo>
                  <a:lnTo>
                    <a:pt x="7648343" y="1576150"/>
                  </a:lnTo>
                  <a:lnTo>
                    <a:pt x="7649011" y="1599815"/>
                  </a:lnTo>
                  <a:lnTo>
                    <a:pt x="7649679" y="1611951"/>
                  </a:lnTo>
                  <a:lnTo>
                    <a:pt x="7650347" y="1605883"/>
                  </a:lnTo>
                  <a:lnTo>
                    <a:pt x="7651015" y="1606490"/>
                  </a:lnTo>
                  <a:lnTo>
                    <a:pt x="7651683" y="1604358"/>
                  </a:lnTo>
                  <a:lnTo>
                    <a:pt x="7652351" y="1582754"/>
                  </a:lnTo>
                  <a:lnTo>
                    <a:pt x="7653020" y="1575276"/>
                  </a:lnTo>
                  <a:lnTo>
                    <a:pt x="7653688" y="1534751"/>
                  </a:lnTo>
                  <a:lnTo>
                    <a:pt x="7654356" y="1582024"/>
                  </a:lnTo>
                  <a:lnTo>
                    <a:pt x="7655024" y="1599173"/>
                  </a:lnTo>
                  <a:lnTo>
                    <a:pt x="7655692" y="1621168"/>
                  </a:lnTo>
                  <a:lnTo>
                    <a:pt x="7656360" y="1611742"/>
                  </a:lnTo>
                  <a:lnTo>
                    <a:pt x="7657028" y="1526042"/>
                  </a:lnTo>
                  <a:lnTo>
                    <a:pt x="7657696" y="1521856"/>
                  </a:lnTo>
                  <a:lnTo>
                    <a:pt x="7658364" y="1514529"/>
                  </a:lnTo>
                  <a:lnTo>
                    <a:pt x="7659032" y="1484176"/>
                  </a:lnTo>
                  <a:lnTo>
                    <a:pt x="7659700" y="1472662"/>
                  </a:lnTo>
                  <a:lnTo>
                    <a:pt x="7660368" y="1459056"/>
                  </a:lnTo>
                  <a:lnTo>
                    <a:pt x="7661036" y="1459056"/>
                  </a:lnTo>
                  <a:lnTo>
                    <a:pt x="7661704" y="1475802"/>
                  </a:lnTo>
                  <a:lnTo>
                    <a:pt x="7662372" y="1513482"/>
                  </a:lnTo>
                  <a:lnTo>
                    <a:pt x="7663040" y="1523949"/>
                  </a:lnTo>
                  <a:lnTo>
                    <a:pt x="7663708" y="1542789"/>
                  </a:lnTo>
                  <a:lnTo>
                    <a:pt x="7664376" y="1542789"/>
                  </a:lnTo>
                  <a:lnTo>
                    <a:pt x="7665044" y="1542789"/>
                  </a:lnTo>
                  <a:lnTo>
                    <a:pt x="7665712" y="1542789"/>
                  </a:lnTo>
                  <a:lnTo>
                    <a:pt x="7666380" y="1551163"/>
                  </a:lnTo>
                  <a:lnTo>
                    <a:pt x="7667048" y="1559536"/>
                  </a:lnTo>
                  <a:lnTo>
                    <a:pt x="7667716" y="1563722"/>
                  </a:lnTo>
                  <a:lnTo>
                    <a:pt x="7668384" y="1571049"/>
                  </a:lnTo>
                  <a:lnTo>
                    <a:pt x="7669052" y="1601403"/>
                  </a:lnTo>
                  <a:lnTo>
                    <a:pt x="7669720" y="1612916"/>
                  </a:lnTo>
                  <a:lnTo>
                    <a:pt x="7670388" y="1626523"/>
                  </a:lnTo>
                  <a:lnTo>
                    <a:pt x="7671056" y="1626523"/>
                  </a:lnTo>
                  <a:lnTo>
                    <a:pt x="7671724" y="1626523"/>
                  </a:lnTo>
                  <a:lnTo>
                    <a:pt x="7672392" y="1626523"/>
                  </a:lnTo>
                  <a:lnTo>
                    <a:pt x="7673060" y="1626523"/>
                  </a:lnTo>
                  <a:lnTo>
                    <a:pt x="7673728" y="1626523"/>
                  </a:lnTo>
                  <a:lnTo>
                    <a:pt x="7674396" y="1626523"/>
                  </a:lnTo>
                  <a:lnTo>
                    <a:pt x="7675064" y="1589889"/>
                  </a:lnTo>
                  <a:lnTo>
                    <a:pt x="7675732" y="1563722"/>
                  </a:lnTo>
                  <a:lnTo>
                    <a:pt x="7676400" y="1567909"/>
                  </a:lnTo>
                  <a:lnTo>
                    <a:pt x="7677068" y="1584656"/>
                  </a:lnTo>
                  <a:lnTo>
                    <a:pt x="7677737" y="1584656"/>
                  </a:lnTo>
                  <a:lnTo>
                    <a:pt x="7678405" y="1580469"/>
                  </a:lnTo>
                  <a:lnTo>
                    <a:pt x="7679073" y="1563722"/>
                  </a:lnTo>
                  <a:lnTo>
                    <a:pt x="7679741" y="1563722"/>
                  </a:lnTo>
                  <a:lnTo>
                    <a:pt x="7680409" y="1574189"/>
                  </a:lnTo>
                  <a:lnTo>
                    <a:pt x="7681077" y="1584656"/>
                  </a:lnTo>
                  <a:lnTo>
                    <a:pt x="7681745" y="1584656"/>
                  </a:lnTo>
                  <a:lnTo>
                    <a:pt x="7682413" y="1566863"/>
                  </a:lnTo>
                  <a:lnTo>
                    <a:pt x="7683081" y="1563722"/>
                  </a:lnTo>
                  <a:lnTo>
                    <a:pt x="7683749" y="1562676"/>
                  </a:lnTo>
                  <a:lnTo>
                    <a:pt x="7684417" y="1542789"/>
                  </a:lnTo>
                  <a:lnTo>
                    <a:pt x="7685085" y="1579423"/>
                  </a:lnTo>
                  <a:lnTo>
                    <a:pt x="7685753" y="1605589"/>
                  </a:lnTo>
                  <a:lnTo>
                    <a:pt x="7686421" y="1605589"/>
                  </a:lnTo>
                  <a:lnTo>
                    <a:pt x="7687089" y="1586749"/>
                  </a:lnTo>
                  <a:lnTo>
                    <a:pt x="7687757" y="1581516"/>
                  </a:lnTo>
                  <a:lnTo>
                    <a:pt x="7688425" y="1567909"/>
                  </a:lnTo>
                  <a:lnTo>
                    <a:pt x="7689093" y="1584656"/>
                  </a:lnTo>
                  <a:lnTo>
                    <a:pt x="7689761" y="1584656"/>
                  </a:lnTo>
                  <a:lnTo>
                    <a:pt x="7690429" y="1584656"/>
                  </a:lnTo>
                  <a:lnTo>
                    <a:pt x="7691097" y="1584656"/>
                  </a:lnTo>
                  <a:lnTo>
                    <a:pt x="7691765" y="1584656"/>
                  </a:lnTo>
                  <a:lnTo>
                    <a:pt x="7692433" y="1596169"/>
                  </a:lnTo>
                  <a:lnTo>
                    <a:pt x="7693101" y="1584656"/>
                  </a:lnTo>
                  <a:lnTo>
                    <a:pt x="7693769" y="1632024"/>
                  </a:lnTo>
                  <a:lnTo>
                    <a:pt x="7694437" y="1651409"/>
                  </a:lnTo>
                  <a:lnTo>
                    <a:pt x="7695105" y="1658773"/>
                  </a:lnTo>
                  <a:lnTo>
                    <a:pt x="7695773" y="1648359"/>
                  </a:lnTo>
                  <a:lnTo>
                    <a:pt x="7696441" y="1646538"/>
                  </a:lnTo>
                  <a:lnTo>
                    <a:pt x="7697109" y="1627121"/>
                  </a:lnTo>
                  <a:lnTo>
                    <a:pt x="7697777" y="1613771"/>
                  </a:lnTo>
                  <a:lnTo>
                    <a:pt x="7698445" y="1624087"/>
                  </a:lnTo>
                  <a:lnTo>
                    <a:pt x="7699113" y="1624087"/>
                  </a:lnTo>
                  <a:lnTo>
                    <a:pt x="7699781" y="1624087"/>
                  </a:lnTo>
                  <a:lnTo>
                    <a:pt x="7700449" y="1624087"/>
                  </a:lnTo>
                  <a:lnTo>
                    <a:pt x="7701117" y="1613164"/>
                  </a:lnTo>
                  <a:lnTo>
                    <a:pt x="7701786" y="1587679"/>
                  </a:lnTo>
                  <a:lnTo>
                    <a:pt x="7702454" y="1531854"/>
                  </a:lnTo>
                  <a:lnTo>
                    <a:pt x="7703122" y="1526999"/>
                  </a:lnTo>
                  <a:lnTo>
                    <a:pt x="7703790" y="1526999"/>
                  </a:lnTo>
                  <a:lnTo>
                    <a:pt x="7704458" y="1463842"/>
                  </a:lnTo>
                  <a:lnTo>
                    <a:pt x="7705126" y="1485030"/>
                  </a:lnTo>
                  <a:lnTo>
                    <a:pt x="7705794" y="1395209"/>
                  </a:lnTo>
                  <a:lnTo>
                    <a:pt x="7706462" y="1378462"/>
                  </a:lnTo>
                  <a:lnTo>
                    <a:pt x="7707130" y="1420329"/>
                  </a:lnTo>
                  <a:lnTo>
                    <a:pt x="7707798" y="1389976"/>
                  </a:lnTo>
                  <a:lnTo>
                    <a:pt x="7708466" y="1373229"/>
                  </a:lnTo>
                  <a:lnTo>
                    <a:pt x="7709134" y="1354389"/>
                  </a:lnTo>
                  <a:lnTo>
                    <a:pt x="7709802" y="1336595"/>
                  </a:lnTo>
                  <a:lnTo>
                    <a:pt x="7710470" y="1333455"/>
                  </a:lnTo>
                  <a:lnTo>
                    <a:pt x="7711138" y="1352295"/>
                  </a:lnTo>
                  <a:lnTo>
                    <a:pt x="7711806" y="1394162"/>
                  </a:lnTo>
                  <a:lnTo>
                    <a:pt x="7712474" y="1473709"/>
                  </a:lnTo>
                  <a:lnTo>
                    <a:pt x="7713142" y="1459056"/>
                  </a:lnTo>
                  <a:lnTo>
                    <a:pt x="7713810" y="1459056"/>
                  </a:lnTo>
                  <a:lnTo>
                    <a:pt x="7714478" y="1459056"/>
                  </a:lnTo>
                  <a:lnTo>
                    <a:pt x="7715146" y="1459056"/>
                  </a:lnTo>
                  <a:lnTo>
                    <a:pt x="7715814" y="1460102"/>
                  </a:lnTo>
                  <a:lnTo>
                    <a:pt x="7716482" y="1446496"/>
                  </a:lnTo>
                  <a:lnTo>
                    <a:pt x="7717150" y="1438122"/>
                  </a:lnTo>
                  <a:lnTo>
                    <a:pt x="7717818" y="1486269"/>
                  </a:lnTo>
                  <a:lnTo>
                    <a:pt x="7718486" y="1496736"/>
                  </a:lnTo>
                  <a:lnTo>
                    <a:pt x="7719154" y="1500922"/>
                  </a:lnTo>
                  <a:lnTo>
                    <a:pt x="7719822" y="1518716"/>
                  </a:lnTo>
                  <a:lnTo>
                    <a:pt x="7720490" y="1521856"/>
                  </a:lnTo>
                  <a:lnTo>
                    <a:pt x="7721158" y="1521856"/>
                  </a:lnTo>
                  <a:lnTo>
                    <a:pt x="7721826" y="1523949"/>
                  </a:lnTo>
                  <a:lnTo>
                    <a:pt x="7722494" y="1541742"/>
                  </a:lnTo>
                  <a:lnTo>
                    <a:pt x="7723162" y="1563722"/>
                  </a:lnTo>
                  <a:lnTo>
                    <a:pt x="7723830" y="1563722"/>
                  </a:lnTo>
                  <a:lnTo>
                    <a:pt x="7724498" y="1563722"/>
                  </a:lnTo>
                  <a:lnTo>
                    <a:pt x="7725166" y="1553256"/>
                  </a:lnTo>
                  <a:lnTo>
                    <a:pt x="7725834" y="1595427"/>
                  </a:lnTo>
                  <a:lnTo>
                    <a:pt x="7726503" y="1598036"/>
                  </a:lnTo>
                  <a:lnTo>
                    <a:pt x="7727171" y="1636163"/>
                  </a:lnTo>
                  <a:lnTo>
                    <a:pt x="7727839" y="1604358"/>
                  </a:lnTo>
                  <a:lnTo>
                    <a:pt x="7728507" y="1582154"/>
                  </a:lnTo>
                  <a:lnTo>
                    <a:pt x="7729175" y="1575553"/>
                  </a:lnTo>
                  <a:lnTo>
                    <a:pt x="7729843" y="1559766"/>
                  </a:lnTo>
                  <a:lnTo>
                    <a:pt x="7730511" y="1548844"/>
                  </a:lnTo>
                  <a:lnTo>
                    <a:pt x="7731179" y="1539135"/>
                  </a:lnTo>
                  <a:lnTo>
                    <a:pt x="7731847" y="1526999"/>
                  </a:lnTo>
                  <a:lnTo>
                    <a:pt x="7732515" y="1500907"/>
                  </a:lnTo>
                  <a:lnTo>
                    <a:pt x="7733183" y="1500907"/>
                  </a:lnTo>
                  <a:lnTo>
                    <a:pt x="7733851" y="1490592"/>
                  </a:lnTo>
                  <a:lnTo>
                    <a:pt x="7734519" y="1490592"/>
                  </a:lnTo>
                  <a:lnTo>
                    <a:pt x="7735187" y="1492412"/>
                  </a:lnTo>
                  <a:lnTo>
                    <a:pt x="7735855" y="1494270"/>
                  </a:lnTo>
                  <a:lnTo>
                    <a:pt x="7736523" y="1439797"/>
                  </a:lnTo>
                  <a:lnTo>
                    <a:pt x="7737191" y="1438920"/>
                  </a:lnTo>
                  <a:lnTo>
                    <a:pt x="7737859" y="1471128"/>
                  </a:lnTo>
                  <a:lnTo>
                    <a:pt x="7738527" y="1478198"/>
                  </a:lnTo>
                  <a:lnTo>
                    <a:pt x="7739195" y="1482911"/>
                  </a:lnTo>
                  <a:lnTo>
                    <a:pt x="7739863" y="1402535"/>
                  </a:lnTo>
                  <a:lnTo>
                    <a:pt x="7740531" y="1421376"/>
                  </a:lnTo>
                  <a:lnTo>
                    <a:pt x="7741199" y="1438122"/>
                  </a:lnTo>
                  <a:lnTo>
                    <a:pt x="7741867" y="1459056"/>
                  </a:lnTo>
                  <a:lnTo>
                    <a:pt x="7742535" y="1509296"/>
                  </a:lnTo>
                  <a:lnTo>
                    <a:pt x="7743203" y="1524996"/>
                  </a:lnTo>
                  <a:lnTo>
                    <a:pt x="7743871" y="1542789"/>
                  </a:lnTo>
                  <a:lnTo>
                    <a:pt x="7744539" y="1541743"/>
                  </a:lnTo>
                  <a:lnTo>
                    <a:pt x="7745207" y="1505109"/>
                  </a:lnTo>
                  <a:lnTo>
                    <a:pt x="7745875" y="1498829"/>
                  </a:lnTo>
                  <a:lnTo>
                    <a:pt x="7746543" y="1463242"/>
                  </a:lnTo>
                  <a:lnTo>
                    <a:pt x="7747211" y="1425562"/>
                  </a:lnTo>
                  <a:lnTo>
                    <a:pt x="7747879" y="1439169"/>
                  </a:lnTo>
                  <a:lnTo>
                    <a:pt x="7748547" y="1460102"/>
                  </a:lnTo>
                  <a:lnTo>
                    <a:pt x="7749215" y="1479989"/>
                  </a:lnTo>
                  <a:lnTo>
                    <a:pt x="7749883" y="1479989"/>
                  </a:lnTo>
                  <a:lnTo>
                    <a:pt x="7750551" y="1462196"/>
                  </a:lnTo>
                  <a:lnTo>
                    <a:pt x="7751220" y="1447542"/>
                  </a:lnTo>
                  <a:lnTo>
                    <a:pt x="7751888" y="1396255"/>
                  </a:lnTo>
                  <a:lnTo>
                    <a:pt x="7752556" y="1360669"/>
                  </a:lnTo>
                  <a:lnTo>
                    <a:pt x="7753224" y="1324035"/>
                  </a:lnTo>
                  <a:lnTo>
                    <a:pt x="7753892" y="1299962"/>
                  </a:lnTo>
                  <a:lnTo>
                    <a:pt x="7754560" y="1237162"/>
                  </a:lnTo>
                  <a:lnTo>
                    <a:pt x="7755228" y="1261235"/>
                  </a:lnTo>
                  <a:lnTo>
                    <a:pt x="7755896" y="1351988"/>
                  </a:lnTo>
                  <a:lnTo>
                    <a:pt x="7756564" y="1330514"/>
                  </a:lnTo>
                  <a:lnTo>
                    <a:pt x="7757232" y="1333657"/>
                  </a:lnTo>
                  <a:lnTo>
                    <a:pt x="7757900" y="1279567"/>
                  </a:lnTo>
                  <a:lnTo>
                    <a:pt x="7758568" y="1349914"/>
                  </a:lnTo>
                  <a:lnTo>
                    <a:pt x="7759236" y="1377088"/>
                  </a:lnTo>
                  <a:lnTo>
                    <a:pt x="7759904" y="1329558"/>
                  </a:lnTo>
                  <a:lnTo>
                    <a:pt x="7760572" y="1291506"/>
                  </a:lnTo>
                  <a:lnTo>
                    <a:pt x="7761240" y="1288379"/>
                  </a:lnTo>
                  <a:lnTo>
                    <a:pt x="7761908" y="1294634"/>
                  </a:lnTo>
                  <a:lnTo>
                    <a:pt x="7762576" y="1285773"/>
                  </a:lnTo>
                  <a:lnTo>
                    <a:pt x="7763244" y="1298283"/>
                  </a:lnTo>
                  <a:lnTo>
                    <a:pt x="7763912" y="1298283"/>
                  </a:lnTo>
                  <a:lnTo>
                    <a:pt x="7764580" y="1281603"/>
                  </a:lnTo>
                  <a:lnTo>
                    <a:pt x="7765248" y="1257625"/>
                  </a:lnTo>
                  <a:lnTo>
                    <a:pt x="7765916" y="1256218"/>
                  </a:lnTo>
                  <a:lnTo>
                    <a:pt x="7766584" y="1270558"/>
                  </a:lnTo>
                  <a:lnTo>
                    <a:pt x="7767252" y="1253657"/>
                  </a:lnTo>
                  <a:lnTo>
                    <a:pt x="7767920" y="1188407"/>
                  </a:lnTo>
                  <a:lnTo>
                    <a:pt x="7768588" y="1220722"/>
                  </a:lnTo>
                  <a:lnTo>
                    <a:pt x="7769256" y="1129413"/>
                  </a:lnTo>
                  <a:lnTo>
                    <a:pt x="7769924" y="1180474"/>
                  </a:lnTo>
                  <a:lnTo>
                    <a:pt x="7770592" y="1316059"/>
                  </a:lnTo>
                  <a:lnTo>
                    <a:pt x="7771260" y="1300706"/>
                  </a:lnTo>
                  <a:lnTo>
                    <a:pt x="7771928" y="1277000"/>
                  </a:lnTo>
                  <a:lnTo>
                    <a:pt x="7772596" y="1271538"/>
                  </a:lnTo>
                  <a:lnTo>
                    <a:pt x="7773264" y="1227242"/>
                  </a:lnTo>
                  <a:lnTo>
                    <a:pt x="7773932" y="1195689"/>
                  </a:lnTo>
                  <a:lnTo>
                    <a:pt x="7774600" y="1229670"/>
                  </a:lnTo>
                  <a:lnTo>
                    <a:pt x="7775268" y="1213893"/>
                  </a:lnTo>
                  <a:lnTo>
                    <a:pt x="7775937" y="1256975"/>
                  </a:lnTo>
                  <a:lnTo>
                    <a:pt x="7776605" y="1276393"/>
                  </a:lnTo>
                  <a:lnTo>
                    <a:pt x="7777273" y="1293990"/>
                  </a:lnTo>
                  <a:lnTo>
                    <a:pt x="7777941" y="1269718"/>
                  </a:lnTo>
                  <a:lnTo>
                    <a:pt x="7778609" y="1260616"/>
                  </a:lnTo>
                  <a:lnTo>
                    <a:pt x="7779277" y="1244296"/>
                  </a:lnTo>
                  <a:lnTo>
                    <a:pt x="7779945" y="1208260"/>
                  </a:lnTo>
                  <a:lnTo>
                    <a:pt x="7780613" y="1104771"/>
                  </a:lnTo>
                  <a:lnTo>
                    <a:pt x="7781281" y="1109631"/>
                  </a:lnTo>
                  <a:lnTo>
                    <a:pt x="7781949" y="946188"/>
                  </a:lnTo>
                  <a:lnTo>
                    <a:pt x="7782617" y="1008988"/>
                  </a:lnTo>
                  <a:lnTo>
                    <a:pt x="7783285" y="1096908"/>
                  </a:lnTo>
                  <a:lnTo>
                    <a:pt x="7783953" y="1152382"/>
                  </a:lnTo>
                  <a:lnTo>
                    <a:pt x="7784621" y="1298387"/>
                  </a:lnTo>
                  <a:lnTo>
                    <a:pt x="7785289" y="1430712"/>
                  </a:lnTo>
                  <a:lnTo>
                    <a:pt x="7785957" y="1447131"/>
                  </a:lnTo>
                  <a:lnTo>
                    <a:pt x="7786625" y="1452532"/>
                  </a:lnTo>
                  <a:lnTo>
                    <a:pt x="7787293" y="1458533"/>
                  </a:lnTo>
                  <a:lnTo>
                    <a:pt x="7787961" y="1489985"/>
                  </a:lnTo>
                  <a:lnTo>
                    <a:pt x="7788629" y="1483917"/>
                  </a:lnTo>
                  <a:lnTo>
                    <a:pt x="7789297" y="1473601"/>
                  </a:lnTo>
                  <a:lnTo>
                    <a:pt x="7789965" y="1523567"/>
                  </a:lnTo>
                  <a:lnTo>
                    <a:pt x="7790633" y="1514860"/>
                  </a:lnTo>
                  <a:lnTo>
                    <a:pt x="7791301" y="1523567"/>
                  </a:lnTo>
                  <a:lnTo>
                    <a:pt x="7791969" y="1533366"/>
                  </a:lnTo>
                  <a:lnTo>
                    <a:pt x="7792637" y="1525547"/>
                  </a:lnTo>
                  <a:lnTo>
                    <a:pt x="7793305" y="1522941"/>
                  </a:lnTo>
                  <a:lnTo>
                    <a:pt x="7793973" y="1534408"/>
                  </a:lnTo>
                  <a:lnTo>
                    <a:pt x="7794641" y="1536708"/>
                  </a:lnTo>
                  <a:lnTo>
                    <a:pt x="7795309" y="1553949"/>
                  </a:lnTo>
                  <a:lnTo>
                    <a:pt x="7795977" y="1553949"/>
                  </a:lnTo>
                  <a:lnTo>
                    <a:pt x="7796645" y="1566551"/>
                  </a:lnTo>
                  <a:lnTo>
                    <a:pt x="7797313" y="1582753"/>
                  </a:lnTo>
                  <a:lnTo>
                    <a:pt x="7797981" y="1550001"/>
                  </a:lnTo>
                  <a:lnTo>
                    <a:pt x="7798649" y="1572875"/>
                  </a:lnTo>
                  <a:lnTo>
                    <a:pt x="7799317" y="1613060"/>
                  </a:lnTo>
                  <a:lnTo>
                    <a:pt x="7799986" y="1636879"/>
                  </a:lnTo>
                  <a:lnTo>
                    <a:pt x="7800654" y="1668810"/>
                  </a:lnTo>
                  <a:lnTo>
                    <a:pt x="7801322" y="1668810"/>
                  </a:lnTo>
                  <a:lnTo>
                    <a:pt x="7801990" y="1647456"/>
                  </a:lnTo>
                  <a:lnTo>
                    <a:pt x="7802658" y="1663156"/>
                  </a:lnTo>
                  <a:lnTo>
                    <a:pt x="7803326" y="1668389"/>
                  </a:lnTo>
                  <a:lnTo>
                    <a:pt x="7803994" y="1668389"/>
                  </a:lnTo>
                  <a:lnTo>
                    <a:pt x="7804662" y="1668389"/>
                  </a:lnTo>
                  <a:lnTo>
                    <a:pt x="7805330" y="1668389"/>
                  </a:lnTo>
                  <a:lnTo>
                    <a:pt x="7805998" y="1655829"/>
                  </a:lnTo>
                  <a:lnTo>
                    <a:pt x="7806666" y="1647456"/>
                  </a:lnTo>
                  <a:lnTo>
                    <a:pt x="7807334" y="1623383"/>
                  </a:lnTo>
                  <a:lnTo>
                    <a:pt x="7808002" y="1605589"/>
                  </a:lnTo>
                  <a:lnTo>
                    <a:pt x="7808670" y="1605589"/>
                  </a:lnTo>
                  <a:lnTo>
                    <a:pt x="7809338" y="1577329"/>
                  </a:lnTo>
                  <a:lnTo>
                    <a:pt x="7810006" y="1519762"/>
                  </a:lnTo>
                  <a:lnTo>
                    <a:pt x="7810674" y="1488362"/>
                  </a:lnTo>
                  <a:lnTo>
                    <a:pt x="7811342" y="1465336"/>
                  </a:lnTo>
                  <a:lnTo>
                    <a:pt x="7812010" y="1439169"/>
                  </a:lnTo>
                  <a:lnTo>
                    <a:pt x="7812678" y="1415095"/>
                  </a:lnTo>
                  <a:lnTo>
                    <a:pt x="7813346" y="1384742"/>
                  </a:lnTo>
                  <a:lnTo>
                    <a:pt x="7814014" y="1326129"/>
                  </a:lnTo>
                  <a:lnTo>
                    <a:pt x="7814682" y="1303102"/>
                  </a:lnTo>
                  <a:lnTo>
                    <a:pt x="7815350" y="1249722"/>
                  </a:lnTo>
                  <a:lnTo>
                    <a:pt x="7816018" y="1175408"/>
                  </a:lnTo>
                  <a:lnTo>
                    <a:pt x="7816686" y="1137728"/>
                  </a:lnTo>
                  <a:lnTo>
                    <a:pt x="7817354" y="1148195"/>
                  </a:lnTo>
                  <a:lnTo>
                    <a:pt x="7818022" y="1165988"/>
                  </a:lnTo>
                  <a:lnTo>
                    <a:pt x="7818690" y="1151335"/>
                  </a:lnTo>
                  <a:lnTo>
                    <a:pt x="7819358" y="1152382"/>
                  </a:lnTo>
                  <a:lnTo>
                    <a:pt x="7820026" y="1180642"/>
                  </a:lnTo>
                  <a:lnTo>
                    <a:pt x="7820694" y="1147148"/>
                  </a:lnTo>
                  <a:lnTo>
                    <a:pt x="7821362" y="1114702"/>
                  </a:lnTo>
                  <a:lnTo>
                    <a:pt x="7822030" y="1062368"/>
                  </a:lnTo>
                  <a:lnTo>
                    <a:pt x="7822698" y="1044575"/>
                  </a:lnTo>
                  <a:lnTo>
                    <a:pt x="7823366" y="1044575"/>
                  </a:lnTo>
                  <a:lnTo>
                    <a:pt x="7824034" y="1207170"/>
                  </a:lnTo>
                  <a:lnTo>
                    <a:pt x="7824703" y="1189901"/>
                  </a:lnTo>
                  <a:lnTo>
                    <a:pt x="7825371" y="1312708"/>
                  </a:lnTo>
                  <a:lnTo>
                    <a:pt x="7826039" y="1326757"/>
                  </a:lnTo>
                  <a:lnTo>
                    <a:pt x="7826707" y="1405257"/>
                  </a:lnTo>
                  <a:lnTo>
                    <a:pt x="7827375" y="1367087"/>
                  </a:lnTo>
                  <a:lnTo>
                    <a:pt x="7828043" y="1356141"/>
                  </a:lnTo>
                  <a:lnTo>
                    <a:pt x="7828711" y="1355620"/>
                  </a:lnTo>
                  <a:lnTo>
                    <a:pt x="7829379" y="1366566"/>
                  </a:lnTo>
                  <a:lnTo>
                    <a:pt x="7830047" y="1362396"/>
                  </a:lnTo>
                  <a:lnTo>
                    <a:pt x="7830715" y="1341025"/>
                  </a:lnTo>
                  <a:lnTo>
                    <a:pt x="7831383" y="1312356"/>
                  </a:lnTo>
                  <a:lnTo>
                    <a:pt x="7832051" y="1309750"/>
                  </a:lnTo>
                  <a:lnTo>
                    <a:pt x="7832719" y="1323824"/>
                  </a:lnTo>
                  <a:lnTo>
                    <a:pt x="7833387" y="1314441"/>
                  </a:lnTo>
                  <a:lnTo>
                    <a:pt x="7834055" y="1371747"/>
                  </a:lnTo>
                  <a:lnTo>
                    <a:pt x="7834723" y="1400622"/>
                  </a:lnTo>
                  <a:lnTo>
                    <a:pt x="7835391" y="1380119"/>
                  </a:lnTo>
                  <a:lnTo>
                    <a:pt x="7836059" y="1381682"/>
                  </a:lnTo>
                  <a:lnTo>
                    <a:pt x="7836727" y="1383747"/>
                  </a:lnTo>
                  <a:lnTo>
                    <a:pt x="7837395" y="1301271"/>
                  </a:lnTo>
                  <a:lnTo>
                    <a:pt x="7838063" y="1260009"/>
                  </a:lnTo>
                  <a:lnTo>
                    <a:pt x="7838731" y="1249694"/>
                  </a:lnTo>
                  <a:lnTo>
                    <a:pt x="7839399" y="1235737"/>
                  </a:lnTo>
                  <a:lnTo>
                    <a:pt x="7840067" y="1233310"/>
                  </a:lnTo>
                  <a:lnTo>
                    <a:pt x="7840735" y="1278213"/>
                  </a:lnTo>
                  <a:lnTo>
                    <a:pt x="7841403" y="1324936"/>
                  </a:lnTo>
                  <a:lnTo>
                    <a:pt x="7842071" y="1347995"/>
                  </a:lnTo>
                  <a:lnTo>
                    <a:pt x="7842739" y="1344961"/>
                  </a:lnTo>
                  <a:lnTo>
                    <a:pt x="7843407" y="1373480"/>
                  </a:lnTo>
                  <a:lnTo>
                    <a:pt x="7844075" y="1382732"/>
                  </a:lnTo>
                  <a:lnTo>
                    <a:pt x="7844743" y="1297625"/>
                  </a:lnTo>
                  <a:lnTo>
                    <a:pt x="7845411" y="1302396"/>
                  </a:lnTo>
                  <a:lnTo>
                    <a:pt x="7846079" y="1212042"/>
                  </a:lnTo>
                  <a:lnTo>
                    <a:pt x="7846747" y="1236115"/>
                  </a:lnTo>
                  <a:lnTo>
                    <a:pt x="7847415" y="1320895"/>
                  </a:lnTo>
                  <a:lnTo>
                    <a:pt x="7848083" y="1396255"/>
                  </a:lnTo>
                  <a:lnTo>
                    <a:pt x="7848751" y="1411956"/>
                  </a:lnTo>
                  <a:lnTo>
                    <a:pt x="7849420" y="1409862"/>
                  </a:lnTo>
                  <a:lnTo>
                    <a:pt x="7850088" y="1438122"/>
                  </a:lnTo>
                  <a:lnTo>
                    <a:pt x="7850756" y="1453822"/>
                  </a:lnTo>
                  <a:lnTo>
                    <a:pt x="7851424" y="1479989"/>
                  </a:lnTo>
                  <a:lnTo>
                    <a:pt x="7852092" y="1565870"/>
                  </a:lnTo>
                  <a:lnTo>
                    <a:pt x="7852760" y="1574035"/>
                  </a:lnTo>
                  <a:lnTo>
                    <a:pt x="7853428" y="1554396"/>
                  </a:lnTo>
                  <a:lnTo>
                    <a:pt x="7854096" y="1507263"/>
                  </a:lnTo>
                  <a:lnTo>
                    <a:pt x="7854764" y="1478130"/>
                  </a:lnTo>
                  <a:lnTo>
                    <a:pt x="7855432" y="1473754"/>
                  </a:lnTo>
                  <a:lnTo>
                    <a:pt x="7856100" y="1473754"/>
                  </a:lnTo>
                  <a:lnTo>
                    <a:pt x="7856768" y="1489004"/>
                  </a:lnTo>
                  <a:lnTo>
                    <a:pt x="7857436" y="1475279"/>
                  </a:lnTo>
                  <a:lnTo>
                    <a:pt x="7858104" y="1473754"/>
                  </a:lnTo>
                  <a:lnTo>
                    <a:pt x="7858772" y="1452405"/>
                  </a:lnTo>
                  <a:lnTo>
                    <a:pt x="7859440" y="1448593"/>
                  </a:lnTo>
                  <a:lnTo>
                    <a:pt x="7860108" y="1458505"/>
                  </a:lnTo>
                  <a:lnTo>
                    <a:pt x="7860776" y="1469179"/>
                  </a:lnTo>
                  <a:lnTo>
                    <a:pt x="7861444" y="1469179"/>
                  </a:lnTo>
                  <a:lnTo>
                    <a:pt x="7862112" y="1467986"/>
                  </a:lnTo>
                  <a:lnTo>
                    <a:pt x="7862780" y="1471914"/>
                  </a:lnTo>
                  <a:lnTo>
                    <a:pt x="7863448" y="1462487"/>
                  </a:lnTo>
                  <a:lnTo>
                    <a:pt x="7864116" y="1481340"/>
                  </a:lnTo>
                  <a:lnTo>
                    <a:pt x="7864784" y="1497354"/>
                  </a:lnTo>
                  <a:lnTo>
                    <a:pt x="7865452" y="1497837"/>
                  </a:lnTo>
                  <a:lnTo>
                    <a:pt x="7866120" y="1499596"/>
                  </a:lnTo>
                  <a:lnTo>
                    <a:pt x="7866788" y="1489004"/>
                  </a:lnTo>
                  <a:lnTo>
                    <a:pt x="7867456" y="1505015"/>
                  </a:lnTo>
                  <a:lnTo>
                    <a:pt x="7868124" y="1519502"/>
                  </a:lnTo>
                  <a:lnTo>
                    <a:pt x="7868792" y="1553813"/>
                  </a:lnTo>
                  <a:lnTo>
                    <a:pt x="7869460" y="1580499"/>
                  </a:lnTo>
                  <a:lnTo>
                    <a:pt x="7870128" y="1580499"/>
                  </a:lnTo>
                  <a:lnTo>
                    <a:pt x="7870796" y="1580499"/>
                  </a:lnTo>
                  <a:lnTo>
                    <a:pt x="7871464" y="1585074"/>
                  </a:lnTo>
                  <a:lnTo>
                    <a:pt x="7872132" y="1595749"/>
                  </a:lnTo>
                  <a:lnTo>
                    <a:pt x="7872800" y="1603373"/>
                  </a:lnTo>
                  <a:lnTo>
                    <a:pt x="7873468" y="1631585"/>
                  </a:lnTo>
                  <a:lnTo>
                    <a:pt x="7874137" y="1647596"/>
                  </a:lnTo>
                  <a:lnTo>
                    <a:pt x="7874805" y="1655993"/>
                  </a:lnTo>
                  <a:lnTo>
                    <a:pt x="7875473" y="1650234"/>
                  </a:lnTo>
                  <a:lnTo>
                    <a:pt x="7876141" y="1650744"/>
                  </a:lnTo>
                  <a:lnTo>
                    <a:pt x="7876809" y="1626523"/>
                  </a:lnTo>
                  <a:lnTo>
                    <a:pt x="7877477" y="1626523"/>
                  </a:lnTo>
                  <a:lnTo>
                    <a:pt x="7878145" y="1626523"/>
                  </a:lnTo>
                  <a:lnTo>
                    <a:pt x="7878813" y="1626523"/>
                  </a:lnTo>
                  <a:lnTo>
                    <a:pt x="7879481" y="1626523"/>
                  </a:lnTo>
                  <a:lnTo>
                    <a:pt x="7880149" y="1626523"/>
                  </a:lnTo>
                  <a:lnTo>
                    <a:pt x="7880817" y="1631968"/>
                  </a:lnTo>
                  <a:lnTo>
                    <a:pt x="7881485" y="1620727"/>
                  </a:lnTo>
                  <a:lnTo>
                    <a:pt x="7882153" y="1598036"/>
                  </a:lnTo>
                  <a:lnTo>
                    <a:pt x="7882821" y="1587362"/>
                  </a:lnTo>
                  <a:lnTo>
                    <a:pt x="7883489" y="1565250"/>
                  </a:lnTo>
                  <a:lnTo>
                    <a:pt x="7884157" y="1565250"/>
                  </a:lnTo>
                  <a:lnTo>
                    <a:pt x="7884825" y="1565250"/>
                  </a:lnTo>
                  <a:lnTo>
                    <a:pt x="7885493" y="1580499"/>
                  </a:lnTo>
                  <a:lnTo>
                    <a:pt x="7886161" y="1580499"/>
                  </a:lnTo>
                  <a:lnTo>
                    <a:pt x="7886829" y="1619960"/>
                  </a:lnTo>
                  <a:lnTo>
                    <a:pt x="7887497" y="1599815"/>
                  </a:lnTo>
                  <a:lnTo>
                    <a:pt x="7888165" y="1616765"/>
                  </a:lnTo>
                  <a:lnTo>
                    <a:pt x="7888833" y="1623104"/>
                  </a:lnTo>
                  <a:lnTo>
                    <a:pt x="7889501" y="1592809"/>
                  </a:lnTo>
                  <a:lnTo>
                    <a:pt x="7890169" y="1568194"/>
                  </a:lnTo>
                  <a:lnTo>
                    <a:pt x="7890837" y="1548786"/>
                  </a:lnTo>
                  <a:lnTo>
                    <a:pt x="7891505" y="1521377"/>
                  </a:lnTo>
                  <a:lnTo>
                    <a:pt x="7892173" y="1531802"/>
                  </a:lnTo>
                  <a:lnTo>
                    <a:pt x="7892841" y="1537014"/>
                  </a:lnTo>
                  <a:lnTo>
                    <a:pt x="7893509" y="1535450"/>
                  </a:lnTo>
                  <a:lnTo>
                    <a:pt x="7894177" y="1525547"/>
                  </a:lnTo>
                  <a:lnTo>
                    <a:pt x="7894845" y="1512516"/>
                  </a:lnTo>
                  <a:lnTo>
                    <a:pt x="7895513" y="1503654"/>
                  </a:lnTo>
                  <a:lnTo>
                    <a:pt x="7896181" y="1480719"/>
                  </a:lnTo>
                  <a:lnTo>
                    <a:pt x="7896849" y="1479009"/>
                  </a:lnTo>
                  <a:lnTo>
                    <a:pt x="7897517" y="1415349"/>
                  </a:lnTo>
                  <a:lnTo>
                    <a:pt x="7898186" y="1311000"/>
                  </a:lnTo>
                  <a:lnTo>
                    <a:pt x="7898854" y="1307733"/>
                  </a:lnTo>
                  <a:lnTo>
                    <a:pt x="7899522" y="1212042"/>
                  </a:lnTo>
                  <a:lnTo>
                    <a:pt x="7900190" y="1246582"/>
                  </a:lnTo>
                  <a:lnTo>
                    <a:pt x="7900858" y="1315662"/>
                  </a:lnTo>
                  <a:lnTo>
                    <a:pt x="7901526" y="1342875"/>
                  </a:lnTo>
                  <a:lnTo>
                    <a:pt x="7902194" y="1340782"/>
                  </a:lnTo>
                  <a:lnTo>
                    <a:pt x="7902862" y="1327175"/>
                  </a:lnTo>
                  <a:lnTo>
                    <a:pt x="7903530" y="1331362"/>
                  </a:lnTo>
                  <a:lnTo>
                    <a:pt x="7904198" y="1343922"/>
                  </a:lnTo>
                  <a:lnTo>
                    <a:pt x="7904866" y="1339735"/>
                  </a:lnTo>
                  <a:lnTo>
                    <a:pt x="7905534" y="1311475"/>
                  </a:lnTo>
                  <a:lnTo>
                    <a:pt x="7906202" y="1313569"/>
                  </a:lnTo>
                  <a:lnTo>
                    <a:pt x="7906870" y="1330315"/>
                  </a:lnTo>
                  <a:lnTo>
                    <a:pt x="7907538" y="1358575"/>
                  </a:lnTo>
                  <a:lnTo>
                    <a:pt x="7908206" y="1385789"/>
                  </a:lnTo>
                  <a:lnTo>
                    <a:pt x="7908874" y="1396255"/>
                  </a:lnTo>
                  <a:lnTo>
                    <a:pt x="7909542" y="1357529"/>
                  </a:lnTo>
                  <a:lnTo>
                    <a:pt x="7910210" y="1374276"/>
                  </a:lnTo>
                  <a:lnTo>
                    <a:pt x="7910878" y="1334502"/>
                  </a:lnTo>
                  <a:lnTo>
                    <a:pt x="7911546" y="1291589"/>
                  </a:lnTo>
                  <a:lnTo>
                    <a:pt x="7912214" y="1305195"/>
                  </a:lnTo>
                  <a:lnTo>
                    <a:pt x="7912882" y="1322989"/>
                  </a:lnTo>
                  <a:lnTo>
                    <a:pt x="7913550" y="1352295"/>
                  </a:lnTo>
                  <a:lnTo>
                    <a:pt x="7914218" y="1356482"/>
                  </a:lnTo>
                  <a:lnTo>
                    <a:pt x="7914886" y="1389976"/>
                  </a:lnTo>
                  <a:lnTo>
                    <a:pt x="7915554" y="1430796"/>
                  </a:lnTo>
                  <a:lnTo>
                    <a:pt x="7916222" y="1459056"/>
                  </a:lnTo>
                  <a:lnTo>
                    <a:pt x="7916890" y="1466382"/>
                  </a:lnTo>
                  <a:lnTo>
                    <a:pt x="7917558" y="1450682"/>
                  </a:lnTo>
                  <a:lnTo>
                    <a:pt x="7918226" y="1420329"/>
                  </a:lnTo>
                  <a:lnTo>
                    <a:pt x="7918894" y="1417189"/>
                  </a:lnTo>
                  <a:lnTo>
                    <a:pt x="7919562" y="1442309"/>
                  </a:lnTo>
                  <a:lnTo>
                    <a:pt x="7920230" y="1439169"/>
                  </a:lnTo>
                  <a:lnTo>
                    <a:pt x="7920898" y="1493596"/>
                  </a:lnTo>
                  <a:lnTo>
                    <a:pt x="7921566" y="1505109"/>
                  </a:lnTo>
                  <a:lnTo>
                    <a:pt x="7922234" y="1500922"/>
                  </a:lnTo>
                  <a:lnTo>
                    <a:pt x="7922903" y="1473709"/>
                  </a:lnTo>
                  <a:lnTo>
                    <a:pt x="7923571" y="1363809"/>
                  </a:lnTo>
                  <a:lnTo>
                    <a:pt x="7924239" y="1307289"/>
                  </a:lnTo>
                  <a:lnTo>
                    <a:pt x="7924907" y="1260189"/>
                  </a:lnTo>
                  <a:lnTo>
                    <a:pt x="7925575" y="1230882"/>
                  </a:lnTo>
                  <a:lnTo>
                    <a:pt x="7926243" y="1155522"/>
                  </a:lnTo>
                  <a:lnTo>
                    <a:pt x="7926911" y="1092722"/>
                  </a:lnTo>
                  <a:lnTo>
                    <a:pt x="7927579" y="1102142"/>
                  </a:lnTo>
                  <a:lnTo>
                    <a:pt x="7928247" y="1093768"/>
                  </a:lnTo>
                  <a:lnTo>
                    <a:pt x="7928915" y="1064462"/>
                  </a:lnTo>
                  <a:lnTo>
                    <a:pt x="7929583" y="1191851"/>
                  </a:lnTo>
                  <a:lnTo>
                    <a:pt x="7930251" y="1182969"/>
                  </a:lnTo>
                  <a:lnTo>
                    <a:pt x="7930919" y="1165718"/>
                  </a:lnTo>
                  <a:lnTo>
                    <a:pt x="7931587" y="1160381"/>
                  </a:lnTo>
                  <a:lnTo>
                    <a:pt x="7932255" y="1145894"/>
                  </a:lnTo>
                  <a:lnTo>
                    <a:pt x="7932923" y="1157331"/>
                  </a:lnTo>
                  <a:lnTo>
                    <a:pt x="7933591" y="1209941"/>
                  </a:lnTo>
                  <a:lnTo>
                    <a:pt x="7934259" y="1262551"/>
                  </a:lnTo>
                  <a:lnTo>
                    <a:pt x="7934927" y="1286188"/>
                  </a:lnTo>
                  <a:lnTo>
                    <a:pt x="7935595" y="1293050"/>
                  </a:lnTo>
                  <a:lnTo>
                    <a:pt x="7936263" y="1359385"/>
                  </a:lnTo>
                  <a:lnTo>
                    <a:pt x="7936931" y="1405895"/>
                  </a:lnTo>
                  <a:lnTo>
                    <a:pt x="7937599" y="1419619"/>
                  </a:lnTo>
                  <a:lnTo>
                    <a:pt x="7938267" y="1447830"/>
                  </a:lnTo>
                  <a:lnTo>
                    <a:pt x="7938935" y="1471467"/>
                  </a:lnTo>
                  <a:lnTo>
                    <a:pt x="7939603" y="1511977"/>
                  </a:lnTo>
                  <a:lnTo>
                    <a:pt x="7940271" y="1547379"/>
                  </a:lnTo>
                  <a:lnTo>
                    <a:pt x="7940939" y="1507202"/>
                  </a:lnTo>
                  <a:lnTo>
                    <a:pt x="7941607" y="1550116"/>
                  </a:lnTo>
                  <a:lnTo>
                    <a:pt x="7942275" y="1574189"/>
                  </a:lnTo>
                  <a:lnTo>
                    <a:pt x="7942943" y="1571049"/>
                  </a:lnTo>
                  <a:lnTo>
                    <a:pt x="7943611" y="1602449"/>
                  </a:lnTo>
                  <a:lnTo>
                    <a:pt x="7944279" y="1599309"/>
                  </a:lnTo>
                  <a:lnTo>
                    <a:pt x="7944947" y="1601403"/>
                  </a:lnTo>
                  <a:lnTo>
                    <a:pt x="7945615" y="1626523"/>
                  </a:lnTo>
                  <a:lnTo>
                    <a:pt x="7946283" y="1618149"/>
                  </a:lnTo>
                  <a:lnTo>
                    <a:pt x="7946951" y="1605589"/>
                  </a:lnTo>
                  <a:lnTo>
                    <a:pt x="7947620" y="1605589"/>
                  </a:lnTo>
                  <a:lnTo>
                    <a:pt x="7948288" y="1604543"/>
                  </a:lnTo>
                  <a:lnTo>
                    <a:pt x="7948956" y="1584656"/>
                  </a:lnTo>
                  <a:lnTo>
                    <a:pt x="7949624" y="1584656"/>
                  </a:lnTo>
                  <a:lnTo>
                    <a:pt x="7950292" y="1584656"/>
                  </a:lnTo>
                  <a:lnTo>
                    <a:pt x="7950960" y="1584656"/>
                  </a:lnTo>
                  <a:lnTo>
                    <a:pt x="7951628" y="1584656"/>
                  </a:lnTo>
                  <a:lnTo>
                    <a:pt x="7952296" y="1584656"/>
                  </a:lnTo>
                  <a:lnTo>
                    <a:pt x="7952964" y="1599309"/>
                  </a:lnTo>
                  <a:lnTo>
                    <a:pt x="7953632" y="1605589"/>
                  </a:lnTo>
                  <a:lnTo>
                    <a:pt x="7954300" y="1609776"/>
                  </a:lnTo>
                  <a:lnTo>
                    <a:pt x="7954968" y="1605589"/>
                  </a:lnTo>
                  <a:lnTo>
                    <a:pt x="7955636" y="1605589"/>
                  </a:lnTo>
                  <a:lnTo>
                    <a:pt x="7956304" y="1613963"/>
                  </a:lnTo>
                  <a:lnTo>
                    <a:pt x="7956972" y="1626523"/>
                  </a:lnTo>
                  <a:lnTo>
                    <a:pt x="7957640" y="1626523"/>
                  </a:lnTo>
                  <a:lnTo>
                    <a:pt x="7958308" y="1627569"/>
                  </a:lnTo>
                  <a:lnTo>
                    <a:pt x="7958976" y="1647456"/>
                  </a:lnTo>
                  <a:lnTo>
                    <a:pt x="7959644" y="1647456"/>
                  </a:lnTo>
                  <a:lnTo>
                    <a:pt x="7960312" y="1641176"/>
                  </a:lnTo>
                  <a:lnTo>
                    <a:pt x="7960980" y="1626523"/>
                  </a:lnTo>
                  <a:lnTo>
                    <a:pt x="7961648" y="1613963"/>
                  </a:lnTo>
                  <a:lnTo>
                    <a:pt x="7962316" y="1605589"/>
                  </a:lnTo>
                  <a:lnTo>
                    <a:pt x="7962984" y="1605589"/>
                  </a:lnTo>
                  <a:lnTo>
                    <a:pt x="7963652" y="1602449"/>
                  </a:lnTo>
                  <a:lnTo>
                    <a:pt x="7964320" y="1583609"/>
                  </a:lnTo>
                  <a:lnTo>
                    <a:pt x="7964988" y="1584656"/>
                  </a:lnTo>
                  <a:lnTo>
                    <a:pt x="7965656" y="1626667"/>
                  </a:lnTo>
                  <a:lnTo>
                    <a:pt x="7966324" y="1620383"/>
                  </a:lnTo>
                  <a:lnTo>
                    <a:pt x="7966992" y="1609994"/>
                  </a:lnTo>
                  <a:lnTo>
                    <a:pt x="7967660" y="1604898"/>
                  </a:lnTo>
                  <a:lnTo>
                    <a:pt x="7968328" y="1595749"/>
                  </a:lnTo>
                  <a:lnTo>
                    <a:pt x="7968996" y="1595749"/>
                  </a:lnTo>
                  <a:lnTo>
                    <a:pt x="7969664" y="1595749"/>
                  </a:lnTo>
                  <a:lnTo>
                    <a:pt x="7970332" y="1600323"/>
                  </a:lnTo>
                  <a:lnTo>
                    <a:pt x="7971000" y="1610998"/>
                  </a:lnTo>
                  <a:lnTo>
                    <a:pt x="7971668" y="1620148"/>
                  </a:lnTo>
                  <a:lnTo>
                    <a:pt x="7972337" y="1626247"/>
                  </a:lnTo>
                  <a:lnTo>
                    <a:pt x="7973005" y="1626247"/>
                  </a:lnTo>
                  <a:lnTo>
                    <a:pt x="7973673" y="1628535"/>
                  </a:lnTo>
                  <a:lnTo>
                    <a:pt x="7974341" y="1643784"/>
                  </a:lnTo>
                  <a:lnTo>
                    <a:pt x="7975009" y="1656746"/>
                  </a:lnTo>
                  <a:lnTo>
                    <a:pt x="7975677" y="1662803"/>
                  </a:lnTo>
                  <a:lnTo>
                    <a:pt x="7976345" y="1653376"/>
                  </a:lnTo>
                  <a:lnTo>
                    <a:pt x="7977013" y="1664228"/>
                  </a:lnTo>
                  <a:lnTo>
                    <a:pt x="7977681" y="1634896"/>
                  </a:lnTo>
                  <a:lnTo>
                    <a:pt x="7978349" y="1631756"/>
                  </a:lnTo>
                  <a:lnTo>
                    <a:pt x="7979017" y="1626523"/>
                  </a:lnTo>
                  <a:lnTo>
                    <a:pt x="7979685" y="1607683"/>
                  </a:lnTo>
                  <a:lnTo>
                    <a:pt x="7980353" y="1596169"/>
                  </a:lnTo>
                  <a:lnTo>
                    <a:pt x="7981021" y="1571049"/>
                  </a:lnTo>
                  <a:lnTo>
                    <a:pt x="7981689" y="1542789"/>
                  </a:lnTo>
                  <a:lnTo>
                    <a:pt x="7982357" y="1542789"/>
                  </a:lnTo>
                  <a:lnTo>
                    <a:pt x="7983025" y="1542789"/>
                  </a:lnTo>
                  <a:lnTo>
                    <a:pt x="7983693" y="1542789"/>
                  </a:lnTo>
                  <a:lnTo>
                    <a:pt x="7984361" y="1515576"/>
                  </a:lnTo>
                  <a:lnTo>
                    <a:pt x="7985029" y="1479989"/>
                  </a:lnTo>
                  <a:lnTo>
                    <a:pt x="7985697" y="1453822"/>
                  </a:lnTo>
                  <a:lnTo>
                    <a:pt x="7986365" y="1459056"/>
                  </a:lnTo>
                  <a:lnTo>
                    <a:pt x="7987033" y="1451729"/>
                  </a:lnTo>
                  <a:lnTo>
                    <a:pt x="7987701" y="1417189"/>
                  </a:lnTo>
                  <a:lnTo>
                    <a:pt x="7988369" y="1432889"/>
                  </a:lnTo>
                  <a:lnTo>
                    <a:pt x="7989037" y="1438122"/>
                  </a:lnTo>
                  <a:lnTo>
                    <a:pt x="7989705" y="1445449"/>
                  </a:lnTo>
                  <a:lnTo>
                    <a:pt x="7990373" y="1447542"/>
                  </a:lnTo>
                  <a:lnTo>
                    <a:pt x="7991041" y="1472662"/>
                  </a:lnTo>
                  <a:lnTo>
                    <a:pt x="7991709" y="1500922"/>
                  </a:lnTo>
                  <a:lnTo>
                    <a:pt x="7992377" y="1497782"/>
                  </a:lnTo>
                  <a:lnTo>
                    <a:pt x="7993045" y="1443356"/>
                  </a:lnTo>
                  <a:lnTo>
                    <a:pt x="7993713" y="1417189"/>
                  </a:lnTo>
                  <a:lnTo>
                    <a:pt x="7994381" y="1434982"/>
                  </a:lnTo>
                  <a:lnTo>
                    <a:pt x="7995049" y="1456962"/>
                  </a:lnTo>
                  <a:lnTo>
                    <a:pt x="7995717" y="1443356"/>
                  </a:lnTo>
                  <a:lnTo>
                    <a:pt x="7996386" y="1438122"/>
                  </a:lnTo>
                  <a:lnTo>
                    <a:pt x="7997054" y="1445449"/>
                  </a:lnTo>
                  <a:lnTo>
                    <a:pt x="7997722" y="1462196"/>
                  </a:lnTo>
                  <a:lnTo>
                    <a:pt x="7998390" y="1438122"/>
                  </a:lnTo>
                  <a:lnTo>
                    <a:pt x="7999058" y="1408816"/>
                  </a:lnTo>
                  <a:lnTo>
                    <a:pt x="7999726" y="1372182"/>
                  </a:lnTo>
                  <a:lnTo>
                    <a:pt x="8000394" y="1375322"/>
                  </a:lnTo>
                  <a:lnTo>
                    <a:pt x="8001062" y="1375322"/>
                  </a:lnTo>
                  <a:lnTo>
                    <a:pt x="8001730" y="1375322"/>
                  </a:lnTo>
                  <a:lnTo>
                    <a:pt x="8002398" y="1363809"/>
                  </a:lnTo>
                  <a:lnTo>
                    <a:pt x="8003066" y="1396255"/>
                  </a:lnTo>
                  <a:lnTo>
                    <a:pt x="8003734" y="1396255"/>
                  </a:lnTo>
                  <a:lnTo>
                    <a:pt x="8004402" y="1363809"/>
                  </a:lnTo>
                  <a:lnTo>
                    <a:pt x="8005070" y="1377416"/>
                  </a:lnTo>
                  <a:lnTo>
                    <a:pt x="8005738" y="1409862"/>
                  </a:lnTo>
                  <a:lnTo>
                    <a:pt x="8006406" y="1400442"/>
                  </a:lnTo>
                  <a:lnTo>
                    <a:pt x="8007074" y="1396255"/>
                  </a:lnTo>
                  <a:lnTo>
                    <a:pt x="8007742" y="1414049"/>
                  </a:lnTo>
                  <a:lnTo>
                    <a:pt x="8008410" y="1438122"/>
                  </a:lnTo>
                  <a:lnTo>
                    <a:pt x="8009078" y="1464289"/>
                  </a:lnTo>
                  <a:lnTo>
                    <a:pt x="8009746" y="1476849"/>
                  </a:lnTo>
                  <a:lnTo>
                    <a:pt x="8010414" y="1469522"/>
                  </a:lnTo>
                  <a:lnTo>
                    <a:pt x="8011082" y="1459056"/>
                  </a:lnTo>
                  <a:lnTo>
                    <a:pt x="8011750" y="1446496"/>
                  </a:lnTo>
                  <a:lnTo>
                    <a:pt x="8012418" y="1452776"/>
                  </a:lnTo>
                  <a:lnTo>
                    <a:pt x="8013086" y="1474756"/>
                  </a:lnTo>
                  <a:lnTo>
                    <a:pt x="8013754" y="1500922"/>
                  </a:lnTo>
                  <a:lnTo>
                    <a:pt x="8014422" y="1542789"/>
                  </a:lnTo>
                  <a:lnTo>
                    <a:pt x="8015090" y="1542789"/>
                  </a:lnTo>
                  <a:lnTo>
                    <a:pt x="8015758" y="1550116"/>
                  </a:lnTo>
                  <a:lnTo>
                    <a:pt x="8016426" y="1580469"/>
                  </a:lnTo>
                  <a:lnTo>
                    <a:pt x="8017094" y="1584656"/>
                  </a:lnTo>
                  <a:lnTo>
                    <a:pt x="8017762" y="1584656"/>
                  </a:lnTo>
                  <a:lnTo>
                    <a:pt x="8018430" y="1584656"/>
                  </a:lnTo>
                  <a:lnTo>
                    <a:pt x="8019098" y="1587796"/>
                  </a:lnTo>
                  <a:lnTo>
                    <a:pt x="8019766" y="1623383"/>
                  </a:lnTo>
                  <a:lnTo>
                    <a:pt x="8020434" y="1636989"/>
                  </a:lnTo>
                  <a:lnTo>
                    <a:pt x="8021103" y="1647456"/>
                  </a:lnTo>
                  <a:lnTo>
                    <a:pt x="8021771" y="1660016"/>
                  </a:lnTo>
                  <a:lnTo>
                    <a:pt x="8022439" y="1668389"/>
                  </a:lnTo>
                  <a:lnTo>
                    <a:pt x="8023107" y="1668389"/>
                  </a:lnTo>
                  <a:lnTo>
                    <a:pt x="8023775" y="1668389"/>
                  </a:lnTo>
                  <a:lnTo>
                    <a:pt x="8024443" y="1668389"/>
                  </a:lnTo>
                  <a:lnTo>
                    <a:pt x="8025111" y="1668389"/>
                  </a:lnTo>
                  <a:lnTo>
                    <a:pt x="8025779" y="1668389"/>
                  </a:lnTo>
                  <a:lnTo>
                    <a:pt x="8026447" y="1668389"/>
                  </a:lnTo>
                  <a:lnTo>
                    <a:pt x="8027115" y="1668389"/>
                  </a:lnTo>
                  <a:lnTo>
                    <a:pt x="8027783" y="1668389"/>
                  </a:lnTo>
                  <a:lnTo>
                    <a:pt x="8028451" y="1668389"/>
                  </a:lnTo>
                  <a:lnTo>
                    <a:pt x="8029119" y="1668389"/>
                  </a:lnTo>
                  <a:lnTo>
                    <a:pt x="8029787" y="1668389"/>
                  </a:lnTo>
                  <a:lnTo>
                    <a:pt x="8030455" y="1668389"/>
                  </a:lnTo>
                  <a:lnTo>
                    <a:pt x="8031123" y="1668389"/>
                  </a:lnTo>
                  <a:lnTo>
                    <a:pt x="8031791" y="1655829"/>
                  </a:lnTo>
                  <a:lnTo>
                    <a:pt x="8032459" y="1647456"/>
                  </a:lnTo>
                  <a:lnTo>
                    <a:pt x="8033127" y="1668810"/>
                  </a:lnTo>
                  <a:lnTo>
                    <a:pt x="8033795" y="1668810"/>
                  </a:lnTo>
                  <a:lnTo>
                    <a:pt x="8034463" y="1656746"/>
                  </a:lnTo>
                  <a:lnTo>
                    <a:pt x="8035131" y="1648359"/>
                  </a:lnTo>
                  <a:lnTo>
                    <a:pt x="8035799" y="1641497"/>
                  </a:lnTo>
                  <a:lnTo>
                    <a:pt x="8036467" y="1641497"/>
                  </a:lnTo>
                  <a:lnTo>
                    <a:pt x="8037135" y="1626247"/>
                  </a:lnTo>
                  <a:lnTo>
                    <a:pt x="8037803" y="1626247"/>
                  </a:lnTo>
                  <a:lnTo>
                    <a:pt x="8038471" y="1626247"/>
                  </a:lnTo>
                  <a:lnTo>
                    <a:pt x="8039139" y="1614048"/>
                  </a:lnTo>
                  <a:lnTo>
                    <a:pt x="8039807" y="1610998"/>
                  </a:lnTo>
                  <a:lnTo>
                    <a:pt x="8040475" y="1610998"/>
                  </a:lnTo>
                  <a:lnTo>
                    <a:pt x="8041143" y="1610998"/>
                  </a:lnTo>
                  <a:lnTo>
                    <a:pt x="8041811" y="1620148"/>
                  </a:lnTo>
                  <a:lnTo>
                    <a:pt x="8042479" y="1626247"/>
                  </a:lnTo>
                  <a:lnTo>
                    <a:pt x="8043147" y="1604627"/>
                  </a:lnTo>
                  <a:lnTo>
                    <a:pt x="8043815" y="1585216"/>
                  </a:lnTo>
                  <a:lnTo>
                    <a:pt x="8044483" y="1539649"/>
                  </a:lnTo>
                  <a:lnTo>
                    <a:pt x="8045151" y="1517669"/>
                  </a:lnTo>
                  <a:lnTo>
                    <a:pt x="8045820" y="1521856"/>
                  </a:lnTo>
                  <a:lnTo>
                    <a:pt x="8046488" y="1521856"/>
                  </a:lnTo>
                  <a:lnTo>
                    <a:pt x="8047156" y="1542789"/>
                  </a:lnTo>
                  <a:lnTo>
                    <a:pt x="8047824" y="1542789"/>
                  </a:lnTo>
                  <a:lnTo>
                    <a:pt x="8048492" y="1541743"/>
                  </a:lnTo>
                  <a:lnTo>
                    <a:pt x="8049160" y="1538602"/>
                  </a:lnTo>
                  <a:lnTo>
                    <a:pt x="8049828" y="1542789"/>
                  </a:lnTo>
                  <a:lnTo>
                    <a:pt x="8050496" y="1542789"/>
                  </a:lnTo>
                  <a:lnTo>
                    <a:pt x="8051164" y="1531276"/>
                  </a:lnTo>
                  <a:lnTo>
                    <a:pt x="8051832" y="1503016"/>
                  </a:lnTo>
                  <a:lnTo>
                    <a:pt x="8052500" y="1500922"/>
                  </a:lnTo>
                  <a:lnTo>
                    <a:pt x="8053168" y="1529182"/>
                  </a:lnTo>
                  <a:lnTo>
                    <a:pt x="8053836" y="1561629"/>
                  </a:lnTo>
                  <a:lnTo>
                    <a:pt x="8054504" y="1566863"/>
                  </a:lnTo>
                  <a:lnTo>
                    <a:pt x="8055172" y="1600356"/>
                  </a:lnTo>
                  <a:lnTo>
                    <a:pt x="8055840" y="1605589"/>
                  </a:lnTo>
                  <a:lnTo>
                    <a:pt x="8056508" y="1601403"/>
                  </a:lnTo>
                  <a:lnTo>
                    <a:pt x="8057176" y="1584656"/>
                  </a:lnTo>
                  <a:lnTo>
                    <a:pt x="8057844" y="1584656"/>
                  </a:lnTo>
                  <a:lnTo>
                    <a:pt x="8058512" y="1585703"/>
                  </a:lnTo>
                  <a:lnTo>
                    <a:pt x="8059180" y="1605589"/>
                  </a:lnTo>
                  <a:lnTo>
                    <a:pt x="8059848" y="1605589"/>
                  </a:lnTo>
                  <a:lnTo>
                    <a:pt x="8060516" y="1605589"/>
                  </a:lnTo>
                  <a:lnTo>
                    <a:pt x="8061184" y="1617103"/>
                  </a:lnTo>
                  <a:lnTo>
                    <a:pt x="8061852" y="1645363"/>
                  </a:lnTo>
                  <a:lnTo>
                    <a:pt x="8062520" y="1647456"/>
                  </a:lnTo>
                  <a:lnTo>
                    <a:pt x="8063188" y="1647456"/>
                  </a:lnTo>
                  <a:lnTo>
                    <a:pt x="8063856" y="1647456"/>
                  </a:lnTo>
                  <a:lnTo>
                    <a:pt x="8064524" y="1647456"/>
                  </a:lnTo>
                  <a:lnTo>
                    <a:pt x="8065192" y="1647456"/>
                  </a:lnTo>
                  <a:lnTo>
                    <a:pt x="8065860" y="1647456"/>
                  </a:lnTo>
                  <a:lnTo>
                    <a:pt x="8066528" y="1651643"/>
                  </a:lnTo>
                  <a:lnTo>
                    <a:pt x="8067196" y="1668389"/>
                  </a:lnTo>
                  <a:lnTo>
                    <a:pt x="8067864" y="1658969"/>
                  </a:lnTo>
                  <a:lnTo>
                    <a:pt x="8068532" y="1647456"/>
                  </a:lnTo>
                  <a:lnTo>
                    <a:pt x="8069200" y="1635943"/>
                  </a:lnTo>
                  <a:lnTo>
                    <a:pt x="8069868" y="1617103"/>
                  </a:lnTo>
                  <a:lnTo>
                    <a:pt x="8070537" y="1605589"/>
                  </a:lnTo>
                  <a:lnTo>
                    <a:pt x="8071205" y="1605589"/>
                  </a:lnTo>
                  <a:lnTo>
                    <a:pt x="8071873" y="1585703"/>
                  </a:lnTo>
                  <a:lnTo>
                    <a:pt x="8072541" y="1584656"/>
                  </a:lnTo>
                  <a:lnTo>
                    <a:pt x="8073209" y="1562676"/>
                  </a:lnTo>
                  <a:lnTo>
                    <a:pt x="8073877" y="1473709"/>
                  </a:lnTo>
                  <a:lnTo>
                    <a:pt x="8074545" y="1433936"/>
                  </a:lnTo>
                  <a:lnTo>
                    <a:pt x="8075213" y="1401489"/>
                  </a:lnTo>
                  <a:lnTo>
                    <a:pt x="8075881" y="1375322"/>
                  </a:lnTo>
                  <a:lnTo>
                    <a:pt x="8076549" y="1340782"/>
                  </a:lnTo>
                  <a:lnTo>
                    <a:pt x="8077217" y="1275889"/>
                  </a:lnTo>
                  <a:lnTo>
                    <a:pt x="8077885" y="1240302"/>
                  </a:lnTo>
                  <a:lnTo>
                    <a:pt x="8078553" y="1369792"/>
                  </a:lnTo>
                  <a:lnTo>
                    <a:pt x="8079221" y="1364293"/>
                  </a:lnTo>
                  <a:lnTo>
                    <a:pt x="8079889" y="1359385"/>
                  </a:lnTo>
                  <a:lnTo>
                    <a:pt x="8080557" y="1320499"/>
                  </a:lnTo>
                  <a:lnTo>
                    <a:pt x="8081225" y="1275513"/>
                  </a:lnTo>
                  <a:lnTo>
                    <a:pt x="8081893" y="1197742"/>
                  </a:lnTo>
                  <a:lnTo>
                    <a:pt x="8082561" y="1081847"/>
                  </a:lnTo>
                  <a:lnTo>
                    <a:pt x="8083229" y="1017038"/>
                  </a:lnTo>
                  <a:lnTo>
                    <a:pt x="8083897" y="1016275"/>
                  </a:lnTo>
                  <a:lnTo>
                    <a:pt x="8084565" y="1004076"/>
                  </a:lnTo>
                  <a:lnTo>
                    <a:pt x="8085233" y="1022375"/>
                  </a:lnTo>
                  <a:lnTo>
                    <a:pt x="8085901" y="1020850"/>
                  </a:lnTo>
                  <a:lnTo>
                    <a:pt x="8086569" y="1015513"/>
                  </a:lnTo>
                  <a:lnTo>
                    <a:pt x="8087237" y="1019325"/>
                  </a:lnTo>
                  <a:lnTo>
                    <a:pt x="8087905" y="1022375"/>
                  </a:lnTo>
                  <a:lnTo>
                    <a:pt x="8088573" y="1008438"/>
                  </a:lnTo>
                  <a:lnTo>
                    <a:pt x="8089241" y="943239"/>
                  </a:lnTo>
                  <a:lnTo>
                    <a:pt x="8089909" y="679288"/>
                  </a:lnTo>
                  <a:lnTo>
                    <a:pt x="8090577" y="727434"/>
                  </a:lnTo>
                  <a:lnTo>
                    <a:pt x="8091245" y="789188"/>
                  </a:lnTo>
                  <a:lnTo>
                    <a:pt x="8091913" y="900135"/>
                  </a:lnTo>
                  <a:lnTo>
                    <a:pt x="8092581" y="1055041"/>
                  </a:lnTo>
                  <a:lnTo>
                    <a:pt x="8093249" y="1165988"/>
                  </a:lnTo>
                  <a:lnTo>
                    <a:pt x="8093917" y="1249722"/>
                  </a:lnTo>
                  <a:lnTo>
                    <a:pt x="8094586" y="1276935"/>
                  </a:lnTo>
                  <a:lnTo>
                    <a:pt x="8095254" y="1277982"/>
                  </a:lnTo>
                  <a:lnTo>
                    <a:pt x="8095922" y="1302055"/>
                  </a:lnTo>
                  <a:lnTo>
                    <a:pt x="8096590" y="1326129"/>
                  </a:lnTo>
                  <a:lnTo>
                    <a:pt x="8097258" y="1334502"/>
                  </a:lnTo>
                  <a:lnTo>
                    <a:pt x="8097926" y="1359622"/>
                  </a:lnTo>
                  <a:lnTo>
                    <a:pt x="8098594" y="1352295"/>
                  </a:lnTo>
                  <a:lnTo>
                    <a:pt x="8099262" y="1385789"/>
                  </a:lnTo>
                  <a:lnTo>
                    <a:pt x="8099930" y="1362762"/>
                  </a:lnTo>
                  <a:lnTo>
                    <a:pt x="8100598" y="1312522"/>
                  </a:lnTo>
                  <a:lnTo>
                    <a:pt x="8101266" y="1267515"/>
                  </a:lnTo>
                  <a:lnTo>
                    <a:pt x="8101934" y="1254955"/>
                  </a:lnTo>
                  <a:lnTo>
                    <a:pt x="8102602" y="1358009"/>
                  </a:lnTo>
                  <a:lnTo>
                    <a:pt x="8103270" y="1314833"/>
                  </a:lnTo>
                  <a:lnTo>
                    <a:pt x="8103938" y="1292287"/>
                  </a:lnTo>
                  <a:lnTo>
                    <a:pt x="8104606" y="1282375"/>
                  </a:lnTo>
                  <a:lnTo>
                    <a:pt x="8105274" y="1264076"/>
                  </a:lnTo>
                  <a:lnTo>
                    <a:pt x="8105942" y="1256452"/>
                  </a:lnTo>
                  <a:lnTo>
                    <a:pt x="8106610" y="1333506"/>
                  </a:lnTo>
                  <a:lnTo>
                    <a:pt x="8107278" y="1320689"/>
                  </a:lnTo>
                  <a:lnTo>
                    <a:pt x="8107946" y="1363772"/>
                  </a:lnTo>
                  <a:lnTo>
                    <a:pt x="8108614" y="1311314"/>
                  </a:lnTo>
                  <a:lnTo>
                    <a:pt x="8109282" y="1301410"/>
                  </a:lnTo>
                  <a:lnTo>
                    <a:pt x="8109950" y="1324866"/>
                  </a:lnTo>
                  <a:lnTo>
                    <a:pt x="8110618" y="1337898"/>
                  </a:lnTo>
                  <a:lnTo>
                    <a:pt x="8111286" y="1335291"/>
                  </a:lnTo>
                  <a:lnTo>
                    <a:pt x="8111954" y="1340504"/>
                  </a:lnTo>
                  <a:lnTo>
                    <a:pt x="8112622" y="1346871"/>
                  </a:lnTo>
                  <a:lnTo>
                    <a:pt x="8113290" y="1293606"/>
                  </a:lnTo>
                  <a:lnTo>
                    <a:pt x="8113958" y="1256218"/>
                  </a:lnTo>
                  <a:lnTo>
                    <a:pt x="8114626" y="1239316"/>
                  </a:lnTo>
                  <a:lnTo>
                    <a:pt x="8115294" y="1165885"/>
                  </a:lnTo>
                  <a:lnTo>
                    <a:pt x="8115962" y="1151631"/>
                  </a:lnTo>
                  <a:lnTo>
                    <a:pt x="8116630" y="1130803"/>
                  </a:lnTo>
                  <a:lnTo>
                    <a:pt x="8117298" y="1127016"/>
                  </a:lnTo>
                  <a:lnTo>
                    <a:pt x="8117966" y="1006905"/>
                  </a:lnTo>
                  <a:lnTo>
                    <a:pt x="8118634" y="1074472"/>
                  </a:lnTo>
                  <a:lnTo>
                    <a:pt x="8119303" y="1107789"/>
                  </a:lnTo>
                  <a:lnTo>
                    <a:pt x="8119971" y="1166286"/>
                  </a:lnTo>
                  <a:lnTo>
                    <a:pt x="8120639" y="1160164"/>
                  </a:lnTo>
                  <a:lnTo>
                    <a:pt x="8121307" y="1146056"/>
                  </a:lnTo>
                  <a:lnTo>
                    <a:pt x="8121975" y="1091385"/>
                  </a:lnTo>
                  <a:lnTo>
                    <a:pt x="8122643" y="1164319"/>
                  </a:lnTo>
                  <a:lnTo>
                    <a:pt x="8123311" y="1166114"/>
                  </a:lnTo>
                  <a:lnTo>
                    <a:pt x="8123979" y="1172619"/>
                  </a:lnTo>
                  <a:lnTo>
                    <a:pt x="8124647" y="1139842"/>
                  </a:lnTo>
                  <a:lnTo>
                    <a:pt x="8125315" y="1133232"/>
                  </a:lnTo>
                  <a:lnTo>
                    <a:pt x="8125983" y="1183646"/>
                  </a:lnTo>
                  <a:lnTo>
                    <a:pt x="8126651" y="1177740"/>
                  </a:lnTo>
                  <a:lnTo>
                    <a:pt x="8127319" y="1176713"/>
                  </a:lnTo>
                  <a:lnTo>
                    <a:pt x="8127987" y="1189038"/>
                  </a:lnTo>
                  <a:lnTo>
                    <a:pt x="8128655" y="1189551"/>
                  </a:lnTo>
                  <a:lnTo>
                    <a:pt x="8129323" y="1145902"/>
                  </a:lnTo>
                  <a:lnTo>
                    <a:pt x="8129991" y="1167661"/>
                  </a:lnTo>
                  <a:lnTo>
                    <a:pt x="8130659" y="1117655"/>
                  </a:lnTo>
                  <a:lnTo>
                    <a:pt x="8131327" y="1104792"/>
                  </a:lnTo>
                  <a:lnTo>
                    <a:pt x="8131995" y="1135303"/>
                  </a:lnTo>
                  <a:lnTo>
                    <a:pt x="8132663" y="1068459"/>
                  </a:lnTo>
                  <a:lnTo>
                    <a:pt x="8133331" y="1081420"/>
                  </a:lnTo>
                  <a:lnTo>
                    <a:pt x="8133999" y="1058931"/>
                  </a:lnTo>
                  <a:lnTo>
                    <a:pt x="8134667" y="1132218"/>
                  </a:lnTo>
                  <a:lnTo>
                    <a:pt x="8135335" y="1086135"/>
                  </a:lnTo>
                  <a:lnTo>
                    <a:pt x="8136003" y="1051878"/>
                  </a:lnTo>
                  <a:lnTo>
                    <a:pt x="8136671" y="1111674"/>
                  </a:lnTo>
                  <a:lnTo>
                    <a:pt x="8137339" y="919442"/>
                  </a:lnTo>
                  <a:lnTo>
                    <a:pt x="8138007" y="932294"/>
                  </a:lnTo>
                  <a:lnTo>
                    <a:pt x="8138675" y="781861"/>
                  </a:lnTo>
                  <a:lnTo>
                    <a:pt x="8139343" y="878155"/>
                  </a:lnTo>
                  <a:lnTo>
                    <a:pt x="8140011" y="924208"/>
                  </a:lnTo>
                  <a:lnTo>
                    <a:pt x="8140679" y="1074928"/>
                  </a:lnTo>
                  <a:lnTo>
                    <a:pt x="8141347" y="1322743"/>
                  </a:lnTo>
                  <a:lnTo>
                    <a:pt x="8142015" y="1373720"/>
                  </a:lnTo>
                  <a:lnTo>
                    <a:pt x="8142683" y="1343869"/>
                  </a:lnTo>
                  <a:lnTo>
                    <a:pt x="8143351" y="1326333"/>
                  </a:lnTo>
                  <a:lnTo>
                    <a:pt x="8144020" y="1347185"/>
                  </a:lnTo>
                  <a:lnTo>
                    <a:pt x="8144688" y="1295337"/>
                  </a:lnTo>
                  <a:lnTo>
                    <a:pt x="8145356" y="1302962"/>
                  </a:lnTo>
                  <a:lnTo>
                    <a:pt x="8146024" y="1275513"/>
                  </a:lnTo>
                  <a:lnTo>
                    <a:pt x="8146692" y="1289238"/>
                  </a:lnTo>
                  <a:lnTo>
                    <a:pt x="8147360" y="1374634"/>
                  </a:lnTo>
                  <a:lnTo>
                    <a:pt x="8148028" y="1412757"/>
                  </a:lnTo>
                  <a:lnTo>
                    <a:pt x="8148696" y="1385308"/>
                  </a:lnTo>
                  <a:lnTo>
                    <a:pt x="8149364" y="1350235"/>
                  </a:lnTo>
                  <a:lnTo>
                    <a:pt x="8150032" y="1351760"/>
                  </a:lnTo>
                  <a:lnTo>
                    <a:pt x="8150700" y="1334985"/>
                  </a:lnTo>
                  <a:lnTo>
                    <a:pt x="8151368" y="1336299"/>
                  </a:lnTo>
                  <a:lnTo>
                    <a:pt x="8152036" y="1337584"/>
                  </a:lnTo>
                  <a:lnTo>
                    <a:pt x="8152704" y="1372149"/>
                  </a:lnTo>
                  <a:lnTo>
                    <a:pt x="8153372" y="1398435"/>
                  </a:lnTo>
                  <a:lnTo>
                    <a:pt x="8154040" y="1292635"/>
                  </a:lnTo>
                  <a:lnTo>
                    <a:pt x="8154708" y="1389976"/>
                  </a:lnTo>
                  <a:lnTo>
                    <a:pt x="8155376" y="1382649"/>
                  </a:lnTo>
                  <a:lnTo>
                    <a:pt x="8156044" y="1423469"/>
                  </a:lnTo>
                  <a:lnTo>
                    <a:pt x="8156712" y="1438122"/>
                  </a:lnTo>
                  <a:lnTo>
                    <a:pt x="8157380" y="1438122"/>
                  </a:lnTo>
                  <a:lnTo>
                    <a:pt x="8158048" y="1438122"/>
                  </a:lnTo>
                  <a:lnTo>
                    <a:pt x="8158716" y="1485222"/>
                  </a:lnTo>
                  <a:lnTo>
                    <a:pt x="8159384" y="1548022"/>
                  </a:lnTo>
                  <a:lnTo>
                    <a:pt x="8160052" y="1549069"/>
                  </a:lnTo>
                  <a:lnTo>
                    <a:pt x="8160720" y="1551163"/>
                  </a:lnTo>
                  <a:lnTo>
                    <a:pt x="8161388" y="1558489"/>
                  </a:lnTo>
                  <a:lnTo>
                    <a:pt x="8162056" y="1532322"/>
                  </a:lnTo>
                  <a:lnTo>
                    <a:pt x="8162724" y="1542789"/>
                  </a:lnTo>
                  <a:lnTo>
                    <a:pt x="8163392" y="1537556"/>
                  </a:lnTo>
                  <a:lnTo>
                    <a:pt x="8164060" y="1542789"/>
                  </a:lnTo>
                  <a:lnTo>
                    <a:pt x="8164728" y="1542789"/>
                  </a:lnTo>
                  <a:lnTo>
                    <a:pt x="8165396" y="1548022"/>
                  </a:lnTo>
                  <a:lnTo>
                    <a:pt x="8166064" y="1531276"/>
                  </a:lnTo>
                  <a:lnTo>
                    <a:pt x="8166732" y="1493596"/>
                  </a:lnTo>
                  <a:lnTo>
                    <a:pt x="8167400" y="1471616"/>
                  </a:lnTo>
                  <a:lnTo>
                    <a:pt x="8168068" y="1431842"/>
                  </a:lnTo>
                  <a:lnTo>
                    <a:pt x="8168737" y="1400442"/>
                  </a:lnTo>
                  <a:lnTo>
                    <a:pt x="8169405" y="1374276"/>
                  </a:lnTo>
                  <a:lnTo>
                    <a:pt x="8170073" y="1356482"/>
                  </a:lnTo>
                  <a:lnTo>
                    <a:pt x="8170741" y="1369042"/>
                  </a:lnTo>
                  <a:lnTo>
                    <a:pt x="8171409" y="1356482"/>
                  </a:lnTo>
                  <a:lnTo>
                    <a:pt x="8172077" y="1375322"/>
                  </a:lnTo>
                  <a:lnTo>
                    <a:pt x="8172745" y="1373229"/>
                  </a:lnTo>
                  <a:lnTo>
                    <a:pt x="8173413" y="1318802"/>
                  </a:lnTo>
                  <a:lnTo>
                    <a:pt x="8174081" y="1230882"/>
                  </a:lnTo>
                  <a:lnTo>
                    <a:pt x="8174749" y="1125168"/>
                  </a:lnTo>
                  <a:lnTo>
                    <a:pt x="8175417" y="1032015"/>
                  </a:lnTo>
                  <a:lnTo>
                    <a:pt x="8176085" y="1006895"/>
                  </a:lnTo>
                  <a:lnTo>
                    <a:pt x="8176753" y="1026781"/>
                  </a:lnTo>
                  <a:lnTo>
                    <a:pt x="8177421" y="1040388"/>
                  </a:lnTo>
                  <a:lnTo>
                    <a:pt x="8178089" y="1192219"/>
                  </a:lnTo>
                  <a:lnTo>
                    <a:pt x="8178757" y="1188330"/>
                  </a:lnTo>
                  <a:lnTo>
                    <a:pt x="8179425" y="1123129"/>
                  </a:lnTo>
                  <a:lnTo>
                    <a:pt x="8180093" y="1108604"/>
                  </a:lnTo>
                  <a:lnTo>
                    <a:pt x="8180761" y="1063548"/>
                  </a:lnTo>
                  <a:lnTo>
                    <a:pt x="8181429" y="1079560"/>
                  </a:lnTo>
                  <a:lnTo>
                    <a:pt x="8182097" y="1075747"/>
                  </a:lnTo>
                  <a:lnTo>
                    <a:pt x="8182765" y="1024662"/>
                  </a:lnTo>
                  <a:lnTo>
                    <a:pt x="8183433" y="1063548"/>
                  </a:lnTo>
                  <a:lnTo>
                    <a:pt x="8184101" y="1116158"/>
                  </a:lnTo>
                  <a:lnTo>
                    <a:pt x="8184769" y="1172581"/>
                  </a:lnTo>
                  <a:lnTo>
                    <a:pt x="8185437" y="1218328"/>
                  </a:lnTo>
                  <a:lnTo>
                    <a:pt x="8186105" y="1242727"/>
                  </a:lnTo>
                  <a:lnTo>
                    <a:pt x="8186773" y="1211466"/>
                  </a:lnTo>
                  <a:lnTo>
                    <a:pt x="8187441" y="1198504"/>
                  </a:lnTo>
                  <a:lnTo>
                    <a:pt x="8188109" y="1219002"/>
                  </a:lnTo>
                  <a:lnTo>
                    <a:pt x="8188777" y="1233892"/>
                  </a:lnTo>
                  <a:lnTo>
                    <a:pt x="8189445" y="1307733"/>
                  </a:lnTo>
                  <a:lnTo>
                    <a:pt x="8190113" y="1332510"/>
                  </a:lnTo>
                  <a:lnTo>
                    <a:pt x="8190781" y="1231929"/>
                  </a:lnTo>
                  <a:lnTo>
                    <a:pt x="8191449" y="1228788"/>
                  </a:lnTo>
                  <a:lnTo>
                    <a:pt x="8192117" y="1237162"/>
                  </a:lnTo>
                  <a:lnTo>
                    <a:pt x="8192786" y="1271702"/>
                  </a:lnTo>
                  <a:lnTo>
                    <a:pt x="8193454" y="1270655"/>
                  </a:lnTo>
                  <a:lnTo>
                    <a:pt x="8194122" y="1282169"/>
                  </a:lnTo>
                  <a:lnTo>
                    <a:pt x="8194790" y="1306242"/>
                  </a:lnTo>
                  <a:lnTo>
                    <a:pt x="8195458" y="1346015"/>
                  </a:lnTo>
                  <a:lnTo>
                    <a:pt x="8196126" y="1327175"/>
                  </a:lnTo>
                  <a:lnTo>
                    <a:pt x="8196794" y="1358575"/>
                  </a:lnTo>
                  <a:lnTo>
                    <a:pt x="8197462" y="1363809"/>
                  </a:lnTo>
                  <a:lnTo>
                    <a:pt x="8198130" y="1393115"/>
                  </a:lnTo>
                  <a:lnTo>
                    <a:pt x="8198798" y="1370089"/>
                  </a:lnTo>
                  <a:lnTo>
                    <a:pt x="8199466" y="1311475"/>
                  </a:lnTo>
                  <a:lnTo>
                    <a:pt x="8200134" y="1305195"/>
                  </a:lnTo>
                  <a:lnTo>
                    <a:pt x="8200802" y="1348109"/>
                  </a:lnTo>
                  <a:lnTo>
                    <a:pt x="8201470" y="1312522"/>
                  </a:lnTo>
                  <a:lnTo>
                    <a:pt x="8202138" y="1302055"/>
                  </a:lnTo>
                  <a:lnTo>
                    <a:pt x="8202806" y="1288449"/>
                  </a:lnTo>
                  <a:lnTo>
                    <a:pt x="8203474" y="1254955"/>
                  </a:lnTo>
                  <a:lnTo>
                    <a:pt x="8204142" y="1187968"/>
                  </a:lnTo>
                  <a:lnTo>
                    <a:pt x="8204810" y="1132495"/>
                  </a:lnTo>
                  <a:lnTo>
                    <a:pt x="8205478" y="1061322"/>
                  </a:lnTo>
                  <a:lnTo>
                    <a:pt x="8206146" y="1088535"/>
                  </a:lnTo>
                  <a:lnTo>
                    <a:pt x="8206814" y="1242533"/>
                  </a:lnTo>
                  <a:lnTo>
                    <a:pt x="8207482" y="1244104"/>
                  </a:lnTo>
                  <a:lnTo>
                    <a:pt x="8208150" y="1235865"/>
                  </a:lnTo>
                  <a:lnTo>
                    <a:pt x="8208818" y="1264076"/>
                  </a:lnTo>
                  <a:lnTo>
                    <a:pt x="8209486" y="1317449"/>
                  </a:lnTo>
                  <a:lnTo>
                    <a:pt x="8210154" y="1323549"/>
                  </a:lnTo>
                  <a:lnTo>
                    <a:pt x="8210822" y="1302962"/>
                  </a:lnTo>
                  <a:lnTo>
                    <a:pt x="8211490" y="1287713"/>
                  </a:lnTo>
                  <a:lnTo>
                    <a:pt x="8212158" y="1293812"/>
                  </a:lnTo>
                  <a:lnTo>
                    <a:pt x="8212826" y="1331173"/>
                  </a:lnTo>
                  <a:lnTo>
                    <a:pt x="8213494" y="1356335"/>
                  </a:lnTo>
                  <a:lnTo>
                    <a:pt x="8214162" y="1399033"/>
                  </a:lnTo>
                  <a:lnTo>
                    <a:pt x="8214830" y="1421907"/>
                  </a:lnTo>
                  <a:lnTo>
                    <a:pt x="8215498" y="1450118"/>
                  </a:lnTo>
                  <a:lnTo>
                    <a:pt x="8216166" y="1429531"/>
                  </a:lnTo>
                  <a:lnTo>
                    <a:pt x="8216834" y="1423209"/>
                  </a:lnTo>
                  <a:lnTo>
                    <a:pt x="8217503" y="1383697"/>
                  </a:lnTo>
                  <a:lnTo>
                    <a:pt x="8218171" y="1259142"/>
                  </a:lnTo>
                  <a:lnTo>
                    <a:pt x="8218839" y="1230882"/>
                  </a:lnTo>
                  <a:lnTo>
                    <a:pt x="8219507" y="1227742"/>
                  </a:lnTo>
                  <a:lnTo>
                    <a:pt x="8220175" y="1214135"/>
                  </a:lnTo>
                  <a:lnTo>
                    <a:pt x="8220843" y="1229835"/>
                  </a:lnTo>
                  <a:lnTo>
                    <a:pt x="8221511" y="1274842"/>
                  </a:lnTo>
                  <a:lnTo>
                    <a:pt x="8222179" y="1284262"/>
                  </a:lnTo>
                  <a:lnTo>
                    <a:pt x="8222847" y="1270655"/>
                  </a:lnTo>
                  <a:lnTo>
                    <a:pt x="8223515" y="1266469"/>
                  </a:lnTo>
                  <a:lnTo>
                    <a:pt x="8224183" y="1268562"/>
                  </a:lnTo>
                  <a:lnTo>
                    <a:pt x="8224851" y="1250768"/>
                  </a:lnTo>
                  <a:lnTo>
                    <a:pt x="8225519" y="1282169"/>
                  </a:lnTo>
                  <a:lnTo>
                    <a:pt x="8226187" y="1316709"/>
                  </a:lnTo>
                  <a:lnTo>
                    <a:pt x="8226855" y="1359622"/>
                  </a:lnTo>
                  <a:lnTo>
                    <a:pt x="8227523" y="1405675"/>
                  </a:lnTo>
                  <a:lnTo>
                    <a:pt x="8228191" y="1442309"/>
                  </a:lnTo>
                  <a:lnTo>
                    <a:pt x="8228859" y="1477896"/>
                  </a:lnTo>
                  <a:lnTo>
                    <a:pt x="8229527" y="1481036"/>
                  </a:lnTo>
                  <a:lnTo>
                    <a:pt x="8230195" y="1512436"/>
                  </a:lnTo>
                  <a:lnTo>
                    <a:pt x="8230863" y="1526042"/>
                  </a:lnTo>
                  <a:lnTo>
                    <a:pt x="8231531" y="1542789"/>
                  </a:lnTo>
                  <a:lnTo>
                    <a:pt x="8232199" y="1550116"/>
                  </a:lnTo>
                  <a:lnTo>
                    <a:pt x="8232867" y="1563722"/>
                  </a:lnTo>
                  <a:lnTo>
                    <a:pt x="8233535" y="1577329"/>
                  </a:lnTo>
                  <a:lnTo>
                    <a:pt x="8234203" y="1600356"/>
                  </a:lnTo>
                  <a:lnTo>
                    <a:pt x="8234871" y="1646409"/>
                  </a:lnTo>
                  <a:lnTo>
                    <a:pt x="8235539" y="1647456"/>
                  </a:lnTo>
                  <a:lnTo>
                    <a:pt x="8236207" y="1647456"/>
                  </a:lnTo>
                  <a:lnTo>
                    <a:pt x="8236875" y="1656876"/>
                  </a:lnTo>
                  <a:lnTo>
                    <a:pt x="8237543" y="1666296"/>
                  </a:lnTo>
                  <a:lnTo>
                    <a:pt x="8238211" y="1647456"/>
                  </a:lnTo>
                  <a:lnTo>
                    <a:pt x="8238879" y="1647456"/>
                  </a:lnTo>
                  <a:lnTo>
                    <a:pt x="8239547" y="1647456"/>
                  </a:lnTo>
                  <a:lnTo>
                    <a:pt x="8240215" y="1647456"/>
                  </a:lnTo>
                  <a:lnTo>
                    <a:pt x="8240883" y="1647456"/>
                  </a:lnTo>
                  <a:lnTo>
                    <a:pt x="8241551" y="1647456"/>
                  </a:lnTo>
                  <a:lnTo>
                    <a:pt x="8242220" y="1647456"/>
                  </a:lnTo>
                  <a:lnTo>
                    <a:pt x="8242888" y="1630709"/>
                  </a:lnTo>
                  <a:lnTo>
                    <a:pt x="8243556" y="1626523"/>
                  </a:lnTo>
                  <a:lnTo>
                    <a:pt x="8244224" y="1626523"/>
                  </a:lnTo>
                  <a:lnTo>
                    <a:pt x="8244892" y="1626523"/>
                  </a:lnTo>
                  <a:lnTo>
                    <a:pt x="8245560" y="1626523"/>
                  </a:lnTo>
                  <a:lnTo>
                    <a:pt x="8246228" y="1626523"/>
                  </a:lnTo>
                  <a:lnTo>
                    <a:pt x="8246896" y="1626523"/>
                  </a:lnTo>
                  <a:lnTo>
                    <a:pt x="8247564" y="1628616"/>
                  </a:lnTo>
                  <a:lnTo>
                    <a:pt x="8248232" y="1647456"/>
                  </a:lnTo>
                  <a:lnTo>
                    <a:pt x="8248900" y="1647456"/>
                  </a:lnTo>
                  <a:lnTo>
                    <a:pt x="8249568" y="1647456"/>
                  </a:lnTo>
                  <a:lnTo>
                    <a:pt x="8250236" y="1647456"/>
                  </a:lnTo>
                  <a:lnTo>
                    <a:pt x="8250904" y="1647456"/>
                  </a:lnTo>
                  <a:lnTo>
                    <a:pt x="8251572" y="1647456"/>
                  </a:lnTo>
                  <a:lnTo>
                    <a:pt x="8252240" y="1647456"/>
                  </a:lnTo>
                  <a:lnTo>
                    <a:pt x="8252908" y="1664203"/>
                  </a:lnTo>
                  <a:lnTo>
                    <a:pt x="8253576" y="1649549"/>
                  </a:lnTo>
                  <a:lnTo>
                    <a:pt x="8254244" y="1647456"/>
                  </a:lnTo>
                  <a:lnTo>
                    <a:pt x="8254912" y="1647456"/>
                  </a:lnTo>
                  <a:lnTo>
                    <a:pt x="8255580" y="1647456"/>
                  </a:lnTo>
                  <a:lnTo>
                    <a:pt x="8256248" y="1647456"/>
                  </a:lnTo>
                  <a:lnTo>
                    <a:pt x="8256916" y="1647456"/>
                  </a:lnTo>
                  <a:lnTo>
                    <a:pt x="8257584" y="1647456"/>
                  </a:lnTo>
                  <a:lnTo>
                    <a:pt x="8258252" y="1647456"/>
                  </a:lnTo>
                  <a:lnTo>
                    <a:pt x="8258920" y="1647456"/>
                  </a:lnTo>
                  <a:lnTo>
                    <a:pt x="8259588" y="1647456"/>
                  </a:lnTo>
                  <a:lnTo>
                    <a:pt x="8260256" y="1633849"/>
                  </a:lnTo>
                  <a:lnTo>
                    <a:pt x="8260924" y="1626523"/>
                  </a:lnTo>
                  <a:lnTo>
                    <a:pt x="8261592" y="1626523"/>
                  </a:lnTo>
                  <a:lnTo>
                    <a:pt x="8262260" y="1626523"/>
                  </a:lnTo>
                  <a:lnTo>
                    <a:pt x="8262928" y="1626523"/>
                  </a:lnTo>
                  <a:lnTo>
                    <a:pt x="8263596" y="1645363"/>
                  </a:lnTo>
                  <a:lnTo>
                    <a:pt x="8264264" y="1647456"/>
                  </a:lnTo>
                  <a:lnTo>
                    <a:pt x="8264932" y="1647456"/>
                  </a:lnTo>
                  <a:lnTo>
                    <a:pt x="8265600" y="1647456"/>
                  </a:lnTo>
                  <a:lnTo>
                    <a:pt x="8266268" y="1647456"/>
                  </a:lnTo>
                  <a:lnTo>
                    <a:pt x="8266937" y="1647456"/>
                  </a:lnTo>
                  <a:lnTo>
                    <a:pt x="8267605" y="1647456"/>
                  </a:lnTo>
                  <a:lnTo>
                    <a:pt x="8268273" y="1647456"/>
                  </a:lnTo>
                  <a:lnTo>
                    <a:pt x="8268941" y="1647456"/>
                  </a:lnTo>
                  <a:lnTo>
                    <a:pt x="8269609" y="1647456"/>
                  </a:lnTo>
                  <a:lnTo>
                    <a:pt x="8270277" y="1661063"/>
                  </a:lnTo>
                  <a:lnTo>
                    <a:pt x="8270945" y="1647456"/>
                  </a:lnTo>
                  <a:lnTo>
                    <a:pt x="8271613" y="1647456"/>
                  </a:lnTo>
                  <a:lnTo>
                    <a:pt x="8272281" y="1647456"/>
                  </a:lnTo>
                  <a:lnTo>
                    <a:pt x="8272949" y="1647456"/>
                  </a:lnTo>
                  <a:lnTo>
                    <a:pt x="8273617" y="1647456"/>
                  </a:lnTo>
                  <a:lnTo>
                    <a:pt x="8274285" y="1647456"/>
                  </a:lnTo>
                  <a:lnTo>
                    <a:pt x="8274953" y="1647456"/>
                  </a:lnTo>
                  <a:lnTo>
                    <a:pt x="8275621" y="1647456"/>
                  </a:lnTo>
                  <a:lnTo>
                    <a:pt x="8276289" y="1631756"/>
                  </a:lnTo>
                  <a:lnTo>
                    <a:pt x="8276957" y="1626523"/>
                  </a:lnTo>
                  <a:lnTo>
                    <a:pt x="8277625" y="1626523"/>
                  </a:lnTo>
                  <a:lnTo>
                    <a:pt x="8278293" y="1626523"/>
                  </a:lnTo>
                  <a:lnTo>
                    <a:pt x="8278961" y="1626523"/>
                  </a:lnTo>
                  <a:lnTo>
                    <a:pt x="8279629" y="1626523"/>
                  </a:lnTo>
                  <a:lnTo>
                    <a:pt x="8280297" y="1626523"/>
                  </a:lnTo>
                  <a:lnTo>
                    <a:pt x="8280965" y="1647456"/>
                  </a:lnTo>
                  <a:lnTo>
                    <a:pt x="8281633" y="1647456"/>
                  </a:lnTo>
                  <a:lnTo>
                    <a:pt x="8282301" y="1647456"/>
                  </a:lnTo>
                  <a:lnTo>
                    <a:pt x="8282969" y="1647456"/>
                  </a:lnTo>
                  <a:lnTo>
                    <a:pt x="8283637" y="1647456"/>
                  </a:lnTo>
                  <a:lnTo>
                    <a:pt x="8284305" y="1647456"/>
                  </a:lnTo>
                  <a:lnTo>
                    <a:pt x="8284973" y="1647456"/>
                  </a:lnTo>
                  <a:lnTo>
                    <a:pt x="8285641" y="1647456"/>
                  </a:lnTo>
                  <a:lnTo>
                    <a:pt x="8286309" y="1663156"/>
                  </a:lnTo>
                  <a:lnTo>
                    <a:pt x="8286977" y="1664203"/>
                  </a:lnTo>
                  <a:lnTo>
                    <a:pt x="8287645" y="1647456"/>
                  </a:lnTo>
                  <a:lnTo>
                    <a:pt x="8288313" y="1643269"/>
                  </a:lnTo>
                  <a:lnTo>
                    <a:pt x="8288981" y="1626523"/>
                  </a:lnTo>
                  <a:lnTo>
                    <a:pt x="8289649" y="1626523"/>
                  </a:lnTo>
                  <a:lnTo>
                    <a:pt x="8290317" y="1626523"/>
                  </a:lnTo>
                  <a:lnTo>
                    <a:pt x="8290986" y="1626523"/>
                  </a:lnTo>
                  <a:lnTo>
                    <a:pt x="8291654" y="1626523"/>
                  </a:lnTo>
                  <a:lnTo>
                    <a:pt x="8292322" y="1626523"/>
                  </a:lnTo>
                  <a:lnTo>
                    <a:pt x="8292990" y="1624429"/>
                  </a:lnTo>
                  <a:lnTo>
                    <a:pt x="8293658" y="1605589"/>
                  </a:lnTo>
                  <a:lnTo>
                    <a:pt x="8294326" y="1605589"/>
                  </a:lnTo>
                  <a:lnTo>
                    <a:pt x="8294994" y="1583609"/>
                  </a:lnTo>
                  <a:lnTo>
                    <a:pt x="8295662" y="1506156"/>
                  </a:lnTo>
                  <a:lnTo>
                    <a:pt x="8296330" y="1469522"/>
                  </a:lnTo>
                  <a:lnTo>
                    <a:pt x="8296998" y="1418235"/>
                  </a:lnTo>
                  <a:lnTo>
                    <a:pt x="8297666" y="1417189"/>
                  </a:lnTo>
                  <a:lnTo>
                    <a:pt x="8298334" y="1421376"/>
                  </a:lnTo>
                  <a:lnTo>
                    <a:pt x="8299002" y="1438122"/>
                  </a:lnTo>
                  <a:lnTo>
                    <a:pt x="8299670" y="1438122"/>
                  </a:lnTo>
                  <a:lnTo>
                    <a:pt x="8300338" y="1438122"/>
                  </a:lnTo>
                  <a:lnTo>
                    <a:pt x="8301006" y="1438122"/>
                  </a:lnTo>
                  <a:lnTo>
                    <a:pt x="8301674" y="1438122"/>
                  </a:lnTo>
                  <a:lnTo>
                    <a:pt x="8302342" y="1438122"/>
                  </a:lnTo>
                  <a:lnTo>
                    <a:pt x="8303010" y="1440216"/>
                  </a:lnTo>
                  <a:lnTo>
                    <a:pt x="8303678" y="1459056"/>
                  </a:lnTo>
                  <a:lnTo>
                    <a:pt x="8304346" y="1459056"/>
                  </a:lnTo>
                  <a:lnTo>
                    <a:pt x="8305014" y="1481036"/>
                  </a:lnTo>
                  <a:lnTo>
                    <a:pt x="8305682" y="1558489"/>
                  </a:lnTo>
                  <a:lnTo>
                    <a:pt x="8306350" y="1595123"/>
                  </a:lnTo>
                  <a:lnTo>
                    <a:pt x="8307018" y="1650596"/>
                  </a:lnTo>
                  <a:lnTo>
                    <a:pt x="8307686" y="1668389"/>
                  </a:lnTo>
                  <a:lnTo>
                    <a:pt x="8308354" y="1668389"/>
                  </a:lnTo>
                  <a:lnTo>
                    <a:pt x="8309022" y="1668389"/>
                  </a:lnTo>
                  <a:lnTo>
                    <a:pt x="8309690" y="1668389"/>
                  </a:lnTo>
                  <a:lnTo>
                    <a:pt x="8310358" y="1668389"/>
                  </a:lnTo>
                  <a:lnTo>
                    <a:pt x="8311026" y="1668389"/>
                  </a:lnTo>
                  <a:lnTo>
                    <a:pt x="8311694" y="1668389"/>
                  </a:lnTo>
                  <a:lnTo>
                    <a:pt x="8312362" y="1668389"/>
                  </a:lnTo>
                  <a:lnTo>
                    <a:pt x="8313030" y="1668389"/>
                  </a:lnTo>
                  <a:lnTo>
                    <a:pt x="8313698" y="1668389"/>
                  </a:lnTo>
                  <a:lnTo>
                    <a:pt x="8314366" y="1668389"/>
                  </a:lnTo>
                  <a:lnTo>
                    <a:pt x="8315034" y="1648503"/>
                  </a:lnTo>
                  <a:lnTo>
                    <a:pt x="8315703" y="1647456"/>
                  </a:lnTo>
                  <a:lnTo>
                    <a:pt x="8316371" y="1647456"/>
                  </a:lnTo>
                  <a:lnTo>
                    <a:pt x="8317039" y="1647456"/>
                  </a:lnTo>
                  <a:lnTo>
                    <a:pt x="8317707" y="1647456"/>
                  </a:lnTo>
                  <a:lnTo>
                    <a:pt x="8318375" y="1629663"/>
                  </a:lnTo>
                  <a:lnTo>
                    <a:pt x="8319043" y="1600356"/>
                  </a:lnTo>
                  <a:lnTo>
                    <a:pt x="8319711" y="1558489"/>
                  </a:lnTo>
                  <a:lnTo>
                    <a:pt x="8320379" y="1542789"/>
                  </a:lnTo>
                  <a:lnTo>
                    <a:pt x="8321047" y="1542789"/>
                  </a:lnTo>
                  <a:lnTo>
                    <a:pt x="8321715" y="1541742"/>
                  </a:lnTo>
                  <a:lnTo>
                    <a:pt x="8322383" y="1521856"/>
                  </a:lnTo>
                  <a:lnTo>
                    <a:pt x="8323051" y="1494642"/>
                  </a:lnTo>
                  <a:lnTo>
                    <a:pt x="8323719" y="1552167"/>
                  </a:lnTo>
                  <a:lnTo>
                    <a:pt x="8324387" y="1526902"/>
                  </a:lnTo>
                  <a:lnTo>
                    <a:pt x="8325055" y="1518740"/>
                  </a:lnTo>
                  <a:lnTo>
                    <a:pt x="8325723" y="1519502"/>
                  </a:lnTo>
                  <a:lnTo>
                    <a:pt x="8326391" y="1513402"/>
                  </a:lnTo>
                  <a:lnTo>
                    <a:pt x="8327059" y="1495103"/>
                  </a:lnTo>
                  <a:lnTo>
                    <a:pt x="8327727" y="1489004"/>
                  </a:lnTo>
                  <a:lnTo>
                    <a:pt x="8328395" y="1501965"/>
                  </a:lnTo>
                  <a:lnTo>
                    <a:pt x="8329063" y="1510353"/>
                  </a:lnTo>
                  <a:lnTo>
                    <a:pt x="8329731" y="1538564"/>
                  </a:lnTo>
                  <a:lnTo>
                    <a:pt x="8330399" y="1537039"/>
                  </a:lnTo>
                  <a:lnTo>
                    <a:pt x="8331067" y="1534751"/>
                  </a:lnTo>
                  <a:lnTo>
                    <a:pt x="8331735" y="1524839"/>
                  </a:lnTo>
                  <a:lnTo>
                    <a:pt x="8332403" y="1534751"/>
                  </a:lnTo>
                  <a:lnTo>
                    <a:pt x="8333071" y="1554576"/>
                  </a:lnTo>
                  <a:lnTo>
                    <a:pt x="8333739" y="1556753"/>
                  </a:lnTo>
                  <a:lnTo>
                    <a:pt x="8334407" y="1568288"/>
                  </a:lnTo>
                  <a:lnTo>
                    <a:pt x="8335075" y="1542789"/>
                  </a:lnTo>
                  <a:lnTo>
                    <a:pt x="8335743" y="1542789"/>
                  </a:lnTo>
                  <a:lnTo>
                    <a:pt x="8336411" y="1545929"/>
                  </a:lnTo>
                  <a:lnTo>
                    <a:pt x="8337079" y="1540696"/>
                  </a:lnTo>
                  <a:lnTo>
                    <a:pt x="8337747" y="1475802"/>
                  </a:lnTo>
                  <a:lnTo>
                    <a:pt x="8338415" y="1459056"/>
                  </a:lnTo>
                  <a:lnTo>
                    <a:pt x="8339083" y="1476849"/>
                  </a:lnTo>
                  <a:lnTo>
                    <a:pt x="8339751" y="1479989"/>
                  </a:lnTo>
                  <a:lnTo>
                    <a:pt x="8340420" y="1497782"/>
                  </a:lnTo>
                  <a:lnTo>
                    <a:pt x="8341088" y="1500922"/>
                  </a:lnTo>
                  <a:lnTo>
                    <a:pt x="8341756" y="1515576"/>
                  </a:lnTo>
                  <a:lnTo>
                    <a:pt x="8342424" y="1521856"/>
                  </a:lnTo>
                  <a:lnTo>
                    <a:pt x="8343092" y="1521856"/>
                  </a:lnTo>
                  <a:lnTo>
                    <a:pt x="8343760" y="1510342"/>
                  </a:lnTo>
                  <a:lnTo>
                    <a:pt x="8344428" y="1508249"/>
                  </a:lnTo>
                  <a:lnTo>
                    <a:pt x="8345096" y="1500922"/>
                  </a:lnTo>
                  <a:lnTo>
                    <a:pt x="8345764" y="1500922"/>
                  </a:lnTo>
                  <a:lnTo>
                    <a:pt x="8346432" y="1506156"/>
                  </a:lnTo>
                  <a:lnTo>
                    <a:pt x="8347100" y="1536509"/>
                  </a:lnTo>
                  <a:lnTo>
                    <a:pt x="8347768" y="1609776"/>
                  </a:lnTo>
                  <a:lnTo>
                    <a:pt x="8348436" y="1626523"/>
                  </a:lnTo>
                  <a:lnTo>
                    <a:pt x="8349104" y="1626523"/>
                  </a:lnTo>
                  <a:lnTo>
                    <a:pt x="8349772" y="1626523"/>
                  </a:lnTo>
                  <a:lnTo>
                    <a:pt x="8350440" y="1622336"/>
                  </a:lnTo>
                  <a:lnTo>
                    <a:pt x="8351108" y="1605589"/>
                  </a:lnTo>
                  <a:lnTo>
                    <a:pt x="8351776" y="1605589"/>
                  </a:lnTo>
                  <a:lnTo>
                    <a:pt x="8352444" y="1605589"/>
                  </a:lnTo>
                  <a:lnTo>
                    <a:pt x="8353112" y="1605589"/>
                  </a:lnTo>
                  <a:lnTo>
                    <a:pt x="8353780" y="1619196"/>
                  </a:lnTo>
                  <a:lnTo>
                    <a:pt x="8354448" y="1640129"/>
                  </a:lnTo>
                  <a:lnTo>
                    <a:pt x="8355116" y="1647456"/>
                  </a:lnTo>
                  <a:lnTo>
                    <a:pt x="8355784" y="1647456"/>
                  </a:lnTo>
                  <a:lnTo>
                    <a:pt x="8356452" y="1644316"/>
                  </a:lnTo>
                  <a:lnTo>
                    <a:pt x="8357120" y="1626523"/>
                  </a:lnTo>
                  <a:lnTo>
                    <a:pt x="8357788" y="1626523"/>
                  </a:lnTo>
                  <a:lnTo>
                    <a:pt x="8358456" y="1626523"/>
                  </a:lnTo>
                  <a:lnTo>
                    <a:pt x="8359124" y="1626523"/>
                  </a:lnTo>
                  <a:lnTo>
                    <a:pt x="8359792" y="1626523"/>
                  </a:lnTo>
                  <a:lnTo>
                    <a:pt x="8360460" y="1611869"/>
                  </a:lnTo>
                  <a:lnTo>
                    <a:pt x="8361128" y="1605589"/>
                  </a:lnTo>
                  <a:lnTo>
                    <a:pt x="8361796" y="1589889"/>
                  </a:lnTo>
                  <a:lnTo>
                    <a:pt x="8362464" y="1584656"/>
                  </a:lnTo>
                  <a:lnTo>
                    <a:pt x="8363132" y="1584656"/>
                  </a:lnTo>
                  <a:lnTo>
                    <a:pt x="8363800" y="1584656"/>
                  </a:lnTo>
                  <a:lnTo>
                    <a:pt x="8364469" y="1584656"/>
                  </a:lnTo>
                  <a:lnTo>
                    <a:pt x="8365137" y="1584656"/>
                  </a:lnTo>
                  <a:lnTo>
                    <a:pt x="8365805" y="1566863"/>
                  </a:lnTo>
                  <a:lnTo>
                    <a:pt x="8366473" y="1551163"/>
                  </a:lnTo>
                  <a:lnTo>
                    <a:pt x="8367141" y="1542789"/>
                  </a:lnTo>
                  <a:lnTo>
                    <a:pt x="8367809" y="1542789"/>
                  </a:lnTo>
                  <a:lnTo>
                    <a:pt x="8368477" y="1542789"/>
                  </a:lnTo>
                  <a:lnTo>
                    <a:pt x="8369145" y="1542789"/>
                  </a:lnTo>
                  <a:lnTo>
                    <a:pt x="8369813" y="1542789"/>
                  </a:lnTo>
                  <a:lnTo>
                    <a:pt x="8370481" y="1541743"/>
                  </a:lnTo>
                  <a:lnTo>
                    <a:pt x="8371149" y="1542789"/>
                  </a:lnTo>
                  <a:lnTo>
                    <a:pt x="8371817" y="1558489"/>
                  </a:lnTo>
                  <a:lnTo>
                    <a:pt x="8372485" y="1563722"/>
                  </a:lnTo>
                  <a:lnTo>
                    <a:pt x="8373153" y="1553256"/>
                  </a:lnTo>
                  <a:lnTo>
                    <a:pt x="8373821" y="1542789"/>
                  </a:lnTo>
                  <a:lnTo>
                    <a:pt x="8374489" y="1542789"/>
                  </a:lnTo>
                  <a:lnTo>
                    <a:pt x="8375157" y="1530229"/>
                  </a:lnTo>
                  <a:lnTo>
                    <a:pt x="8375825" y="1536509"/>
                  </a:lnTo>
                  <a:lnTo>
                    <a:pt x="8375825" y="1668810"/>
                  </a:lnTo>
                  <a:lnTo>
                    <a:pt x="8375157" y="1668810"/>
                  </a:lnTo>
                  <a:lnTo>
                    <a:pt x="8374489" y="1668810"/>
                  </a:lnTo>
                  <a:lnTo>
                    <a:pt x="8373821" y="1668810"/>
                  </a:lnTo>
                  <a:lnTo>
                    <a:pt x="8373153" y="1668810"/>
                  </a:lnTo>
                  <a:lnTo>
                    <a:pt x="8372485" y="1668810"/>
                  </a:lnTo>
                  <a:lnTo>
                    <a:pt x="8371817" y="1668810"/>
                  </a:lnTo>
                  <a:lnTo>
                    <a:pt x="8371149" y="1668810"/>
                  </a:lnTo>
                  <a:lnTo>
                    <a:pt x="8370481" y="1668810"/>
                  </a:lnTo>
                  <a:lnTo>
                    <a:pt x="8369813" y="1668810"/>
                  </a:lnTo>
                  <a:lnTo>
                    <a:pt x="8369145" y="1668810"/>
                  </a:lnTo>
                  <a:lnTo>
                    <a:pt x="8368477" y="1668810"/>
                  </a:lnTo>
                  <a:lnTo>
                    <a:pt x="8367809" y="1668810"/>
                  </a:lnTo>
                  <a:lnTo>
                    <a:pt x="8367141" y="1668810"/>
                  </a:lnTo>
                  <a:lnTo>
                    <a:pt x="8366473" y="1668810"/>
                  </a:lnTo>
                  <a:lnTo>
                    <a:pt x="8365805" y="1668810"/>
                  </a:lnTo>
                  <a:lnTo>
                    <a:pt x="8365137" y="1668810"/>
                  </a:lnTo>
                  <a:lnTo>
                    <a:pt x="8364469" y="1668810"/>
                  </a:lnTo>
                  <a:lnTo>
                    <a:pt x="8363800" y="1668810"/>
                  </a:lnTo>
                  <a:lnTo>
                    <a:pt x="8363132" y="1668810"/>
                  </a:lnTo>
                  <a:lnTo>
                    <a:pt x="8362464" y="1668810"/>
                  </a:lnTo>
                  <a:lnTo>
                    <a:pt x="8361796" y="1668810"/>
                  </a:lnTo>
                  <a:lnTo>
                    <a:pt x="8361128" y="1668810"/>
                  </a:lnTo>
                  <a:lnTo>
                    <a:pt x="8360460" y="1668810"/>
                  </a:lnTo>
                  <a:lnTo>
                    <a:pt x="8359792" y="1668810"/>
                  </a:lnTo>
                  <a:lnTo>
                    <a:pt x="8359124" y="1668810"/>
                  </a:lnTo>
                  <a:lnTo>
                    <a:pt x="8358456" y="1668810"/>
                  </a:lnTo>
                  <a:lnTo>
                    <a:pt x="8357788" y="1668810"/>
                  </a:lnTo>
                  <a:lnTo>
                    <a:pt x="8357120" y="1668810"/>
                  </a:lnTo>
                  <a:lnTo>
                    <a:pt x="8356452" y="1668810"/>
                  </a:lnTo>
                  <a:lnTo>
                    <a:pt x="8355784" y="1668810"/>
                  </a:lnTo>
                  <a:lnTo>
                    <a:pt x="8355116" y="1668810"/>
                  </a:lnTo>
                  <a:lnTo>
                    <a:pt x="8354448" y="1668810"/>
                  </a:lnTo>
                  <a:lnTo>
                    <a:pt x="8353780" y="1668810"/>
                  </a:lnTo>
                  <a:lnTo>
                    <a:pt x="8353112" y="1668810"/>
                  </a:lnTo>
                  <a:lnTo>
                    <a:pt x="8352444" y="1668810"/>
                  </a:lnTo>
                  <a:lnTo>
                    <a:pt x="8351776" y="1668810"/>
                  </a:lnTo>
                  <a:lnTo>
                    <a:pt x="8351108" y="1668810"/>
                  </a:lnTo>
                  <a:lnTo>
                    <a:pt x="8350440" y="1668810"/>
                  </a:lnTo>
                  <a:lnTo>
                    <a:pt x="8349772" y="1668810"/>
                  </a:lnTo>
                  <a:lnTo>
                    <a:pt x="8349104" y="1668810"/>
                  </a:lnTo>
                  <a:lnTo>
                    <a:pt x="8348436" y="1668810"/>
                  </a:lnTo>
                  <a:lnTo>
                    <a:pt x="8347768" y="1668810"/>
                  </a:lnTo>
                  <a:lnTo>
                    <a:pt x="8347100" y="1668810"/>
                  </a:lnTo>
                  <a:lnTo>
                    <a:pt x="8346432" y="1668810"/>
                  </a:lnTo>
                  <a:lnTo>
                    <a:pt x="8345764" y="1668810"/>
                  </a:lnTo>
                  <a:lnTo>
                    <a:pt x="8345096" y="1668810"/>
                  </a:lnTo>
                  <a:lnTo>
                    <a:pt x="8344428" y="1668810"/>
                  </a:lnTo>
                  <a:lnTo>
                    <a:pt x="8343760" y="1668810"/>
                  </a:lnTo>
                  <a:lnTo>
                    <a:pt x="8343092" y="1668810"/>
                  </a:lnTo>
                  <a:lnTo>
                    <a:pt x="8342424" y="1668810"/>
                  </a:lnTo>
                  <a:lnTo>
                    <a:pt x="8341756" y="1668810"/>
                  </a:lnTo>
                  <a:lnTo>
                    <a:pt x="8341088" y="1668810"/>
                  </a:lnTo>
                  <a:lnTo>
                    <a:pt x="8340420" y="1668810"/>
                  </a:lnTo>
                  <a:lnTo>
                    <a:pt x="8339751" y="1668810"/>
                  </a:lnTo>
                  <a:lnTo>
                    <a:pt x="8339083" y="1668810"/>
                  </a:lnTo>
                  <a:lnTo>
                    <a:pt x="8338415" y="1668810"/>
                  </a:lnTo>
                  <a:lnTo>
                    <a:pt x="8337747" y="1668810"/>
                  </a:lnTo>
                  <a:lnTo>
                    <a:pt x="8337079" y="1668810"/>
                  </a:lnTo>
                  <a:lnTo>
                    <a:pt x="8336411" y="1668810"/>
                  </a:lnTo>
                  <a:lnTo>
                    <a:pt x="8335743" y="1668810"/>
                  </a:lnTo>
                  <a:lnTo>
                    <a:pt x="8335075" y="1668810"/>
                  </a:lnTo>
                  <a:lnTo>
                    <a:pt x="8334407" y="1668810"/>
                  </a:lnTo>
                  <a:lnTo>
                    <a:pt x="8333739" y="1668810"/>
                  </a:lnTo>
                  <a:lnTo>
                    <a:pt x="8333071" y="1668810"/>
                  </a:lnTo>
                  <a:lnTo>
                    <a:pt x="8332403" y="1668810"/>
                  </a:lnTo>
                  <a:lnTo>
                    <a:pt x="8331735" y="1668810"/>
                  </a:lnTo>
                  <a:lnTo>
                    <a:pt x="8331067" y="1668810"/>
                  </a:lnTo>
                  <a:lnTo>
                    <a:pt x="8330399" y="1668810"/>
                  </a:lnTo>
                  <a:lnTo>
                    <a:pt x="8329731" y="1668810"/>
                  </a:lnTo>
                  <a:lnTo>
                    <a:pt x="8329063" y="1668810"/>
                  </a:lnTo>
                  <a:lnTo>
                    <a:pt x="8328395" y="1668810"/>
                  </a:lnTo>
                  <a:lnTo>
                    <a:pt x="8327727" y="1668810"/>
                  </a:lnTo>
                  <a:lnTo>
                    <a:pt x="8327059" y="1668810"/>
                  </a:lnTo>
                  <a:lnTo>
                    <a:pt x="8326391" y="1668810"/>
                  </a:lnTo>
                  <a:lnTo>
                    <a:pt x="8325723" y="1668810"/>
                  </a:lnTo>
                  <a:lnTo>
                    <a:pt x="8325055" y="1668810"/>
                  </a:lnTo>
                  <a:lnTo>
                    <a:pt x="8324387" y="1668810"/>
                  </a:lnTo>
                  <a:lnTo>
                    <a:pt x="8323719" y="1668810"/>
                  </a:lnTo>
                  <a:lnTo>
                    <a:pt x="8323051" y="1668810"/>
                  </a:lnTo>
                  <a:lnTo>
                    <a:pt x="8322383" y="1668810"/>
                  </a:lnTo>
                  <a:lnTo>
                    <a:pt x="8321715" y="1668810"/>
                  </a:lnTo>
                  <a:lnTo>
                    <a:pt x="8321047" y="1668810"/>
                  </a:lnTo>
                  <a:lnTo>
                    <a:pt x="8320379" y="1668810"/>
                  </a:lnTo>
                  <a:lnTo>
                    <a:pt x="8319711" y="1668810"/>
                  </a:lnTo>
                  <a:lnTo>
                    <a:pt x="8319043" y="1668810"/>
                  </a:lnTo>
                  <a:lnTo>
                    <a:pt x="8318375" y="1668810"/>
                  </a:lnTo>
                  <a:lnTo>
                    <a:pt x="8317707" y="1668810"/>
                  </a:lnTo>
                  <a:lnTo>
                    <a:pt x="8317039" y="1668810"/>
                  </a:lnTo>
                  <a:lnTo>
                    <a:pt x="8316371" y="1668810"/>
                  </a:lnTo>
                  <a:lnTo>
                    <a:pt x="8315703" y="1668810"/>
                  </a:lnTo>
                  <a:lnTo>
                    <a:pt x="8315034" y="1668810"/>
                  </a:lnTo>
                  <a:lnTo>
                    <a:pt x="8314366" y="1668810"/>
                  </a:lnTo>
                  <a:lnTo>
                    <a:pt x="8313698" y="1668810"/>
                  </a:lnTo>
                  <a:lnTo>
                    <a:pt x="8313030" y="1668810"/>
                  </a:lnTo>
                  <a:lnTo>
                    <a:pt x="8312362" y="1668810"/>
                  </a:lnTo>
                  <a:lnTo>
                    <a:pt x="8311694" y="1668810"/>
                  </a:lnTo>
                  <a:lnTo>
                    <a:pt x="8311026" y="1668810"/>
                  </a:lnTo>
                  <a:lnTo>
                    <a:pt x="8310358" y="1668810"/>
                  </a:lnTo>
                  <a:lnTo>
                    <a:pt x="8309690" y="1668810"/>
                  </a:lnTo>
                  <a:lnTo>
                    <a:pt x="8309022" y="1668810"/>
                  </a:lnTo>
                  <a:lnTo>
                    <a:pt x="8308354" y="1668810"/>
                  </a:lnTo>
                  <a:lnTo>
                    <a:pt x="8307686" y="1668810"/>
                  </a:lnTo>
                  <a:lnTo>
                    <a:pt x="8307018" y="1668810"/>
                  </a:lnTo>
                  <a:lnTo>
                    <a:pt x="8306350" y="1668810"/>
                  </a:lnTo>
                  <a:lnTo>
                    <a:pt x="8305682" y="1668810"/>
                  </a:lnTo>
                  <a:lnTo>
                    <a:pt x="8305014" y="1668810"/>
                  </a:lnTo>
                  <a:lnTo>
                    <a:pt x="8304346" y="1668810"/>
                  </a:lnTo>
                  <a:lnTo>
                    <a:pt x="8303678" y="1668810"/>
                  </a:lnTo>
                  <a:lnTo>
                    <a:pt x="8303010" y="1668810"/>
                  </a:lnTo>
                  <a:lnTo>
                    <a:pt x="8302342" y="1668810"/>
                  </a:lnTo>
                  <a:lnTo>
                    <a:pt x="8301674" y="1668810"/>
                  </a:lnTo>
                  <a:lnTo>
                    <a:pt x="8301006" y="1668810"/>
                  </a:lnTo>
                  <a:lnTo>
                    <a:pt x="8300338" y="1668810"/>
                  </a:lnTo>
                  <a:lnTo>
                    <a:pt x="8299670" y="1668810"/>
                  </a:lnTo>
                  <a:lnTo>
                    <a:pt x="8299002" y="1668810"/>
                  </a:lnTo>
                  <a:lnTo>
                    <a:pt x="8298334" y="1668810"/>
                  </a:lnTo>
                  <a:lnTo>
                    <a:pt x="8297666" y="1668810"/>
                  </a:lnTo>
                  <a:lnTo>
                    <a:pt x="8296998" y="1668810"/>
                  </a:lnTo>
                  <a:lnTo>
                    <a:pt x="8296330" y="1668810"/>
                  </a:lnTo>
                  <a:lnTo>
                    <a:pt x="8295662" y="1668810"/>
                  </a:lnTo>
                  <a:lnTo>
                    <a:pt x="8294994" y="1668810"/>
                  </a:lnTo>
                  <a:lnTo>
                    <a:pt x="8294326" y="1668810"/>
                  </a:lnTo>
                  <a:lnTo>
                    <a:pt x="8293658" y="1668810"/>
                  </a:lnTo>
                  <a:lnTo>
                    <a:pt x="8292990" y="1668810"/>
                  </a:lnTo>
                  <a:lnTo>
                    <a:pt x="8292322" y="1668810"/>
                  </a:lnTo>
                  <a:lnTo>
                    <a:pt x="8291654" y="1668810"/>
                  </a:lnTo>
                  <a:lnTo>
                    <a:pt x="8290986" y="1668810"/>
                  </a:lnTo>
                  <a:lnTo>
                    <a:pt x="8290317" y="1668810"/>
                  </a:lnTo>
                  <a:lnTo>
                    <a:pt x="8289649" y="1668810"/>
                  </a:lnTo>
                  <a:lnTo>
                    <a:pt x="8288981" y="1668810"/>
                  </a:lnTo>
                  <a:lnTo>
                    <a:pt x="8288313" y="1668810"/>
                  </a:lnTo>
                  <a:lnTo>
                    <a:pt x="8287645" y="1668810"/>
                  </a:lnTo>
                  <a:lnTo>
                    <a:pt x="8286977" y="1668810"/>
                  </a:lnTo>
                  <a:lnTo>
                    <a:pt x="8286309" y="1668810"/>
                  </a:lnTo>
                  <a:lnTo>
                    <a:pt x="8285641" y="1668810"/>
                  </a:lnTo>
                  <a:lnTo>
                    <a:pt x="8284973" y="1668810"/>
                  </a:lnTo>
                  <a:lnTo>
                    <a:pt x="8284305" y="1668810"/>
                  </a:lnTo>
                  <a:lnTo>
                    <a:pt x="8283637" y="1668810"/>
                  </a:lnTo>
                  <a:lnTo>
                    <a:pt x="8282969" y="1668810"/>
                  </a:lnTo>
                  <a:lnTo>
                    <a:pt x="8282301" y="1668810"/>
                  </a:lnTo>
                  <a:lnTo>
                    <a:pt x="8281633" y="1668810"/>
                  </a:lnTo>
                  <a:lnTo>
                    <a:pt x="8280965" y="1668810"/>
                  </a:lnTo>
                  <a:lnTo>
                    <a:pt x="8280297" y="1668810"/>
                  </a:lnTo>
                  <a:lnTo>
                    <a:pt x="8279629" y="1668810"/>
                  </a:lnTo>
                  <a:lnTo>
                    <a:pt x="8278961" y="1668810"/>
                  </a:lnTo>
                  <a:lnTo>
                    <a:pt x="8278293" y="1668810"/>
                  </a:lnTo>
                  <a:lnTo>
                    <a:pt x="8277625" y="1668810"/>
                  </a:lnTo>
                  <a:lnTo>
                    <a:pt x="8276957" y="1668810"/>
                  </a:lnTo>
                  <a:lnTo>
                    <a:pt x="8276289" y="1668810"/>
                  </a:lnTo>
                  <a:lnTo>
                    <a:pt x="8275621" y="1668810"/>
                  </a:lnTo>
                  <a:lnTo>
                    <a:pt x="8274953" y="1668810"/>
                  </a:lnTo>
                  <a:lnTo>
                    <a:pt x="8274285" y="1668810"/>
                  </a:lnTo>
                  <a:lnTo>
                    <a:pt x="8273617" y="1668810"/>
                  </a:lnTo>
                  <a:lnTo>
                    <a:pt x="8272949" y="1668810"/>
                  </a:lnTo>
                  <a:lnTo>
                    <a:pt x="8272281" y="1668810"/>
                  </a:lnTo>
                  <a:lnTo>
                    <a:pt x="8271613" y="1668810"/>
                  </a:lnTo>
                  <a:lnTo>
                    <a:pt x="8270945" y="1668810"/>
                  </a:lnTo>
                  <a:lnTo>
                    <a:pt x="8270277" y="1668810"/>
                  </a:lnTo>
                  <a:lnTo>
                    <a:pt x="8269609" y="1668810"/>
                  </a:lnTo>
                  <a:lnTo>
                    <a:pt x="8268941" y="1668810"/>
                  </a:lnTo>
                  <a:lnTo>
                    <a:pt x="8268273" y="1668810"/>
                  </a:lnTo>
                  <a:lnTo>
                    <a:pt x="8267605" y="1668810"/>
                  </a:lnTo>
                  <a:lnTo>
                    <a:pt x="8266937" y="1668810"/>
                  </a:lnTo>
                  <a:lnTo>
                    <a:pt x="8266268" y="1668810"/>
                  </a:lnTo>
                  <a:lnTo>
                    <a:pt x="8265600" y="1668810"/>
                  </a:lnTo>
                  <a:lnTo>
                    <a:pt x="8264932" y="1668810"/>
                  </a:lnTo>
                  <a:lnTo>
                    <a:pt x="8264264" y="1668810"/>
                  </a:lnTo>
                  <a:lnTo>
                    <a:pt x="8263596" y="1668810"/>
                  </a:lnTo>
                  <a:lnTo>
                    <a:pt x="8262928" y="1668810"/>
                  </a:lnTo>
                  <a:lnTo>
                    <a:pt x="8262260" y="1668810"/>
                  </a:lnTo>
                  <a:lnTo>
                    <a:pt x="8261592" y="1668810"/>
                  </a:lnTo>
                  <a:lnTo>
                    <a:pt x="8260924" y="1668810"/>
                  </a:lnTo>
                  <a:lnTo>
                    <a:pt x="8260256" y="1668810"/>
                  </a:lnTo>
                  <a:lnTo>
                    <a:pt x="8259588" y="1668810"/>
                  </a:lnTo>
                  <a:lnTo>
                    <a:pt x="8258920" y="1668810"/>
                  </a:lnTo>
                  <a:lnTo>
                    <a:pt x="8258252" y="1668810"/>
                  </a:lnTo>
                  <a:lnTo>
                    <a:pt x="8257584" y="1668810"/>
                  </a:lnTo>
                  <a:lnTo>
                    <a:pt x="8256916" y="1668810"/>
                  </a:lnTo>
                  <a:lnTo>
                    <a:pt x="8256248" y="1668810"/>
                  </a:lnTo>
                  <a:lnTo>
                    <a:pt x="8255580" y="1668810"/>
                  </a:lnTo>
                  <a:lnTo>
                    <a:pt x="8254912" y="1668810"/>
                  </a:lnTo>
                  <a:lnTo>
                    <a:pt x="8254244" y="1668810"/>
                  </a:lnTo>
                  <a:lnTo>
                    <a:pt x="8253576" y="1668810"/>
                  </a:lnTo>
                  <a:lnTo>
                    <a:pt x="8252908" y="1668810"/>
                  </a:lnTo>
                  <a:lnTo>
                    <a:pt x="8252240" y="1668810"/>
                  </a:lnTo>
                  <a:lnTo>
                    <a:pt x="8251572" y="1668810"/>
                  </a:lnTo>
                  <a:lnTo>
                    <a:pt x="8250904" y="1668810"/>
                  </a:lnTo>
                  <a:lnTo>
                    <a:pt x="8250236" y="1668810"/>
                  </a:lnTo>
                  <a:lnTo>
                    <a:pt x="8249568" y="1668810"/>
                  </a:lnTo>
                  <a:lnTo>
                    <a:pt x="8248900" y="1668810"/>
                  </a:lnTo>
                  <a:lnTo>
                    <a:pt x="8248232" y="1668810"/>
                  </a:lnTo>
                  <a:lnTo>
                    <a:pt x="8247564" y="1668810"/>
                  </a:lnTo>
                  <a:lnTo>
                    <a:pt x="8246896" y="1668810"/>
                  </a:lnTo>
                  <a:lnTo>
                    <a:pt x="8246228" y="1668810"/>
                  </a:lnTo>
                  <a:lnTo>
                    <a:pt x="8245560" y="1668810"/>
                  </a:lnTo>
                  <a:lnTo>
                    <a:pt x="8244892" y="1668810"/>
                  </a:lnTo>
                  <a:lnTo>
                    <a:pt x="8244224" y="1668810"/>
                  </a:lnTo>
                  <a:lnTo>
                    <a:pt x="8243556" y="1668810"/>
                  </a:lnTo>
                  <a:lnTo>
                    <a:pt x="8242888" y="1668810"/>
                  </a:lnTo>
                  <a:lnTo>
                    <a:pt x="8242220" y="1668810"/>
                  </a:lnTo>
                  <a:lnTo>
                    <a:pt x="8241551" y="1668810"/>
                  </a:lnTo>
                  <a:lnTo>
                    <a:pt x="8240883" y="1668810"/>
                  </a:lnTo>
                  <a:lnTo>
                    <a:pt x="8240215" y="1668810"/>
                  </a:lnTo>
                  <a:lnTo>
                    <a:pt x="8239547" y="1668810"/>
                  </a:lnTo>
                  <a:lnTo>
                    <a:pt x="8238879" y="1668810"/>
                  </a:lnTo>
                  <a:lnTo>
                    <a:pt x="8238211" y="1668810"/>
                  </a:lnTo>
                  <a:lnTo>
                    <a:pt x="8237543" y="1668810"/>
                  </a:lnTo>
                  <a:lnTo>
                    <a:pt x="8236875" y="1668810"/>
                  </a:lnTo>
                  <a:lnTo>
                    <a:pt x="8236207" y="1668810"/>
                  </a:lnTo>
                  <a:lnTo>
                    <a:pt x="8235539" y="1668810"/>
                  </a:lnTo>
                  <a:lnTo>
                    <a:pt x="8234871" y="1668810"/>
                  </a:lnTo>
                  <a:lnTo>
                    <a:pt x="8234203" y="1668810"/>
                  </a:lnTo>
                  <a:lnTo>
                    <a:pt x="8233535" y="1668810"/>
                  </a:lnTo>
                  <a:lnTo>
                    <a:pt x="8232867" y="1668810"/>
                  </a:lnTo>
                  <a:lnTo>
                    <a:pt x="8232199" y="1668810"/>
                  </a:lnTo>
                  <a:lnTo>
                    <a:pt x="8231531" y="1668810"/>
                  </a:lnTo>
                  <a:lnTo>
                    <a:pt x="8230863" y="1668810"/>
                  </a:lnTo>
                  <a:lnTo>
                    <a:pt x="8230195" y="1668810"/>
                  </a:lnTo>
                  <a:lnTo>
                    <a:pt x="8229527" y="1668810"/>
                  </a:lnTo>
                  <a:lnTo>
                    <a:pt x="8228859" y="1668810"/>
                  </a:lnTo>
                  <a:lnTo>
                    <a:pt x="8228191" y="1668810"/>
                  </a:lnTo>
                  <a:lnTo>
                    <a:pt x="8227523" y="1668810"/>
                  </a:lnTo>
                  <a:lnTo>
                    <a:pt x="8226855" y="1668810"/>
                  </a:lnTo>
                  <a:lnTo>
                    <a:pt x="8226187" y="1668810"/>
                  </a:lnTo>
                  <a:lnTo>
                    <a:pt x="8225519" y="1668810"/>
                  </a:lnTo>
                  <a:lnTo>
                    <a:pt x="8224851" y="1668810"/>
                  </a:lnTo>
                  <a:lnTo>
                    <a:pt x="8224183" y="1668810"/>
                  </a:lnTo>
                  <a:lnTo>
                    <a:pt x="8223515" y="1668810"/>
                  </a:lnTo>
                  <a:lnTo>
                    <a:pt x="8222847" y="1668810"/>
                  </a:lnTo>
                  <a:lnTo>
                    <a:pt x="8222179" y="1668810"/>
                  </a:lnTo>
                  <a:lnTo>
                    <a:pt x="8221511" y="1668810"/>
                  </a:lnTo>
                  <a:lnTo>
                    <a:pt x="8220843" y="1668810"/>
                  </a:lnTo>
                  <a:lnTo>
                    <a:pt x="8220175" y="1668810"/>
                  </a:lnTo>
                  <a:lnTo>
                    <a:pt x="8219507" y="1668810"/>
                  </a:lnTo>
                  <a:lnTo>
                    <a:pt x="8218839" y="1668810"/>
                  </a:lnTo>
                  <a:lnTo>
                    <a:pt x="8218171" y="1668810"/>
                  </a:lnTo>
                  <a:lnTo>
                    <a:pt x="8217503" y="1668810"/>
                  </a:lnTo>
                  <a:lnTo>
                    <a:pt x="8216834" y="1668810"/>
                  </a:lnTo>
                  <a:lnTo>
                    <a:pt x="8216166" y="1668810"/>
                  </a:lnTo>
                  <a:lnTo>
                    <a:pt x="8215498" y="1668810"/>
                  </a:lnTo>
                  <a:lnTo>
                    <a:pt x="8214830" y="1668810"/>
                  </a:lnTo>
                  <a:lnTo>
                    <a:pt x="8214162" y="1668810"/>
                  </a:lnTo>
                  <a:lnTo>
                    <a:pt x="8213494" y="1668810"/>
                  </a:lnTo>
                  <a:lnTo>
                    <a:pt x="8212826" y="1668810"/>
                  </a:lnTo>
                  <a:lnTo>
                    <a:pt x="8212158" y="1668810"/>
                  </a:lnTo>
                  <a:lnTo>
                    <a:pt x="8211490" y="1668810"/>
                  </a:lnTo>
                  <a:lnTo>
                    <a:pt x="8210822" y="1668810"/>
                  </a:lnTo>
                  <a:lnTo>
                    <a:pt x="8210154" y="1668810"/>
                  </a:lnTo>
                  <a:lnTo>
                    <a:pt x="8209486" y="1668810"/>
                  </a:lnTo>
                  <a:lnTo>
                    <a:pt x="8208818" y="1668810"/>
                  </a:lnTo>
                  <a:lnTo>
                    <a:pt x="8208150" y="1668810"/>
                  </a:lnTo>
                  <a:lnTo>
                    <a:pt x="8207482" y="1668810"/>
                  </a:lnTo>
                  <a:lnTo>
                    <a:pt x="8206814" y="1668810"/>
                  </a:lnTo>
                  <a:lnTo>
                    <a:pt x="8206146" y="1668810"/>
                  </a:lnTo>
                  <a:lnTo>
                    <a:pt x="8205478" y="1668810"/>
                  </a:lnTo>
                  <a:lnTo>
                    <a:pt x="8204810" y="1668810"/>
                  </a:lnTo>
                  <a:lnTo>
                    <a:pt x="8204142" y="1668810"/>
                  </a:lnTo>
                  <a:lnTo>
                    <a:pt x="8203474" y="1668810"/>
                  </a:lnTo>
                  <a:lnTo>
                    <a:pt x="8202806" y="1668810"/>
                  </a:lnTo>
                  <a:lnTo>
                    <a:pt x="8202138" y="1668810"/>
                  </a:lnTo>
                  <a:lnTo>
                    <a:pt x="8201470" y="1668810"/>
                  </a:lnTo>
                  <a:lnTo>
                    <a:pt x="8200802" y="1668810"/>
                  </a:lnTo>
                  <a:lnTo>
                    <a:pt x="8200134" y="1668810"/>
                  </a:lnTo>
                  <a:lnTo>
                    <a:pt x="8199466" y="1668810"/>
                  </a:lnTo>
                  <a:lnTo>
                    <a:pt x="8198798" y="1668810"/>
                  </a:lnTo>
                  <a:lnTo>
                    <a:pt x="8198130" y="1668810"/>
                  </a:lnTo>
                  <a:lnTo>
                    <a:pt x="8197462" y="1668810"/>
                  </a:lnTo>
                  <a:lnTo>
                    <a:pt x="8196794" y="1668810"/>
                  </a:lnTo>
                  <a:lnTo>
                    <a:pt x="8196126" y="1668810"/>
                  </a:lnTo>
                  <a:lnTo>
                    <a:pt x="8195458" y="1668810"/>
                  </a:lnTo>
                  <a:lnTo>
                    <a:pt x="8194790" y="1668810"/>
                  </a:lnTo>
                  <a:lnTo>
                    <a:pt x="8194122" y="1668810"/>
                  </a:lnTo>
                  <a:lnTo>
                    <a:pt x="8193454" y="1668810"/>
                  </a:lnTo>
                  <a:lnTo>
                    <a:pt x="8192786" y="1668810"/>
                  </a:lnTo>
                  <a:lnTo>
                    <a:pt x="8192117" y="1668810"/>
                  </a:lnTo>
                  <a:lnTo>
                    <a:pt x="8191449" y="1668810"/>
                  </a:lnTo>
                  <a:lnTo>
                    <a:pt x="8190781" y="1668810"/>
                  </a:lnTo>
                  <a:lnTo>
                    <a:pt x="8190113" y="1668810"/>
                  </a:lnTo>
                  <a:lnTo>
                    <a:pt x="8189445" y="1668810"/>
                  </a:lnTo>
                  <a:lnTo>
                    <a:pt x="8188777" y="1668810"/>
                  </a:lnTo>
                  <a:lnTo>
                    <a:pt x="8188109" y="1668810"/>
                  </a:lnTo>
                  <a:lnTo>
                    <a:pt x="8187441" y="1668810"/>
                  </a:lnTo>
                  <a:lnTo>
                    <a:pt x="8186773" y="1668810"/>
                  </a:lnTo>
                  <a:lnTo>
                    <a:pt x="8186105" y="1668810"/>
                  </a:lnTo>
                  <a:lnTo>
                    <a:pt x="8185437" y="1668810"/>
                  </a:lnTo>
                  <a:lnTo>
                    <a:pt x="8184769" y="1668810"/>
                  </a:lnTo>
                  <a:lnTo>
                    <a:pt x="8184101" y="1668810"/>
                  </a:lnTo>
                  <a:lnTo>
                    <a:pt x="8183433" y="1668810"/>
                  </a:lnTo>
                  <a:lnTo>
                    <a:pt x="8182765" y="1668810"/>
                  </a:lnTo>
                  <a:lnTo>
                    <a:pt x="8182097" y="1668810"/>
                  </a:lnTo>
                  <a:lnTo>
                    <a:pt x="8181429" y="1668810"/>
                  </a:lnTo>
                  <a:lnTo>
                    <a:pt x="8180761" y="1668810"/>
                  </a:lnTo>
                  <a:lnTo>
                    <a:pt x="8180093" y="1668810"/>
                  </a:lnTo>
                  <a:lnTo>
                    <a:pt x="8179425" y="1668810"/>
                  </a:lnTo>
                  <a:lnTo>
                    <a:pt x="8178757" y="1668810"/>
                  </a:lnTo>
                  <a:lnTo>
                    <a:pt x="8178089" y="1668810"/>
                  </a:lnTo>
                  <a:lnTo>
                    <a:pt x="8177421" y="1668810"/>
                  </a:lnTo>
                  <a:lnTo>
                    <a:pt x="8176753" y="1668810"/>
                  </a:lnTo>
                  <a:lnTo>
                    <a:pt x="8176085" y="1668810"/>
                  </a:lnTo>
                  <a:lnTo>
                    <a:pt x="8175417" y="1668810"/>
                  </a:lnTo>
                  <a:lnTo>
                    <a:pt x="8174749" y="1668810"/>
                  </a:lnTo>
                  <a:lnTo>
                    <a:pt x="8174081" y="1668810"/>
                  </a:lnTo>
                  <a:lnTo>
                    <a:pt x="8173413" y="1668810"/>
                  </a:lnTo>
                  <a:lnTo>
                    <a:pt x="8172745" y="1668810"/>
                  </a:lnTo>
                  <a:lnTo>
                    <a:pt x="8172077" y="1668810"/>
                  </a:lnTo>
                  <a:lnTo>
                    <a:pt x="8171409" y="1668810"/>
                  </a:lnTo>
                  <a:lnTo>
                    <a:pt x="8170741" y="1668810"/>
                  </a:lnTo>
                  <a:lnTo>
                    <a:pt x="8170073" y="1668810"/>
                  </a:lnTo>
                  <a:lnTo>
                    <a:pt x="8169405" y="1668810"/>
                  </a:lnTo>
                  <a:lnTo>
                    <a:pt x="8168737" y="1668810"/>
                  </a:lnTo>
                  <a:lnTo>
                    <a:pt x="8168068" y="1668810"/>
                  </a:lnTo>
                  <a:lnTo>
                    <a:pt x="8167400" y="1668810"/>
                  </a:lnTo>
                  <a:lnTo>
                    <a:pt x="8166732" y="1668810"/>
                  </a:lnTo>
                  <a:lnTo>
                    <a:pt x="8166064" y="1668810"/>
                  </a:lnTo>
                  <a:lnTo>
                    <a:pt x="8165396" y="1668810"/>
                  </a:lnTo>
                  <a:lnTo>
                    <a:pt x="8164728" y="1668810"/>
                  </a:lnTo>
                  <a:lnTo>
                    <a:pt x="8164060" y="1668810"/>
                  </a:lnTo>
                  <a:lnTo>
                    <a:pt x="8163392" y="1668810"/>
                  </a:lnTo>
                  <a:lnTo>
                    <a:pt x="8162724" y="1668810"/>
                  </a:lnTo>
                  <a:lnTo>
                    <a:pt x="8162056" y="1668810"/>
                  </a:lnTo>
                  <a:lnTo>
                    <a:pt x="8161388" y="1668810"/>
                  </a:lnTo>
                  <a:lnTo>
                    <a:pt x="8160720" y="1668810"/>
                  </a:lnTo>
                  <a:lnTo>
                    <a:pt x="8160052" y="1668810"/>
                  </a:lnTo>
                  <a:lnTo>
                    <a:pt x="8159384" y="1668810"/>
                  </a:lnTo>
                  <a:lnTo>
                    <a:pt x="8158716" y="1668810"/>
                  </a:lnTo>
                  <a:lnTo>
                    <a:pt x="8158048" y="1668810"/>
                  </a:lnTo>
                  <a:lnTo>
                    <a:pt x="8157380" y="1668810"/>
                  </a:lnTo>
                  <a:lnTo>
                    <a:pt x="8156712" y="1668810"/>
                  </a:lnTo>
                  <a:lnTo>
                    <a:pt x="8156044" y="1668810"/>
                  </a:lnTo>
                  <a:lnTo>
                    <a:pt x="8155376" y="1668810"/>
                  </a:lnTo>
                  <a:lnTo>
                    <a:pt x="8154708" y="1668810"/>
                  </a:lnTo>
                  <a:lnTo>
                    <a:pt x="8154040" y="1668810"/>
                  </a:lnTo>
                  <a:lnTo>
                    <a:pt x="8153372" y="1668810"/>
                  </a:lnTo>
                  <a:lnTo>
                    <a:pt x="8152704" y="1668810"/>
                  </a:lnTo>
                  <a:lnTo>
                    <a:pt x="8152036" y="1668810"/>
                  </a:lnTo>
                  <a:lnTo>
                    <a:pt x="8151368" y="1668810"/>
                  </a:lnTo>
                  <a:lnTo>
                    <a:pt x="8150700" y="1668810"/>
                  </a:lnTo>
                  <a:lnTo>
                    <a:pt x="8150032" y="1668810"/>
                  </a:lnTo>
                  <a:lnTo>
                    <a:pt x="8149364" y="1668810"/>
                  </a:lnTo>
                  <a:lnTo>
                    <a:pt x="8148696" y="1668810"/>
                  </a:lnTo>
                  <a:lnTo>
                    <a:pt x="8148028" y="1668810"/>
                  </a:lnTo>
                  <a:lnTo>
                    <a:pt x="8147360" y="1668810"/>
                  </a:lnTo>
                  <a:lnTo>
                    <a:pt x="8146692" y="1668810"/>
                  </a:lnTo>
                  <a:lnTo>
                    <a:pt x="8146024" y="1668810"/>
                  </a:lnTo>
                  <a:lnTo>
                    <a:pt x="8145356" y="1668810"/>
                  </a:lnTo>
                  <a:lnTo>
                    <a:pt x="8144688" y="1668810"/>
                  </a:lnTo>
                  <a:lnTo>
                    <a:pt x="8144020" y="1668810"/>
                  </a:lnTo>
                  <a:lnTo>
                    <a:pt x="8143351" y="1668810"/>
                  </a:lnTo>
                  <a:lnTo>
                    <a:pt x="8142683" y="1668810"/>
                  </a:lnTo>
                  <a:lnTo>
                    <a:pt x="8142015" y="1668810"/>
                  </a:lnTo>
                  <a:lnTo>
                    <a:pt x="8141347" y="1668810"/>
                  </a:lnTo>
                  <a:lnTo>
                    <a:pt x="8140679" y="1668810"/>
                  </a:lnTo>
                  <a:lnTo>
                    <a:pt x="8140011" y="1668810"/>
                  </a:lnTo>
                  <a:lnTo>
                    <a:pt x="8139343" y="1668810"/>
                  </a:lnTo>
                  <a:lnTo>
                    <a:pt x="8138675" y="1668810"/>
                  </a:lnTo>
                  <a:lnTo>
                    <a:pt x="8138007" y="1668810"/>
                  </a:lnTo>
                  <a:lnTo>
                    <a:pt x="8137339" y="1668810"/>
                  </a:lnTo>
                  <a:lnTo>
                    <a:pt x="8136671" y="1668810"/>
                  </a:lnTo>
                  <a:lnTo>
                    <a:pt x="8136003" y="1668810"/>
                  </a:lnTo>
                  <a:lnTo>
                    <a:pt x="8135335" y="1668810"/>
                  </a:lnTo>
                  <a:lnTo>
                    <a:pt x="8134667" y="1668810"/>
                  </a:lnTo>
                  <a:lnTo>
                    <a:pt x="8133999" y="1668810"/>
                  </a:lnTo>
                  <a:lnTo>
                    <a:pt x="8133331" y="1668810"/>
                  </a:lnTo>
                  <a:lnTo>
                    <a:pt x="8132663" y="1668810"/>
                  </a:lnTo>
                  <a:lnTo>
                    <a:pt x="8131995" y="1668810"/>
                  </a:lnTo>
                  <a:lnTo>
                    <a:pt x="8131327" y="1668810"/>
                  </a:lnTo>
                  <a:lnTo>
                    <a:pt x="8130659" y="1668810"/>
                  </a:lnTo>
                  <a:lnTo>
                    <a:pt x="8129991" y="1668810"/>
                  </a:lnTo>
                  <a:lnTo>
                    <a:pt x="8129323" y="1668810"/>
                  </a:lnTo>
                  <a:lnTo>
                    <a:pt x="8128655" y="1668810"/>
                  </a:lnTo>
                  <a:lnTo>
                    <a:pt x="8127987" y="1668810"/>
                  </a:lnTo>
                  <a:lnTo>
                    <a:pt x="8127319" y="1668810"/>
                  </a:lnTo>
                  <a:lnTo>
                    <a:pt x="8126651" y="1668810"/>
                  </a:lnTo>
                  <a:lnTo>
                    <a:pt x="8125983" y="1668810"/>
                  </a:lnTo>
                  <a:lnTo>
                    <a:pt x="8125315" y="1668810"/>
                  </a:lnTo>
                  <a:lnTo>
                    <a:pt x="8124647" y="1668810"/>
                  </a:lnTo>
                  <a:lnTo>
                    <a:pt x="8123979" y="1668810"/>
                  </a:lnTo>
                  <a:lnTo>
                    <a:pt x="8123311" y="1668810"/>
                  </a:lnTo>
                  <a:lnTo>
                    <a:pt x="8122643" y="1668810"/>
                  </a:lnTo>
                  <a:lnTo>
                    <a:pt x="8121975" y="1668810"/>
                  </a:lnTo>
                  <a:lnTo>
                    <a:pt x="8121307" y="1668810"/>
                  </a:lnTo>
                  <a:lnTo>
                    <a:pt x="8120639" y="1668810"/>
                  </a:lnTo>
                  <a:lnTo>
                    <a:pt x="8119971" y="1668810"/>
                  </a:lnTo>
                  <a:lnTo>
                    <a:pt x="8119303" y="1668810"/>
                  </a:lnTo>
                  <a:lnTo>
                    <a:pt x="8118634" y="1668810"/>
                  </a:lnTo>
                  <a:lnTo>
                    <a:pt x="8117966" y="1668810"/>
                  </a:lnTo>
                  <a:lnTo>
                    <a:pt x="8117298" y="1668810"/>
                  </a:lnTo>
                  <a:lnTo>
                    <a:pt x="8116630" y="1668810"/>
                  </a:lnTo>
                  <a:lnTo>
                    <a:pt x="8115962" y="1668810"/>
                  </a:lnTo>
                  <a:lnTo>
                    <a:pt x="8115294" y="1668810"/>
                  </a:lnTo>
                  <a:lnTo>
                    <a:pt x="8114626" y="1668810"/>
                  </a:lnTo>
                  <a:lnTo>
                    <a:pt x="8113958" y="1668810"/>
                  </a:lnTo>
                  <a:lnTo>
                    <a:pt x="8113290" y="1668810"/>
                  </a:lnTo>
                  <a:lnTo>
                    <a:pt x="8112622" y="1668810"/>
                  </a:lnTo>
                  <a:lnTo>
                    <a:pt x="8111954" y="1668810"/>
                  </a:lnTo>
                  <a:lnTo>
                    <a:pt x="8111286" y="1668810"/>
                  </a:lnTo>
                  <a:lnTo>
                    <a:pt x="8110618" y="1668810"/>
                  </a:lnTo>
                  <a:lnTo>
                    <a:pt x="8109950" y="1668810"/>
                  </a:lnTo>
                  <a:lnTo>
                    <a:pt x="8109282" y="1668810"/>
                  </a:lnTo>
                  <a:lnTo>
                    <a:pt x="8108614" y="1668810"/>
                  </a:lnTo>
                  <a:lnTo>
                    <a:pt x="8107946" y="1668810"/>
                  </a:lnTo>
                  <a:lnTo>
                    <a:pt x="8107278" y="1668810"/>
                  </a:lnTo>
                  <a:lnTo>
                    <a:pt x="8106610" y="1668810"/>
                  </a:lnTo>
                  <a:lnTo>
                    <a:pt x="8105942" y="1668810"/>
                  </a:lnTo>
                  <a:lnTo>
                    <a:pt x="8105274" y="1668810"/>
                  </a:lnTo>
                  <a:lnTo>
                    <a:pt x="8104606" y="1668810"/>
                  </a:lnTo>
                  <a:lnTo>
                    <a:pt x="8103938" y="1668810"/>
                  </a:lnTo>
                  <a:lnTo>
                    <a:pt x="8103270" y="1668810"/>
                  </a:lnTo>
                  <a:lnTo>
                    <a:pt x="8102602" y="1668810"/>
                  </a:lnTo>
                  <a:lnTo>
                    <a:pt x="8101934" y="1668810"/>
                  </a:lnTo>
                  <a:lnTo>
                    <a:pt x="8101266" y="1668810"/>
                  </a:lnTo>
                  <a:lnTo>
                    <a:pt x="8100598" y="1668810"/>
                  </a:lnTo>
                  <a:lnTo>
                    <a:pt x="8099930" y="1668810"/>
                  </a:lnTo>
                  <a:lnTo>
                    <a:pt x="8099262" y="1668810"/>
                  </a:lnTo>
                  <a:lnTo>
                    <a:pt x="8098594" y="1668810"/>
                  </a:lnTo>
                  <a:lnTo>
                    <a:pt x="8097926" y="1668810"/>
                  </a:lnTo>
                  <a:lnTo>
                    <a:pt x="8097258" y="1668810"/>
                  </a:lnTo>
                  <a:lnTo>
                    <a:pt x="8096590" y="1668810"/>
                  </a:lnTo>
                  <a:lnTo>
                    <a:pt x="8095922" y="1668810"/>
                  </a:lnTo>
                  <a:lnTo>
                    <a:pt x="8095254" y="1668810"/>
                  </a:lnTo>
                  <a:lnTo>
                    <a:pt x="8094586" y="1668810"/>
                  </a:lnTo>
                  <a:lnTo>
                    <a:pt x="8093917" y="1668810"/>
                  </a:lnTo>
                  <a:lnTo>
                    <a:pt x="8093249" y="1668810"/>
                  </a:lnTo>
                  <a:lnTo>
                    <a:pt x="8092581" y="1668810"/>
                  </a:lnTo>
                  <a:lnTo>
                    <a:pt x="8091913" y="1668810"/>
                  </a:lnTo>
                  <a:lnTo>
                    <a:pt x="8091245" y="1668810"/>
                  </a:lnTo>
                  <a:lnTo>
                    <a:pt x="8090577" y="1668810"/>
                  </a:lnTo>
                  <a:lnTo>
                    <a:pt x="8089909" y="1668810"/>
                  </a:lnTo>
                  <a:lnTo>
                    <a:pt x="8089241" y="1668810"/>
                  </a:lnTo>
                  <a:lnTo>
                    <a:pt x="8088573" y="1668810"/>
                  </a:lnTo>
                  <a:lnTo>
                    <a:pt x="8087905" y="1668810"/>
                  </a:lnTo>
                  <a:lnTo>
                    <a:pt x="8087237" y="1668810"/>
                  </a:lnTo>
                  <a:lnTo>
                    <a:pt x="8086569" y="1668810"/>
                  </a:lnTo>
                  <a:lnTo>
                    <a:pt x="8085901" y="1668810"/>
                  </a:lnTo>
                  <a:lnTo>
                    <a:pt x="8085233" y="1668810"/>
                  </a:lnTo>
                  <a:lnTo>
                    <a:pt x="8084565" y="1668810"/>
                  </a:lnTo>
                  <a:lnTo>
                    <a:pt x="8083897" y="1668810"/>
                  </a:lnTo>
                  <a:lnTo>
                    <a:pt x="8083229" y="1668810"/>
                  </a:lnTo>
                  <a:lnTo>
                    <a:pt x="8082561" y="1668810"/>
                  </a:lnTo>
                  <a:lnTo>
                    <a:pt x="8081893" y="1668810"/>
                  </a:lnTo>
                  <a:lnTo>
                    <a:pt x="8081225" y="1668810"/>
                  </a:lnTo>
                  <a:lnTo>
                    <a:pt x="8080557" y="1668810"/>
                  </a:lnTo>
                  <a:lnTo>
                    <a:pt x="8079889" y="1668810"/>
                  </a:lnTo>
                  <a:lnTo>
                    <a:pt x="8079221" y="1668810"/>
                  </a:lnTo>
                  <a:lnTo>
                    <a:pt x="8078553" y="1668810"/>
                  </a:lnTo>
                  <a:lnTo>
                    <a:pt x="8077885" y="1668810"/>
                  </a:lnTo>
                  <a:lnTo>
                    <a:pt x="8077217" y="1668810"/>
                  </a:lnTo>
                  <a:lnTo>
                    <a:pt x="8076549" y="1668810"/>
                  </a:lnTo>
                  <a:lnTo>
                    <a:pt x="8075881" y="1668810"/>
                  </a:lnTo>
                  <a:lnTo>
                    <a:pt x="8075213" y="1668810"/>
                  </a:lnTo>
                  <a:lnTo>
                    <a:pt x="8074545" y="1668810"/>
                  </a:lnTo>
                  <a:lnTo>
                    <a:pt x="8073877" y="1668810"/>
                  </a:lnTo>
                  <a:lnTo>
                    <a:pt x="8073209" y="1668810"/>
                  </a:lnTo>
                  <a:lnTo>
                    <a:pt x="8072541" y="1668810"/>
                  </a:lnTo>
                  <a:lnTo>
                    <a:pt x="8071873" y="1668810"/>
                  </a:lnTo>
                  <a:lnTo>
                    <a:pt x="8071205" y="1668810"/>
                  </a:lnTo>
                  <a:lnTo>
                    <a:pt x="8070537" y="1668810"/>
                  </a:lnTo>
                  <a:lnTo>
                    <a:pt x="8069868" y="1668810"/>
                  </a:lnTo>
                  <a:lnTo>
                    <a:pt x="8069200" y="1668810"/>
                  </a:lnTo>
                  <a:lnTo>
                    <a:pt x="8068532" y="1668810"/>
                  </a:lnTo>
                  <a:lnTo>
                    <a:pt x="8067864" y="1668810"/>
                  </a:lnTo>
                  <a:lnTo>
                    <a:pt x="8067196" y="1668810"/>
                  </a:lnTo>
                  <a:lnTo>
                    <a:pt x="8066528" y="1668810"/>
                  </a:lnTo>
                  <a:lnTo>
                    <a:pt x="8065860" y="1668810"/>
                  </a:lnTo>
                  <a:lnTo>
                    <a:pt x="8065192" y="1668810"/>
                  </a:lnTo>
                  <a:lnTo>
                    <a:pt x="8064524" y="1668810"/>
                  </a:lnTo>
                  <a:lnTo>
                    <a:pt x="8063856" y="1668810"/>
                  </a:lnTo>
                  <a:lnTo>
                    <a:pt x="8063188" y="1668810"/>
                  </a:lnTo>
                  <a:lnTo>
                    <a:pt x="8062520" y="1668810"/>
                  </a:lnTo>
                  <a:lnTo>
                    <a:pt x="8061852" y="1668810"/>
                  </a:lnTo>
                  <a:lnTo>
                    <a:pt x="8061184" y="1668810"/>
                  </a:lnTo>
                  <a:lnTo>
                    <a:pt x="8060516" y="1668810"/>
                  </a:lnTo>
                  <a:lnTo>
                    <a:pt x="8059848" y="1668810"/>
                  </a:lnTo>
                  <a:lnTo>
                    <a:pt x="8059180" y="1668810"/>
                  </a:lnTo>
                  <a:lnTo>
                    <a:pt x="8058512" y="1668810"/>
                  </a:lnTo>
                  <a:lnTo>
                    <a:pt x="8057844" y="1668810"/>
                  </a:lnTo>
                  <a:lnTo>
                    <a:pt x="8057176" y="1668810"/>
                  </a:lnTo>
                  <a:lnTo>
                    <a:pt x="8056508" y="1668810"/>
                  </a:lnTo>
                  <a:lnTo>
                    <a:pt x="8055840" y="1668810"/>
                  </a:lnTo>
                  <a:lnTo>
                    <a:pt x="8055172" y="1668810"/>
                  </a:lnTo>
                  <a:lnTo>
                    <a:pt x="8054504" y="1668810"/>
                  </a:lnTo>
                  <a:lnTo>
                    <a:pt x="8053836" y="1668810"/>
                  </a:lnTo>
                  <a:lnTo>
                    <a:pt x="8053168" y="1668810"/>
                  </a:lnTo>
                  <a:lnTo>
                    <a:pt x="8052500" y="1668810"/>
                  </a:lnTo>
                  <a:lnTo>
                    <a:pt x="8051832" y="1668810"/>
                  </a:lnTo>
                  <a:lnTo>
                    <a:pt x="8051164" y="1668810"/>
                  </a:lnTo>
                  <a:lnTo>
                    <a:pt x="8050496" y="1668810"/>
                  </a:lnTo>
                  <a:lnTo>
                    <a:pt x="8049828" y="1668810"/>
                  </a:lnTo>
                  <a:lnTo>
                    <a:pt x="8049160" y="1668810"/>
                  </a:lnTo>
                  <a:lnTo>
                    <a:pt x="8048492" y="1668810"/>
                  </a:lnTo>
                  <a:lnTo>
                    <a:pt x="8047824" y="1668810"/>
                  </a:lnTo>
                  <a:lnTo>
                    <a:pt x="8047156" y="1668810"/>
                  </a:lnTo>
                  <a:lnTo>
                    <a:pt x="8046488" y="1668810"/>
                  </a:lnTo>
                  <a:lnTo>
                    <a:pt x="8045820" y="1668810"/>
                  </a:lnTo>
                  <a:lnTo>
                    <a:pt x="8045151" y="1668810"/>
                  </a:lnTo>
                  <a:lnTo>
                    <a:pt x="8044483" y="1668810"/>
                  </a:lnTo>
                  <a:lnTo>
                    <a:pt x="8043815" y="1668810"/>
                  </a:lnTo>
                  <a:lnTo>
                    <a:pt x="8043147" y="1668810"/>
                  </a:lnTo>
                  <a:lnTo>
                    <a:pt x="8042479" y="1668810"/>
                  </a:lnTo>
                  <a:lnTo>
                    <a:pt x="8041811" y="1668810"/>
                  </a:lnTo>
                  <a:lnTo>
                    <a:pt x="8041143" y="1668810"/>
                  </a:lnTo>
                  <a:lnTo>
                    <a:pt x="8040475" y="1668810"/>
                  </a:lnTo>
                  <a:lnTo>
                    <a:pt x="8039807" y="1668810"/>
                  </a:lnTo>
                  <a:lnTo>
                    <a:pt x="8039139" y="1668810"/>
                  </a:lnTo>
                  <a:lnTo>
                    <a:pt x="8038471" y="1668810"/>
                  </a:lnTo>
                  <a:lnTo>
                    <a:pt x="8037803" y="1668810"/>
                  </a:lnTo>
                  <a:lnTo>
                    <a:pt x="8037135" y="1668810"/>
                  </a:lnTo>
                  <a:lnTo>
                    <a:pt x="8036467" y="1668810"/>
                  </a:lnTo>
                  <a:lnTo>
                    <a:pt x="8035799" y="1668810"/>
                  </a:lnTo>
                  <a:lnTo>
                    <a:pt x="8035131" y="1668810"/>
                  </a:lnTo>
                  <a:lnTo>
                    <a:pt x="8034463" y="1668810"/>
                  </a:lnTo>
                  <a:lnTo>
                    <a:pt x="8033795" y="1668810"/>
                  </a:lnTo>
                  <a:lnTo>
                    <a:pt x="8033127" y="1668810"/>
                  </a:lnTo>
                  <a:lnTo>
                    <a:pt x="8032459" y="1668810"/>
                  </a:lnTo>
                  <a:lnTo>
                    <a:pt x="8031791" y="1668810"/>
                  </a:lnTo>
                  <a:lnTo>
                    <a:pt x="8031123" y="1668810"/>
                  </a:lnTo>
                  <a:lnTo>
                    <a:pt x="8030455" y="1668810"/>
                  </a:lnTo>
                  <a:lnTo>
                    <a:pt x="8029787" y="1668810"/>
                  </a:lnTo>
                  <a:lnTo>
                    <a:pt x="8029119" y="1668810"/>
                  </a:lnTo>
                  <a:lnTo>
                    <a:pt x="8028451" y="1668810"/>
                  </a:lnTo>
                  <a:lnTo>
                    <a:pt x="8027783" y="1668810"/>
                  </a:lnTo>
                  <a:lnTo>
                    <a:pt x="8027115" y="1668810"/>
                  </a:lnTo>
                  <a:lnTo>
                    <a:pt x="8026447" y="1668810"/>
                  </a:lnTo>
                  <a:lnTo>
                    <a:pt x="8025779" y="1668810"/>
                  </a:lnTo>
                  <a:lnTo>
                    <a:pt x="8025111" y="1668810"/>
                  </a:lnTo>
                  <a:lnTo>
                    <a:pt x="8024443" y="1668810"/>
                  </a:lnTo>
                  <a:lnTo>
                    <a:pt x="8023775" y="1668810"/>
                  </a:lnTo>
                  <a:lnTo>
                    <a:pt x="8023107" y="1668810"/>
                  </a:lnTo>
                  <a:lnTo>
                    <a:pt x="8022439" y="1668810"/>
                  </a:lnTo>
                  <a:lnTo>
                    <a:pt x="8021771" y="1668810"/>
                  </a:lnTo>
                  <a:lnTo>
                    <a:pt x="8021103" y="1668810"/>
                  </a:lnTo>
                  <a:lnTo>
                    <a:pt x="8020434" y="1668810"/>
                  </a:lnTo>
                  <a:lnTo>
                    <a:pt x="8019766" y="1668810"/>
                  </a:lnTo>
                  <a:lnTo>
                    <a:pt x="8019098" y="1668810"/>
                  </a:lnTo>
                  <a:lnTo>
                    <a:pt x="8018430" y="1668810"/>
                  </a:lnTo>
                  <a:lnTo>
                    <a:pt x="8017762" y="1668810"/>
                  </a:lnTo>
                  <a:lnTo>
                    <a:pt x="8017094" y="1668810"/>
                  </a:lnTo>
                  <a:lnTo>
                    <a:pt x="8016426" y="1668810"/>
                  </a:lnTo>
                  <a:lnTo>
                    <a:pt x="8015758" y="1668810"/>
                  </a:lnTo>
                  <a:lnTo>
                    <a:pt x="8015090" y="1668810"/>
                  </a:lnTo>
                  <a:lnTo>
                    <a:pt x="8014422" y="1668810"/>
                  </a:lnTo>
                  <a:lnTo>
                    <a:pt x="8013754" y="1668810"/>
                  </a:lnTo>
                  <a:lnTo>
                    <a:pt x="8013086" y="1668810"/>
                  </a:lnTo>
                  <a:lnTo>
                    <a:pt x="8012418" y="1668810"/>
                  </a:lnTo>
                  <a:lnTo>
                    <a:pt x="8011750" y="1668810"/>
                  </a:lnTo>
                  <a:lnTo>
                    <a:pt x="8011082" y="1668810"/>
                  </a:lnTo>
                  <a:lnTo>
                    <a:pt x="8010414" y="1668810"/>
                  </a:lnTo>
                  <a:lnTo>
                    <a:pt x="8009746" y="1668810"/>
                  </a:lnTo>
                  <a:lnTo>
                    <a:pt x="8009078" y="1668810"/>
                  </a:lnTo>
                  <a:lnTo>
                    <a:pt x="8008410" y="1668810"/>
                  </a:lnTo>
                  <a:lnTo>
                    <a:pt x="8007742" y="1668810"/>
                  </a:lnTo>
                  <a:lnTo>
                    <a:pt x="8007074" y="1668810"/>
                  </a:lnTo>
                  <a:lnTo>
                    <a:pt x="8006406" y="1668810"/>
                  </a:lnTo>
                  <a:lnTo>
                    <a:pt x="8005738" y="1668810"/>
                  </a:lnTo>
                  <a:lnTo>
                    <a:pt x="8005070" y="1668810"/>
                  </a:lnTo>
                  <a:lnTo>
                    <a:pt x="8004402" y="1668810"/>
                  </a:lnTo>
                  <a:lnTo>
                    <a:pt x="8003734" y="1668810"/>
                  </a:lnTo>
                  <a:lnTo>
                    <a:pt x="8003066" y="1668810"/>
                  </a:lnTo>
                  <a:lnTo>
                    <a:pt x="8002398" y="1668810"/>
                  </a:lnTo>
                  <a:lnTo>
                    <a:pt x="8001730" y="1668810"/>
                  </a:lnTo>
                  <a:lnTo>
                    <a:pt x="8001062" y="1668810"/>
                  </a:lnTo>
                  <a:lnTo>
                    <a:pt x="8000394" y="1668810"/>
                  </a:lnTo>
                  <a:lnTo>
                    <a:pt x="7999726" y="1668810"/>
                  </a:lnTo>
                  <a:lnTo>
                    <a:pt x="7999058" y="1668810"/>
                  </a:lnTo>
                  <a:lnTo>
                    <a:pt x="7998390" y="1668810"/>
                  </a:lnTo>
                  <a:lnTo>
                    <a:pt x="7997722" y="1668810"/>
                  </a:lnTo>
                  <a:lnTo>
                    <a:pt x="7997054" y="1668810"/>
                  </a:lnTo>
                  <a:lnTo>
                    <a:pt x="7996386" y="1668810"/>
                  </a:lnTo>
                  <a:lnTo>
                    <a:pt x="7995717" y="1668810"/>
                  </a:lnTo>
                  <a:lnTo>
                    <a:pt x="7995049" y="1668810"/>
                  </a:lnTo>
                  <a:lnTo>
                    <a:pt x="7994381" y="1668810"/>
                  </a:lnTo>
                  <a:lnTo>
                    <a:pt x="7993713" y="1668810"/>
                  </a:lnTo>
                  <a:lnTo>
                    <a:pt x="7993045" y="1668810"/>
                  </a:lnTo>
                  <a:lnTo>
                    <a:pt x="7992377" y="1668810"/>
                  </a:lnTo>
                  <a:lnTo>
                    <a:pt x="7991709" y="1668810"/>
                  </a:lnTo>
                  <a:lnTo>
                    <a:pt x="7991041" y="1668810"/>
                  </a:lnTo>
                  <a:lnTo>
                    <a:pt x="7990373" y="1668810"/>
                  </a:lnTo>
                  <a:lnTo>
                    <a:pt x="7989705" y="1668810"/>
                  </a:lnTo>
                  <a:lnTo>
                    <a:pt x="7989037" y="1668810"/>
                  </a:lnTo>
                  <a:lnTo>
                    <a:pt x="7988369" y="1668810"/>
                  </a:lnTo>
                  <a:lnTo>
                    <a:pt x="7987701" y="1668810"/>
                  </a:lnTo>
                  <a:lnTo>
                    <a:pt x="7987033" y="1668810"/>
                  </a:lnTo>
                  <a:lnTo>
                    <a:pt x="7986365" y="1668810"/>
                  </a:lnTo>
                  <a:lnTo>
                    <a:pt x="7985697" y="1668810"/>
                  </a:lnTo>
                  <a:lnTo>
                    <a:pt x="7985029" y="1668810"/>
                  </a:lnTo>
                  <a:lnTo>
                    <a:pt x="7984361" y="1668810"/>
                  </a:lnTo>
                  <a:lnTo>
                    <a:pt x="7983693" y="1668810"/>
                  </a:lnTo>
                  <a:lnTo>
                    <a:pt x="7983025" y="1668810"/>
                  </a:lnTo>
                  <a:lnTo>
                    <a:pt x="7982357" y="1668810"/>
                  </a:lnTo>
                  <a:lnTo>
                    <a:pt x="7981689" y="1668810"/>
                  </a:lnTo>
                  <a:lnTo>
                    <a:pt x="7981021" y="1668810"/>
                  </a:lnTo>
                  <a:lnTo>
                    <a:pt x="7980353" y="1668810"/>
                  </a:lnTo>
                  <a:lnTo>
                    <a:pt x="7979685" y="1668810"/>
                  </a:lnTo>
                  <a:lnTo>
                    <a:pt x="7979017" y="1668810"/>
                  </a:lnTo>
                  <a:lnTo>
                    <a:pt x="7978349" y="1668810"/>
                  </a:lnTo>
                  <a:lnTo>
                    <a:pt x="7977681" y="1668810"/>
                  </a:lnTo>
                  <a:lnTo>
                    <a:pt x="7977013" y="1668810"/>
                  </a:lnTo>
                  <a:lnTo>
                    <a:pt x="7976345" y="1668810"/>
                  </a:lnTo>
                  <a:lnTo>
                    <a:pt x="7975677" y="1668810"/>
                  </a:lnTo>
                  <a:lnTo>
                    <a:pt x="7975009" y="1668810"/>
                  </a:lnTo>
                  <a:lnTo>
                    <a:pt x="7974341" y="1668810"/>
                  </a:lnTo>
                  <a:lnTo>
                    <a:pt x="7973673" y="1668810"/>
                  </a:lnTo>
                  <a:lnTo>
                    <a:pt x="7973005" y="1668810"/>
                  </a:lnTo>
                  <a:lnTo>
                    <a:pt x="7972337" y="1668810"/>
                  </a:lnTo>
                  <a:lnTo>
                    <a:pt x="7971668" y="1668810"/>
                  </a:lnTo>
                  <a:lnTo>
                    <a:pt x="7971000" y="1668810"/>
                  </a:lnTo>
                  <a:lnTo>
                    <a:pt x="7970332" y="1668810"/>
                  </a:lnTo>
                  <a:lnTo>
                    <a:pt x="7969664" y="1668810"/>
                  </a:lnTo>
                  <a:lnTo>
                    <a:pt x="7968996" y="1668810"/>
                  </a:lnTo>
                  <a:lnTo>
                    <a:pt x="7968328" y="1668810"/>
                  </a:lnTo>
                  <a:lnTo>
                    <a:pt x="7967660" y="1668810"/>
                  </a:lnTo>
                  <a:lnTo>
                    <a:pt x="7966992" y="1668810"/>
                  </a:lnTo>
                  <a:lnTo>
                    <a:pt x="7966324" y="1668810"/>
                  </a:lnTo>
                  <a:lnTo>
                    <a:pt x="7965656" y="1668810"/>
                  </a:lnTo>
                  <a:lnTo>
                    <a:pt x="7964988" y="1668810"/>
                  </a:lnTo>
                  <a:lnTo>
                    <a:pt x="7964320" y="1668810"/>
                  </a:lnTo>
                  <a:lnTo>
                    <a:pt x="7963652" y="1668810"/>
                  </a:lnTo>
                  <a:lnTo>
                    <a:pt x="7962984" y="1668810"/>
                  </a:lnTo>
                  <a:lnTo>
                    <a:pt x="7962316" y="1668810"/>
                  </a:lnTo>
                  <a:lnTo>
                    <a:pt x="7961648" y="1668810"/>
                  </a:lnTo>
                  <a:lnTo>
                    <a:pt x="7960980" y="1668810"/>
                  </a:lnTo>
                  <a:lnTo>
                    <a:pt x="7960312" y="1668810"/>
                  </a:lnTo>
                  <a:lnTo>
                    <a:pt x="7959644" y="1668810"/>
                  </a:lnTo>
                  <a:lnTo>
                    <a:pt x="7958976" y="1668810"/>
                  </a:lnTo>
                  <a:lnTo>
                    <a:pt x="7958308" y="1668810"/>
                  </a:lnTo>
                  <a:lnTo>
                    <a:pt x="7957640" y="1668810"/>
                  </a:lnTo>
                  <a:lnTo>
                    <a:pt x="7956972" y="1668810"/>
                  </a:lnTo>
                  <a:lnTo>
                    <a:pt x="7956304" y="1668810"/>
                  </a:lnTo>
                  <a:lnTo>
                    <a:pt x="7955636" y="1668810"/>
                  </a:lnTo>
                  <a:lnTo>
                    <a:pt x="7954968" y="1668810"/>
                  </a:lnTo>
                  <a:lnTo>
                    <a:pt x="7954300" y="1668810"/>
                  </a:lnTo>
                  <a:lnTo>
                    <a:pt x="7953632" y="1668810"/>
                  </a:lnTo>
                  <a:lnTo>
                    <a:pt x="7952964" y="1668810"/>
                  </a:lnTo>
                  <a:lnTo>
                    <a:pt x="7952296" y="1668810"/>
                  </a:lnTo>
                  <a:lnTo>
                    <a:pt x="7951628" y="1668810"/>
                  </a:lnTo>
                  <a:lnTo>
                    <a:pt x="7950960" y="1668810"/>
                  </a:lnTo>
                  <a:lnTo>
                    <a:pt x="7950292" y="1668810"/>
                  </a:lnTo>
                  <a:lnTo>
                    <a:pt x="7949624" y="1668810"/>
                  </a:lnTo>
                  <a:lnTo>
                    <a:pt x="7948956" y="1668810"/>
                  </a:lnTo>
                  <a:lnTo>
                    <a:pt x="7948288" y="1668810"/>
                  </a:lnTo>
                  <a:lnTo>
                    <a:pt x="7947620" y="1668810"/>
                  </a:lnTo>
                  <a:lnTo>
                    <a:pt x="7946951" y="1668810"/>
                  </a:lnTo>
                  <a:lnTo>
                    <a:pt x="7946283" y="1668810"/>
                  </a:lnTo>
                  <a:lnTo>
                    <a:pt x="7945615" y="1668810"/>
                  </a:lnTo>
                  <a:lnTo>
                    <a:pt x="7944947" y="1668810"/>
                  </a:lnTo>
                  <a:lnTo>
                    <a:pt x="7944279" y="1668810"/>
                  </a:lnTo>
                  <a:lnTo>
                    <a:pt x="7943611" y="1668810"/>
                  </a:lnTo>
                  <a:lnTo>
                    <a:pt x="7942943" y="1668810"/>
                  </a:lnTo>
                  <a:lnTo>
                    <a:pt x="7942275" y="1668810"/>
                  </a:lnTo>
                  <a:lnTo>
                    <a:pt x="7941607" y="1668810"/>
                  </a:lnTo>
                  <a:lnTo>
                    <a:pt x="7940939" y="1668810"/>
                  </a:lnTo>
                  <a:lnTo>
                    <a:pt x="7940271" y="1668810"/>
                  </a:lnTo>
                  <a:lnTo>
                    <a:pt x="7939603" y="1668810"/>
                  </a:lnTo>
                  <a:lnTo>
                    <a:pt x="7938935" y="1668810"/>
                  </a:lnTo>
                  <a:lnTo>
                    <a:pt x="7938267" y="1668810"/>
                  </a:lnTo>
                  <a:lnTo>
                    <a:pt x="7937599" y="1668810"/>
                  </a:lnTo>
                  <a:lnTo>
                    <a:pt x="7936931" y="1668810"/>
                  </a:lnTo>
                  <a:lnTo>
                    <a:pt x="7936263" y="1668810"/>
                  </a:lnTo>
                  <a:lnTo>
                    <a:pt x="7935595" y="1668810"/>
                  </a:lnTo>
                  <a:lnTo>
                    <a:pt x="7934927" y="1668810"/>
                  </a:lnTo>
                  <a:lnTo>
                    <a:pt x="7934259" y="1668810"/>
                  </a:lnTo>
                  <a:lnTo>
                    <a:pt x="7933591" y="1668810"/>
                  </a:lnTo>
                  <a:lnTo>
                    <a:pt x="7932923" y="1668810"/>
                  </a:lnTo>
                  <a:lnTo>
                    <a:pt x="7932255" y="1668810"/>
                  </a:lnTo>
                  <a:lnTo>
                    <a:pt x="7931587" y="1668810"/>
                  </a:lnTo>
                  <a:lnTo>
                    <a:pt x="7930919" y="1668810"/>
                  </a:lnTo>
                  <a:lnTo>
                    <a:pt x="7930251" y="1668810"/>
                  </a:lnTo>
                  <a:lnTo>
                    <a:pt x="7929583" y="1668810"/>
                  </a:lnTo>
                  <a:lnTo>
                    <a:pt x="7928915" y="1668810"/>
                  </a:lnTo>
                  <a:lnTo>
                    <a:pt x="7928247" y="1668810"/>
                  </a:lnTo>
                  <a:lnTo>
                    <a:pt x="7927579" y="1668810"/>
                  </a:lnTo>
                  <a:lnTo>
                    <a:pt x="7926911" y="1668810"/>
                  </a:lnTo>
                  <a:lnTo>
                    <a:pt x="7926243" y="1668810"/>
                  </a:lnTo>
                  <a:lnTo>
                    <a:pt x="7925575" y="1668810"/>
                  </a:lnTo>
                  <a:lnTo>
                    <a:pt x="7924907" y="1668810"/>
                  </a:lnTo>
                  <a:lnTo>
                    <a:pt x="7924239" y="1668810"/>
                  </a:lnTo>
                  <a:lnTo>
                    <a:pt x="7923571" y="1668810"/>
                  </a:lnTo>
                  <a:lnTo>
                    <a:pt x="7922903" y="1668810"/>
                  </a:lnTo>
                  <a:lnTo>
                    <a:pt x="7922234" y="1668810"/>
                  </a:lnTo>
                  <a:lnTo>
                    <a:pt x="7921566" y="1668810"/>
                  </a:lnTo>
                  <a:lnTo>
                    <a:pt x="7920898" y="1668810"/>
                  </a:lnTo>
                  <a:lnTo>
                    <a:pt x="7920230" y="1668810"/>
                  </a:lnTo>
                  <a:lnTo>
                    <a:pt x="7919562" y="1668810"/>
                  </a:lnTo>
                  <a:lnTo>
                    <a:pt x="7918894" y="1668810"/>
                  </a:lnTo>
                  <a:lnTo>
                    <a:pt x="7918226" y="1668810"/>
                  </a:lnTo>
                  <a:lnTo>
                    <a:pt x="7917558" y="1668810"/>
                  </a:lnTo>
                  <a:lnTo>
                    <a:pt x="7916890" y="1668810"/>
                  </a:lnTo>
                  <a:lnTo>
                    <a:pt x="7916222" y="1668810"/>
                  </a:lnTo>
                  <a:lnTo>
                    <a:pt x="7915554" y="1668810"/>
                  </a:lnTo>
                  <a:lnTo>
                    <a:pt x="7914886" y="1668810"/>
                  </a:lnTo>
                  <a:lnTo>
                    <a:pt x="7914218" y="1668810"/>
                  </a:lnTo>
                  <a:lnTo>
                    <a:pt x="7913550" y="1668810"/>
                  </a:lnTo>
                  <a:lnTo>
                    <a:pt x="7912882" y="1668810"/>
                  </a:lnTo>
                  <a:lnTo>
                    <a:pt x="7912214" y="1668810"/>
                  </a:lnTo>
                  <a:lnTo>
                    <a:pt x="7911546" y="1668810"/>
                  </a:lnTo>
                  <a:lnTo>
                    <a:pt x="7910878" y="1668810"/>
                  </a:lnTo>
                  <a:lnTo>
                    <a:pt x="7910210" y="1668810"/>
                  </a:lnTo>
                  <a:lnTo>
                    <a:pt x="7909542" y="1668810"/>
                  </a:lnTo>
                  <a:lnTo>
                    <a:pt x="7908874" y="1668810"/>
                  </a:lnTo>
                  <a:lnTo>
                    <a:pt x="7908206" y="1668810"/>
                  </a:lnTo>
                  <a:lnTo>
                    <a:pt x="7907538" y="1668810"/>
                  </a:lnTo>
                  <a:lnTo>
                    <a:pt x="7906870" y="1668810"/>
                  </a:lnTo>
                  <a:lnTo>
                    <a:pt x="7906202" y="1668810"/>
                  </a:lnTo>
                  <a:lnTo>
                    <a:pt x="7905534" y="1668810"/>
                  </a:lnTo>
                  <a:lnTo>
                    <a:pt x="7904866" y="1668810"/>
                  </a:lnTo>
                  <a:lnTo>
                    <a:pt x="7904198" y="1668810"/>
                  </a:lnTo>
                  <a:lnTo>
                    <a:pt x="7903530" y="1668810"/>
                  </a:lnTo>
                  <a:lnTo>
                    <a:pt x="7902862" y="1668810"/>
                  </a:lnTo>
                  <a:lnTo>
                    <a:pt x="7902194" y="1668810"/>
                  </a:lnTo>
                  <a:lnTo>
                    <a:pt x="7901526" y="1668810"/>
                  </a:lnTo>
                  <a:lnTo>
                    <a:pt x="7900858" y="1668810"/>
                  </a:lnTo>
                  <a:lnTo>
                    <a:pt x="7900190" y="1668810"/>
                  </a:lnTo>
                  <a:lnTo>
                    <a:pt x="7899522" y="1668810"/>
                  </a:lnTo>
                  <a:lnTo>
                    <a:pt x="7898854" y="1668810"/>
                  </a:lnTo>
                  <a:lnTo>
                    <a:pt x="7898186" y="1668810"/>
                  </a:lnTo>
                  <a:lnTo>
                    <a:pt x="7897517" y="1668810"/>
                  </a:lnTo>
                  <a:lnTo>
                    <a:pt x="7896849" y="1668810"/>
                  </a:lnTo>
                  <a:lnTo>
                    <a:pt x="7896181" y="1668810"/>
                  </a:lnTo>
                  <a:lnTo>
                    <a:pt x="7895513" y="1668810"/>
                  </a:lnTo>
                  <a:lnTo>
                    <a:pt x="7894845" y="1668810"/>
                  </a:lnTo>
                  <a:lnTo>
                    <a:pt x="7894177" y="1668810"/>
                  </a:lnTo>
                  <a:lnTo>
                    <a:pt x="7893509" y="1668810"/>
                  </a:lnTo>
                  <a:lnTo>
                    <a:pt x="7892841" y="1668810"/>
                  </a:lnTo>
                  <a:lnTo>
                    <a:pt x="7892173" y="1668810"/>
                  </a:lnTo>
                  <a:lnTo>
                    <a:pt x="7891505" y="1668810"/>
                  </a:lnTo>
                  <a:lnTo>
                    <a:pt x="7890837" y="1668810"/>
                  </a:lnTo>
                  <a:lnTo>
                    <a:pt x="7890169" y="1668810"/>
                  </a:lnTo>
                  <a:lnTo>
                    <a:pt x="7889501" y="1668810"/>
                  </a:lnTo>
                  <a:lnTo>
                    <a:pt x="7888833" y="1668810"/>
                  </a:lnTo>
                  <a:lnTo>
                    <a:pt x="7888165" y="1668810"/>
                  </a:lnTo>
                  <a:lnTo>
                    <a:pt x="7887497" y="1668810"/>
                  </a:lnTo>
                  <a:lnTo>
                    <a:pt x="7886829" y="1668810"/>
                  </a:lnTo>
                  <a:lnTo>
                    <a:pt x="7886161" y="1668810"/>
                  </a:lnTo>
                  <a:lnTo>
                    <a:pt x="7885493" y="1668810"/>
                  </a:lnTo>
                  <a:lnTo>
                    <a:pt x="7884825" y="1668810"/>
                  </a:lnTo>
                  <a:lnTo>
                    <a:pt x="7884157" y="1668810"/>
                  </a:lnTo>
                  <a:lnTo>
                    <a:pt x="7883489" y="1668810"/>
                  </a:lnTo>
                  <a:lnTo>
                    <a:pt x="7882821" y="1668810"/>
                  </a:lnTo>
                  <a:lnTo>
                    <a:pt x="7882153" y="1668810"/>
                  </a:lnTo>
                  <a:lnTo>
                    <a:pt x="7881485" y="1668810"/>
                  </a:lnTo>
                  <a:lnTo>
                    <a:pt x="7880817" y="1668810"/>
                  </a:lnTo>
                  <a:lnTo>
                    <a:pt x="7880149" y="1668810"/>
                  </a:lnTo>
                  <a:lnTo>
                    <a:pt x="7879481" y="1668810"/>
                  </a:lnTo>
                  <a:lnTo>
                    <a:pt x="7878813" y="1668810"/>
                  </a:lnTo>
                  <a:lnTo>
                    <a:pt x="7878145" y="1668810"/>
                  </a:lnTo>
                  <a:lnTo>
                    <a:pt x="7877477" y="1668810"/>
                  </a:lnTo>
                  <a:lnTo>
                    <a:pt x="7876809" y="1668810"/>
                  </a:lnTo>
                  <a:lnTo>
                    <a:pt x="7876141" y="1668810"/>
                  </a:lnTo>
                  <a:lnTo>
                    <a:pt x="7875473" y="1668810"/>
                  </a:lnTo>
                  <a:lnTo>
                    <a:pt x="7874805" y="1668810"/>
                  </a:lnTo>
                  <a:lnTo>
                    <a:pt x="7874137" y="1668810"/>
                  </a:lnTo>
                  <a:lnTo>
                    <a:pt x="7873468" y="1668810"/>
                  </a:lnTo>
                  <a:lnTo>
                    <a:pt x="7872800" y="1668810"/>
                  </a:lnTo>
                  <a:lnTo>
                    <a:pt x="7872132" y="1668810"/>
                  </a:lnTo>
                  <a:lnTo>
                    <a:pt x="7871464" y="1668810"/>
                  </a:lnTo>
                  <a:lnTo>
                    <a:pt x="7870796" y="1668810"/>
                  </a:lnTo>
                  <a:lnTo>
                    <a:pt x="7870128" y="1668810"/>
                  </a:lnTo>
                  <a:lnTo>
                    <a:pt x="7869460" y="1668810"/>
                  </a:lnTo>
                  <a:lnTo>
                    <a:pt x="7868792" y="1668810"/>
                  </a:lnTo>
                  <a:lnTo>
                    <a:pt x="7868124" y="1668810"/>
                  </a:lnTo>
                  <a:lnTo>
                    <a:pt x="7867456" y="1668810"/>
                  </a:lnTo>
                  <a:lnTo>
                    <a:pt x="7866788" y="1668810"/>
                  </a:lnTo>
                  <a:lnTo>
                    <a:pt x="7866120" y="1668810"/>
                  </a:lnTo>
                  <a:lnTo>
                    <a:pt x="7865452" y="1668810"/>
                  </a:lnTo>
                  <a:lnTo>
                    <a:pt x="7864784" y="1668810"/>
                  </a:lnTo>
                  <a:lnTo>
                    <a:pt x="7864116" y="1668810"/>
                  </a:lnTo>
                  <a:lnTo>
                    <a:pt x="7863448" y="1668810"/>
                  </a:lnTo>
                  <a:lnTo>
                    <a:pt x="7862780" y="1668810"/>
                  </a:lnTo>
                  <a:lnTo>
                    <a:pt x="7862112" y="1668810"/>
                  </a:lnTo>
                  <a:lnTo>
                    <a:pt x="7861444" y="1668810"/>
                  </a:lnTo>
                  <a:lnTo>
                    <a:pt x="7860776" y="1668810"/>
                  </a:lnTo>
                  <a:lnTo>
                    <a:pt x="7860108" y="1668810"/>
                  </a:lnTo>
                  <a:lnTo>
                    <a:pt x="7859440" y="1668810"/>
                  </a:lnTo>
                  <a:lnTo>
                    <a:pt x="7858772" y="1668810"/>
                  </a:lnTo>
                  <a:lnTo>
                    <a:pt x="7858104" y="1668810"/>
                  </a:lnTo>
                  <a:lnTo>
                    <a:pt x="7857436" y="1668810"/>
                  </a:lnTo>
                  <a:lnTo>
                    <a:pt x="7856768" y="1668810"/>
                  </a:lnTo>
                  <a:lnTo>
                    <a:pt x="7856100" y="1668810"/>
                  </a:lnTo>
                  <a:lnTo>
                    <a:pt x="7855432" y="1668810"/>
                  </a:lnTo>
                  <a:lnTo>
                    <a:pt x="7854764" y="1668810"/>
                  </a:lnTo>
                  <a:lnTo>
                    <a:pt x="7854096" y="1668810"/>
                  </a:lnTo>
                  <a:lnTo>
                    <a:pt x="7853428" y="1668810"/>
                  </a:lnTo>
                  <a:lnTo>
                    <a:pt x="7852760" y="1668810"/>
                  </a:lnTo>
                  <a:lnTo>
                    <a:pt x="7852092" y="1668810"/>
                  </a:lnTo>
                  <a:lnTo>
                    <a:pt x="7851424" y="1668810"/>
                  </a:lnTo>
                  <a:lnTo>
                    <a:pt x="7850756" y="1668810"/>
                  </a:lnTo>
                  <a:lnTo>
                    <a:pt x="7850088" y="1668810"/>
                  </a:lnTo>
                  <a:lnTo>
                    <a:pt x="7849420" y="1668810"/>
                  </a:lnTo>
                  <a:lnTo>
                    <a:pt x="7848751" y="1668810"/>
                  </a:lnTo>
                  <a:lnTo>
                    <a:pt x="7848083" y="1668810"/>
                  </a:lnTo>
                  <a:lnTo>
                    <a:pt x="7847415" y="1668810"/>
                  </a:lnTo>
                  <a:lnTo>
                    <a:pt x="7846747" y="1668810"/>
                  </a:lnTo>
                  <a:lnTo>
                    <a:pt x="7846079" y="1668810"/>
                  </a:lnTo>
                  <a:lnTo>
                    <a:pt x="7845411" y="1668810"/>
                  </a:lnTo>
                  <a:lnTo>
                    <a:pt x="7844743" y="1668810"/>
                  </a:lnTo>
                  <a:lnTo>
                    <a:pt x="7844075" y="1668810"/>
                  </a:lnTo>
                  <a:lnTo>
                    <a:pt x="7843407" y="1668810"/>
                  </a:lnTo>
                  <a:lnTo>
                    <a:pt x="7842739" y="1668810"/>
                  </a:lnTo>
                  <a:lnTo>
                    <a:pt x="7842071" y="1668810"/>
                  </a:lnTo>
                  <a:lnTo>
                    <a:pt x="7841403" y="1668810"/>
                  </a:lnTo>
                  <a:lnTo>
                    <a:pt x="7840735" y="1668810"/>
                  </a:lnTo>
                  <a:lnTo>
                    <a:pt x="7840067" y="1668810"/>
                  </a:lnTo>
                  <a:lnTo>
                    <a:pt x="7839399" y="1668810"/>
                  </a:lnTo>
                  <a:lnTo>
                    <a:pt x="7838731" y="1668810"/>
                  </a:lnTo>
                  <a:lnTo>
                    <a:pt x="7838063" y="1668810"/>
                  </a:lnTo>
                  <a:lnTo>
                    <a:pt x="7837395" y="1668810"/>
                  </a:lnTo>
                  <a:lnTo>
                    <a:pt x="7836727" y="1668810"/>
                  </a:lnTo>
                  <a:lnTo>
                    <a:pt x="7836059" y="1668810"/>
                  </a:lnTo>
                  <a:lnTo>
                    <a:pt x="7835391" y="1668810"/>
                  </a:lnTo>
                  <a:lnTo>
                    <a:pt x="7834723" y="1668810"/>
                  </a:lnTo>
                  <a:lnTo>
                    <a:pt x="7834055" y="1668810"/>
                  </a:lnTo>
                  <a:lnTo>
                    <a:pt x="7833387" y="1668810"/>
                  </a:lnTo>
                  <a:lnTo>
                    <a:pt x="7832719" y="1668810"/>
                  </a:lnTo>
                  <a:lnTo>
                    <a:pt x="7832051" y="1668810"/>
                  </a:lnTo>
                  <a:lnTo>
                    <a:pt x="7831383" y="1668810"/>
                  </a:lnTo>
                  <a:lnTo>
                    <a:pt x="7830715" y="1668810"/>
                  </a:lnTo>
                  <a:lnTo>
                    <a:pt x="7830047" y="1668810"/>
                  </a:lnTo>
                  <a:lnTo>
                    <a:pt x="7829379" y="1668810"/>
                  </a:lnTo>
                  <a:lnTo>
                    <a:pt x="7828711" y="1668810"/>
                  </a:lnTo>
                  <a:lnTo>
                    <a:pt x="7828043" y="1668810"/>
                  </a:lnTo>
                  <a:lnTo>
                    <a:pt x="7827375" y="1668810"/>
                  </a:lnTo>
                  <a:lnTo>
                    <a:pt x="7826707" y="1668810"/>
                  </a:lnTo>
                  <a:lnTo>
                    <a:pt x="7826039" y="1668810"/>
                  </a:lnTo>
                  <a:lnTo>
                    <a:pt x="7825371" y="1668810"/>
                  </a:lnTo>
                  <a:lnTo>
                    <a:pt x="7824703" y="1668810"/>
                  </a:lnTo>
                  <a:lnTo>
                    <a:pt x="7824034" y="1668810"/>
                  </a:lnTo>
                  <a:lnTo>
                    <a:pt x="7823366" y="1668810"/>
                  </a:lnTo>
                  <a:lnTo>
                    <a:pt x="7822698" y="1668810"/>
                  </a:lnTo>
                  <a:lnTo>
                    <a:pt x="7822030" y="1668810"/>
                  </a:lnTo>
                  <a:lnTo>
                    <a:pt x="7821362" y="1668810"/>
                  </a:lnTo>
                  <a:lnTo>
                    <a:pt x="7820694" y="1668810"/>
                  </a:lnTo>
                  <a:lnTo>
                    <a:pt x="7820026" y="1668810"/>
                  </a:lnTo>
                  <a:lnTo>
                    <a:pt x="7819358" y="1668810"/>
                  </a:lnTo>
                  <a:lnTo>
                    <a:pt x="7818690" y="1668810"/>
                  </a:lnTo>
                  <a:lnTo>
                    <a:pt x="7818022" y="1668810"/>
                  </a:lnTo>
                  <a:lnTo>
                    <a:pt x="7817354" y="1668810"/>
                  </a:lnTo>
                  <a:lnTo>
                    <a:pt x="7816686" y="1668810"/>
                  </a:lnTo>
                  <a:lnTo>
                    <a:pt x="7816018" y="1668810"/>
                  </a:lnTo>
                  <a:lnTo>
                    <a:pt x="7815350" y="1668810"/>
                  </a:lnTo>
                  <a:lnTo>
                    <a:pt x="7814682" y="1668810"/>
                  </a:lnTo>
                  <a:lnTo>
                    <a:pt x="7814014" y="1668810"/>
                  </a:lnTo>
                  <a:lnTo>
                    <a:pt x="7813346" y="1668810"/>
                  </a:lnTo>
                  <a:lnTo>
                    <a:pt x="7812678" y="1668810"/>
                  </a:lnTo>
                  <a:lnTo>
                    <a:pt x="7812010" y="1668810"/>
                  </a:lnTo>
                  <a:lnTo>
                    <a:pt x="7811342" y="1668810"/>
                  </a:lnTo>
                  <a:lnTo>
                    <a:pt x="7810674" y="1668810"/>
                  </a:lnTo>
                  <a:lnTo>
                    <a:pt x="7810006" y="1668810"/>
                  </a:lnTo>
                  <a:lnTo>
                    <a:pt x="7809338" y="1668810"/>
                  </a:lnTo>
                  <a:lnTo>
                    <a:pt x="7808670" y="1668810"/>
                  </a:lnTo>
                  <a:lnTo>
                    <a:pt x="7808002" y="1668810"/>
                  </a:lnTo>
                  <a:lnTo>
                    <a:pt x="7807334" y="1668810"/>
                  </a:lnTo>
                  <a:lnTo>
                    <a:pt x="7806666" y="1668810"/>
                  </a:lnTo>
                  <a:lnTo>
                    <a:pt x="7805998" y="1668810"/>
                  </a:lnTo>
                  <a:lnTo>
                    <a:pt x="7805330" y="1668810"/>
                  </a:lnTo>
                  <a:lnTo>
                    <a:pt x="7804662" y="1668810"/>
                  </a:lnTo>
                  <a:lnTo>
                    <a:pt x="7803994" y="1668810"/>
                  </a:lnTo>
                  <a:lnTo>
                    <a:pt x="7803326" y="1668810"/>
                  </a:lnTo>
                  <a:lnTo>
                    <a:pt x="7802658" y="1668810"/>
                  </a:lnTo>
                  <a:lnTo>
                    <a:pt x="7801990" y="1668810"/>
                  </a:lnTo>
                  <a:lnTo>
                    <a:pt x="7801322" y="1668810"/>
                  </a:lnTo>
                  <a:lnTo>
                    <a:pt x="7800654" y="1668810"/>
                  </a:lnTo>
                  <a:lnTo>
                    <a:pt x="7799986" y="1668810"/>
                  </a:lnTo>
                  <a:lnTo>
                    <a:pt x="7799317" y="1668810"/>
                  </a:lnTo>
                  <a:lnTo>
                    <a:pt x="7798649" y="1668810"/>
                  </a:lnTo>
                  <a:lnTo>
                    <a:pt x="7797981" y="1668810"/>
                  </a:lnTo>
                  <a:lnTo>
                    <a:pt x="7797313" y="1668810"/>
                  </a:lnTo>
                  <a:lnTo>
                    <a:pt x="7796645" y="1668810"/>
                  </a:lnTo>
                  <a:lnTo>
                    <a:pt x="7795977" y="1668810"/>
                  </a:lnTo>
                  <a:lnTo>
                    <a:pt x="7795309" y="1668810"/>
                  </a:lnTo>
                  <a:lnTo>
                    <a:pt x="7794641" y="1668810"/>
                  </a:lnTo>
                  <a:lnTo>
                    <a:pt x="7793973" y="1668810"/>
                  </a:lnTo>
                  <a:lnTo>
                    <a:pt x="7793305" y="1668810"/>
                  </a:lnTo>
                  <a:lnTo>
                    <a:pt x="7792637" y="1668810"/>
                  </a:lnTo>
                  <a:lnTo>
                    <a:pt x="7791969" y="1668810"/>
                  </a:lnTo>
                  <a:lnTo>
                    <a:pt x="7791301" y="1668810"/>
                  </a:lnTo>
                  <a:lnTo>
                    <a:pt x="7790633" y="1668810"/>
                  </a:lnTo>
                  <a:lnTo>
                    <a:pt x="7789965" y="1668810"/>
                  </a:lnTo>
                  <a:lnTo>
                    <a:pt x="7789297" y="1668810"/>
                  </a:lnTo>
                  <a:lnTo>
                    <a:pt x="7788629" y="1668810"/>
                  </a:lnTo>
                  <a:lnTo>
                    <a:pt x="7787961" y="1668810"/>
                  </a:lnTo>
                  <a:lnTo>
                    <a:pt x="7787293" y="1668810"/>
                  </a:lnTo>
                  <a:lnTo>
                    <a:pt x="7786625" y="1668810"/>
                  </a:lnTo>
                  <a:lnTo>
                    <a:pt x="7785957" y="1668810"/>
                  </a:lnTo>
                  <a:lnTo>
                    <a:pt x="7785289" y="1668810"/>
                  </a:lnTo>
                  <a:lnTo>
                    <a:pt x="7784621" y="1668810"/>
                  </a:lnTo>
                  <a:lnTo>
                    <a:pt x="7783953" y="1668810"/>
                  </a:lnTo>
                  <a:lnTo>
                    <a:pt x="7783285" y="1668810"/>
                  </a:lnTo>
                  <a:lnTo>
                    <a:pt x="7782617" y="1668810"/>
                  </a:lnTo>
                  <a:lnTo>
                    <a:pt x="7781949" y="1668810"/>
                  </a:lnTo>
                  <a:lnTo>
                    <a:pt x="7781281" y="1668810"/>
                  </a:lnTo>
                  <a:lnTo>
                    <a:pt x="7780613" y="1668810"/>
                  </a:lnTo>
                  <a:lnTo>
                    <a:pt x="7779945" y="1668810"/>
                  </a:lnTo>
                  <a:lnTo>
                    <a:pt x="7779277" y="1668810"/>
                  </a:lnTo>
                  <a:lnTo>
                    <a:pt x="7778609" y="1668810"/>
                  </a:lnTo>
                  <a:lnTo>
                    <a:pt x="7777941" y="1668810"/>
                  </a:lnTo>
                  <a:lnTo>
                    <a:pt x="7777273" y="1668810"/>
                  </a:lnTo>
                  <a:lnTo>
                    <a:pt x="7776605" y="1668810"/>
                  </a:lnTo>
                  <a:lnTo>
                    <a:pt x="7775937" y="1668810"/>
                  </a:lnTo>
                  <a:lnTo>
                    <a:pt x="7775268" y="1668810"/>
                  </a:lnTo>
                  <a:lnTo>
                    <a:pt x="7774600" y="1668810"/>
                  </a:lnTo>
                  <a:lnTo>
                    <a:pt x="7773932" y="1668810"/>
                  </a:lnTo>
                  <a:lnTo>
                    <a:pt x="7773264" y="1668810"/>
                  </a:lnTo>
                  <a:lnTo>
                    <a:pt x="7772596" y="1668810"/>
                  </a:lnTo>
                  <a:lnTo>
                    <a:pt x="7771928" y="1668810"/>
                  </a:lnTo>
                  <a:lnTo>
                    <a:pt x="7771260" y="1668810"/>
                  </a:lnTo>
                  <a:lnTo>
                    <a:pt x="7770592" y="1668810"/>
                  </a:lnTo>
                  <a:lnTo>
                    <a:pt x="7769924" y="1668810"/>
                  </a:lnTo>
                  <a:lnTo>
                    <a:pt x="7769256" y="1668810"/>
                  </a:lnTo>
                  <a:lnTo>
                    <a:pt x="7768588" y="1668810"/>
                  </a:lnTo>
                  <a:lnTo>
                    <a:pt x="7767920" y="1668810"/>
                  </a:lnTo>
                  <a:lnTo>
                    <a:pt x="7767252" y="1668810"/>
                  </a:lnTo>
                  <a:lnTo>
                    <a:pt x="7766584" y="1668810"/>
                  </a:lnTo>
                  <a:lnTo>
                    <a:pt x="7765916" y="1668810"/>
                  </a:lnTo>
                  <a:lnTo>
                    <a:pt x="7765248" y="1668810"/>
                  </a:lnTo>
                  <a:lnTo>
                    <a:pt x="7764580" y="1668810"/>
                  </a:lnTo>
                  <a:lnTo>
                    <a:pt x="7763912" y="1668810"/>
                  </a:lnTo>
                  <a:lnTo>
                    <a:pt x="7763244" y="1668810"/>
                  </a:lnTo>
                  <a:lnTo>
                    <a:pt x="7762576" y="1668810"/>
                  </a:lnTo>
                  <a:lnTo>
                    <a:pt x="7761908" y="1668810"/>
                  </a:lnTo>
                  <a:lnTo>
                    <a:pt x="7761240" y="1668810"/>
                  </a:lnTo>
                  <a:lnTo>
                    <a:pt x="7760572" y="1668810"/>
                  </a:lnTo>
                  <a:lnTo>
                    <a:pt x="7759904" y="1668810"/>
                  </a:lnTo>
                  <a:lnTo>
                    <a:pt x="7759236" y="1668810"/>
                  </a:lnTo>
                  <a:lnTo>
                    <a:pt x="7758568" y="1668810"/>
                  </a:lnTo>
                  <a:lnTo>
                    <a:pt x="7757900" y="1668810"/>
                  </a:lnTo>
                  <a:lnTo>
                    <a:pt x="7757232" y="1668810"/>
                  </a:lnTo>
                  <a:lnTo>
                    <a:pt x="7756564" y="1668810"/>
                  </a:lnTo>
                  <a:lnTo>
                    <a:pt x="7755896" y="1668810"/>
                  </a:lnTo>
                  <a:lnTo>
                    <a:pt x="7755228" y="1668810"/>
                  </a:lnTo>
                  <a:lnTo>
                    <a:pt x="7754560" y="1668810"/>
                  </a:lnTo>
                  <a:lnTo>
                    <a:pt x="7753892" y="1668810"/>
                  </a:lnTo>
                  <a:lnTo>
                    <a:pt x="7753224" y="1668810"/>
                  </a:lnTo>
                  <a:lnTo>
                    <a:pt x="7752556" y="1668810"/>
                  </a:lnTo>
                  <a:lnTo>
                    <a:pt x="7751888" y="1668810"/>
                  </a:lnTo>
                  <a:lnTo>
                    <a:pt x="7751220" y="1668810"/>
                  </a:lnTo>
                  <a:lnTo>
                    <a:pt x="7750551" y="1668810"/>
                  </a:lnTo>
                  <a:lnTo>
                    <a:pt x="7749883" y="1668810"/>
                  </a:lnTo>
                  <a:lnTo>
                    <a:pt x="7749215" y="1668810"/>
                  </a:lnTo>
                  <a:lnTo>
                    <a:pt x="7748547" y="1668810"/>
                  </a:lnTo>
                  <a:lnTo>
                    <a:pt x="7747879" y="1668810"/>
                  </a:lnTo>
                  <a:lnTo>
                    <a:pt x="7747211" y="1668810"/>
                  </a:lnTo>
                  <a:lnTo>
                    <a:pt x="7746543" y="1668810"/>
                  </a:lnTo>
                  <a:lnTo>
                    <a:pt x="7745875" y="1668810"/>
                  </a:lnTo>
                  <a:lnTo>
                    <a:pt x="7745207" y="1668810"/>
                  </a:lnTo>
                  <a:lnTo>
                    <a:pt x="7744539" y="1668810"/>
                  </a:lnTo>
                  <a:lnTo>
                    <a:pt x="7743871" y="1668810"/>
                  </a:lnTo>
                  <a:lnTo>
                    <a:pt x="7743203" y="1668810"/>
                  </a:lnTo>
                  <a:lnTo>
                    <a:pt x="7742535" y="1668810"/>
                  </a:lnTo>
                  <a:lnTo>
                    <a:pt x="7741867" y="1668810"/>
                  </a:lnTo>
                  <a:lnTo>
                    <a:pt x="7741199" y="1668810"/>
                  </a:lnTo>
                  <a:lnTo>
                    <a:pt x="7740531" y="1668810"/>
                  </a:lnTo>
                  <a:lnTo>
                    <a:pt x="7739863" y="1668810"/>
                  </a:lnTo>
                  <a:lnTo>
                    <a:pt x="7739195" y="1668810"/>
                  </a:lnTo>
                  <a:lnTo>
                    <a:pt x="7738527" y="1668810"/>
                  </a:lnTo>
                  <a:lnTo>
                    <a:pt x="7737859" y="1668810"/>
                  </a:lnTo>
                  <a:lnTo>
                    <a:pt x="7737191" y="1668810"/>
                  </a:lnTo>
                  <a:lnTo>
                    <a:pt x="7736523" y="1668810"/>
                  </a:lnTo>
                  <a:lnTo>
                    <a:pt x="7735855" y="1668810"/>
                  </a:lnTo>
                  <a:lnTo>
                    <a:pt x="7735187" y="1668810"/>
                  </a:lnTo>
                  <a:lnTo>
                    <a:pt x="7734519" y="1668810"/>
                  </a:lnTo>
                  <a:lnTo>
                    <a:pt x="7733851" y="1668810"/>
                  </a:lnTo>
                  <a:lnTo>
                    <a:pt x="7733183" y="1668810"/>
                  </a:lnTo>
                  <a:lnTo>
                    <a:pt x="7732515" y="1668810"/>
                  </a:lnTo>
                  <a:lnTo>
                    <a:pt x="7731847" y="1668810"/>
                  </a:lnTo>
                  <a:lnTo>
                    <a:pt x="7731179" y="1668810"/>
                  </a:lnTo>
                  <a:lnTo>
                    <a:pt x="7730511" y="1668810"/>
                  </a:lnTo>
                  <a:lnTo>
                    <a:pt x="7729843" y="1668810"/>
                  </a:lnTo>
                  <a:lnTo>
                    <a:pt x="7729175" y="1668810"/>
                  </a:lnTo>
                  <a:lnTo>
                    <a:pt x="7728507" y="1668810"/>
                  </a:lnTo>
                  <a:lnTo>
                    <a:pt x="7727839" y="1668810"/>
                  </a:lnTo>
                  <a:lnTo>
                    <a:pt x="7727171" y="1668810"/>
                  </a:lnTo>
                  <a:lnTo>
                    <a:pt x="7726503" y="1668810"/>
                  </a:lnTo>
                  <a:lnTo>
                    <a:pt x="7725834" y="1668810"/>
                  </a:lnTo>
                  <a:lnTo>
                    <a:pt x="7725166" y="1668810"/>
                  </a:lnTo>
                  <a:lnTo>
                    <a:pt x="7724498" y="1668810"/>
                  </a:lnTo>
                  <a:lnTo>
                    <a:pt x="7723830" y="1668810"/>
                  </a:lnTo>
                  <a:lnTo>
                    <a:pt x="7723162" y="1668810"/>
                  </a:lnTo>
                  <a:lnTo>
                    <a:pt x="7722494" y="1668810"/>
                  </a:lnTo>
                  <a:lnTo>
                    <a:pt x="7721826" y="1668810"/>
                  </a:lnTo>
                  <a:lnTo>
                    <a:pt x="7721158" y="1668810"/>
                  </a:lnTo>
                  <a:lnTo>
                    <a:pt x="7720490" y="1668810"/>
                  </a:lnTo>
                  <a:lnTo>
                    <a:pt x="7719822" y="1668810"/>
                  </a:lnTo>
                  <a:lnTo>
                    <a:pt x="7719154" y="1668810"/>
                  </a:lnTo>
                  <a:lnTo>
                    <a:pt x="7718486" y="1668810"/>
                  </a:lnTo>
                  <a:lnTo>
                    <a:pt x="7717818" y="1668810"/>
                  </a:lnTo>
                  <a:lnTo>
                    <a:pt x="7717150" y="1668810"/>
                  </a:lnTo>
                  <a:lnTo>
                    <a:pt x="7716482" y="1668810"/>
                  </a:lnTo>
                  <a:lnTo>
                    <a:pt x="7715814" y="1668810"/>
                  </a:lnTo>
                  <a:lnTo>
                    <a:pt x="7715146" y="1668810"/>
                  </a:lnTo>
                  <a:lnTo>
                    <a:pt x="7714478" y="1668810"/>
                  </a:lnTo>
                  <a:lnTo>
                    <a:pt x="7713810" y="1668810"/>
                  </a:lnTo>
                  <a:lnTo>
                    <a:pt x="7713142" y="1668810"/>
                  </a:lnTo>
                  <a:lnTo>
                    <a:pt x="7712474" y="1668810"/>
                  </a:lnTo>
                  <a:lnTo>
                    <a:pt x="7711806" y="1668810"/>
                  </a:lnTo>
                  <a:lnTo>
                    <a:pt x="7711138" y="1668810"/>
                  </a:lnTo>
                  <a:lnTo>
                    <a:pt x="7710470" y="1668810"/>
                  </a:lnTo>
                  <a:lnTo>
                    <a:pt x="7709802" y="1668810"/>
                  </a:lnTo>
                  <a:lnTo>
                    <a:pt x="7709134" y="1668810"/>
                  </a:lnTo>
                  <a:lnTo>
                    <a:pt x="7708466" y="1668810"/>
                  </a:lnTo>
                  <a:lnTo>
                    <a:pt x="7707798" y="1668810"/>
                  </a:lnTo>
                  <a:lnTo>
                    <a:pt x="7707130" y="1668810"/>
                  </a:lnTo>
                  <a:lnTo>
                    <a:pt x="7706462" y="1668810"/>
                  </a:lnTo>
                  <a:lnTo>
                    <a:pt x="7705794" y="1668810"/>
                  </a:lnTo>
                  <a:lnTo>
                    <a:pt x="7705126" y="1668810"/>
                  </a:lnTo>
                  <a:lnTo>
                    <a:pt x="7704458" y="1668810"/>
                  </a:lnTo>
                  <a:lnTo>
                    <a:pt x="7703790" y="1668810"/>
                  </a:lnTo>
                  <a:lnTo>
                    <a:pt x="7703122" y="1668810"/>
                  </a:lnTo>
                  <a:lnTo>
                    <a:pt x="7702454" y="1668810"/>
                  </a:lnTo>
                  <a:lnTo>
                    <a:pt x="7701786" y="1668810"/>
                  </a:lnTo>
                  <a:lnTo>
                    <a:pt x="7701117" y="1668810"/>
                  </a:lnTo>
                  <a:lnTo>
                    <a:pt x="7700449" y="1668810"/>
                  </a:lnTo>
                  <a:lnTo>
                    <a:pt x="7699781" y="1668810"/>
                  </a:lnTo>
                  <a:lnTo>
                    <a:pt x="7699113" y="1668810"/>
                  </a:lnTo>
                  <a:lnTo>
                    <a:pt x="7698445" y="1668810"/>
                  </a:lnTo>
                  <a:lnTo>
                    <a:pt x="7697777" y="1668810"/>
                  </a:lnTo>
                  <a:lnTo>
                    <a:pt x="7697109" y="1668810"/>
                  </a:lnTo>
                  <a:lnTo>
                    <a:pt x="7696441" y="1668810"/>
                  </a:lnTo>
                  <a:lnTo>
                    <a:pt x="7695773" y="1668810"/>
                  </a:lnTo>
                  <a:lnTo>
                    <a:pt x="7695105" y="1668810"/>
                  </a:lnTo>
                  <a:lnTo>
                    <a:pt x="7694437" y="1668810"/>
                  </a:lnTo>
                  <a:lnTo>
                    <a:pt x="7693769" y="1668810"/>
                  </a:lnTo>
                  <a:lnTo>
                    <a:pt x="7693101" y="1668810"/>
                  </a:lnTo>
                  <a:lnTo>
                    <a:pt x="7692433" y="1668810"/>
                  </a:lnTo>
                  <a:lnTo>
                    <a:pt x="7691765" y="1668810"/>
                  </a:lnTo>
                  <a:lnTo>
                    <a:pt x="7691097" y="1668810"/>
                  </a:lnTo>
                  <a:lnTo>
                    <a:pt x="7690429" y="1668810"/>
                  </a:lnTo>
                  <a:lnTo>
                    <a:pt x="7689761" y="1668810"/>
                  </a:lnTo>
                  <a:lnTo>
                    <a:pt x="7689093" y="1668810"/>
                  </a:lnTo>
                  <a:lnTo>
                    <a:pt x="7688425" y="1668810"/>
                  </a:lnTo>
                  <a:lnTo>
                    <a:pt x="7687757" y="1668810"/>
                  </a:lnTo>
                  <a:lnTo>
                    <a:pt x="7687089" y="1668810"/>
                  </a:lnTo>
                  <a:lnTo>
                    <a:pt x="7686421" y="1668810"/>
                  </a:lnTo>
                  <a:lnTo>
                    <a:pt x="7685753" y="1668810"/>
                  </a:lnTo>
                  <a:lnTo>
                    <a:pt x="7685085" y="1668810"/>
                  </a:lnTo>
                  <a:lnTo>
                    <a:pt x="7684417" y="1668810"/>
                  </a:lnTo>
                  <a:lnTo>
                    <a:pt x="7683749" y="1668810"/>
                  </a:lnTo>
                  <a:lnTo>
                    <a:pt x="7683081" y="1668810"/>
                  </a:lnTo>
                  <a:lnTo>
                    <a:pt x="7682413" y="1668810"/>
                  </a:lnTo>
                  <a:lnTo>
                    <a:pt x="7681745" y="1668810"/>
                  </a:lnTo>
                  <a:lnTo>
                    <a:pt x="7681077" y="1668810"/>
                  </a:lnTo>
                  <a:lnTo>
                    <a:pt x="7680409" y="1668810"/>
                  </a:lnTo>
                  <a:lnTo>
                    <a:pt x="7679741" y="1668810"/>
                  </a:lnTo>
                  <a:lnTo>
                    <a:pt x="7679073" y="1668810"/>
                  </a:lnTo>
                  <a:lnTo>
                    <a:pt x="7678405" y="1668810"/>
                  </a:lnTo>
                  <a:lnTo>
                    <a:pt x="7677737" y="1668810"/>
                  </a:lnTo>
                  <a:lnTo>
                    <a:pt x="7677068" y="1668810"/>
                  </a:lnTo>
                  <a:lnTo>
                    <a:pt x="7676400" y="1668810"/>
                  </a:lnTo>
                  <a:lnTo>
                    <a:pt x="7675732" y="1668810"/>
                  </a:lnTo>
                  <a:lnTo>
                    <a:pt x="7675064" y="1668810"/>
                  </a:lnTo>
                  <a:lnTo>
                    <a:pt x="7674396" y="1668810"/>
                  </a:lnTo>
                  <a:lnTo>
                    <a:pt x="7673728" y="1668810"/>
                  </a:lnTo>
                  <a:lnTo>
                    <a:pt x="7673060" y="1668810"/>
                  </a:lnTo>
                  <a:lnTo>
                    <a:pt x="7672392" y="1668810"/>
                  </a:lnTo>
                  <a:lnTo>
                    <a:pt x="7671724" y="1668810"/>
                  </a:lnTo>
                  <a:lnTo>
                    <a:pt x="7671056" y="1668810"/>
                  </a:lnTo>
                  <a:lnTo>
                    <a:pt x="7670388" y="1668810"/>
                  </a:lnTo>
                  <a:lnTo>
                    <a:pt x="7669720" y="1668810"/>
                  </a:lnTo>
                  <a:lnTo>
                    <a:pt x="7669052" y="1668810"/>
                  </a:lnTo>
                  <a:lnTo>
                    <a:pt x="7668384" y="1668810"/>
                  </a:lnTo>
                  <a:lnTo>
                    <a:pt x="7667716" y="1668810"/>
                  </a:lnTo>
                  <a:lnTo>
                    <a:pt x="7667048" y="1668810"/>
                  </a:lnTo>
                  <a:lnTo>
                    <a:pt x="7666380" y="1668810"/>
                  </a:lnTo>
                  <a:lnTo>
                    <a:pt x="7665712" y="1668810"/>
                  </a:lnTo>
                  <a:lnTo>
                    <a:pt x="7665044" y="1668810"/>
                  </a:lnTo>
                  <a:lnTo>
                    <a:pt x="7664376" y="1668810"/>
                  </a:lnTo>
                  <a:lnTo>
                    <a:pt x="7663708" y="1668810"/>
                  </a:lnTo>
                  <a:lnTo>
                    <a:pt x="7663040" y="1668810"/>
                  </a:lnTo>
                  <a:lnTo>
                    <a:pt x="7662372" y="1668810"/>
                  </a:lnTo>
                  <a:lnTo>
                    <a:pt x="7661704" y="1668810"/>
                  </a:lnTo>
                  <a:lnTo>
                    <a:pt x="7661036" y="1668810"/>
                  </a:lnTo>
                  <a:lnTo>
                    <a:pt x="7660368" y="1668810"/>
                  </a:lnTo>
                  <a:lnTo>
                    <a:pt x="7659700" y="1668810"/>
                  </a:lnTo>
                  <a:lnTo>
                    <a:pt x="7659032" y="1668810"/>
                  </a:lnTo>
                  <a:lnTo>
                    <a:pt x="7658364" y="1668810"/>
                  </a:lnTo>
                  <a:lnTo>
                    <a:pt x="7657696" y="1668810"/>
                  </a:lnTo>
                  <a:lnTo>
                    <a:pt x="7657028" y="1668810"/>
                  </a:lnTo>
                  <a:lnTo>
                    <a:pt x="7656360" y="1668810"/>
                  </a:lnTo>
                  <a:lnTo>
                    <a:pt x="7655692" y="1668810"/>
                  </a:lnTo>
                  <a:lnTo>
                    <a:pt x="7655024" y="1668810"/>
                  </a:lnTo>
                  <a:lnTo>
                    <a:pt x="7654356" y="1668810"/>
                  </a:lnTo>
                  <a:lnTo>
                    <a:pt x="7653688" y="1668810"/>
                  </a:lnTo>
                  <a:lnTo>
                    <a:pt x="7653020" y="1668810"/>
                  </a:lnTo>
                  <a:lnTo>
                    <a:pt x="7652351" y="1668810"/>
                  </a:lnTo>
                  <a:lnTo>
                    <a:pt x="7651683" y="1668810"/>
                  </a:lnTo>
                  <a:lnTo>
                    <a:pt x="7651015" y="1668810"/>
                  </a:lnTo>
                  <a:lnTo>
                    <a:pt x="7650347" y="1668810"/>
                  </a:lnTo>
                  <a:lnTo>
                    <a:pt x="7649679" y="1668810"/>
                  </a:lnTo>
                  <a:lnTo>
                    <a:pt x="7649011" y="1668810"/>
                  </a:lnTo>
                  <a:lnTo>
                    <a:pt x="7648343" y="1668810"/>
                  </a:lnTo>
                  <a:lnTo>
                    <a:pt x="7647675" y="1668810"/>
                  </a:lnTo>
                  <a:lnTo>
                    <a:pt x="7647007" y="1668810"/>
                  </a:lnTo>
                  <a:lnTo>
                    <a:pt x="7646339" y="1668810"/>
                  </a:lnTo>
                  <a:lnTo>
                    <a:pt x="7645671" y="1668810"/>
                  </a:lnTo>
                  <a:lnTo>
                    <a:pt x="7645003" y="1668810"/>
                  </a:lnTo>
                  <a:lnTo>
                    <a:pt x="7644335" y="1668810"/>
                  </a:lnTo>
                  <a:lnTo>
                    <a:pt x="7643667" y="1668810"/>
                  </a:lnTo>
                  <a:lnTo>
                    <a:pt x="7642999" y="1668810"/>
                  </a:lnTo>
                  <a:lnTo>
                    <a:pt x="7642331" y="1668810"/>
                  </a:lnTo>
                  <a:lnTo>
                    <a:pt x="7641663" y="1668810"/>
                  </a:lnTo>
                  <a:lnTo>
                    <a:pt x="7640995" y="1668810"/>
                  </a:lnTo>
                  <a:lnTo>
                    <a:pt x="7640327" y="1668810"/>
                  </a:lnTo>
                  <a:lnTo>
                    <a:pt x="7639659" y="1668810"/>
                  </a:lnTo>
                  <a:lnTo>
                    <a:pt x="7638991" y="1668810"/>
                  </a:lnTo>
                  <a:lnTo>
                    <a:pt x="7638323" y="1668810"/>
                  </a:lnTo>
                  <a:lnTo>
                    <a:pt x="7637655" y="1668810"/>
                  </a:lnTo>
                  <a:lnTo>
                    <a:pt x="7636987" y="1668810"/>
                  </a:lnTo>
                  <a:lnTo>
                    <a:pt x="7636319" y="1668810"/>
                  </a:lnTo>
                  <a:lnTo>
                    <a:pt x="7635651" y="1668810"/>
                  </a:lnTo>
                  <a:lnTo>
                    <a:pt x="7634983" y="1668810"/>
                  </a:lnTo>
                  <a:lnTo>
                    <a:pt x="7634315" y="1668810"/>
                  </a:lnTo>
                  <a:lnTo>
                    <a:pt x="7633647" y="1668810"/>
                  </a:lnTo>
                  <a:lnTo>
                    <a:pt x="7632979" y="1668810"/>
                  </a:lnTo>
                  <a:lnTo>
                    <a:pt x="7632311" y="1668810"/>
                  </a:lnTo>
                  <a:lnTo>
                    <a:pt x="7631643" y="1668810"/>
                  </a:lnTo>
                  <a:lnTo>
                    <a:pt x="7630975" y="1668810"/>
                  </a:lnTo>
                  <a:lnTo>
                    <a:pt x="7630307" y="1668810"/>
                  </a:lnTo>
                  <a:lnTo>
                    <a:pt x="7629639" y="1668810"/>
                  </a:lnTo>
                  <a:lnTo>
                    <a:pt x="7628971" y="1668810"/>
                  </a:lnTo>
                  <a:lnTo>
                    <a:pt x="7628303" y="1668810"/>
                  </a:lnTo>
                  <a:lnTo>
                    <a:pt x="7627634" y="1668810"/>
                  </a:lnTo>
                  <a:lnTo>
                    <a:pt x="7626966" y="1668810"/>
                  </a:lnTo>
                  <a:lnTo>
                    <a:pt x="7626298" y="1668810"/>
                  </a:lnTo>
                  <a:lnTo>
                    <a:pt x="7625630" y="1668810"/>
                  </a:lnTo>
                  <a:lnTo>
                    <a:pt x="7624962" y="1668810"/>
                  </a:lnTo>
                  <a:lnTo>
                    <a:pt x="7624294" y="1668810"/>
                  </a:lnTo>
                  <a:lnTo>
                    <a:pt x="7623626" y="1668810"/>
                  </a:lnTo>
                  <a:lnTo>
                    <a:pt x="7622958" y="1668810"/>
                  </a:lnTo>
                  <a:lnTo>
                    <a:pt x="7622290" y="1668810"/>
                  </a:lnTo>
                  <a:lnTo>
                    <a:pt x="7621622" y="1668810"/>
                  </a:lnTo>
                  <a:lnTo>
                    <a:pt x="7620954" y="1668810"/>
                  </a:lnTo>
                  <a:lnTo>
                    <a:pt x="7620286" y="1668810"/>
                  </a:lnTo>
                  <a:lnTo>
                    <a:pt x="7619618" y="1668810"/>
                  </a:lnTo>
                  <a:lnTo>
                    <a:pt x="7618950" y="1668810"/>
                  </a:lnTo>
                  <a:lnTo>
                    <a:pt x="7618282" y="1668810"/>
                  </a:lnTo>
                  <a:lnTo>
                    <a:pt x="7617614" y="1668810"/>
                  </a:lnTo>
                  <a:lnTo>
                    <a:pt x="7616946" y="1668810"/>
                  </a:lnTo>
                  <a:lnTo>
                    <a:pt x="7616278" y="1668810"/>
                  </a:lnTo>
                  <a:lnTo>
                    <a:pt x="7615610" y="1668810"/>
                  </a:lnTo>
                  <a:lnTo>
                    <a:pt x="7614942" y="1668810"/>
                  </a:lnTo>
                  <a:lnTo>
                    <a:pt x="7614274" y="1668810"/>
                  </a:lnTo>
                  <a:lnTo>
                    <a:pt x="7613606" y="1668810"/>
                  </a:lnTo>
                  <a:lnTo>
                    <a:pt x="7612938" y="1668810"/>
                  </a:lnTo>
                  <a:lnTo>
                    <a:pt x="7612270" y="1668810"/>
                  </a:lnTo>
                  <a:lnTo>
                    <a:pt x="7611602" y="1668810"/>
                  </a:lnTo>
                  <a:lnTo>
                    <a:pt x="7610934" y="1668810"/>
                  </a:lnTo>
                  <a:lnTo>
                    <a:pt x="7610266" y="1668810"/>
                  </a:lnTo>
                  <a:lnTo>
                    <a:pt x="7609598" y="1668810"/>
                  </a:lnTo>
                  <a:lnTo>
                    <a:pt x="7608930" y="1668810"/>
                  </a:lnTo>
                  <a:lnTo>
                    <a:pt x="7608262" y="1668810"/>
                  </a:lnTo>
                  <a:lnTo>
                    <a:pt x="7607594" y="1668810"/>
                  </a:lnTo>
                  <a:lnTo>
                    <a:pt x="7606926" y="1668810"/>
                  </a:lnTo>
                  <a:lnTo>
                    <a:pt x="7606258" y="1668810"/>
                  </a:lnTo>
                  <a:lnTo>
                    <a:pt x="7605590" y="1668810"/>
                  </a:lnTo>
                  <a:lnTo>
                    <a:pt x="7604922" y="1668810"/>
                  </a:lnTo>
                  <a:lnTo>
                    <a:pt x="7604254" y="1668810"/>
                  </a:lnTo>
                  <a:lnTo>
                    <a:pt x="7603585" y="1668810"/>
                  </a:lnTo>
                  <a:lnTo>
                    <a:pt x="7602917" y="1668810"/>
                  </a:lnTo>
                  <a:lnTo>
                    <a:pt x="7602249" y="1668810"/>
                  </a:lnTo>
                  <a:lnTo>
                    <a:pt x="7601581" y="1668810"/>
                  </a:lnTo>
                  <a:lnTo>
                    <a:pt x="7600913" y="1668810"/>
                  </a:lnTo>
                  <a:lnTo>
                    <a:pt x="7600245" y="1668810"/>
                  </a:lnTo>
                  <a:lnTo>
                    <a:pt x="7599577" y="1668810"/>
                  </a:lnTo>
                  <a:lnTo>
                    <a:pt x="7598909" y="1668810"/>
                  </a:lnTo>
                  <a:lnTo>
                    <a:pt x="7598241" y="1668810"/>
                  </a:lnTo>
                  <a:lnTo>
                    <a:pt x="7597573" y="1668810"/>
                  </a:lnTo>
                  <a:lnTo>
                    <a:pt x="7596905" y="1668810"/>
                  </a:lnTo>
                  <a:lnTo>
                    <a:pt x="7596237" y="1668810"/>
                  </a:lnTo>
                  <a:lnTo>
                    <a:pt x="7595569" y="1668810"/>
                  </a:lnTo>
                  <a:lnTo>
                    <a:pt x="7594901" y="1668810"/>
                  </a:lnTo>
                  <a:lnTo>
                    <a:pt x="7594233" y="1668810"/>
                  </a:lnTo>
                  <a:lnTo>
                    <a:pt x="7593565" y="1668810"/>
                  </a:lnTo>
                  <a:lnTo>
                    <a:pt x="7592897" y="1668810"/>
                  </a:lnTo>
                  <a:lnTo>
                    <a:pt x="7592229" y="1668810"/>
                  </a:lnTo>
                  <a:lnTo>
                    <a:pt x="7591561" y="1668810"/>
                  </a:lnTo>
                  <a:lnTo>
                    <a:pt x="7590893" y="1668810"/>
                  </a:lnTo>
                  <a:lnTo>
                    <a:pt x="7590225" y="1668810"/>
                  </a:lnTo>
                  <a:lnTo>
                    <a:pt x="7589557" y="1668810"/>
                  </a:lnTo>
                  <a:lnTo>
                    <a:pt x="7588889" y="1668810"/>
                  </a:lnTo>
                  <a:lnTo>
                    <a:pt x="7588221" y="1668810"/>
                  </a:lnTo>
                  <a:lnTo>
                    <a:pt x="7587553" y="1668810"/>
                  </a:lnTo>
                  <a:lnTo>
                    <a:pt x="7586885" y="1668810"/>
                  </a:lnTo>
                  <a:lnTo>
                    <a:pt x="7586217" y="1668810"/>
                  </a:lnTo>
                  <a:lnTo>
                    <a:pt x="7585549" y="1668810"/>
                  </a:lnTo>
                  <a:lnTo>
                    <a:pt x="7584881" y="1668810"/>
                  </a:lnTo>
                  <a:lnTo>
                    <a:pt x="7584213" y="1668810"/>
                  </a:lnTo>
                  <a:lnTo>
                    <a:pt x="7583545" y="1668810"/>
                  </a:lnTo>
                  <a:lnTo>
                    <a:pt x="7582877" y="1668810"/>
                  </a:lnTo>
                  <a:lnTo>
                    <a:pt x="7582209" y="1668810"/>
                  </a:lnTo>
                  <a:lnTo>
                    <a:pt x="7581541" y="1668810"/>
                  </a:lnTo>
                  <a:lnTo>
                    <a:pt x="7580873" y="1668810"/>
                  </a:lnTo>
                  <a:lnTo>
                    <a:pt x="7580205" y="1668810"/>
                  </a:lnTo>
                  <a:lnTo>
                    <a:pt x="7579537" y="1668810"/>
                  </a:lnTo>
                  <a:lnTo>
                    <a:pt x="7578868" y="1668810"/>
                  </a:lnTo>
                  <a:lnTo>
                    <a:pt x="7578200" y="1668810"/>
                  </a:lnTo>
                  <a:lnTo>
                    <a:pt x="7577532" y="1668810"/>
                  </a:lnTo>
                  <a:lnTo>
                    <a:pt x="7576864" y="1668810"/>
                  </a:lnTo>
                  <a:lnTo>
                    <a:pt x="7576196" y="1668810"/>
                  </a:lnTo>
                  <a:lnTo>
                    <a:pt x="7575528" y="1668810"/>
                  </a:lnTo>
                  <a:lnTo>
                    <a:pt x="7574860" y="1668810"/>
                  </a:lnTo>
                  <a:lnTo>
                    <a:pt x="7574192" y="1668810"/>
                  </a:lnTo>
                  <a:lnTo>
                    <a:pt x="7573524" y="1668810"/>
                  </a:lnTo>
                  <a:lnTo>
                    <a:pt x="7572856" y="1668810"/>
                  </a:lnTo>
                  <a:lnTo>
                    <a:pt x="7572188" y="1668810"/>
                  </a:lnTo>
                  <a:lnTo>
                    <a:pt x="7571520" y="1668810"/>
                  </a:lnTo>
                  <a:lnTo>
                    <a:pt x="7570852" y="1668810"/>
                  </a:lnTo>
                  <a:lnTo>
                    <a:pt x="7570184" y="1668810"/>
                  </a:lnTo>
                  <a:lnTo>
                    <a:pt x="7569516" y="1668810"/>
                  </a:lnTo>
                  <a:lnTo>
                    <a:pt x="7568848" y="1668810"/>
                  </a:lnTo>
                  <a:lnTo>
                    <a:pt x="7568180" y="1668810"/>
                  </a:lnTo>
                  <a:lnTo>
                    <a:pt x="7567512" y="1668810"/>
                  </a:lnTo>
                  <a:lnTo>
                    <a:pt x="7566844" y="1668810"/>
                  </a:lnTo>
                  <a:lnTo>
                    <a:pt x="7566176" y="1668810"/>
                  </a:lnTo>
                  <a:lnTo>
                    <a:pt x="7565508" y="1668810"/>
                  </a:lnTo>
                  <a:lnTo>
                    <a:pt x="7564840" y="1668810"/>
                  </a:lnTo>
                  <a:lnTo>
                    <a:pt x="7564172" y="1668810"/>
                  </a:lnTo>
                  <a:lnTo>
                    <a:pt x="7563504" y="1668810"/>
                  </a:lnTo>
                  <a:lnTo>
                    <a:pt x="7562836" y="1668810"/>
                  </a:lnTo>
                  <a:lnTo>
                    <a:pt x="7562168" y="1668810"/>
                  </a:lnTo>
                  <a:lnTo>
                    <a:pt x="7561500" y="1668810"/>
                  </a:lnTo>
                  <a:lnTo>
                    <a:pt x="7560832" y="1668810"/>
                  </a:lnTo>
                  <a:lnTo>
                    <a:pt x="7560164" y="1668810"/>
                  </a:lnTo>
                  <a:lnTo>
                    <a:pt x="7559496" y="1668810"/>
                  </a:lnTo>
                  <a:lnTo>
                    <a:pt x="7558828" y="1668810"/>
                  </a:lnTo>
                  <a:lnTo>
                    <a:pt x="7558160" y="1668810"/>
                  </a:lnTo>
                  <a:lnTo>
                    <a:pt x="7557492" y="1668810"/>
                  </a:lnTo>
                  <a:lnTo>
                    <a:pt x="7556824" y="1668810"/>
                  </a:lnTo>
                  <a:lnTo>
                    <a:pt x="7556156" y="1668810"/>
                  </a:lnTo>
                  <a:lnTo>
                    <a:pt x="7555488" y="1668810"/>
                  </a:lnTo>
                  <a:lnTo>
                    <a:pt x="7554820" y="1668810"/>
                  </a:lnTo>
                  <a:lnTo>
                    <a:pt x="7554151" y="1668810"/>
                  </a:lnTo>
                  <a:lnTo>
                    <a:pt x="7553483" y="1668810"/>
                  </a:lnTo>
                  <a:lnTo>
                    <a:pt x="7552815" y="1668810"/>
                  </a:lnTo>
                  <a:lnTo>
                    <a:pt x="7552147" y="1668810"/>
                  </a:lnTo>
                  <a:lnTo>
                    <a:pt x="7551479" y="1668810"/>
                  </a:lnTo>
                  <a:lnTo>
                    <a:pt x="7550811" y="1668810"/>
                  </a:lnTo>
                  <a:lnTo>
                    <a:pt x="7550143" y="1668810"/>
                  </a:lnTo>
                  <a:lnTo>
                    <a:pt x="7549475" y="1668810"/>
                  </a:lnTo>
                  <a:lnTo>
                    <a:pt x="7548807" y="1668810"/>
                  </a:lnTo>
                  <a:lnTo>
                    <a:pt x="7548139" y="1668810"/>
                  </a:lnTo>
                  <a:lnTo>
                    <a:pt x="7547471" y="1668810"/>
                  </a:lnTo>
                  <a:lnTo>
                    <a:pt x="7546803" y="1668810"/>
                  </a:lnTo>
                  <a:lnTo>
                    <a:pt x="7546135" y="1668810"/>
                  </a:lnTo>
                  <a:lnTo>
                    <a:pt x="7545467" y="1668810"/>
                  </a:lnTo>
                  <a:lnTo>
                    <a:pt x="7544799" y="1668810"/>
                  </a:lnTo>
                  <a:lnTo>
                    <a:pt x="7544131" y="1668810"/>
                  </a:lnTo>
                  <a:lnTo>
                    <a:pt x="7543463" y="1668810"/>
                  </a:lnTo>
                  <a:lnTo>
                    <a:pt x="7542795" y="1668810"/>
                  </a:lnTo>
                  <a:lnTo>
                    <a:pt x="7542127" y="1668810"/>
                  </a:lnTo>
                  <a:lnTo>
                    <a:pt x="7541459" y="1668810"/>
                  </a:lnTo>
                  <a:lnTo>
                    <a:pt x="7540791" y="1668810"/>
                  </a:lnTo>
                  <a:lnTo>
                    <a:pt x="7540123" y="1668810"/>
                  </a:lnTo>
                  <a:lnTo>
                    <a:pt x="7539455" y="1668810"/>
                  </a:lnTo>
                  <a:lnTo>
                    <a:pt x="7538787" y="1668810"/>
                  </a:lnTo>
                  <a:lnTo>
                    <a:pt x="7538119" y="1668810"/>
                  </a:lnTo>
                  <a:lnTo>
                    <a:pt x="7537451" y="1668810"/>
                  </a:lnTo>
                  <a:lnTo>
                    <a:pt x="7536783" y="1668810"/>
                  </a:lnTo>
                  <a:lnTo>
                    <a:pt x="7536115" y="1668810"/>
                  </a:lnTo>
                  <a:lnTo>
                    <a:pt x="7535447" y="1668810"/>
                  </a:lnTo>
                  <a:lnTo>
                    <a:pt x="7534779" y="1668810"/>
                  </a:lnTo>
                  <a:lnTo>
                    <a:pt x="7534111" y="1668810"/>
                  </a:lnTo>
                  <a:lnTo>
                    <a:pt x="7533443" y="1668810"/>
                  </a:lnTo>
                  <a:lnTo>
                    <a:pt x="7532775" y="1668810"/>
                  </a:lnTo>
                  <a:lnTo>
                    <a:pt x="7532107" y="1668810"/>
                  </a:lnTo>
                  <a:lnTo>
                    <a:pt x="7531439" y="1668810"/>
                  </a:lnTo>
                  <a:lnTo>
                    <a:pt x="7530771" y="1668810"/>
                  </a:lnTo>
                  <a:lnTo>
                    <a:pt x="7530103" y="1668810"/>
                  </a:lnTo>
                  <a:lnTo>
                    <a:pt x="7529434" y="1668810"/>
                  </a:lnTo>
                  <a:lnTo>
                    <a:pt x="7528766" y="1668810"/>
                  </a:lnTo>
                  <a:lnTo>
                    <a:pt x="7528098" y="1668810"/>
                  </a:lnTo>
                  <a:lnTo>
                    <a:pt x="7527430" y="1668810"/>
                  </a:lnTo>
                  <a:lnTo>
                    <a:pt x="7526762" y="1668810"/>
                  </a:lnTo>
                  <a:lnTo>
                    <a:pt x="7526094" y="1668810"/>
                  </a:lnTo>
                  <a:lnTo>
                    <a:pt x="7525426" y="1668810"/>
                  </a:lnTo>
                  <a:lnTo>
                    <a:pt x="7524758" y="1668810"/>
                  </a:lnTo>
                  <a:lnTo>
                    <a:pt x="7524090" y="1668810"/>
                  </a:lnTo>
                  <a:lnTo>
                    <a:pt x="7523422" y="1668810"/>
                  </a:lnTo>
                  <a:lnTo>
                    <a:pt x="7522754" y="1668810"/>
                  </a:lnTo>
                  <a:lnTo>
                    <a:pt x="7522086" y="1668810"/>
                  </a:lnTo>
                  <a:lnTo>
                    <a:pt x="7521418" y="1668810"/>
                  </a:lnTo>
                  <a:lnTo>
                    <a:pt x="7520750" y="1668810"/>
                  </a:lnTo>
                  <a:lnTo>
                    <a:pt x="7520082" y="1668810"/>
                  </a:lnTo>
                  <a:lnTo>
                    <a:pt x="7519414" y="1668810"/>
                  </a:lnTo>
                  <a:lnTo>
                    <a:pt x="7518746" y="1668810"/>
                  </a:lnTo>
                  <a:lnTo>
                    <a:pt x="7518078" y="1668810"/>
                  </a:lnTo>
                  <a:lnTo>
                    <a:pt x="7517410" y="1668810"/>
                  </a:lnTo>
                  <a:lnTo>
                    <a:pt x="7516742" y="1668810"/>
                  </a:lnTo>
                  <a:lnTo>
                    <a:pt x="7516074" y="1668810"/>
                  </a:lnTo>
                  <a:lnTo>
                    <a:pt x="7515406" y="1668810"/>
                  </a:lnTo>
                  <a:lnTo>
                    <a:pt x="7514738" y="1668810"/>
                  </a:lnTo>
                  <a:lnTo>
                    <a:pt x="7514070" y="1668810"/>
                  </a:lnTo>
                  <a:lnTo>
                    <a:pt x="7513402" y="1668810"/>
                  </a:lnTo>
                  <a:lnTo>
                    <a:pt x="7512734" y="1668810"/>
                  </a:lnTo>
                  <a:lnTo>
                    <a:pt x="7512066" y="1668810"/>
                  </a:lnTo>
                  <a:lnTo>
                    <a:pt x="7511398" y="1668810"/>
                  </a:lnTo>
                  <a:lnTo>
                    <a:pt x="7510730" y="1668810"/>
                  </a:lnTo>
                  <a:lnTo>
                    <a:pt x="7510062" y="1668810"/>
                  </a:lnTo>
                  <a:lnTo>
                    <a:pt x="7509394" y="1668810"/>
                  </a:lnTo>
                  <a:lnTo>
                    <a:pt x="7508726" y="1668810"/>
                  </a:lnTo>
                  <a:lnTo>
                    <a:pt x="7508058" y="1668810"/>
                  </a:lnTo>
                  <a:lnTo>
                    <a:pt x="7507390" y="1668810"/>
                  </a:lnTo>
                  <a:lnTo>
                    <a:pt x="7506722" y="1668810"/>
                  </a:lnTo>
                  <a:lnTo>
                    <a:pt x="7506054" y="1668810"/>
                  </a:lnTo>
                  <a:lnTo>
                    <a:pt x="7505385" y="1668810"/>
                  </a:lnTo>
                  <a:lnTo>
                    <a:pt x="7504717" y="1668810"/>
                  </a:lnTo>
                  <a:lnTo>
                    <a:pt x="7504049" y="1668810"/>
                  </a:lnTo>
                  <a:lnTo>
                    <a:pt x="7503381" y="1668810"/>
                  </a:lnTo>
                  <a:lnTo>
                    <a:pt x="7502713" y="1668810"/>
                  </a:lnTo>
                  <a:lnTo>
                    <a:pt x="7502045" y="1668810"/>
                  </a:lnTo>
                  <a:lnTo>
                    <a:pt x="7501377" y="1668810"/>
                  </a:lnTo>
                  <a:lnTo>
                    <a:pt x="7500709" y="1668810"/>
                  </a:lnTo>
                  <a:lnTo>
                    <a:pt x="7500041" y="1668810"/>
                  </a:lnTo>
                  <a:lnTo>
                    <a:pt x="7499373" y="1668810"/>
                  </a:lnTo>
                  <a:lnTo>
                    <a:pt x="7498705" y="1668810"/>
                  </a:lnTo>
                  <a:lnTo>
                    <a:pt x="7498037" y="1668810"/>
                  </a:lnTo>
                  <a:lnTo>
                    <a:pt x="7497369" y="1668810"/>
                  </a:lnTo>
                  <a:lnTo>
                    <a:pt x="7496701" y="1668810"/>
                  </a:lnTo>
                  <a:lnTo>
                    <a:pt x="7496033" y="1668810"/>
                  </a:lnTo>
                  <a:lnTo>
                    <a:pt x="7495365" y="1668810"/>
                  </a:lnTo>
                  <a:lnTo>
                    <a:pt x="7494697" y="1668810"/>
                  </a:lnTo>
                  <a:lnTo>
                    <a:pt x="7494029" y="1668810"/>
                  </a:lnTo>
                  <a:lnTo>
                    <a:pt x="7493361" y="1668810"/>
                  </a:lnTo>
                  <a:lnTo>
                    <a:pt x="7492693" y="1668810"/>
                  </a:lnTo>
                  <a:lnTo>
                    <a:pt x="7492025" y="1668810"/>
                  </a:lnTo>
                  <a:lnTo>
                    <a:pt x="7491357" y="1668810"/>
                  </a:lnTo>
                  <a:lnTo>
                    <a:pt x="7490689" y="1668810"/>
                  </a:lnTo>
                  <a:lnTo>
                    <a:pt x="7490021" y="1668810"/>
                  </a:lnTo>
                  <a:lnTo>
                    <a:pt x="7489353" y="1668810"/>
                  </a:lnTo>
                  <a:lnTo>
                    <a:pt x="7488685" y="1668810"/>
                  </a:lnTo>
                  <a:lnTo>
                    <a:pt x="7488017" y="1668810"/>
                  </a:lnTo>
                  <a:lnTo>
                    <a:pt x="7487349" y="1668810"/>
                  </a:lnTo>
                  <a:lnTo>
                    <a:pt x="7486681" y="1668810"/>
                  </a:lnTo>
                  <a:lnTo>
                    <a:pt x="7486013" y="1668810"/>
                  </a:lnTo>
                  <a:lnTo>
                    <a:pt x="7485345" y="1668810"/>
                  </a:lnTo>
                  <a:lnTo>
                    <a:pt x="7484677" y="1668810"/>
                  </a:lnTo>
                  <a:lnTo>
                    <a:pt x="7484009" y="1668810"/>
                  </a:lnTo>
                  <a:lnTo>
                    <a:pt x="7483341" y="1668810"/>
                  </a:lnTo>
                  <a:lnTo>
                    <a:pt x="7482673" y="1668810"/>
                  </a:lnTo>
                  <a:lnTo>
                    <a:pt x="7482005" y="1668810"/>
                  </a:lnTo>
                  <a:lnTo>
                    <a:pt x="7481337" y="1668810"/>
                  </a:lnTo>
                  <a:lnTo>
                    <a:pt x="7480668" y="1668810"/>
                  </a:lnTo>
                  <a:lnTo>
                    <a:pt x="7480000" y="1668810"/>
                  </a:lnTo>
                  <a:lnTo>
                    <a:pt x="7479332" y="1668810"/>
                  </a:lnTo>
                  <a:lnTo>
                    <a:pt x="7478664" y="1668810"/>
                  </a:lnTo>
                  <a:lnTo>
                    <a:pt x="7477996" y="1668810"/>
                  </a:lnTo>
                  <a:lnTo>
                    <a:pt x="7477328" y="1668810"/>
                  </a:lnTo>
                  <a:lnTo>
                    <a:pt x="7476660" y="1668810"/>
                  </a:lnTo>
                  <a:lnTo>
                    <a:pt x="7475992" y="1668810"/>
                  </a:lnTo>
                  <a:lnTo>
                    <a:pt x="7475324" y="1668810"/>
                  </a:lnTo>
                  <a:lnTo>
                    <a:pt x="7474656" y="1668810"/>
                  </a:lnTo>
                  <a:lnTo>
                    <a:pt x="7473988" y="1668810"/>
                  </a:lnTo>
                  <a:lnTo>
                    <a:pt x="7473320" y="1668810"/>
                  </a:lnTo>
                  <a:lnTo>
                    <a:pt x="7472652" y="1668810"/>
                  </a:lnTo>
                  <a:lnTo>
                    <a:pt x="7471984" y="1668810"/>
                  </a:lnTo>
                  <a:lnTo>
                    <a:pt x="7471316" y="1668810"/>
                  </a:lnTo>
                  <a:lnTo>
                    <a:pt x="7470648" y="1668810"/>
                  </a:lnTo>
                  <a:lnTo>
                    <a:pt x="7469980" y="1668810"/>
                  </a:lnTo>
                  <a:lnTo>
                    <a:pt x="7469312" y="1668810"/>
                  </a:lnTo>
                  <a:lnTo>
                    <a:pt x="7468644" y="1668810"/>
                  </a:lnTo>
                  <a:lnTo>
                    <a:pt x="7467976" y="1668810"/>
                  </a:lnTo>
                  <a:lnTo>
                    <a:pt x="7467308" y="1668810"/>
                  </a:lnTo>
                  <a:lnTo>
                    <a:pt x="7466640" y="1668810"/>
                  </a:lnTo>
                  <a:lnTo>
                    <a:pt x="7465972" y="1668810"/>
                  </a:lnTo>
                  <a:lnTo>
                    <a:pt x="7465304" y="1668810"/>
                  </a:lnTo>
                  <a:lnTo>
                    <a:pt x="7464636" y="1668810"/>
                  </a:lnTo>
                  <a:lnTo>
                    <a:pt x="7463968" y="1668810"/>
                  </a:lnTo>
                  <a:lnTo>
                    <a:pt x="7463300" y="1668810"/>
                  </a:lnTo>
                  <a:lnTo>
                    <a:pt x="7462632" y="1668810"/>
                  </a:lnTo>
                  <a:lnTo>
                    <a:pt x="7461964" y="1668810"/>
                  </a:lnTo>
                  <a:lnTo>
                    <a:pt x="7461296" y="1668810"/>
                  </a:lnTo>
                  <a:lnTo>
                    <a:pt x="7460628" y="1668810"/>
                  </a:lnTo>
                  <a:lnTo>
                    <a:pt x="7459960" y="1668810"/>
                  </a:lnTo>
                  <a:lnTo>
                    <a:pt x="7459292" y="1668810"/>
                  </a:lnTo>
                  <a:lnTo>
                    <a:pt x="7458624" y="1668810"/>
                  </a:lnTo>
                  <a:lnTo>
                    <a:pt x="7457956" y="1668810"/>
                  </a:lnTo>
                  <a:lnTo>
                    <a:pt x="7457288" y="1668810"/>
                  </a:lnTo>
                  <a:lnTo>
                    <a:pt x="7456620" y="1668810"/>
                  </a:lnTo>
                  <a:lnTo>
                    <a:pt x="7455951" y="1668810"/>
                  </a:lnTo>
                  <a:lnTo>
                    <a:pt x="7455283" y="1668810"/>
                  </a:lnTo>
                  <a:lnTo>
                    <a:pt x="7454615" y="1668810"/>
                  </a:lnTo>
                  <a:lnTo>
                    <a:pt x="7453947" y="1668810"/>
                  </a:lnTo>
                  <a:lnTo>
                    <a:pt x="7453279" y="1668810"/>
                  </a:lnTo>
                  <a:lnTo>
                    <a:pt x="7452611" y="1668810"/>
                  </a:lnTo>
                  <a:lnTo>
                    <a:pt x="7451943" y="1668810"/>
                  </a:lnTo>
                  <a:lnTo>
                    <a:pt x="7451275" y="1668810"/>
                  </a:lnTo>
                  <a:lnTo>
                    <a:pt x="7450607" y="1668810"/>
                  </a:lnTo>
                  <a:lnTo>
                    <a:pt x="7449939" y="1668810"/>
                  </a:lnTo>
                  <a:lnTo>
                    <a:pt x="7449271" y="1668810"/>
                  </a:lnTo>
                  <a:lnTo>
                    <a:pt x="7448603" y="1668810"/>
                  </a:lnTo>
                  <a:lnTo>
                    <a:pt x="7447935" y="1668810"/>
                  </a:lnTo>
                  <a:lnTo>
                    <a:pt x="7447267" y="1668810"/>
                  </a:lnTo>
                  <a:lnTo>
                    <a:pt x="7446599" y="1668810"/>
                  </a:lnTo>
                  <a:lnTo>
                    <a:pt x="7445931" y="1668810"/>
                  </a:lnTo>
                  <a:lnTo>
                    <a:pt x="7445263" y="1668810"/>
                  </a:lnTo>
                  <a:lnTo>
                    <a:pt x="7444595" y="1668810"/>
                  </a:lnTo>
                  <a:lnTo>
                    <a:pt x="7443927" y="1668810"/>
                  </a:lnTo>
                  <a:lnTo>
                    <a:pt x="7443259" y="1668810"/>
                  </a:lnTo>
                  <a:lnTo>
                    <a:pt x="7442591" y="1668810"/>
                  </a:lnTo>
                  <a:lnTo>
                    <a:pt x="7441923" y="1668810"/>
                  </a:lnTo>
                  <a:lnTo>
                    <a:pt x="7441255" y="1668810"/>
                  </a:lnTo>
                  <a:lnTo>
                    <a:pt x="7440587" y="1668810"/>
                  </a:lnTo>
                  <a:lnTo>
                    <a:pt x="7439919" y="1668810"/>
                  </a:lnTo>
                  <a:lnTo>
                    <a:pt x="7439251" y="1668810"/>
                  </a:lnTo>
                  <a:lnTo>
                    <a:pt x="7438583" y="1668810"/>
                  </a:lnTo>
                  <a:lnTo>
                    <a:pt x="7437915" y="1668810"/>
                  </a:lnTo>
                  <a:lnTo>
                    <a:pt x="7437247" y="1668810"/>
                  </a:lnTo>
                  <a:lnTo>
                    <a:pt x="7436579" y="1668810"/>
                  </a:lnTo>
                  <a:lnTo>
                    <a:pt x="7435911" y="1668810"/>
                  </a:lnTo>
                  <a:lnTo>
                    <a:pt x="7435243" y="1668810"/>
                  </a:lnTo>
                  <a:lnTo>
                    <a:pt x="7434575" y="1668810"/>
                  </a:lnTo>
                  <a:lnTo>
                    <a:pt x="7433907" y="1668810"/>
                  </a:lnTo>
                  <a:lnTo>
                    <a:pt x="7433239" y="1668810"/>
                  </a:lnTo>
                  <a:lnTo>
                    <a:pt x="7432571" y="1668810"/>
                  </a:lnTo>
                  <a:lnTo>
                    <a:pt x="7431903" y="1668810"/>
                  </a:lnTo>
                  <a:lnTo>
                    <a:pt x="7431234" y="1668810"/>
                  </a:lnTo>
                  <a:lnTo>
                    <a:pt x="7430566" y="1668810"/>
                  </a:lnTo>
                  <a:lnTo>
                    <a:pt x="7429898" y="1668810"/>
                  </a:lnTo>
                  <a:lnTo>
                    <a:pt x="7429230" y="1668810"/>
                  </a:lnTo>
                  <a:lnTo>
                    <a:pt x="7428562" y="1668810"/>
                  </a:lnTo>
                  <a:lnTo>
                    <a:pt x="7427894" y="1668810"/>
                  </a:lnTo>
                  <a:lnTo>
                    <a:pt x="7427226" y="1668810"/>
                  </a:lnTo>
                  <a:lnTo>
                    <a:pt x="7426558" y="1668810"/>
                  </a:lnTo>
                  <a:lnTo>
                    <a:pt x="7425890" y="1668810"/>
                  </a:lnTo>
                  <a:lnTo>
                    <a:pt x="7425222" y="1668810"/>
                  </a:lnTo>
                  <a:lnTo>
                    <a:pt x="7424554" y="1668810"/>
                  </a:lnTo>
                  <a:lnTo>
                    <a:pt x="7423886" y="1668810"/>
                  </a:lnTo>
                  <a:lnTo>
                    <a:pt x="7423218" y="1668810"/>
                  </a:lnTo>
                  <a:lnTo>
                    <a:pt x="7422550" y="1668810"/>
                  </a:lnTo>
                  <a:lnTo>
                    <a:pt x="7421882" y="1668810"/>
                  </a:lnTo>
                  <a:lnTo>
                    <a:pt x="7421214" y="1668810"/>
                  </a:lnTo>
                  <a:lnTo>
                    <a:pt x="7420546" y="1668810"/>
                  </a:lnTo>
                  <a:lnTo>
                    <a:pt x="7419878" y="1668810"/>
                  </a:lnTo>
                  <a:lnTo>
                    <a:pt x="7419210" y="1668810"/>
                  </a:lnTo>
                  <a:lnTo>
                    <a:pt x="7418542" y="1668810"/>
                  </a:lnTo>
                  <a:lnTo>
                    <a:pt x="7417874" y="1668810"/>
                  </a:lnTo>
                  <a:lnTo>
                    <a:pt x="7417206" y="1668810"/>
                  </a:lnTo>
                  <a:lnTo>
                    <a:pt x="7416538" y="1668810"/>
                  </a:lnTo>
                  <a:lnTo>
                    <a:pt x="7415870" y="1668810"/>
                  </a:lnTo>
                  <a:lnTo>
                    <a:pt x="7415202" y="1668810"/>
                  </a:lnTo>
                  <a:lnTo>
                    <a:pt x="7414534" y="1668810"/>
                  </a:lnTo>
                  <a:lnTo>
                    <a:pt x="7413866" y="1668810"/>
                  </a:lnTo>
                  <a:lnTo>
                    <a:pt x="7413198" y="1668810"/>
                  </a:lnTo>
                  <a:lnTo>
                    <a:pt x="7412530" y="1668810"/>
                  </a:lnTo>
                  <a:lnTo>
                    <a:pt x="7411862" y="1668810"/>
                  </a:lnTo>
                  <a:lnTo>
                    <a:pt x="7411194" y="1668810"/>
                  </a:lnTo>
                  <a:lnTo>
                    <a:pt x="7410526" y="1668810"/>
                  </a:lnTo>
                  <a:lnTo>
                    <a:pt x="7409858" y="1668810"/>
                  </a:lnTo>
                  <a:lnTo>
                    <a:pt x="7409190" y="1668810"/>
                  </a:lnTo>
                  <a:lnTo>
                    <a:pt x="7408522" y="1668810"/>
                  </a:lnTo>
                  <a:lnTo>
                    <a:pt x="7407854" y="1668810"/>
                  </a:lnTo>
                  <a:lnTo>
                    <a:pt x="7407185" y="1668810"/>
                  </a:lnTo>
                  <a:lnTo>
                    <a:pt x="7406517" y="1668810"/>
                  </a:lnTo>
                  <a:lnTo>
                    <a:pt x="7405849" y="1668810"/>
                  </a:lnTo>
                  <a:lnTo>
                    <a:pt x="7405181" y="1668810"/>
                  </a:lnTo>
                  <a:lnTo>
                    <a:pt x="7404513" y="1668810"/>
                  </a:lnTo>
                  <a:lnTo>
                    <a:pt x="7403845" y="1668810"/>
                  </a:lnTo>
                  <a:lnTo>
                    <a:pt x="7403177" y="1668810"/>
                  </a:lnTo>
                  <a:lnTo>
                    <a:pt x="7402509" y="1668810"/>
                  </a:lnTo>
                  <a:lnTo>
                    <a:pt x="7401841" y="1668810"/>
                  </a:lnTo>
                  <a:lnTo>
                    <a:pt x="7401173" y="1668810"/>
                  </a:lnTo>
                  <a:lnTo>
                    <a:pt x="7400505" y="1668810"/>
                  </a:lnTo>
                  <a:lnTo>
                    <a:pt x="7399837" y="1668810"/>
                  </a:lnTo>
                  <a:lnTo>
                    <a:pt x="7399169" y="1668810"/>
                  </a:lnTo>
                  <a:lnTo>
                    <a:pt x="7398501" y="1668810"/>
                  </a:lnTo>
                  <a:lnTo>
                    <a:pt x="7397833" y="1668810"/>
                  </a:lnTo>
                  <a:lnTo>
                    <a:pt x="7397165" y="1668810"/>
                  </a:lnTo>
                  <a:lnTo>
                    <a:pt x="7396497" y="1668810"/>
                  </a:lnTo>
                  <a:lnTo>
                    <a:pt x="7395829" y="1668810"/>
                  </a:lnTo>
                  <a:lnTo>
                    <a:pt x="7395161" y="1668810"/>
                  </a:lnTo>
                  <a:lnTo>
                    <a:pt x="7394493" y="1668810"/>
                  </a:lnTo>
                  <a:lnTo>
                    <a:pt x="7393825" y="1668810"/>
                  </a:lnTo>
                  <a:lnTo>
                    <a:pt x="7393157" y="1668810"/>
                  </a:lnTo>
                  <a:lnTo>
                    <a:pt x="7392489" y="1668810"/>
                  </a:lnTo>
                  <a:lnTo>
                    <a:pt x="7391821" y="1668810"/>
                  </a:lnTo>
                  <a:lnTo>
                    <a:pt x="7391153" y="1668810"/>
                  </a:lnTo>
                  <a:lnTo>
                    <a:pt x="7390485" y="1668810"/>
                  </a:lnTo>
                  <a:lnTo>
                    <a:pt x="7389817" y="1668810"/>
                  </a:lnTo>
                  <a:lnTo>
                    <a:pt x="7389149" y="1668810"/>
                  </a:lnTo>
                  <a:lnTo>
                    <a:pt x="7388481" y="1668810"/>
                  </a:lnTo>
                  <a:lnTo>
                    <a:pt x="7387813" y="1668810"/>
                  </a:lnTo>
                  <a:lnTo>
                    <a:pt x="7387145" y="1668810"/>
                  </a:lnTo>
                  <a:lnTo>
                    <a:pt x="7386477" y="1668810"/>
                  </a:lnTo>
                  <a:lnTo>
                    <a:pt x="7385809" y="1668810"/>
                  </a:lnTo>
                  <a:lnTo>
                    <a:pt x="7385141" y="1668810"/>
                  </a:lnTo>
                  <a:lnTo>
                    <a:pt x="7384473" y="1668810"/>
                  </a:lnTo>
                  <a:lnTo>
                    <a:pt x="7383805" y="1668810"/>
                  </a:lnTo>
                  <a:lnTo>
                    <a:pt x="7383137" y="1668810"/>
                  </a:lnTo>
                  <a:lnTo>
                    <a:pt x="7382468" y="1668810"/>
                  </a:lnTo>
                  <a:lnTo>
                    <a:pt x="7381800" y="1668810"/>
                  </a:lnTo>
                  <a:lnTo>
                    <a:pt x="7381132" y="1668810"/>
                  </a:lnTo>
                  <a:lnTo>
                    <a:pt x="7380464" y="1668810"/>
                  </a:lnTo>
                  <a:lnTo>
                    <a:pt x="7379796" y="1668810"/>
                  </a:lnTo>
                  <a:lnTo>
                    <a:pt x="7379128" y="1668810"/>
                  </a:lnTo>
                  <a:lnTo>
                    <a:pt x="7378460" y="1668810"/>
                  </a:lnTo>
                  <a:lnTo>
                    <a:pt x="7377792" y="1668810"/>
                  </a:lnTo>
                  <a:lnTo>
                    <a:pt x="7377124" y="1668810"/>
                  </a:lnTo>
                  <a:lnTo>
                    <a:pt x="7376456" y="1668810"/>
                  </a:lnTo>
                  <a:lnTo>
                    <a:pt x="7375788" y="1668810"/>
                  </a:lnTo>
                  <a:lnTo>
                    <a:pt x="7375120" y="1668810"/>
                  </a:lnTo>
                  <a:lnTo>
                    <a:pt x="7374452" y="1668810"/>
                  </a:lnTo>
                  <a:lnTo>
                    <a:pt x="7373784" y="1668810"/>
                  </a:lnTo>
                  <a:lnTo>
                    <a:pt x="7373116" y="1668810"/>
                  </a:lnTo>
                  <a:lnTo>
                    <a:pt x="7372448" y="1668810"/>
                  </a:lnTo>
                  <a:lnTo>
                    <a:pt x="7371780" y="1668810"/>
                  </a:lnTo>
                  <a:lnTo>
                    <a:pt x="7371112" y="1668810"/>
                  </a:lnTo>
                  <a:lnTo>
                    <a:pt x="7370444" y="1668810"/>
                  </a:lnTo>
                  <a:lnTo>
                    <a:pt x="7369776" y="1668810"/>
                  </a:lnTo>
                  <a:lnTo>
                    <a:pt x="7369108" y="1668810"/>
                  </a:lnTo>
                  <a:lnTo>
                    <a:pt x="7368440" y="1668810"/>
                  </a:lnTo>
                  <a:lnTo>
                    <a:pt x="7367772" y="1668810"/>
                  </a:lnTo>
                  <a:lnTo>
                    <a:pt x="7367104" y="1668810"/>
                  </a:lnTo>
                  <a:lnTo>
                    <a:pt x="7366436" y="1668810"/>
                  </a:lnTo>
                  <a:lnTo>
                    <a:pt x="7365768" y="1668810"/>
                  </a:lnTo>
                  <a:lnTo>
                    <a:pt x="7365100" y="1668810"/>
                  </a:lnTo>
                  <a:lnTo>
                    <a:pt x="7364432" y="1668810"/>
                  </a:lnTo>
                  <a:lnTo>
                    <a:pt x="7363764" y="1668810"/>
                  </a:lnTo>
                  <a:lnTo>
                    <a:pt x="7363096" y="1668810"/>
                  </a:lnTo>
                  <a:lnTo>
                    <a:pt x="7362428" y="1668810"/>
                  </a:lnTo>
                  <a:lnTo>
                    <a:pt x="7361760" y="1668810"/>
                  </a:lnTo>
                  <a:lnTo>
                    <a:pt x="7361092" y="1668810"/>
                  </a:lnTo>
                  <a:lnTo>
                    <a:pt x="7360424" y="1668810"/>
                  </a:lnTo>
                  <a:lnTo>
                    <a:pt x="7359756" y="1668810"/>
                  </a:lnTo>
                  <a:lnTo>
                    <a:pt x="7359088" y="1668810"/>
                  </a:lnTo>
                  <a:lnTo>
                    <a:pt x="7358420" y="1668810"/>
                  </a:lnTo>
                  <a:lnTo>
                    <a:pt x="7357751" y="1668810"/>
                  </a:lnTo>
                  <a:lnTo>
                    <a:pt x="7357083" y="1668810"/>
                  </a:lnTo>
                  <a:lnTo>
                    <a:pt x="7356415" y="1668810"/>
                  </a:lnTo>
                  <a:lnTo>
                    <a:pt x="7355747" y="1668810"/>
                  </a:lnTo>
                  <a:lnTo>
                    <a:pt x="7355079" y="1668810"/>
                  </a:lnTo>
                  <a:lnTo>
                    <a:pt x="7354411" y="1668810"/>
                  </a:lnTo>
                  <a:lnTo>
                    <a:pt x="7353743" y="1668810"/>
                  </a:lnTo>
                  <a:lnTo>
                    <a:pt x="7353075" y="1668810"/>
                  </a:lnTo>
                  <a:lnTo>
                    <a:pt x="7352407" y="1668810"/>
                  </a:lnTo>
                  <a:lnTo>
                    <a:pt x="7351739" y="1668810"/>
                  </a:lnTo>
                  <a:lnTo>
                    <a:pt x="7351071" y="1668810"/>
                  </a:lnTo>
                  <a:lnTo>
                    <a:pt x="7350403" y="1668810"/>
                  </a:lnTo>
                  <a:lnTo>
                    <a:pt x="7349735" y="1668810"/>
                  </a:lnTo>
                  <a:lnTo>
                    <a:pt x="7349067" y="1668810"/>
                  </a:lnTo>
                  <a:lnTo>
                    <a:pt x="7348399" y="1668810"/>
                  </a:lnTo>
                  <a:lnTo>
                    <a:pt x="7347731" y="1668810"/>
                  </a:lnTo>
                  <a:lnTo>
                    <a:pt x="7347063" y="1668810"/>
                  </a:lnTo>
                  <a:lnTo>
                    <a:pt x="7346395" y="1668810"/>
                  </a:lnTo>
                  <a:lnTo>
                    <a:pt x="7345727" y="1668810"/>
                  </a:lnTo>
                  <a:lnTo>
                    <a:pt x="7345059" y="1668810"/>
                  </a:lnTo>
                  <a:lnTo>
                    <a:pt x="7344391" y="1668810"/>
                  </a:lnTo>
                  <a:lnTo>
                    <a:pt x="7343723" y="1668810"/>
                  </a:lnTo>
                  <a:lnTo>
                    <a:pt x="7343055" y="1668810"/>
                  </a:lnTo>
                  <a:lnTo>
                    <a:pt x="7342387" y="1668810"/>
                  </a:lnTo>
                  <a:lnTo>
                    <a:pt x="7341719" y="1668810"/>
                  </a:lnTo>
                  <a:lnTo>
                    <a:pt x="7341051" y="1668810"/>
                  </a:lnTo>
                  <a:lnTo>
                    <a:pt x="7340383" y="1668810"/>
                  </a:lnTo>
                  <a:lnTo>
                    <a:pt x="7339715" y="1668810"/>
                  </a:lnTo>
                  <a:lnTo>
                    <a:pt x="7339047" y="1668810"/>
                  </a:lnTo>
                  <a:lnTo>
                    <a:pt x="7338379" y="1668810"/>
                  </a:lnTo>
                  <a:lnTo>
                    <a:pt x="7337711" y="1668810"/>
                  </a:lnTo>
                  <a:lnTo>
                    <a:pt x="7337043" y="1668810"/>
                  </a:lnTo>
                  <a:lnTo>
                    <a:pt x="7336375" y="1668810"/>
                  </a:lnTo>
                  <a:lnTo>
                    <a:pt x="7335707" y="1668810"/>
                  </a:lnTo>
                  <a:lnTo>
                    <a:pt x="7335039" y="1668810"/>
                  </a:lnTo>
                  <a:lnTo>
                    <a:pt x="7334371" y="1668810"/>
                  </a:lnTo>
                  <a:lnTo>
                    <a:pt x="7333703" y="1668810"/>
                  </a:lnTo>
                  <a:lnTo>
                    <a:pt x="7333034" y="1668810"/>
                  </a:lnTo>
                  <a:lnTo>
                    <a:pt x="7332366" y="1668810"/>
                  </a:lnTo>
                  <a:lnTo>
                    <a:pt x="7331698" y="1668810"/>
                  </a:lnTo>
                  <a:lnTo>
                    <a:pt x="7331030" y="1668810"/>
                  </a:lnTo>
                  <a:lnTo>
                    <a:pt x="7330362" y="1668810"/>
                  </a:lnTo>
                  <a:lnTo>
                    <a:pt x="7329694" y="1668810"/>
                  </a:lnTo>
                  <a:lnTo>
                    <a:pt x="7329026" y="1668810"/>
                  </a:lnTo>
                  <a:lnTo>
                    <a:pt x="7328358" y="1668810"/>
                  </a:lnTo>
                  <a:lnTo>
                    <a:pt x="7327690" y="1668810"/>
                  </a:lnTo>
                  <a:lnTo>
                    <a:pt x="7327022" y="1668810"/>
                  </a:lnTo>
                  <a:lnTo>
                    <a:pt x="7326354" y="1668810"/>
                  </a:lnTo>
                  <a:lnTo>
                    <a:pt x="7325686" y="1668810"/>
                  </a:lnTo>
                  <a:lnTo>
                    <a:pt x="7325018" y="1668810"/>
                  </a:lnTo>
                  <a:lnTo>
                    <a:pt x="7324350" y="1668810"/>
                  </a:lnTo>
                  <a:lnTo>
                    <a:pt x="7323682" y="1668810"/>
                  </a:lnTo>
                  <a:lnTo>
                    <a:pt x="7323014" y="1668810"/>
                  </a:lnTo>
                  <a:lnTo>
                    <a:pt x="7322346" y="1668810"/>
                  </a:lnTo>
                  <a:lnTo>
                    <a:pt x="7321678" y="1668810"/>
                  </a:lnTo>
                  <a:lnTo>
                    <a:pt x="7321010" y="1668810"/>
                  </a:lnTo>
                  <a:lnTo>
                    <a:pt x="7320342" y="1668810"/>
                  </a:lnTo>
                  <a:lnTo>
                    <a:pt x="7319674" y="1668810"/>
                  </a:lnTo>
                  <a:lnTo>
                    <a:pt x="7319006" y="1668810"/>
                  </a:lnTo>
                  <a:lnTo>
                    <a:pt x="7318338" y="1668810"/>
                  </a:lnTo>
                  <a:lnTo>
                    <a:pt x="7317670" y="1668810"/>
                  </a:lnTo>
                  <a:lnTo>
                    <a:pt x="7317002" y="1668810"/>
                  </a:lnTo>
                  <a:lnTo>
                    <a:pt x="7316334" y="1668810"/>
                  </a:lnTo>
                  <a:lnTo>
                    <a:pt x="7315666" y="1668810"/>
                  </a:lnTo>
                  <a:lnTo>
                    <a:pt x="7314998" y="1668810"/>
                  </a:lnTo>
                  <a:lnTo>
                    <a:pt x="7314330" y="1668810"/>
                  </a:lnTo>
                  <a:lnTo>
                    <a:pt x="7313662" y="1668810"/>
                  </a:lnTo>
                  <a:lnTo>
                    <a:pt x="7312994" y="1668810"/>
                  </a:lnTo>
                  <a:lnTo>
                    <a:pt x="7312326" y="1668810"/>
                  </a:lnTo>
                  <a:lnTo>
                    <a:pt x="7311658" y="1668810"/>
                  </a:lnTo>
                  <a:lnTo>
                    <a:pt x="7310990" y="1668810"/>
                  </a:lnTo>
                  <a:lnTo>
                    <a:pt x="7310322" y="1668810"/>
                  </a:lnTo>
                  <a:lnTo>
                    <a:pt x="7309654" y="1668810"/>
                  </a:lnTo>
                  <a:lnTo>
                    <a:pt x="7308985" y="1668810"/>
                  </a:lnTo>
                  <a:lnTo>
                    <a:pt x="7308317" y="1668810"/>
                  </a:lnTo>
                  <a:lnTo>
                    <a:pt x="7307649" y="1668810"/>
                  </a:lnTo>
                  <a:lnTo>
                    <a:pt x="7306981" y="1668810"/>
                  </a:lnTo>
                  <a:lnTo>
                    <a:pt x="7306313" y="1668810"/>
                  </a:lnTo>
                  <a:lnTo>
                    <a:pt x="7305645" y="1668810"/>
                  </a:lnTo>
                  <a:lnTo>
                    <a:pt x="7304977" y="1668810"/>
                  </a:lnTo>
                  <a:lnTo>
                    <a:pt x="7304309" y="1668810"/>
                  </a:lnTo>
                  <a:lnTo>
                    <a:pt x="7303641" y="1668810"/>
                  </a:lnTo>
                  <a:lnTo>
                    <a:pt x="7302973" y="1668810"/>
                  </a:lnTo>
                  <a:lnTo>
                    <a:pt x="7302305" y="1668810"/>
                  </a:lnTo>
                  <a:lnTo>
                    <a:pt x="7301637" y="1668810"/>
                  </a:lnTo>
                  <a:lnTo>
                    <a:pt x="7300969" y="1668810"/>
                  </a:lnTo>
                  <a:lnTo>
                    <a:pt x="7300301" y="1668810"/>
                  </a:lnTo>
                  <a:lnTo>
                    <a:pt x="7299633" y="1668810"/>
                  </a:lnTo>
                  <a:lnTo>
                    <a:pt x="7298965" y="1668810"/>
                  </a:lnTo>
                  <a:lnTo>
                    <a:pt x="7298297" y="1668810"/>
                  </a:lnTo>
                  <a:lnTo>
                    <a:pt x="7297629" y="1668810"/>
                  </a:lnTo>
                  <a:lnTo>
                    <a:pt x="7296961" y="1668810"/>
                  </a:lnTo>
                  <a:lnTo>
                    <a:pt x="7296293" y="1668810"/>
                  </a:lnTo>
                  <a:lnTo>
                    <a:pt x="7295625" y="1668810"/>
                  </a:lnTo>
                  <a:lnTo>
                    <a:pt x="7294957" y="1668810"/>
                  </a:lnTo>
                  <a:lnTo>
                    <a:pt x="7294289" y="1668810"/>
                  </a:lnTo>
                  <a:lnTo>
                    <a:pt x="7293621" y="1668810"/>
                  </a:lnTo>
                  <a:lnTo>
                    <a:pt x="7292953" y="1668810"/>
                  </a:lnTo>
                  <a:lnTo>
                    <a:pt x="7292285" y="1668810"/>
                  </a:lnTo>
                  <a:lnTo>
                    <a:pt x="7291617" y="1668810"/>
                  </a:lnTo>
                  <a:lnTo>
                    <a:pt x="7290949" y="1668810"/>
                  </a:lnTo>
                  <a:lnTo>
                    <a:pt x="7290281" y="1668810"/>
                  </a:lnTo>
                  <a:lnTo>
                    <a:pt x="7289613" y="1668810"/>
                  </a:lnTo>
                  <a:lnTo>
                    <a:pt x="7288945" y="1668810"/>
                  </a:lnTo>
                  <a:lnTo>
                    <a:pt x="7288277" y="1668810"/>
                  </a:lnTo>
                  <a:lnTo>
                    <a:pt x="7287609" y="1668810"/>
                  </a:lnTo>
                  <a:lnTo>
                    <a:pt x="7286941" y="1668810"/>
                  </a:lnTo>
                  <a:lnTo>
                    <a:pt x="7286273" y="1668810"/>
                  </a:lnTo>
                  <a:lnTo>
                    <a:pt x="7285605" y="1668810"/>
                  </a:lnTo>
                  <a:lnTo>
                    <a:pt x="7284937" y="1668810"/>
                  </a:lnTo>
                  <a:lnTo>
                    <a:pt x="7284268" y="1668810"/>
                  </a:lnTo>
                  <a:lnTo>
                    <a:pt x="7283600" y="1668810"/>
                  </a:lnTo>
                  <a:lnTo>
                    <a:pt x="7282932" y="1668810"/>
                  </a:lnTo>
                  <a:lnTo>
                    <a:pt x="7282264" y="1668810"/>
                  </a:lnTo>
                  <a:lnTo>
                    <a:pt x="7281596" y="1668810"/>
                  </a:lnTo>
                  <a:lnTo>
                    <a:pt x="7280928" y="1668810"/>
                  </a:lnTo>
                  <a:lnTo>
                    <a:pt x="7280260" y="1668810"/>
                  </a:lnTo>
                  <a:lnTo>
                    <a:pt x="7279592" y="1668810"/>
                  </a:lnTo>
                  <a:lnTo>
                    <a:pt x="7278924" y="1668810"/>
                  </a:lnTo>
                  <a:lnTo>
                    <a:pt x="7278256" y="1668810"/>
                  </a:lnTo>
                  <a:lnTo>
                    <a:pt x="7277588" y="1668810"/>
                  </a:lnTo>
                  <a:lnTo>
                    <a:pt x="7276920" y="1668810"/>
                  </a:lnTo>
                  <a:lnTo>
                    <a:pt x="7276252" y="1668810"/>
                  </a:lnTo>
                  <a:lnTo>
                    <a:pt x="7275584" y="1668810"/>
                  </a:lnTo>
                  <a:lnTo>
                    <a:pt x="7274916" y="1668810"/>
                  </a:lnTo>
                  <a:lnTo>
                    <a:pt x="7274248" y="1668810"/>
                  </a:lnTo>
                  <a:lnTo>
                    <a:pt x="7273580" y="1668810"/>
                  </a:lnTo>
                  <a:lnTo>
                    <a:pt x="7272912" y="1668810"/>
                  </a:lnTo>
                  <a:lnTo>
                    <a:pt x="7272244" y="1668810"/>
                  </a:lnTo>
                  <a:lnTo>
                    <a:pt x="7271576" y="1668810"/>
                  </a:lnTo>
                  <a:lnTo>
                    <a:pt x="7270908" y="1668810"/>
                  </a:lnTo>
                  <a:lnTo>
                    <a:pt x="7270240" y="1668810"/>
                  </a:lnTo>
                  <a:lnTo>
                    <a:pt x="7269572" y="1668810"/>
                  </a:lnTo>
                  <a:lnTo>
                    <a:pt x="7268904" y="1668810"/>
                  </a:lnTo>
                  <a:lnTo>
                    <a:pt x="7268236" y="1668810"/>
                  </a:lnTo>
                  <a:lnTo>
                    <a:pt x="7267568" y="1668810"/>
                  </a:lnTo>
                  <a:lnTo>
                    <a:pt x="7266900" y="1668810"/>
                  </a:lnTo>
                  <a:lnTo>
                    <a:pt x="7266232" y="1668810"/>
                  </a:lnTo>
                  <a:lnTo>
                    <a:pt x="7265564" y="1668810"/>
                  </a:lnTo>
                  <a:lnTo>
                    <a:pt x="7264896" y="1668810"/>
                  </a:lnTo>
                  <a:lnTo>
                    <a:pt x="7264228" y="1668810"/>
                  </a:lnTo>
                  <a:lnTo>
                    <a:pt x="7263560" y="1668810"/>
                  </a:lnTo>
                  <a:lnTo>
                    <a:pt x="7262892" y="1668810"/>
                  </a:lnTo>
                  <a:lnTo>
                    <a:pt x="7262224" y="1668810"/>
                  </a:lnTo>
                  <a:lnTo>
                    <a:pt x="7261556" y="1668810"/>
                  </a:lnTo>
                  <a:lnTo>
                    <a:pt x="7260888" y="1668810"/>
                  </a:lnTo>
                  <a:lnTo>
                    <a:pt x="7260220" y="1668810"/>
                  </a:lnTo>
                  <a:lnTo>
                    <a:pt x="7259551" y="1668810"/>
                  </a:lnTo>
                  <a:lnTo>
                    <a:pt x="7258883" y="1668810"/>
                  </a:lnTo>
                  <a:lnTo>
                    <a:pt x="7258215" y="1668810"/>
                  </a:lnTo>
                  <a:lnTo>
                    <a:pt x="7257547" y="1668810"/>
                  </a:lnTo>
                  <a:lnTo>
                    <a:pt x="7256879" y="1668810"/>
                  </a:lnTo>
                  <a:lnTo>
                    <a:pt x="7256211" y="1668810"/>
                  </a:lnTo>
                  <a:lnTo>
                    <a:pt x="7255543" y="1668810"/>
                  </a:lnTo>
                  <a:lnTo>
                    <a:pt x="7254875" y="1668810"/>
                  </a:lnTo>
                  <a:lnTo>
                    <a:pt x="7254207" y="1668810"/>
                  </a:lnTo>
                  <a:lnTo>
                    <a:pt x="7253539" y="1668810"/>
                  </a:lnTo>
                  <a:lnTo>
                    <a:pt x="7252871" y="1668810"/>
                  </a:lnTo>
                  <a:lnTo>
                    <a:pt x="7252203" y="1668810"/>
                  </a:lnTo>
                  <a:lnTo>
                    <a:pt x="7251535" y="1668810"/>
                  </a:lnTo>
                  <a:lnTo>
                    <a:pt x="7250867" y="1668810"/>
                  </a:lnTo>
                  <a:lnTo>
                    <a:pt x="7250199" y="1668810"/>
                  </a:lnTo>
                  <a:lnTo>
                    <a:pt x="7249531" y="1668810"/>
                  </a:lnTo>
                  <a:lnTo>
                    <a:pt x="7248863" y="1668810"/>
                  </a:lnTo>
                  <a:lnTo>
                    <a:pt x="7248195" y="1668810"/>
                  </a:lnTo>
                  <a:lnTo>
                    <a:pt x="7247527" y="1668810"/>
                  </a:lnTo>
                  <a:lnTo>
                    <a:pt x="7246859" y="1668810"/>
                  </a:lnTo>
                  <a:lnTo>
                    <a:pt x="7246191" y="1668810"/>
                  </a:lnTo>
                  <a:lnTo>
                    <a:pt x="7245523" y="1668810"/>
                  </a:lnTo>
                  <a:lnTo>
                    <a:pt x="7244855" y="1668810"/>
                  </a:lnTo>
                  <a:lnTo>
                    <a:pt x="7244187" y="1668810"/>
                  </a:lnTo>
                  <a:lnTo>
                    <a:pt x="7243519" y="1668810"/>
                  </a:lnTo>
                  <a:lnTo>
                    <a:pt x="7242851" y="1668810"/>
                  </a:lnTo>
                  <a:lnTo>
                    <a:pt x="7242183" y="1668810"/>
                  </a:lnTo>
                  <a:lnTo>
                    <a:pt x="7241515" y="1668810"/>
                  </a:lnTo>
                  <a:lnTo>
                    <a:pt x="7240847" y="1668810"/>
                  </a:lnTo>
                  <a:lnTo>
                    <a:pt x="7240179" y="1668810"/>
                  </a:lnTo>
                  <a:lnTo>
                    <a:pt x="7239511" y="1668810"/>
                  </a:lnTo>
                  <a:lnTo>
                    <a:pt x="7238843" y="1668810"/>
                  </a:lnTo>
                  <a:lnTo>
                    <a:pt x="7238175" y="1668810"/>
                  </a:lnTo>
                  <a:lnTo>
                    <a:pt x="7237507" y="1668810"/>
                  </a:lnTo>
                  <a:lnTo>
                    <a:pt x="7236839" y="1668810"/>
                  </a:lnTo>
                  <a:lnTo>
                    <a:pt x="7236171" y="1668810"/>
                  </a:lnTo>
                  <a:lnTo>
                    <a:pt x="7235503" y="1668810"/>
                  </a:lnTo>
                  <a:lnTo>
                    <a:pt x="7234834" y="1668810"/>
                  </a:lnTo>
                  <a:lnTo>
                    <a:pt x="7234166" y="1668810"/>
                  </a:lnTo>
                  <a:lnTo>
                    <a:pt x="7233498" y="1668810"/>
                  </a:lnTo>
                  <a:lnTo>
                    <a:pt x="7232830" y="1668810"/>
                  </a:lnTo>
                  <a:lnTo>
                    <a:pt x="7232162" y="1668810"/>
                  </a:lnTo>
                  <a:lnTo>
                    <a:pt x="7231494" y="1668810"/>
                  </a:lnTo>
                  <a:lnTo>
                    <a:pt x="7230826" y="1668810"/>
                  </a:lnTo>
                  <a:lnTo>
                    <a:pt x="7230158" y="1668810"/>
                  </a:lnTo>
                  <a:lnTo>
                    <a:pt x="7229490" y="1668810"/>
                  </a:lnTo>
                  <a:lnTo>
                    <a:pt x="7228822" y="1668810"/>
                  </a:lnTo>
                  <a:lnTo>
                    <a:pt x="7228154" y="1668810"/>
                  </a:lnTo>
                  <a:lnTo>
                    <a:pt x="7227486" y="1668810"/>
                  </a:lnTo>
                  <a:lnTo>
                    <a:pt x="7226818" y="1668810"/>
                  </a:lnTo>
                  <a:lnTo>
                    <a:pt x="7226150" y="1668810"/>
                  </a:lnTo>
                  <a:lnTo>
                    <a:pt x="7225482" y="1668810"/>
                  </a:lnTo>
                  <a:lnTo>
                    <a:pt x="7224814" y="1668810"/>
                  </a:lnTo>
                  <a:lnTo>
                    <a:pt x="7224146" y="1668810"/>
                  </a:lnTo>
                  <a:lnTo>
                    <a:pt x="7223478" y="1668810"/>
                  </a:lnTo>
                  <a:lnTo>
                    <a:pt x="7222810" y="1668810"/>
                  </a:lnTo>
                  <a:lnTo>
                    <a:pt x="7222142" y="1668810"/>
                  </a:lnTo>
                  <a:lnTo>
                    <a:pt x="7221474" y="1668810"/>
                  </a:lnTo>
                  <a:lnTo>
                    <a:pt x="7220806" y="1668810"/>
                  </a:lnTo>
                  <a:lnTo>
                    <a:pt x="7220138" y="1668810"/>
                  </a:lnTo>
                  <a:lnTo>
                    <a:pt x="7219470" y="1668810"/>
                  </a:lnTo>
                  <a:lnTo>
                    <a:pt x="7218802" y="1668810"/>
                  </a:lnTo>
                  <a:lnTo>
                    <a:pt x="7218134" y="1668810"/>
                  </a:lnTo>
                  <a:lnTo>
                    <a:pt x="7217466" y="1668810"/>
                  </a:lnTo>
                  <a:lnTo>
                    <a:pt x="7216798" y="1668810"/>
                  </a:lnTo>
                  <a:lnTo>
                    <a:pt x="7216130" y="1668810"/>
                  </a:lnTo>
                  <a:lnTo>
                    <a:pt x="7215462" y="1668810"/>
                  </a:lnTo>
                  <a:lnTo>
                    <a:pt x="7214794" y="1668810"/>
                  </a:lnTo>
                  <a:lnTo>
                    <a:pt x="7214126" y="1668810"/>
                  </a:lnTo>
                  <a:lnTo>
                    <a:pt x="7213458" y="1668810"/>
                  </a:lnTo>
                  <a:lnTo>
                    <a:pt x="7212790" y="1668810"/>
                  </a:lnTo>
                  <a:lnTo>
                    <a:pt x="7212122" y="1668810"/>
                  </a:lnTo>
                  <a:lnTo>
                    <a:pt x="7211454" y="1668810"/>
                  </a:lnTo>
                  <a:lnTo>
                    <a:pt x="7210785" y="1668810"/>
                  </a:lnTo>
                  <a:lnTo>
                    <a:pt x="7210117" y="1668810"/>
                  </a:lnTo>
                  <a:lnTo>
                    <a:pt x="7209449" y="1668810"/>
                  </a:lnTo>
                  <a:lnTo>
                    <a:pt x="7208781" y="1668810"/>
                  </a:lnTo>
                  <a:lnTo>
                    <a:pt x="7208113" y="1668810"/>
                  </a:lnTo>
                  <a:lnTo>
                    <a:pt x="7207445" y="1668810"/>
                  </a:lnTo>
                  <a:lnTo>
                    <a:pt x="7206777" y="1668810"/>
                  </a:lnTo>
                  <a:lnTo>
                    <a:pt x="7206109" y="1668810"/>
                  </a:lnTo>
                  <a:lnTo>
                    <a:pt x="7205441" y="1668810"/>
                  </a:lnTo>
                  <a:lnTo>
                    <a:pt x="7204773" y="1668810"/>
                  </a:lnTo>
                  <a:lnTo>
                    <a:pt x="7204105" y="1668810"/>
                  </a:lnTo>
                  <a:lnTo>
                    <a:pt x="7203437" y="1668810"/>
                  </a:lnTo>
                  <a:lnTo>
                    <a:pt x="7202769" y="1668810"/>
                  </a:lnTo>
                  <a:lnTo>
                    <a:pt x="7202101" y="1668810"/>
                  </a:lnTo>
                  <a:lnTo>
                    <a:pt x="7201433" y="1668810"/>
                  </a:lnTo>
                  <a:lnTo>
                    <a:pt x="7200765" y="1668810"/>
                  </a:lnTo>
                  <a:lnTo>
                    <a:pt x="7200097" y="1668810"/>
                  </a:lnTo>
                  <a:lnTo>
                    <a:pt x="7199429" y="1668810"/>
                  </a:lnTo>
                  <a:lnTo>
                    <a:pt x="7198761" y="1668810"/>
                  </a:lnTo>
                  <a:lnTo>
                    <a:pt x="7198093" y="1668810"/>
                  </a:lnTo>
                  <a:lnTo>
                    <a:pt x="7197425" y="1668810"/>
                  </a:lnTo>
                  <a:lnTo>
                    <a:pt x="7196757" y="1668810"/>
                  </a:lnTo>
                  <a:lnTo>
                    <a:pt x="7196089" y="1668810"/>
                  </a:lnTo>
                  <a:lnTo>
                    <a:pt x="7195421" y="1668810"/>
                  </a:lnTo>
                  <a:lnTo>
                    <a:pt x="7194753" y="1668810"/>
                  </a:lnTo>
                  <a:lnTo>
                    <a:pt x="7194085" y="1668810"/>
                  </a:lnTo>
                  <a:lnTo>
                    <a:pt x="7193417" y="1668810"/>
                  </a:lnTo>
                  <a:lnTo>
                    <a:pt x="7192749" y="1668810"/>
                  </a:lnTo>
                  <a:lnTo>
                    <a:pt x="7192081" y="1668810"/>
                  </a:lnTo>
                  <a:lnTo>
                    <a:pt x="7191413" y="1668810"/>
                  </a:lnTo>
                  <a:lnTo>
                    <a:pt x="7190745" y="1668810"/>
                  </a:lnTo>
                  <a:lnTo>
                    <a:pt x="7190077" y="1668810"/>
                  </a:lnTo>
                  <a:lnTo>
                    <a:pt x="7189409" y="1668810"/>
                  </a:lnTo>
                  <a:lnTo>
                    <a:pt x="7188741" y="1668810"/>
                  </a:lnTo>
                  <a:lnTo>
                    <a:pt x="7188073" y="1668810"/>
                  </a:lnTo>
                  <a:lnTo>
                    <a:pt x="7187405" y="1668810"/>
                  </a:lnTo>
                  <a:lnTo>
                    <a:pt x="7186737" y="1668810"/>
                  </a:lnTo>
                  <a:lnTo>
                    <a:pt x="7186068" y="1668810"/>
                  </a:lnTo>
                  <a:lnTo>
                    <a:pt x="7185400" y="1668810"/>
                  </a:lnTo>
                  <a:lnTo>
                    <a:pt x="7184732" y="1668810"/>
                  </a:lnTo>
                  <a:lnTo>
                    <a:pt x="7184064" y="1668810"/>
                  </a:lnTo>
                  <a:lnTo>
                    <a:pt x="7183396" y="1668810"/>
                  </a:lnTo>
                  <a:lnTo>
                    <a:pt x="7182728" y="1668810"/>
                  </a:lnTo>
                  <a:lnTo>
                    <a:pt x="7182060" y="1668810"/>
                  </a:lnTo>
                  <a:lnTo>
                    <a:pt x="7181392" y="1668810"/>
                  </a:lnTo>
                  <a:lnTo>
                    <a:pt x="7180724" y="1668810"/>
                  </a:lnTo>
                  <a:lnTo>
                    <a:pt x="7180056" y="1668810"/>
                  </a:lnTo>
                  <a:lnTo>
                    <a:pt x="7179388" y="1668810"/>
                  </a:lnTo>
                  <a:lnTo>
                    <a:pt x="7178720" y="1668810"/>
                  </a:lnTo>
                  <a:lnTo>
                    <a:pt x="7178052" y="1668810"/>
                  </a:lnTo>
                  <a:lnTo>
                    <a:pt x="7177384" y="1668810"/>
                  </a:lnTo>
                  <a:lnTo>
                    <a:pt x="7176716" y="1668810"/>
                  </a:lnTo>
                  <a:lnTo>
                    <a:pt x="7176048" y="1668810"/>
                  </a:lnTo>
                  <a:lnTo>
                    <a:pt x="7175380" y="1668810"/>
                  </a:lnTo>
                  <a:lnTo>
                    <a:pt x="7174712" y="1668810"/>
                  </a:lnTo>
                  <a:lnTo>
                    <a:pt x="7174044" y="1668810"/>
                  </a:lnTo>
                  <a:lnTo>
                    <a:pt x="7173376" y="1668810"/>
                  </a:lnTo>
                  <a:lnTo>
                    <a:pt x="7172708" y="1668810"/>
                  </a:lnTo>
                  <a:lnTo>
                    <a:pt x="7172040" y="1668810"/>
                  </a:lnTo>
                  <a:lnTo>
                    <a:pt x="7171372" y="1668810"/>
                  </a:lnTo>
                  <a:lnTo>
                    <a:pt x="7170704" y="1668810"/>
                  </a:lnTo>
                  <a:lnTo>
                    <a:pt x="7170036" y="1668810"/>
                  </a:lnTo>
                  <a:lnTo>
                    <a:pt x="7169368" y="1668810"/>
                  </a:lnTo>
                  <a:lnTo>
                    <a:pt x="7168700" y="1668810"/>
                  </a:lnTo>
                  <a:lnTo>
                    <a:pt x="7168032" y="1668810"/>
                  </a:lnTo>
                  <a:lnTo>
                    <a:pt x="7167364" y="1668810"/>
                  </a:lnTo>
                  <a:lnTo>
                    <a:pt x="7166696" y="1668810"/>
                  </a:lnTo>
                  <a:lnTo>
                    <a:pt x="7166028" y="1668810"/>
                  </a:lnTo>
                  <a:lnTo>
                    <a:pt x="7165360" y="1668810"/>
                  </a:lnTo>
                  <a:lnTo>
                    <a:pt x="7164692" y="1668810"/>
                  </a:lnTo>
                  <a:lnTo>
                    <a:pt x="7164024" y="1668810"/>
                  </a:lnTo>
                  <a:lnTo>
                    <a:pt x="7163356" y="1668810"/>
                  </a:lnTo>
                  <a:lnTo>
                    <a:pt x="7162688" y="1668810"/>
                  </a:lnTo>
                  <a:lnTo>
                    <a:pt x="7162020" y="1668810"/>
                  </a:lnTo>
                  <a:lnTo>
                    <a:pt x="7161351" y="1668810"/>
                  </a:lnTo>
                  <a:lnTo>
                    <a:pt x="7160683" y="1668810"/>
                  </a:lnTo>
                  <a:lnTo>
                    <a:pt x="7160015" y="1668810"/>
                  </a:lnTo>
                  <a:lnTo>
                    <a:pt x="7159347" y="1668810"/>
                  </a:lnTo>
                  <a:lnTo>
                    <a:pt x="7158679" y="1668810"/>
                  </a:lnTo>
                  <a:lnTo>
                    <a:pt x="7158011" y="1668810"/>
                  </a:lnTo>
                  <a:lnTo>
                    <a:pt x="7157343" y="1668810"/>
                  </a:lnTo>
                  <a:lnTo>
                    <a:pt x="7156675" y="1668810"/>
                  </a:lnTo>
                  <a:lnTo>
                    <a:pt x="7156007" y="1668810"/>
                  </a:lnTo>
                  <a:lnTo>
                    <a:pt x="7155339" y="1668810"/>
                  </a:lnTo>
                  <a:lnTo>
                    <a:pt x="7154671" y="1668810"/>
                  </a:lnTo>
                  <a:lnTo>
                    <a:pt x="7154003" y="1668810"/>
                  </a:lnTo>
                  <a:lnTo>
                    <a:pt x="7153335" y="1668810"/>
                  </a:lnTo>
                  <a:lnTo>
                    <a:pt x="7152667" y="1668810"/>
                  </a:lnTo>
                  <a:lnTo>
                    <a:pt x="7151999" y="1668810"/>
                  </a:lnTo>
                  <a:lnTo>
                    <a:pt x="7151331" y="1668810"/>
                  </a:lnTo>
                  <a:lnTo>
                    <a:pt x="7150663" y="1668810"/>
                  </a:lnTo>
                  <a:lnTo>
                    <a:pt x="7149995" y="1668810"/>
                  </a:lnTo>
                  <a:lnTo>
                    <a:pt x="7149327" y="1668810"/>
                  </a:lnTo>
                  <a:lnTo>
                    <a:pt x="7148659" y="1668810"/>
                  </a:lnTo>
                  <a:lnTo>
                    <a:pt x="7147991" y="1668810"/>
                  </a:lnTo>
                  <a:lnTo>
                    <a:pt x="7147323" y="1668810"/>
                  </a:lnTo>
                  <a:lnTo>
                    <a:pt x="7146655" y="1668810"/>
                  </a:lnTo>
                  <a:lnTo>
                    <a:pt x="7145987" y="1668810"/>
                  </a:lnTo>
                  <a:lnTo>
                    <a:pt x="7145319" y="1668810"/>
                  </a:lnTo>
                  <a:lnTo>
                    <a:pt x="7144651" y="1668810"/>
                  </a:lnTo>
                  <a:lnTo>
                    <a:pt x="7143983" y="1668810"/>
                  </a:lnTo>
                  <a:lnTo>
                    <a:pt x="7143315" y="1668810"/>
                  </a:lnTo>
                  <a:lnTo>
                    <a:pt x="7142647" y="1668810"/>
                  </a:lnTo>
                  <a:lnTo>
                    <a:pt x="7141979" y="1668810"/>
                  </a:lnTo>
                  <a:lnTo>
                    <a:pt x="7141311" y="1668810"/>
                  </a:lnTo>
                  <a:lnTo>
                    <a:pt x="7140643" y="1668810"/>
                  </a:lnTo>
                  <a:lnTo>
                    <a:pt x="7139975" y="1668810"/>
                  </a:lnTo>
                  <a:lnTo>
                    <a:pt x="7139307" y="1668810"/>
                  </a:lnTo>
                  <a:lnTo>
                    <a:pt x="7138639" y="1668810"/>
                  </a:lnTo>
                  <a:lnTo>
                    <a:pt x="7137971" y="1668810"/>
                  </a:lnTo>
                  <a:lnTo>
                    <a:pt x="7137303" y="1668810"/>
                  </a:lnTo>
                  <a:lnTo>
                    <a:pt x="7136634" y="1668810"/>
                  </a:lnTo>
                  <a:lnTo>
                    <a:pt x="7135966" y="1668810"/>
                  </a:lnTo>
                  <a:lnTo>
                    <a:pt x="7135298" y="1668810"/>
                  </a:lnTo>
                  <a:lnTo>
                    <a:pt x="7134630" y="1668810"/>
                  </a:lnTo>
                  <a:lnTo>
                    <a:pt x="7133962" y="1668810"/>
                  </a:lnTo>
                  <a:lnTo>
                    <a:pt x="7133294" y="1668810"/>
                  </a:lnTo>
                  <a:lnTo>
                    <a:pt x="7132626" y="1668810"/>
                  </a:lnTo>
                  <a:lnTo>
                    <a:pt x="7131958" y="1668810"/>
                  </a:lnTo>
                  <a:lnTo>
                    <a:pt x="7131290" y="1668810"/>
                  </a:lnTo>
                  <a:lnTo>
                    <a:pt x="7130622" y="1668810"/>
                  </a:lnTo>
                  <a:lnTo>
                    <a:pt x="7129954" y="1668810"/>
                  </a:lnTo>
                  <a:lnTo>
                    <a:pt x="7129286" y="1668810"/>
                  </a:lnTo>
                  <a:lnTo>
                    <a:pt x="7128618" y="1668810"/>
                  </a:lnTo>
                  <a:lnTo>
                    <a:pt x="7127950" y="1668810"/>
                  </a:lnTo>
                  <a:lnTo>
                    <a:pt x="7127282" y="1668810"/>
                  </a:lnTo>
                  <a:lnTo>
                    <a:pt x="7126614" y="1668810"/>
                  </a:lnTo>
                  <a:lnTo>
                    <a:pt x="7125946" y="1668810"/>
                  </a:lnTo>
                  <a:lnTo>
                    <a:pt x="7125278" y="1668810"/>
                  </a:lnTo>
                  <a:lnTo>
                    <a:pt x="7124610" y="1668810"/>
                  </a:lnTo>
                  <a:lnTo>
                    <a:pt x="7123942" y="1668810"/>
                  </a:lnTo>
                  <a:lnTo>
                    <a:pt x="7123274" y="1668810"/>
                  </a:lnTo>
                  <a:lnTo>
                    <a:pt x="7122606" y="1668810"/>
                  </a:lnTo>
                  <a:lnTo>
                    <a:pt x="7121938" y="1668810"/>
                  </a:lnTo>
                  <a:lnTo>
                    <a:pt x="7121270" y="1668810"/>
                  </a:lnTo>
                  <a:lnTo>
                    <a:pt x="7120602" y="1668810"/>
                  </a:lnTo>
                  <a:lnTo>
                    <a:pt x="7119934" y="1668810"/>
                  </a:lnTo>
                  <a:lnTo>
                    <a:pt x="7119266" y="1668810"/>
                  </a:lnTo>
                  <a:lnTo>
                    <a:pt x="7118598" y="1668810"/>
                  </a:lnTo>
                  <a:lnTo>
                    <a:pt x="7117930" y="1668810"/>
                  </a:lnTo>
                  <a:lnTo>
                    <a:pt x="7117262" y="1668810"/>
                  </a:lnTo>
                  <a:lnTo>
                    <a:pt x="7116594" y="1668810"/>
                  </a:lnTo>
                  <a:lnTo>
                    <a:pt x="7115926" y="1668810"/>
                  </a:lnTo>
                  <a:lnTo>
                    <a:pt x="7115258" y="1668810"/>
                  </a:lnTo>
                  <a:lnTo>
                    <a:pt x="7114590" y="1668810"/>
                  </a:lnTo>
                  <a:lnTo>
                    <a:pt x="7113922" y="1668810"/>
                  </a:lnTo>
                  <a:lnTo>
                    <a:pt x="7113254" y="1668810"/>
                  </a:lnTo>
                  <a:lnTo>
                    <a:pt x="7112585" y="1668810"/>
                  </a:lnTo>
                  <a:lnTo>
                    <a:pt x="7111917" y="1668810"/>
                  </a:lnTo>
                  <a:lnTo>
                    <a:pt x="7111249" y="1668810"/>
                  </a:lnTo>
                  <a:lnTo>
                    <a:pt x="7110581" y="1668810"/>
                  </a:lnTo>
                  <a:lnTo>
                    <a:pt x="7109913" y="1668810"/>
                  </a:lnTo>
                  <a:lnTo>
                    <a:pt x="7109245" y="1668810"/>
                  </a:lnTo>
                  <a:lnTo>
                    <a:pt x="7108577" y="1668810"/>
                  </a:lnTo>
                  <a:lnTo>
                    <a:pt x="7107909" y="1668810"/>
                  </a:lnTo>
                  <a:lnTo>
                    <a:pt x="7107241" y="1668810"/>
                  </a:lnTo>
                  <a:lnTo>
                    <a:pt x="7106573" y="1668810"/>
                  </a:lnTo>
                  <a:lnTo>
                    <a:pt x="7105905" y="1668810"/>
                  </a:lnTo>
                  <a:lnTo>
                    <a:pt x="7105237" y="1668810"/>
                  </a:lnTo>
                  <a:lnTo>
                    <a:pt x="7104569" y="1668810"/>
                  </a:lnTo>
                  <a:lnTo>
                    <a:pt x="7103901" y="1668810"/>
                  </a:lnTo>
                  <a:lnTo>
                    <a:pt x="7103233" y="1668810"/>
                  </a:lnTo>
                  <a:lnTo>
                    <a:pt x="7102565" y="1668810"/>
                  </a:lnTo>
                  <a:lnTo>
                    <a:pt x="7101897" y="1668810"/>
                  </a:lnTo>
                  <a:lnTo>
                    <a:pt x="7101229" y="1668810"/>
                  </a:lnTo>
                  <a:lnTo>
                    <a:pt x="7100561" y="1668810"/>
                  </a:lnTo>
                  <a:lnTo>
                    <a:pt x="7099893" y="1668810"/>
                  </a:lnTo>
                  <a:lnTo>
                    <a:pt x="7099225" y="1668810"/>
                  </a:lnTo>
                  <a:lnTo>
                    <a:pt x="7098557" y="1668810"/>
                  </a:lnTo>
                  <a:lnTo>
                    <a:pt x="7097889" y="1668810"/>
                  </a:lnTo>
                  <a:lnTo>
                    <a:pt x="7097221" y="1668810"/>
                  </a:lnTo>
                  <a:lnTo>
                    <a:pt x="7096553" y="1668810"/>
                  </a:lnTo>
                  <a:lnTo>
                    <a:pt x="7095885" y="1668810"/>
                  </a:lnTo>
                  <a:lnTo>
                    <a:pt x="7095217" y="1668810"/>
                  </a:lnTo>
                  <a:lnTo>
                    <a:pt x="7094549" y="1668810"/>
                  </a:lnTo>
                  <a:lnTo>
                    <a:pt x="7093881" y="1668810"/>
                  </a:lnTo>
                  <a:lnTo>
                    <a:pt x="7093213" y="1668810"/>
                  </a:lnTo>
                  <a:lnTo>
                    <a:pt x="7092545" y="1668810"/>
                  </a:lnTo>
                  <a:lnTo>
                    <a:pt x="7091877" y="1668810"/>
                  </a:lnTo>
                  <a:lnTo>
                    <a:pt x="7091209" y="1668810"/>
                  </a:lnTo>
                  <a:lnTo>
                    <a:pt x="7090541" y="1668810"/>
                  </a:lnTo>
                  <a:lnTo>
                    <a:pt x="7089873" y="1668810"/>
                  </a:lnTo>
                  <a:lnTo>
                    <a:pt x="7089205" y="1668810"/>
                  </a:lnTo>
                  <a:lnTo>
                    <a:pt x="7088537" y="1668810"/>
                  </a:lnTo>
                  <a:lnTo>
                    <a:pt x="7087868" y="1668810"/>
                  </a:lnTo>
                  <a:lnTo>
                    <a:pt x="7087200" y="1668810"/>
                  </a:lnTo>
                  <a:lnTo>
                    <a:pt x="7086532" y="1668810"/>
                  </a:lnTo>
                  <a:lnTo>
                    <a:pt x="7085864" y="1668810"/>
                  </a:lnTo>
                  <a:lnTo>
                    <a:pt x="7085196" y="1668810"/>
                  </a:lnTo>
                  <a:lnTo>
                    <a:pt x="7084528" y="1668810"/>
                  </a:lnTo>
                  <a:lnTo>
                    <a:pt x="7083860" y="1668810"/>
                  </a:lnTo>
                  <a:lnTo>
                    <a:pt x="7083192" y="1668810"/>
                  </a:lnTo>
                  <a:lnTo>
                    <a:pt x="7082524" y="1668810"/>
                  </a:lnTo>
                  <a:lnTo>
                    <a:pt x="7081856" y="1668810"/>
                  </a:lnTo>
                  <a:lnTo>
                    <a:pt x="7081188" y="1668810"/>
                  </a:lnTo>
                  <a:lnTo>
                    <a:pt x="7080520" y="1668810"/>
                  </a:lnTo>
                  <a:lnTo>
                    <a:pt x="7079852" y="1668810"/>
                  </a:lnTo>
                  <a:lnTo>
                    <a:pt x="7079184" y="1668810"/>
                  </a:lnTo>
                  <a:lnTo>
                    <a:pt x="7078516" y="1668810"/>
                  </a:lnTo>
                  <a:lnTo>
                    <a:pt x="7077848" y="1668810"/>
                  </a:lnTo>
                  <a:lnTo>
                    <a:pt x="7077180" y="1668810"/>
                  </a:lnTo>
                  <a:lnTo>
                    <a:pt x="7076512" y="1668810"/>
                  </a:lnTo>
                  <a:lnTo>
                    <a:pt x="7075844" y="1668810"/>
                  </a:lnTo>
                  <a:lnTo>
                    <a:pt x="7075176" y="1668810"/>
                  </a:lnTo>
                  <a:lnTo>
                    <a:pt x="7074508" y="1668810"/>
                  </a:lnTo>
                  <a:lnTo>
                    <a:pt x="7073840" y="1668810"/>
                  </a:lnTo>
                  <a:lnTo>
                    <a:pt x="7073172" y="1668810"/>
                  </a:lnTo>
                  <a:lnTo>
                    <a:pt x="7072504" y="1668810"/>
                  </a:lnTo>
                  <a:lnTo>
                    <a:pt x="7071836" y="1668810"/>
                  </a:lnTo>
                  <a:lnTo>
                    <a:pt x="7071168" y="1668810"/>
                  </a:lnTo>
                  <a:lnTo>
                    <a:pt x="7070500" y="1668810"/>
                  </a:lnTo>
                  <a:lnTo>
                    <a:pt x="7069832" y="1668810"/>
                  </a:lnTo>
                  <a:lnTo>
                    <a:pt x="7069164" y="1668810"/>
                  </a:lnTo>
                  <a:lnTo>
                    <a:pt x="7068496" y="1668810"/>
                  </a:lnTo>
                  <a:lnTo>
                    <a:pt x="7067828" y="1668810"/>
                  </a:lnTo>
                  <a:lnTo>
                    <a:pt x="7067160" y="1668810"/>
                  </a:lnTo>
                  <a:lnTo>
                    <a:pt x="7066492" y="1668810"/>
                  </a:lnTo>
                  <a:lnTo>
                    <a:pt x="7065824" y="1668810"/>
                  </a:lnTo>
                  <a:lnTo>
                    <a:pt x="7065156" y="1668810"/>
                  </a:lnTo>
                  <a:lnTo>
                    <a:pt x="7064488" y="1668810"/>
                  </a:lnTo>
                  <a:lnTo>
                    <a:pt x="7063820" y="1668810"/>
                  </a:lnTo>
                  <a:lnTo>
                    <a:pt x="7063151" y="1668810"/>
                  </a:lnTo>
                  <a:lnTo>
                    <a:pt x="7062483" y="1668810"/>
                  </a:lnTo>
                  <a:lnTo>
                    <a:pt x="7061815" y="1668810"/>
                  </a:lnTo>
                  <a:lnTo>
                    <a:pt x="7061147" y="1668810"/>
                  </a:lnTo>
                  <a:lnTo>
                    <a:pt x="7060479" y="1668810"/>
                  </a:lnTo>
                  <a:lnTo>
                    <a:pt x="7059811" y="1668810"/>
                  </a:lnTo>
                  <a:lnTo>
                    <a:pt x="7059143" y="1668810"/>
                  </a:lnTo>
                  <a:lnTo>
                    <a:pt x="7058475" y="1668810"/>
                  </a:lnTo>
                  <a:lnTo>
                    <a:pt x="7057807" y="1668810"/>
                  </a:lnTo>
                  <a:lnTo>
                    <a:pt x="7057139" y="1668810"/>
                  </a:lnTo>
                  <a:lnTo>
                    <a:pt x="7056471" y="1668810"/>
                  </a:lnTo>
                  <a:lnTo>
                    <a:pt x="7055803" y="1668810"/>
                  </a:lnTo>
                  <a:lnTo>
                    <a:pt x="7055135" y="1668810"/>
                  </a:lnTo>
                  <a:lnTo>
                    <a:pt x="7054467" y="1668810"/>
                  </a:lnTo>
                  <a:lnTo>
                    <a:pt x="7053799" y="1668810"/>
                  </a:lnTo>
                  <a:lnTo>
                    <a:pt x="7053131" y="1668810"/>
                  </a:lnTo>
                  <a:lnTo>
                    <a:pt x="7052463" y="1668810"/>
                  </a:lnTo>
                  <a:lnTo>
                    <a:pt x="7051795" y="1668810"/>
                  </a:lnTo>
                  <a:lnTo>
                    <a:pt x="7051127" y="1668810"/>
                  </a:lnTo>
                  <a:lnTo>
                    <a:pt x="7050459" y="1668810"/>
                  </a:lnTo>
                  <a:lnTo>
                    <a:pt x="7049791" y="1668810"/>
                  </a:lnTo>
                  <a:lnTo>
                    <a:pt x="7049123" y="1668810"/>
                  </a:lnTo>
                  <a:lnTo>
                    <a:pt x="7048455" y="1668810"/>
                  </a:lnTo>
                  <a:lnTo>
                    <a:pt x="7047787" y="1668810"/>
                  </a:lnTo>
                  <a:lnTo>
                    <a:pt x="7047119" y="1668810"/>
                  </a:lnTo>
                  <a:lnTo>
                    <a:pt x="7046451" y="1668810"/>
                  </a:lnTo>
                  <a:lnTo>
                    <a:pt x="7045783" y="1668810"/>
                  </a:lnTo>
                  <a:lnTo>
                    <a:pt x="7045115" y="1668810"/>
                  </a:lnTo>
                  <a:lnTo>
                    <a:pt x="7044447" y="1668810"/>
                  </a:lnTo>
                  <a:lnTo>
                    <a:pt x="7043779" y="1668810"/>
                  </a:lnTo>
                  <a:lnTo>
                    <a:pt x="7043111" y="1668810"/>
                  </a:lnTo>
                  <a:lnTo>
                    <a:pt x="7042443" y="1668810"/>
                  </a:lnTo>
                  <a:lnTo>
                    <a:pt x="7041775" y="1668810"/>
                  </a:lnTo>
                  <a:lnTo>
                    <a:pt x="7041107" y="1668810"/>
                  </a:lnTo>
                  <a:lnTo>
                    <a:pt x="7040439" y="1668810"/>
                  </a:lnTo>
                  <a:lnTo>
                    <a:pt x="7039771" y="1668810"/>
                  </a:lnTo>
                  <a:lnTo>
                    <a:pt x="7039102" y="1668810"/>
                  </a:lnTo>
                  <a:lnTo>
                    <a:pt x="7038434" y="1668810"/>
                  </a:lnTo>
                  <a:lnTo>
                    <a:pt x="7037766" y="1668810"/>
                  </a:lnTo>
                  <a:lnTo>
                    <a:pt x="7037098" y="1668810"/>
                  </a:lnTo>
                  <a:lnTo>
                    <a:pt x="7036430" y="1668810"/>
                  </a:lnTo>
                  <a:lnTo>
                    <a:pt x="7035762" y="1668810"/>
                  </a:lnTo>
                  <a:lnTo>
                    <a:pt x="7035094" y="1668810"/>
                  </a:lnTo>
                  <a:lnTo>
                    <a:pt x="7034426" y="1668810"/>
                  </a:lnTo>
                  <a:lnTo>
                    <a:pt x="7033758" y="1668810"/>
                  </a:lnTo>
                  <a:lnTo>
                    <a:pt x="7033090" y="1668810"/>
                  </a:lnTo>
                  <a:lnTo>
                    <a:pt x="7032422" y="1668810"/>
                  </a:lnTo>
                  <a:lnTo>
                    <a:pt x="7031754" y="1668810"/>
                  </a:lnTo>
                  <a:lnTo>
                    <a:pt x="7031086" y="1668810"/>
                  </a:lnTo>
                  <a:lnTo>
                    <a:pt x="7030418" y="1668810"/>
                  </a:lnTo>
                  <a:lnTo>
                    <a:pt x="7029750" y="1668810"/>
                  </a:lnTo>
                  <a:lnTo>
                    <a:pt x="7029082" y="1668810"/>
                  </a:lnTo>
                  <a:lnTo>
                    <a:pt x="7028414" y="1668810"/>
                  </a:lnTo>
                  <a:lnTo>
                    <a:pt x="7027746" y="1668810"/>
                  </a:lnTo>
                  <a:lnTo>
                    <a:pt x="7027078" y="1668810"/>
                  </a:lnTo>
                  <a:lnTo>
                    <a:pt x="7026410" y="1668810"/>
                  </a:lnTo>
                  <a:lnTo>
                    <a:pt x="7025742" y="1668810"/>
                  </a:lnTo>
                  <a:lnTo>
                    <a:pt x="7025074" y="1668810"/>
                  </a:lnTo>
                  <a:lnTo>
                    <a:pt x="7024406" y="1668810"/>
                  </a:lnTo>
                  <a:lnTo>
                    <a:pt x="7023738" y="1668810"/>
                  </a:lnTo>
                  <a:lnTo>
                    <a:pt x="7023070" y="1668810"/>
                  </a:lnTo>
                  <a:lnTo>
                    <a:pt x="7022402" y="1668810"/>
                  </a:lnTo>
                  <a:lnTo>
                    <a:pt x="7021734" y="1668810"/>
                  </a:lnTo>
                  <a:lnTo>
                    <a:pt x="7021066" y="1668810"/>
                  </a:lnTo>
                  <a:lnTo>
                    <a:pt x="7020398" y="1668810"/>
                  </a:lnTo>
                  <a:lnTo>
                    <a:pt x="7019730" y="1668810"/>
                  </a:lnTo>
                  <a:lnTo>
                    <a:pt x="7019062" y="1668810"/>
                  </a:lnTo>
                  <a:lnTo>
                    <a:pt x="7018394" y="1668810"/>
                  </a:lnTo>
                  <a:lnTo>
                    <a:pt x="7017726" y="1668810"/>
                  </a:lnTo>
                  <a:lnTo>
                    <a:pt x="7017058" y="1668810"/>
                  </a:lnTo>
                  <a:lnTo>
                    <a:pt x="7016390" y="1668810"/>
                  </a:lnTo>
                  <a:lnTo>
                    <a:pt x="7015722" y="1668810"/>
                  </a:lnTo>
                  <a:lnTo>
                    <a:pt x="7015054" y="1668810"/>
                  </a:lnTo>
                  <a:lnTo>
                    <a:pt x="7014385" y="1668810"/>
                  </a:lnTo>
                  <a:lnTo>
                    <a:pt x="7013717" y="1668810"/>
                  </a:lnTo>
                  <a:lnTo>
                    <a:pt x="7013049" y="1668810"/>
                  </a:lnTo>
                  <a:lnTo>
                    <a:pt x="7012381" y="1668810"/>
                  </a:lnTo>
                  <a:lnTo>
                    <a:pt x="7011713" y="1668810"/>
                  </a:lnTo>
                  <a:lnTo>
                    <a:pt x="7011045" y="1668810"/>
                  </a:lnTo>
                  <a:lnTo>
                    <a:pt x="7010377" y="1668810"/>
                  </a:lnTo>
                  <a:lnTo>
                    <a:pt x="7009709" y="1668810"/>
                  </a:lnTo>
                  <a:lnTo>
                    <a:pt x="7009041" y="1668810"/>
                  </a:lnTo>
                  <a:lnTo>
                    <a:pt x="7008373" y="1668810"/>
                  </a:lnTo>
                  <a:lnTo>
                    <a:pt x="7007705" y="1668810"/>
                  </a:lnTo>
                  <a:lnTo>
                    <a:pt x="7007037" y="1668810"/>
                  </a:lnTo>
                  <a:lnTo>
                    <a:pt x="7006369" y="1668810"/>
                  </a:lnTo>
                  <a:lnTo>
                    <a:pt x="7005701" y="1668810"/>
                  </a:lnTo>
                  <a:lnTo>
                    <a:pt x="7005033" y="1668810"/>
                  </a:lnTo>
                  <a:lnTo>
                    <a:pt x="7004365" y="1668810"/>
                  </a:lnTo>
                  <a:lnTo>
                    <a:pt x="7003697" y="1668810"/>
                  </a:lnTo>
                  <a:lnTo>
                    <a:pt x="7003029" y="1668810"/>
                  </a:lnTo>
                  <a:lnTo>
                    <a:pt x="7002361" y="1668810"/>
                  </a:lnTo>
                  <a:lnTo>
                    <a:pt x="7001693" y="1668810"/>
                  </a:lnTo>
                  <a:lnTo>
                    <a:pt x="7001025" y="1668810"/>
                  </a:lnTo>
                  <a:lnTo>
                    <a:pt x="7000357" y="1668810"/>
                  </a:lnTo>
                  <a:lnTo>
                    <a:pt x="6999689" y="1668810"/>
                  </a:lnTo>
                  <a:lnTo>
                    <a:pt x="6999021" y="1668810"/>
                  </a:lnTo>
                  <a:lnTo>
                    <a:pt x="6998353" y="1668810"/>
                  </a:lnTo>
                  <a:lnTo>
                    <a:pt x="6997685" y="1668810"/>
                  </a:lnTo>
                  <a:lnTo>
                    <a:pt x="6997017" y="1668810"/>
                  </a:lnTo>
                  <a:lnTo>
                    <a:pt x="6996349" y="1668810"/>
                  </a:lnTo>
                  <a:lnTo>
                    <a:pt x="6995681" y="1668810"/>
                  </a:lnTo>
                  <a:lnTo>
                    <a:pt x="6995013" y="1668810"/>
                  </a:lnTo>
                  <a:lnTo>
                    <a:pt x="6994345" y="1668810"/>
                  </a:lnTo>
                  <a:lnTo>
                    <a:pt x="6993677" y="1668810"/>
                  </a:lnTo>
                  <a:lnTo>
                    <a:pt x="6993009" y="1668810"/>
                  </a:lnTo>
                  <a:lnTo>
                    <a:pt x="6992341" y="1668810"/>
                  </a:lnTo>
                  <a:lnTo>
                    <a:pt x="6991673" y="1668810"/>
                  </a:lnTo>
                  <a:lnTo>
                    <a:pt x="6991005" y="1668810"/>
                  </a:lnTo>
                  <a:lnTo>
                    <a:pt x="6990337" y="1668810"/>
                  </a:lnTo>
                  <a:lnTo>
                    <a:pt x="6989668" y="1668810"/>
                  </a:lnTo>
                  <a:lnTo>
                    <a:pt x="6989000" y="1668810"/>
                  </a:lnTo>
                  <a:lnTo>
                    <a:pt x="6988332" y="1668810"/>
                  </a:lnTo>
                  <a:lnTo>
                    <a:pt x="6987664" y="1668810"/>
                  </a:lnTo>
                  <a:lnTo>
                    <a:pt x="6986996" y="1668810"/>
                  </a:lnTo>
                  <a:lnTo>
                    <a:pt x="6986328" y="1668810"/>
                  </a:lnTo>
                  <a:lnTo>
                    <a:pt x="6985660" y="1668810"/>
                  </a:lnTo>
                  <a:lnTo>
                    <a:pt x="6984992" y="1668810"/>
                  </a:lnTo>
                  <a:lnTo>
                    <a:pt x="6984324" y="1668810"/>
                  </a:lnTo>
                  <a:lnTo>
                    <a:pt x="6983656" y="1668810"/>
                  </a:lnTo>
                  <a:lnTo>
                    <a:pt x="6982988" y="1668810"/>
                  </a:lnTo>
                  <a:lnTo>
                    <a:pt x="6982320" y="1668810"/>
                  </a:lnTo>
                  <a:lnTo>
                    <a:pt x="6981652" y="1668810"/>
                  </a:lnTo>
                  <a:lnTo>
                    <a:pt x="6980984" y="1668810"/>
                  </a:lnTo>
                  <a:lnTo>
                    <a:pt x="6980316" y="1668810"/>
                  </a:lnTo>
                  <a:lnTo>
                    <a:pt x="6979648" y="1668810"/>
                  </a:lnTo>
                  <a:lnTo>
                    <a:pt x="6978980" y="1668810"/>
                  </a:lnTo>
                  <a:lnTo>
                    <a:pt x="6978312" y="1668810"/>
                  </a:lnTo>
                  <a:lnTo>
                    <a:pt x="6977644" y="1668810"/>
                  </a:lnTo>
                  <a:lnTo>
                    <a:pt x="6976976" y="1668810"/>
                  </a:lnTo>
                  <a:lnTo>
                    <a:pt x="6976308" y="1668810"/>
                  </a:lnTo>
                  <a:lnTo>
                    <a:pt x="6975640" y="1668810"/>
                  </a:lnTo>
                  <a:lnTo>
                    <a:pt x="6974972" y="1668810"/>
                  </a:lnTo>
                  <a:lnTo>
                    <a:pt x="6974304" y="1668810"/>
                  </a:lnTo>
                  <a:lnTo>
                    <a:pt x="6973636" y="1668810"/>
                  </a:lnTo>
                  <a:lnTo>
                    <a:pt x="6972968" y="1668810"/>
                  </a:lnTo>
                  <a:lnTo>
                    <a:pt x="6972300" y="1668810"/>
                  </a:lnTo>
                  <a:lnTo>
                    <a:pt x="6971632" y="1668810"/>
                  </a:lnTo>
                  <a:lnTo>
                    <a:pt x="6970964" y="1668810"/>
                  </a:lnTo>
                  <a:lnTo>
                    <a:pt x="6970296" y="1668810"/>
                  </a:lnTo>
                  <a:lnTo>
                    <a:pt x="6969628" y="1668810"/>
                  </a:lnTo>
                  <a:lnTo>
                    <a:pt x="6968960" y="1668810"/>
                  </a:lnTo>
                  <a:lnTo>
                    <a:pt x="6968292" y="1668810"/>
                  </a:lnTo>
                  <a:lnTo>
                    <a:pt x="6967624" y="1668810"/>
                  </a:lnTo>
                  <a:lnTo>
                    <a:pt x="6966956" y="1668810"/>
                  </a:lnTo>
                  <a:lnTo>
                    <a:pt x="6966288" y="1668810"/>
                  </a:lnTo>
                  <a:lnTo>
                    <a:pt x="6965620" y="1668810"/>
                  </a:lnTo>
                  <a:lnTo>
                    <a:pt x="6964951" y="1668810"/>
                  </a:lnTo>
                  <a:lnTo>
                    <a:pt x="6964283" y="1668810"/>
                  </a:lnTo>
                  <a:lnTo>
                    <a:pt x="6963615" y="1668810"/>
                  </a:lnTo>
                  <a:lnTo>
                    <a:pt x="6962947" y="1668810"/>
                  </a:lnTo>
                  <a:lnTo>
                    <a:pt x="6962279" y="1668810"/>
                  </a:lnTo>
                  <a:lnTo>
                    <a:pt x="6961611" y="1668810"/>
                  </a:lnTo>
                  <a:lnTo>
                    <a:pt x="6960943" y="1668810"/>
                  </a:lnTo>
                  <a:lnTo>
                    <a:pt x="6960275" y="1668810"/>
                  </a:lnTo>
                  <a:lnTo>
                    <a:pt x="6959607" y="1668810"/>
                  </a:lnTo>
                  <a:lnTo>
                    <a:pt x="6958939" y="1668810"/>
                  </a:lnTo>
                  <a:lnTo>
                    <a:pt x="6958271" y="1668810"/>
                  </a:lnTo>
                  <a:lnTo>
                    <a:pt x="6957603" y="1668810"/>
                  </a:lnTo>
                  <a:lnTo>
                    <a:pt x="6956935" y="1668810"/>
                  </a:lnTo>
                  <a:lnTo>
                    <a:pt x="6956267" y="1668810"/>
                  </a:lnTo>
                  <a:lnTo>
                    <a:pt x="6955599" y="1668810"/>
                  </a:lnTo>
                  <a:lnTo>
                    <a:pt x="6954931" y="1668810"/>
                  </a:lnTo>
                  <a:lnTo>
                    <a:pt x="6954263" y="1668810"/>
                  </a:lnTo>
                  <a:lnTo>
                    <a:pt x="6953595" y="1668810"/>
                  </a:lnTo>
                  <a:lnTo>
                    <a:pt x="6952927" y="1668810"/>
                  </a:lnTo>
                  <a:lnTo>
                    <a:pt x="6952259" y="1668810"/>
                  </a:lnTo>
                  <a:lnTo>
                    <a:pt x="6951591" y="1668810"/>
                  </a:lnTo>
                  <a:lnTo>
                    <a:pt x="6950923" y="1668810"/>
                  </a:lnTo>
                  <a:lnTo>
                    <a:pt x="6950255" y="1668810"/>
                  </a:lnTo>
                  <a:lnTo>
                    <a:pt x="6949587" y="1668810"/>
                  </a:lnTo>
                  <a:lnTo>
                    <a:pt x="6948919" y="1668810"/>
                  </a:lnTo>
                  <a:lnTo>
                    <a:pt x="6948251" y="1668810"/>
                  </a:lnTo>
                  <a:lnTo>
                    <a:pt x="6947583" y="1668810"/>
                  </a:lnTo>
                  <a:lnTo>
                    <a:pt x="6946915" y="1668810"/>
                  </a:lnTo>
                  <a:lnTo>
                    <a:pt x="6946247" y="1668810"/>
                  </a:lnTo>
                  <a:lnTo>
                    <a:pt x="6945579" y="1668810"/>
                  </a:lnTo>
                  <a:lnTo>
                    <a:pt x="6944911" y="1668810"/>
                  </a:lnTo>
                  <a:lnTo>
                    <a:pt x="6944243" y="1668810"/>
                  </a:lnTo>
                  <a:lnTo>
                    <a:pt x="6943575" y="1668810"/>
                  </a:lnTo>
                  <a:lnTo>
                    <a:pt x="6942907" y="1668810"/>
                  </a:lnTo>
                  <a:lnTo>
                    <a:pt x="6942239" y="1668810"/>
                  </a:lnTo>
                  <a:lnTo>
                    <a:pt x="6941571" y="1668810"/>
                  </a:lnTo>
                  <a:lnTo>
                    <a:pt x="6940902" y="1668810"/>
                  </a:lnTo>
                  <a:lnTo>
                    <a:pt x="6940234" y="1668810"/>
                  </a:lnTo>
                  <a:lnTo>
                    <a:pt x="6939566" y="1668810"/>
                  </a:lnTo>
                  <a:lnTo>
                    <a:pt x="6938898" y="1668810"/>
                  </a:lnTo>
                  <a:lnTo>
                    <a:pt x="6938230" y="1668810"/>
                  </a:lnTo>
                  <a:lnTo>
                    <a:pt x="6937562" y="1668810"/>
                  </a:lnTo>
                  <a:lnTo>
                    <a:pt x="6936894" y="1668810"/>
                  </a:lnTo>
                  <a:lnTo>
                    <a:pt x="6936226" y="1668810"/>
                  </a:lnTo>
                  <a:lnTo>
                    <a:pt x="6935558" y="1668810"/>
                  </a:lnTo>
                  <a:lnTo>
                    <a:pt x="6934890" y="1668810"/>
                  </a:lnTo>
                  <a:lnTo>
                    <a:pt x="6934222" y="1668810"/>
                  </a:lnTo>
                  <a:lnTo>
                    <a:pt x="6933554" y="1668810"/>
                  </a:lnTo>
                  <a:lnTo>
                    <a:pt x="6932886" y="1668810"/>
                  </a:lnTo>
                  <a:lnTo>
                    <a:pt x="6932218" y="1668810"/>
                  </a:lnTo>
                  <a:lnTo>
                    <a:pt x="6931550" y="1668810"/>
                  </a:lnTo>
                  <a:lnTo>
                    <a:pt x="6930882" y="1668810"/>
                  </a:lnTo>
                  <a:lnTo>
                    <a:pt x="6930214" y="1668810"/>
                  </a:lnTo>
                  <a:lnTo>
                    <a:pt x="6929546" y="1668810"/>
                  </a:lnTo>
                  <a:lnTo>
                    <a:pt x="6928878" y="1668810"/>
                  </a:lnTo>
                  <a:lnTo>
                    <a:pt x="6928210" y="1668810"/>
                  </a:lnTo>
                  <a:lnTo>
                    <a:pt x="6927542" y="1668810"/>
                  </a:lnTo>
                  <a:lnTo>
                    <a:pt x="6926874" y="1668810"/>
                  </a:lnTo>
                  <a:lnTo>
                    <a:pt x="6926206" y="1668810"/>
                  </a:lnTo>
                  <a:lnTo>
                    <a:pt x="6925538" y="1668810"/>
                  </a:lnTo>
                  <a:lnTo>
                    <a:pt x="6924870" y="1668810"/>
                  </a:lnTo>
                  <a:lnTo>
                    <a:pt x="6924202" y="1668810"/>
                  </a:lnTo>
                  <a:lnTo>
                    <a:pt x="6923534" y="1668810"/>
                  </a:lnTo>
                  <a:lnTo>
                    <a:pt x="6922866" y="1668810"/>
                  </a:lnTo>
                  <a:lnTo>
                    <a:pt x="6922198" y="1668810"/>
                  </a:lnTo>
                  <a:lnTo>
                    <a:pt x="6921530" y="1668810"/>
                  </a:lnTo>
                  <a:lnTo>
                    <a:pt x="6920862" y="1668810"/>
                  </a:lnTo>
                  <a:lnTo>
                    <a:pt x="6920194" y="1668810"/>
                  </a:lnTo>
                  <a:lnTo>
                    <a:pt x="6919526" y="1668810"/>
                  </a:lnTo>
                  <a:lnTo>
                    <a:pt x="6918858" y="1668810"/>
                  </a:lnTo>
                  <a:lnTo>
                    <a:pt x="6918190" y="1668810"/>
                  </a:lnTo>
                  <a:lnTo>
                    <a:pt x="6917522" y="1668810"/>
                  </a:lnTo>
                  <a:lnTo>
                    <a:pt x="6916854" y="1668810"/>
                  </a:lnTo>
                  <a:lnTo>
                    <a:pt x="6916185" y="1668810"/>
                  </a:lnTo>
                  <a:lnTo>
                    <a:pt x="6915517" y="1668810"/>
                  </a:lnTo>
                  <a:lnTo>
                    <a:pt x="6914849" y="1668810"/>
                  </a:lnTo>
                  <a:lnTo>
                    <a:pt x="6914181" y="1668810"/>
                  </a:lnTo>
                  <a:lnTo>
                    <a:pt x="6913513" y="1668810"/>
                  </a:lnTo>
                  <a:lnTo>
                    <a:pt x="6912845" y="1668810"/>
                  </a:lnTo>
                  <a:lnTo>
                    <a:pt x="6912177" y="1668810"/>
                  </a:lnTo>
                  <a:lnTo>
                    <a:pt x="6911509" y="1668810"/>
                  </a:lnTo>
                  <a:lnTo>
                    <a:pt x="6910841" y="1668810"/>
                  </a:lnTo>
                  <a:lnTo>
                    <a:pt x="6910173" y="1668810"/>
                  </a:lnTo>
                  <a:lnTo>
                    <a:pt x="6909505" y="1668810"/>
                  </a:lnTo>
                  <a:lnTo>
                    <a:pt x="6908837" y="1668810"/>
                  </a:lnTo>
                  <a:lnTo>
                    <a:pt x="6908169" y="1668810"/>
                  </a:lnTo>
                  <a:lnTo>
                    <a:pt x="6907501" y="1668810"/>
                  </a:lnTo>
                  <a:lnTo>
                    <a:pt x="6906833" y="1668810"/>
                  </a:lnTo>
                  <a:lnTo>
                    <a:pt x="6906165" y="1668810"/>
                  </a:lnTo>
                  <a:lnTo>
                    <a:pt x="6905497" y="1668810"/>
                  </a:lnTo>
                  <a:lnTo>
                    <a:pt x="6904829" y="1668810"/>
                  </a:lnTo>
                  <a:lnTo>
                    <a:pt x="6904161" y="1668810"/>
                  </a:lnTo>
                  <a:lnTo>
                    <a:pt x="6903493" y="1668810"/>
                  </a:lnTo>
                  <a:lnTo>
                    <a:pt x="6902825" y="1668810"/>
                  </a:lnTo>
                  <a:lnTo>
                    <a:pt x="6902157" y="1668810"/>
                  </a:lnTo>
                  <a:lnTo>
                    <a:pt x="6901489" y="1668810"/>
                  </a:lnTo>
                  <a:lnTo>
                    <a:pt x="6900821" y="1668810"/>
                  </a:lnTo>
                  <a:lnTo>
                    <a:pt x="6900153" y="1668810"/>
                  </a:lnTo>
                  <a:lnTo>
                    <a:pt x="6899485" y="1668810"/>
                  </a:lnTo>
                  <a:lnTo>
                    <a:pt x="6898817" y="1668810"/>
                  </a:lnTo>
                  <a:lnTo>
                    <a:pt x="6898149" y="1668810"/>
                  </a:lnTo>
                  <a:lnTo>
                    <a:pt x="6897481" y="1668810"/>
                  </a:lnTo>
                  <a:lnTo>
                    <a:pt x="6896813" y="1668810"/>
                  </a:lnTo>
                  <a:lnTo>
                    <a:pt x="6896145" y="1668810"/>
                  </a:lnTo>
                  <a:lnTo>
                    <a:pt x="6895477" y="1668810"/>
                  </a:lnTo>
                  <a:lnTo>
                    <a:pt x="6894809" y="1668810"/>
                  </a:lnTo>
                  <a:lnTo>
                    <a:pt x="6894141" y="1668810"/>
                  </a:lnTo>
                  <a:lnTo>
                    <a:pt x="6893473" y="1668810"/>
                  </a:lnTo>
                  <a:lnTo>
                    <a:pt x="6892805" y="1668810"/>
                  </a:lnTo>
                  <a:lnTo>
                    <a:pt x="6892137" y="1668810"/>
                  </a:lnTo>
                  <a:lnTo>
                    <a:pt x="6891468" y="1668810"/>
                  </a:lnTo>
                  <a:lnTo>
                    <a:pt x="6890800" y="1668810"/>
                  </a:lnTo>
                  <a:lnTo>
                    <a:pt x="6890132" y="1668810"/>
                  </a:lnTo>
                  <a:lnTo>
                    <a:pt x="6889464" y="1668810"/>
                  </a:lnTo>
                  <a:lnTo>
                    <a:pt x="6888796" y="1668810"/>
                  </a:lnTo>
                  <a:lnTo>
                    <a:pt x="6888128" y="1668810"/>
                  </a:lnTo>
                  <a:lnTo>
                    <a:pt x="6887460" y="1668810"/>
                  </a:lnTo>
                  <a:lnTo>
                    <a:pt x="6886792" y="1668810"/>
                  </a:lnTo>
                  <a:lnTo>
                    <a:pt x="6886124" y="1668810"/>
                  </a:lnTo>
                  <a:lnTo>
                    <a:pt x="6885456" y="1668810"/>
                  </a:lnTo>
                  <a:lnTo>
                    <a:pt x="6884788" y="1668810"/>
                  </a:lnTo>
                  <a:lnTo>
                    <a:pt x="6884120" y="1668810"/>
                  </a:lnTo>
                  <a:lnTo>
                    <a:pt x="6883452" y="1668810"/>
                  </a:lnTo>
                  <a:lnTo>
                    <a:pt x="6882784" y="1668810"/>
                  </a:lnTo>
                  <a:lnTo>
                    <a:pt x="6882116" y="1668810"/>
                  </a:lnTo>
                  <a:lnTo>
                    <a:pt x="6881448" y="1668810"/>
                  </a:lnTo>
                  <a:lnTo>
                    <a:pt x="6880780" y="1668810"/>
                  </a:lnTo>
                  <a:lnTo>
                    <a:pt x="6880112" y="1668810"/>
                  </a:lnTo>
                  <a:lnTo>
                    <a:pt x="6879444" y="1668810"/>
                  </a:lnTo>
                  <a:lnTo>
                    <a:pt x="6878776" y="1668810"/>
                  </a:lnTo>
                  <a:lnTo>
                    <a:pt x="6878108" y="1668810"/>
                  </a:lnTo>
                  <a:lnTo>
                    <a:pt x="6877440" y="1668810"/>
                  </a:lnTo>
                  <a:lnTo>
                    <a:pt x="6876772" y="1668810"/>
                  </a:lnTo>
                  <a:lnTo>
                    <a:pt x="6876104" y="1668810"/>
                  </a:lnTo>
                  <a:lnTo>
                    <a:pt x="6875436" y="1668810"/>
                  </a:lnTo>
                  <a:lnTo>
                    <a:pt x="6874768" y="1668810"/>
                  </a:lnTo>
                  <a:lnTo>
                    <a:pt x="6874100" y="1668810"/>
                  </a:lnTo>
                  <a:lnTo>
                    <a:pt x="6873432" y="1668810"/>
                  </a:lnTo>
                  <a:lnTo>
                    <a:pt x="6872764" y="1668810"/>
                  </a:lnTo>
                  <a:lnTo>
                    <a:pt x="6872096" y="1668810"/>
                  </a:lnTo>
                  <a:lnTo>
                    <a:pt x="6871428" y="1668810"/>
                  </a:lnTo>
                  <a:lnTo>
                    <a:pt x="6870760" y="1668810"/>
                  </a:lnTo>
                  <a:lnTo>
                    <a:pt x="6870092" y="1668810"/>
                  </a:lnTo>
                  <a:lnTo>
                    <a:pt x="6869424" y="1668810"/>
                  </a:lnTo>
                  <a:lnTo>
                    <a:pt x="6868756" y="1668810"/>
                  </a:lnTo>
                  <a:lnTo>
                    <a:pt x="6868088" y="1668810"/>
                  </a:lnTo>
                  <a:lnTo>
                    <a:pt x="6867420" y="1668810"/>
                  </a:lnTo>
                  <a:lnTo>
                    <a:pt x="6866751" y="1668810"/>
                  </a:lnTo>
                  <a:lnTo>
                    <a:pt x="6866083" y="1668810"/>
                  </a:lnTo>
                  <a:lnTo>
                    <a:pt x="6865415" y="1668810"/>
                  </a:lnTo>
                  <a:lnTo>
                    <a:pt x="6864747" y="1668810"/>
                  </a:lnTo>
                  <a:lnTo>
                    <a:pt x="6864079" y="1668810"/>
                  </a:lnTo>
                  <a:lnTo>
                    <a:pt x="6863411" y="1668810"/>
                  </a:lnTo>
                  <a:lnTo>
                    <a:pt x="6862743" y="1668810"/>
                  </a:lnTo>
                  <a:lnTo>
                    <a:pt x="6862075" y="1668810"/>
                  </a:lnTo>
                  <a:lnTo>
                    <a:pt x="6861407" y="1668810"/>
                  </a:lnTo>
                  <a:lnTo>
                    <a:pt x="6860739" y="1668810"/>
                  </a:lnTo>
                  <a:lnTo>
                    <a:pt x="6860071" y="1668810"/>
                  </a:lnTo>
                  <a:lnTo>
                    <a:pt x="6859403" y="1668810"/>
                  </a:lnTo>
                  <a:lnTo>
                    <a:pt x="6858735" y="1668810"/>
                  </a:lnTo>
                  <a:lnTo>
                    <a:pt x="6858067" y="1668810"/>
                  </a:lnTo>
                  <a:lnTo>
                    <a:pt x="6857399" y="1668810"/>
                  </a:lnTo>
                  <a:lnTo>
                    <a:pt x="6856731" y="1668810"/>
                  </a:lnTo>
                  <a:lnTo>
                    <a:pt x="6856063" y="1668810"/>
                  </a:lnTo>
                  <a:lnTo>
                    <a:pt x="6855395" y="1668810"/>
                  </a:lnTo>
                  <a:lnTo>
                    <a:pt x="6854727" y="1668810"/>
                  </a:lnTo>
                  <a:lnTo>
                    <a:pt x="6854059" y="1668810"/>
                  </a:lnTo>
                  <a:lnTo>
                    <a:pt x="6853391" y="1668810"/>
                  </a:lnTo>
                  <a:lnTo>
                    <a:pt x="6852723" y="1668810"/>
                  </a:lnTo>
                  <a:lnTo>
                    <a:pt x="6852055" y="1668810"/>
                  </a:lnTo>
                  <a:lnTo>
                    <a:pt x="6851387" y="1668810"/>
                  </a:lnTo>
                  <a:lnTo>
                    <a:pt x="6850719" y="1668810"/>
                  </a:lnTo>
                  <a:lnTo>
                    <a:pt x="6850051" y="1668810"/>
                  </a:lnTo>
                  <a:lnTo>
                    <a:pt x="6849383" y="1668810"/>
                  </a:lnTo>
                  <a:lnTo>
                    <a:pt x="6848715" y="1668810"/>
                  </a:lnTo>
                  <a:lnTo>
                    <a:pt x="6848047" y="1668810"/>
                  </a:lnTo>
                  <a:lnTo>
                    <a:pt x="6847379" y="1668810"/>
                  </a:lnTo>
                  <a:lnTo>
                    <a:pt x="6846711" y="1668810"/>
                  </a:lnTo>
                  <a:lnTo>
                    <a:pt x="6846043" y="1668810"/>
                  </a:lnTo>
                  <a:lnTo>
                    <a:pt x="6845375" y="1668810"/>
                  </a:lnTo>
                  <a:lnTo>
                    <a:pt x="6844707" y="1668810"/>
                  </a:lnTo>
                  <a:lnTo>
                    <a:pt x="6844039" y="1668810"/>
                  </a:lnTo>
                  <a:lnTo>
                    <a:pt x="6843371" y="1668810"/>
                  </a:lnTo>
                  <a:lnTo>
                    <a:pt x="6842702" y="1668810"/>
                  </a:lnTo>
                  <a:lnTo>
                    <a:pt x="6842034" y="1668810"/>
                  </a:lnTo>
                  <a:lnTo>
                    <a:pt x="6841366" y="1668810"/>
                  </a:lnTo>
                  <a:lnTo>
                    <a:pt x="6840698" y="1668810"/>
                  </a:lnTo>
                  <a:lnTo>
                    <a:pt x="6840030" y="1668810"/>
                  </a:lnTo>
                  <a:lnTo>
                    <a:pt x="6839362" y="1668810"/>
                  </a:lnTo>
                  <a:lnTo>
                    <a:pt x="6838694" y="1668810"/>
                  </a:lnTo>
                  <a:lnTo>
                    <a:pt x="6838026" y="1668810"/>
                  </a:lnTo>
                  <a:lnTo>
                    <a:pt x="6837358" y="1668810"/>
                  </a:lnTo>
                  <a:lnTo>
                    <a:pt x="6836690" y="1668810"/>
                  </a:lnTo>
                  <a:lnTo>
                    <a:pt x="6836022" y="1668810"/>
                  </a:lnTo>
                  <a:lnTo>
                    <a:pt x="6835354" y="1668810"/>
                  </a:lnTo>
                  <a:lnTo>
                    <a:pt x="6834686" y="1668810"/>
                  </a:lnTo>
                  <a:lnTo>
                    <a:pt x="6834018" y="1668810"/>
                  </a:lnTo>
                  <a:lnTo>
                    <a:pt x="6833350" y="1668810"/>
                  </a:lnTo>
                  <a:lnTo>
                    <a:pt x="6832682" y="1668810"/>
                  </a:lnTo>
                  <a:lnTo>
                    <a:pt x="6832014" y="1668810"/>
                  </a:lnTo>
                  <a:lnTo>
                    <a:pt x="6831346" y="1668810"/>
                  </a:lnTo>
                  <a:lnTo>
                    <a:pt x="6830678" y="1668810"/>
                  </a:lnTo>
                  <a:lnTo>
                    <a:pt x="6830010" y="1668810"/>
                  </a:lnTo>
                  <a:lnTo>
                    <a:pt x="6829342" y="1668810"/>
                  </a:lnTo>
                  <a:lnTo>
                    <a:pt x="6828674" y="1668810"/>
                  </a:lnTo>
                  <a:lnTo>
                    <a:pt x="6828006" y="1668810"/>
                  </a:lnTo>
                  <a:lnTo>
                    <a:pt x="6827338" y="1668810"/>
                  </a:lnTo>
                  <a:lnTo>
                    <a:pt x="6826670" y="1668810"/>
                  </a:lnTo>
                  <a:lnTo>
                    <a:pt x="6826002" y="1668810"/>
                  </a:lnTo>
                  <a:lnTo>
                    <a:pt x="6825334" y="1668810"/>
                  </a:lnTo>
                  <a:lnTo>
                    <a:pt x="6824666" y="1668810"/>
                  </a:lnTo>
                  <a:lnTo>
                    <a:pt x="6823998" y="1668810"/>
                  </a:lnTo>
                  <a:lnTo>
                    <a:pt x="6823330" y="1668810"/>
                  </a:lnTo>
                  <a:lnTo>
                    <a:pt x="6822662" y="1668810"/>
                  </a:lnTo>
                  <a:lnTo>
                    <a:pt x="6821994" y="1668810"/>
                  </a:lnTo>
                  <a:lnTo>
                    <a:pt x="6821326" y="1668810"/>
                  </a:lnTo>
                  <a:lnTo>
                    <a:pt x="6820658" y="1668810"/>
                  </a:lnTo>
                  <a:lnTo>
                    <a:pt x="6819990" y="1668810"/>
                  </a:lnTo>
                  <a:lnTo>
                    <a:pt x="6819322" y="1668810"/>
                  </a:lnTo>
                  <a:lnTo>
                    <a:pt x="6818654" y="1668810"/>
                  </a:lnTo>
                  <a:lnTo>
                    <a:pt x="6817985" y="1668810"/>
                  </a:lnTo>
                  <a:lnTo>
                    <a:pt x="6817317" y="1668810"/>
                  </a:lnTo>
                  <a:lnTo>
                    <a:pt x="6816649" y="1668810"/>
                  </a:lnTo>
                  <a:lnTo>
                    <a:pt x="6815981" y="1668810"/>
                  </a:lnTo>
                  <a:lnTo>
                    <a:pt x="6815313" y="1668810"/>
                  </a:lnTo>
                  <a:lnTo>
                    <a:pt x="6814645" y="1668810"/>
                  </a:lnTo>
                  <a:lnTo>
                    <a:pt x="6813977" y="1668810"/>
                  </a:lnTo>
                  <a:lnTo>
                    <a:pt x="6813309" y="1668810"/>
                  </a:lnTo>
                  <a:lnTo>
                    <a:pt x="6812641" y="1668810"/>
                  </a:lnTo>
                  <a:lnTo>
                    <a:pt x="6811973" y="1668810"/>
                  </a:lnTo>
                  <a:lnTo>
                    <a:pt x="6811305" y="1668810"/>
                  </a:lnTo>
                  <a:lnTo>
                    <a:pt x="6810637" y="1668810"/>
                  </a:lnTo>
                  <a:lnTo>
                    <a:pt x="6809969" y="1668810"/>
                  </a:lnTo>
                  <a:lnTo>
                    <a:pt x="6809301" y="1668810"/>
                  </a:lnTo>
                  <a:lnTo>
                    <a:pt x="6808633" y="1668810"/>
                  </a:lnTo>
                  <a:lnTo>
                    <a:pt x="6807965" y="1668810"/>
                  </a:lnTo>
                  <a:lnTo>
                    <a:pt x="6807297" y="1668810"/>
                  </a:lnTo>
                  <a:lnTo>
                    <a:pt x="6806629" y="1668810"/>
                  </a:lnTo>
                  <a:lnTo>
                    <a:pt x="6805961" y="1668810"/>
                  </a:lnTo>
                  <a:lnTo>
                    <a:pt x="6805293" y="1668810"/>
                  </a:lnTo>
                  <a:lnTo>
                    <a:pt x="6804625" y="1668810"/>
                  </a:lnTo>
                  <a:lnTo>
                    <a:pt x="6803957" y="1668810"/>
                  </a:lnTo>
                  <a:lnTo>
                    <a:pt x="6803289" y="1668810"/>
                  </a:lnTo>
                  <a:lnTo>
                    <a:pt x="6802621" y="1668810"/>
                  </a:lnTo>
                  <a:lnTo>
                    <a:pt x="6801953" y="1668810"/>
                  </a:lnTo>
                  <a:lnTo>
                    <a:pt x="6801285" y="1668810"/>
                  </a:lnTo>
                  <a:lnTo>
                    <a:pt x="6800617" y="1668810"/>
                  </a:lnTo>
                  <a:lnTo>
                    <a:pt x="6799949" y="1668810"/>
                  </a:lnTo>
                  <a:lnTo>
                    <a:pt x="6799281" y="1668810"/>
                  </a:lnTo>
                  <a:lnTo>
                    <a:pt x="6798613" y="1668810"/>
                  </a:lnTo>
                  <a:lnTo>
                    <a:pt x="6797945" y="1668810"/>
                  </a:lnTo>
                  <a:lnTo>
                    <a:pt x="6797277" y="1668810"/>
                  </a:lnTo>
                  <a:lnTo>
                    <a:pt x="6796609" y="1668810"/>
                  </a:lnTo>
                  <a:lnTo>
                    <a:pt x="6795941" y="1668810"/>
                  </a:lnTo>
                  <a:lnTo>
                    <a:pt x="6795273" y="1668810"/>
                  </a:lnTo>
                  <a:lnTo>
                    <a:pt x="6794605" y="1668810"/>
                  </a:lnTo>
                  <a:lnTo>
                    <a:pt x="6793937" y="1668810"/>
                  </a:lnTo>
                  <a:lnTo>
                    <a:pt x="6793268" y="1668810"/>
                  </a:lnTo>
                  <a:lnTo>
                    <a:pt x="6792600" y="1668810"/>
                  </a:lnTo>
                  <a:lnTo>
                    <a:pt x="6791932" y="1668810"/>
                  </a:lnTo>
                  <a:lnTo>
                    <a:pt x="6791264" y="1668810"/>
                  </a:lnTo>
                  <a:lnTo>
                    <a:pt x="6790596" y="1668810"/>
                  </a:lnTo>
                  <a:lnTo>
                    <a:pt x="6789928" y="1668810"/>
                  </a:lnTo>
                  <a:lnTo>
                    <a:pt x="6789260" y="1668810"/>
                  </a:lnTo>
                  <a:lnTo>
                    <a:pt x="6788592" y="1668810"/>
                  </a:lnTo>
                  <a:lnTo>
                    <a:pt x="6787924" y="1668810"/>
                  </a:lnTo>
                  <a:lnTo>
                    <a:pt x="6787256" y="1668810"/>
                  </a:lnTo>
                  <a:lnTo>
                    <a:pt x="6786588" y="1668810"/>
                  </a:lnTo>
                  <a:lnTo>
                    <a:pt x="6785920" y="1668810"/>
                  </a:lnTo>
                  <a:lnTo>
                    <a:pt x="6785252" y="1668810"/>
                  </a:lnTo>
                  <a:lnTo>
                    <a:pt x="6784584" y="1668810"/>
                  </a:lnTo>
                  <a:lnTo>
                    <a:pt x="6783916" y="1668810"/>
                  </a:lnTo>
                  <a:lnTo>
                    <a:pt x="6783248" y="1668810"/>
                  </a:lnTo>
                  <a:lnTo>
                    <a:pt x="6782580" y="1668810"/>
                  </a:lnTo>
                  <a:lnTo>
                    <a:pt x="6781912" y="1668810"/>
                  </a:lnTo>
                  <a:lnTo>
                    <a:pt x="6781244" y="1668810"/>
                  </a:lnTo>
                  <a:lnTo>
                    <a:pt x="6780576" y="1668810"/>
                  </a:lnTo>
                  <a:lnTo>
                    <a:pt x="6779908" y="1668810"/>
                  </a:lnTo>
                  <a:lnTo>
                    <a:pt x="6779240" y="1668810"/>
                  </a:lnTo>
                  <a:lnTo>
                    <a:pt x="6778572" y="1668810"/>
                  </a:lnTo>
                  <a:lnTo>
                    <a:pt x="6777904" y="1668810"/>
                  </a:lnTo>
                  <a:lnTo>
                    <a:pt x="6777236" y="1668810"/>
                  </a:lnTo>
                  <a:lnTo>
                    <a:pt x="6776568" y="1668810"/>
                  </a:lnTo>
                  <a:lnTo>
                    <a:pt x="6775900" y="1668810"/>
                  </a:lnTo>
                  <a:lnTo>
                    <a:pt x="6775232" y="1668810"/>
                  </a:lnTo>
                  <a:lnTo>
                    <a:pt x="6774564" y="1668810"/>
                  </a:lnTo>
                  <a:lnTo>
                    <a:pt x="6773896" y="1668810"/>
                  </a:lnTo>
                  <a:lnTo>
                    <a:pt x="6773228" y="1668810"/>
                  </a:lnTo>
                  <a:lnTo>
                    <a:pt x="6772560" y="1668810"/>
                  </a:lnTo>
                  <a:lnTo>
                    <a:pt x="6771892" y="1668810"/>
                  </a:lnTo>
                  <a:lnTo>
                    <a:pt x="6771224" y="1668810"/>
                  </a:lnTo>
                  <a:lnTo>
                    <a:pt x="6770556" y="1668810"/>
                  </a:lnTo>
                  <a:lnTo>
                    <a:pt x="6769888" y="1668810"/>
                  </a:lnTo>
                  <a:lnTo>
                    <a:pt x="6769220" y="1668810"/>
                  </a:lnTo>
                  <a:lnTo>
                    <a:pt x="6768551" y="1668810"/>
                  </a:lnTo>
                  <a:lnTo>
                    <a:pt x="6767883" y="1668810"/>
                  </a:lnTo>
                  <a:lnTo>
                    <a:pt x="6767215" y="1668810"/>
                  </a:lnTo>
                  <a:lnTo>
                    <a:pt x="6766547" y="1668810"/>
                  </a:lnTo>
                  <a:lnTo>
                    <a:pt x="6765879" y="1668810"/>
                  </a:lnTo>
                  <a:lnTo>
                    <a:pt x="6765211" y="1668810"/>
                  </a:lnTo>
                  <a:lnTo>
                    <a:pt x="6764543" y="1668810"/>
                  </a:lnTo>
                  <a:lnTo>
                    <a:pt x="6763875" y="1668810"/>
                  </a:lnTo>
                  <a:lnTo>
                    <a:pt x="6763207" y="1668810"/>
                  </a:lnTo>
                  <a:lnTo>
                    <a:pt x="6762539" y="1668810"/>
                  </a:lnTo>
                  <a:lnTo>
                    <a:pt x="6761871" y="1668810"/>
                  </a:lnTo>
                  <a:lnTo>
                    <a:pt x="6761203" y="1668810"/>
                  </a:lnTo>
                  <a:lnTo>
                    <a:pt x="6760535" y="1668810"/>
                  </a:lnTo>
                  <a:lnTo>
                    <a:pt x="6759867" y="1668810"/>
                  </a:lnTo>
                  <a:lnTo>
                    <a:pt x="6759199" y="1668810"/>
                  </a:lnTo>
                  <a:lnTo>
                    <a:pt x="6758531" y="1668810"/>
                  </a:lnTo>
                  <a:lnTo>
                    <a:pt x="6757863" y="1668810"/>
                  </a:lnTo>
                  <a:lnTo>
                    <a:pt x="6757195" y="1668810"/>
                  </a:lnTo>
                  <a:lnTo>
                    <a:pt x="6756527" y="1668810"/>
                  </a:lnTo>
                  <a:lnTo>
                    <a:pt x="6755859" y="1668810"/>
                  </a:lnTo>
                  <a:lnTo>
                    <a:pt x="6755191" y="1668810"/>
                  </a:lnTo>
                  <a:lnTo>
                    <a:pt x="6754523" y="1668810"/>
                  </a:lnTo>
                  <a:lnTo>
                    <a:pt x="6753855" y="1668810"/>
                  </a:lnTo>
                  <a:lnTo>
                    <a:pt x="6753187" y="1668810"/>
                  </a:lnTo>
                  <a:lnTo>
                    <a:pt x="6752519" y="1668810"/>
                  </a:lnTo>
                  <a:lnTo>
                    <a:pt x="6751851" y="1668810"/>
                  </a:lnTo>
                  <a:lnTo>
                    <a:pt x="6751183" y="1668810"/>
                  </a:lnTo>
                  <a:lnTo>
                    <a:pt x="6750515" y="1668810"/>
                  </a:lnTo>
                  <a:lnTo>
                    <a:pt x="6749847" y="1668810"/>
                  </a:lnTo>
                  <a:lnTo>
                    <a:pt x="6749179" y="1668810"/>
                  </a:lnTo>
                  <a:lnTo>
                    <a:pt x="6748511" y="1668810"/>
                  </a:lnTo>
                  <a:lnTo>
                    <a:pt x="6747843" y="1668810"/>
                  </a:lnTo>
                  <a:lnTo>
                    <a:pt x="6747175" y="1668810"/>
                  </a:lnTo>
                  <a:lnTo>
                    <a:pt x="6746507" y="1668810"/>
                  </a:lnTo>
                  <a:lnTo>
                    <a:pt x="6745839" y="1668810"/>
                  </a:lnTo>
                  <a:lnTo>
                    <a:pt x="6745171" y="1668810"/>
                  </a:lnTo>
                  <a:lnTo>
                    <a:pt x="6744502" y="1668810"/>
                  </a:lnTo>
                  <a:lnTo>
                    <a:pt x="6743834" y="1668810"/>
                  </a:lnTo>
                  <a:lnTo>
                    <a:pt x="6743166" y="1668810"/>
                  </a:lnTo>
                  <a:lnTo>
                    <a:pt x="6742498" y="1668810"/>
                  </a:lnTo>
                  <a:lnTo>
                    <a:pt x="6741830" y="1668810"/>
                  </a:lnTo>
                  <a:lnTo>
                    <a:pt x="6741162" y="1668810"/>
                  </a:lnTo>
                  <a:lnTo>
                    <a:pt x="6740494" y="1668810"/>
                  </a:lnTo>
                  <a:lnTo>
                    <a:pt x="6739826" y="1668810"/>
                  </a:lnTo>
                  <a:lnTo>
                    <a:pt x="6739158" y="1668810"/>
                  </a:lnTo>
                  <a:lnTo>
                    <a:pt x="6738490" y="1668810"/>
                  </a:lnTo>
                  <a:lnTo>
                    <a:pt x="6737822" y="1668810"/>
                  </a:lnTo>
                  <a:lnTo>
                    <a:pt x="6737154" y="1668810"/>
                  </a:lnTo>
                  <a:lnTo>
                    <a:pt x="6736486" y="1668810"/>
                  </a:lnTo>
                  <a:lnTo>
                    <a:pt x="6735818" y="1668810"/>
                  </a:lnTo>
                  <a:lnTo>
                    <a:pt x="6735150" y="1668810"/>
                  </a:lnTo>
                  <a:lnTo>
                    <a:pt x="6734482" y="1668810"/>
                  </a:lnTo>
                  <a:lnTo>
                    <a:pt x="6733814" y="1668810"/>
                  </a:lnTo>
                  <a:lnTo>
                    <a:pt x="6733146" y="1668810"/>
                  </a:lnTo>
                  <a:lnTo>
                    <a:pt x="6732478" y="1668810"/>
                  </a:lnTo>
                  <a:lnTo>
                    <a:pt x="6731810" y="1668810"/>
                  </a:lnTo>
                  <a:lnTo>
                    <a:pt x="6731142" y="1668810"/>
                  </a:lnTo>
                  <a:lnTo>
                    <a:pt x="6730474" y="1668810"/>
                  </a:lnTo>
                  <a:lnTo>
                    <a:pt x="6729806" y="1668810"/>
                  </a:lnTo>
                  <a:lnTo>
                    <a:pt x="6729138" y="1668810"/>
                  </a:lnTo>
                  <a:lnTo>
                    <a:pt x="6728470" y="1668810"/>
                  </a:lnTo>
                  <a:lnTo>
                    <a:pt x="6727802" y="1668810"/>
                  </a:lnTo>
                  <a:lnTo>
                    <a:pt x="6727134" y="1668810"/>
                  </a:lnTo>
                  <a:lnTo>
                    <a:pt x="6726466" y="1668810"/>
                  </a:lnTo>
                  <a:lnTo>
                    <a:pt x="6725798" y="1668810"/>
                  </a:lnTo>
                  <a:lnTo>
                    <a:pt x="6725130" y="1668810"/>
                  </a:lnTo>
                  <a:lnTo>
                    <a:pt x="6724462" y="1668810"/>
                  </a:lnTo>
                  <a:lnTo>
                    <a:pt x="6723794" y="1668810"/>
                  </a:lnTo>
                  <a:lnTo>
                    <a:pt x="6723126" y="1668810"/>
                  </a:lnTo>
                  <a:lnTo>
                    <a:pt x="6722458" y="1668810"/>
                  </a:lnTo>
                  <a:lnTo>
                    <a:pt x="6721790" y="1668810"/>
                  </a:lnTo>
                  <a:lnTo>
                    <a:pt x="6721122" y="1668810"/>
                  </a:lnTo>
                  <a:lnTo>
                    <a:pt x="6720454" y="1668810"/>
                  </a:lnTo>
                  <a:lnTo>
                    <a:pt x="6719785" y="1668810"/>
                  </a:lnTo>
                  <a:lnTo>
                    <a:pt x="6719117" y="1668810"/>
                  </a:lnTo>
                  <a:lnTo>
                    <a:pt x="6718449" y="1668810"/>
                  </a:lnTo>
                  <a:lnTo>
                    <a:pt x="6717781" y="1668810"/>
                  </a:lnTo>
                  <a:lnTo>
                    <a:pt x="6717113" y="1668810"/>
                  </a:lnTo>
                  <a:lnTo>
                    <a:pt x="6716445" y="1668810"/>
                  </a:lnTo>
                  <a:lnTo>
                    <a:pt x="6715777" y="1668810"/>
                  </a:lnTo>
                  <a:lnTo>
                    <a:pt x="6715109" y="1668810"/>
                  </a:lnTo>
                  <a:lnTo>
                    <a:pt x="6714441" y="1668810"/>
                  </a:lnTo>
                  <a:lnTo>
                    <a:pt x="6713773" y="1668810"/>
                  </a:lnTo>
                  <a:lnTo>
                    <a:pt x="6713105" y="1668810"/>
                  </a:lnTo>
                  <a:lnTo>
                    <a:pt x="6712437" y="1668810"/>
                  </a:lnTo>
                  <a:lnTo>
                    <a:pt x="6711769" y="1668810"/>
                  </a:lnTo>
                  <a:lnTo>
                    <a:pt x="6711101" y="1668810"/>
                  </a:lnTo>
                  <a:lnTo>
                    <a:pt x="6710433" y="1668810"/>
                  </a:lnTo>
                  <a:lnTo>
                    <a:pt x="6709765" y="1668810"/>
                  </a:lnTo>
                  <a:lnTo>
                    <a:pt x="6709097" y="1668810"/>
                  </a:lnTo>
                  <a:lnTo>
                    <a:pt x="6708429" y="1668810"/>
                  </a:lnTo>
                  <a:lnTo>
                    <a:pt x="6707761" y="1668810"/>
                  </a:lnTo>
                  <a:lnTo>
                    <a:pt x="6707093" y="1668810"/>
                  </a:lnTo>
                  <a:lnTo>
                    <a:pt x="6706425" y="1668810"/>
                  </a:lnTo>
                  <a:lnTo>
                    <a:pt x="6705757" y="1668810"/>
                  </a:lnTo>
                  <a:lnTo>
                    <a:pt x="6705089" y="1668810"/>
                  </a:lnTo>
                  <a:lnTo>
                    <a:pt x="6704421" y="1668810"/>
                  </a:lnTo>
                  <a:lnTo>
                    <a:pt x="6703753" y="1668810"/>
                  </a:lnTo>
                  <a:lnTo>
                    <a:pt x="6703085" y="1668810"/>
                  </a:lnTo>
                  <a:lnTo>
                    <a:pt x="6702417" y="1668810"/>
                  </a:lnTo>
                  <a:lnTo>
                    <a:pt x="6701749" y="1668810"/>
                  </a:lnTo>
                  <a:lnTo>
                    <a:pt x="6701081" y="1668810"/>
                  </a:lnTo>
                  <a:lnTo>
                    <a:pt x="6700413" y="1668810"/>
                  </a:lnTo>
                  <a:lnTo>
                    <a:pt x="6699745" y="1668810"/>
                  </a:lnTo>
                  <a:lnTo>
                    <a:pt x="6699077" y="1668810"/>
                  </a:lnTo>
                  <a:lnTo>
                    <a:pt x="6698409" y="1668810"/>
                  </a:lnTo>
                  <a:lnTo>
                    <a:pt x="6697741" y="1668810"/>
                  </a:lnTo>
                  <a:lnTo>
                    <a:pt x="6697073" y="1668810"/>
                  </a:lnTo>
                  <a:lnTo>
                    <a:pt x="6696405" y="1668810"/>
                  </a:lnTo>
                  <a:lnTo>
                    <a:pt x="6695737" y="1668810"/>
                  </a:lnTo>
                  <a:lnTo>
                    <a:pt x="6695068" y="1668810"/>
                  </a:lnTo>
                  <a:lnTo>
                    <a:pt x="6694400" y="1668810"/>
                  </a:lnTo>
                  <a:lnTo>
                    <a:pt x="6693732" y="1668810"/>
                  </a:lnTo>
                  <a:lnTo>
                    <a:pt x="6693064" y="1668810"/>
                  </a:lnTo>
                  <a:lnTo>
                    <a:pt x="6692396" y="1668810"/>
                  </a:lnTo>
                  <a:lnTo>
                    <a:pt x="6691728" y="1668810"/>
                  </a:lnTo>
                  <a:lnTo>
                    <a:pt x="6691060" y="1668810"/>
                  </a:lnTo>
                  <a:lnTo>
                    <a:pt x="6690392" y="1668810"/>
                  </a:lnTo>
                  <a:lnTo>
                    <a:pt x="6689724" y="1668810"/>
                  </a:lnTo>
                  <a:lnTo>
                    <a:pt x="6689056" y="1668810"/>
                  </a:lnTo>
                  <a:lnTo>
                    <a:pt x="6688388" y="1668810"/>
                  </a:lnTo>
                  <a:lnTo>
                    <a:pt x="6687720" y="1668810"/>
                  </a:lnTo>
                  <a:lnTo>
                    <a:pt x="6687052" y="1668810"/>
                  </a:lnTo>
                  <a:lnTo>
                    <a:pt x="6686384" y="1668810"/>
                  </a:lnTo>
                  <a:lnTo>
                    <a:pt x="6685716" y="1668810"/>
                  </a:lnTo>
                  <a:lnTo>
                    <a:pt x="6685048" y="1668810"/>
                  </a:lnTo>
                  <a:lnTo>
                    <a:pt x="6684380" y="1668810"/>
                  </a:lnTo>
                  <a:lnTo>
                    <a:pt x="6683712" y="1668810"/>
                  </a:lnTo>
                  <a:lnTo>
                    <a:pt x="6683044" y="1668810"/>
                  </a:lnTo>
                  <a:lnTo>
                    <a:pt x="6682376" y="1668810"/>
                  </a:lnTo>
                  <a:lnTo>
                    <a:pt x="6681708" y="1668810"/>
                  </a:lnTo>
                  <a:lnTo>
                    <a:pt x="6681040" y="1668810"/>
                  </a:lnTo>
                  <a:lnTo>
                    <a:pt x="6680372" y="1668810"/>
                  </a:lnTo>
                  <a:lnTo>
                    <a:pt x="6679704" y="1668810"/>
                  </a:lnTo>
                  <a:lnTo>
                    <a:pt x="6679036" y="1668810"/>
                  </a:lnTo>
                  <a:lnTo>
                    <a:pt x="6678368" y="1668810"/>
                  </a:lnTo>
                  <a:lnTo>
                    <a:pt x="6677700" y="1668810"/>
                  </a:lnTo>
                  <a:lnTo>
                    <a:pt x="6677032" y="1668810"/>
                  </a:lnTo>
                  <a:lnTo>
                    <a:pt x="6676364" y="1668810"/>
                  </a:lnTo>
                  <a:lnTo>
                    <a:pt x="6675696" y="1668810"/>
                  </a:lnTo>
                  <a:lnTo>
                    <a:pt x="6675028" y="1668810"/>
                  </a:lnTo>
                  <a:lnTo>
                    <a:pt x="6674360" y="1668810"/>
                  </a:lnTo>
                  <a:lnTo>
                    <a:pt x="6673692" y="1668810"/>
                  </a:lnTo>
                  <a:lnTo>
                    <a:pt x="6673024" y="1668810"/>
                  </a:lnTo>
                  <a:lnTo>
                    <a:pt x="6672356" y="1668810"/>
                  </a:lnTo>
                  <a:lnTo>
                    <a:pt x="6671688" y="1668810"/>
                  </a:lnTo>
                  <a:lnTo>
                    <a:pt x="6671020" y="1668810"/>
                  </a:lnTo>
                  <a:lnTo>
                    <a:pt x="6670351" y="1668810"/>
                  </a:lnTo>
                  <a:lnTo>
                    <a:pt x="6669683" y="1668810"/>
                  </a:lnTo>
                  <a:lnTo>
                    <a:pt x="6669015" y="1668810"/>
                  </a:lnTo>
                  <a:lnTo>
                    <a:pt x="6668347" y="1668810"/>
                  </a:lnTo>
                  <a:lnTo>
                    <a:pt x="6667679" y="1668810"/>
                  </a:lnTo>
                  <a:lnTo>
                    <a:pt x="6667011" y="1668810"/>
                  </a:lnTo>
                  <a:lnTo>
                    <a:pt x="6666343" y="1668810"/>
                  </a:lnTo>
                  <a:lnTo>
                    <a:pt x="6665675" y="1668810"/>
                  </a:lnTo>
                  <a:lnTo>
                    <a:pt x="6665007" y="1668810"/>
                  </a:lnTo>
                  <a:lnTo>
                    <a:pt x="6664339" y="1668810"/>
                  </a:lnTo>
                  <a:lnTo>
                    <a:pt x="6663671" y="1668810"/>
                  </a:lnTo>
                  <a:lnTo>
                    <a:pt x="6663003" y="1668810"/>
                  </a:lnTo>
                  <a:lnTo>
                    <a:pt x="6662335" y="1668810"/>
                  </a:lnTo>
                  <a:lnTo>
                    <a:pt x="6661667" y="1668810"/>
                  </a:lnTo>
                  <a:lnTo>
                    <a:pt x="6660999" y="1668810"/>
                  </a:lnTo>
                  <a:lnTo>
                    <a:pt x="6660331" y="1668810"/>
                  </a:lnTo>
                  <a:lnTo>
                    <a:pt x="6659663" y="1668810"/>
                  </a:lnTo>
                  <a:lnTo>
                    <a:pt x="6658995" y="1668810"/>
                  </a:lnTo>
                  <a:lnTo>
                    <a:pt x="6658327" y="1668810"/>
                  </a:lnTo>
                  <a:lnTo>
                    <a:pt x="6657659" y="1668810"/>
                  </a:lnTo>
                  <a:lnTo>
                    <a:pt x="6656991" y="1668810"/>
                  </a:lnTo>
                  <a:lnTo>
                    <a:pt x="6656323" y="1668810"/>
                  </a:lnTo>
                  <a:lnTo>
                    <a:pt x="6655655" y="1668810"/>
                  </a:lnTo>
                  <a:lnTo>
                    <a:pt x="6654987" y="1668810"/>
                  </a:lnTo>
                  <a:lnTo>
                    <a:pt x="6654319" y="1668810"/>
                  </a:lnTo>
                  <a:lnTo>
                    <a:pt x="6653651" y="1668810"/>
                  </a:lnTo>
                  <a:lnTo>
                    <a:pt x="6652983" y="1668810"/>
                  </a:lnTo>
                  <a:lnTo>
                    <a:pt x="6652315" y="1668810"/>
                  </a:lnTo>
                  <a:lnTo>
                    <a:pt x="6651647" y="1668810"/>
                  </a:lnTo>
                  <a:lnTo>
                    <a:pt x="6650979" y="1668810"/>
                  </a:lnTo>
                  <a:lnTo>
                    <a:pt x="6650311" y="1668810"/>
                  </a:lnTo>
                  <a:lnTo>
                    <a:pt x="6649643" y="1668810"/>
                  </a:lnTo>
                  <a:lnTo>
                    <a:pt x="6648975" y="1668810"/>
                  </a:lnTo>
                  <a:lnTo>
                    <a:pt x="6648307" y="1668810"/>
                  </a:lnTo>
                  <a:lnTo>
                    <a:pt x="6647639" y="1668810"/>
                  </a:lnTo>
                  <a:lnTo>
                    <a:pt x="6646971" y="1668810"/>
                  </a:lnTo>
                  <a:lnTo>
                    <a:pt x="6646302" y="1668810"/>
                  </a:lnTo>
                  <a:lnTo>
                    <a:pt x="6645634" y="1668810"/>
                  </a:lnTo>
                  <a:lnTo>
                    <a:pt x="6644966" y="1668810"/>
                  </a:lnTo>
                  <a:lnTo>
                    <a:pt x="6644298" y="1668810"/>
                  </a:lnTo>
                  <a:lnTo>
                    <a:pt x="6643630" y="1668810"/>
                  </a:lnTo>
                  <a:lnTo>
                    <a:pt x="6642962" y="1668810"/>
                  </a:lnTo>
                  <a:lnTo>
                    <a:pt x="6642294" y="1668810"/>
                  </a:lnTo>
                  <a:lnTo>
                    <a:pt x="6641626" y="1668810"/>
                  </a:lnTo>
                  <a:lnTo>
                    <a:pt x="6640958" y="1668810"/>
                  </a:lnTo>
                  <a:lnTo>
                    <a:pt x="6640290" y="1668810"/>
                  </a:lnTo>
                  <a:lnTo>
                    <a:pt x="6639622" y="1668810"/>
                  </a:lnTo>
                  <a:lnTo>
                    <a:pt x="6638954" y="1668810"/>
                  </a:lnTo>
                  <a:lnTo>
                    <a:pt x="6638286" y="1668810"/>
                  </a:lnTo>
                  <a:lnTo>
                    <a:pt x="6637618" y="1668810"/>
                  </a:lnTo>
                  <a:lnTo>
                    <a:pt x="6636950" y="1668810"/>
                  </a:lnTo>
                  <a:lnTo>
                    <a:pt x="6636282" y="1668810"/>
                  </a:lnTo>
                  <a:lnTo>
                    <a:pt x="6635614" y="1668810"/>
                  </a:lnTo>
                  <a:lnTo>
                    <a:pt x="6634946" y="1668810"/>
                  </a:lnTo>
                  <a:lnTo>
                    <a:pt x="6634278" y="1668810"/>
                  </a:lnTo>
                  <a:lnTo>
                    <a:pt x="6633610" y="1668810"/>
                  </a:lnTo>
                  <a:lnTo>
                    <a:pt x="6632942" y="1668810"/>
                  </a:lnTo>
                  <a:lnTo>
                    <a:pt x="6632274" y="1668810"/>
                  </a:lnTo>
                  <a:lnTo>
                    <a:pt x="6631606" y="1668810"/>
                  </a:lnTo>
                  <a:lnTo>
                    <a:pt x="6630938" y="1668810"/>
                  </a:lnTo>
                  <a:lnTo>
                    <a:pt x="6630270" y="1668810"/>
                  </a:lnTo>
                  <a:lnTo>
                    <a:pt x="6629602" y="1668810"/>
                  </a:lnTo>
                  <a:lnTo>
                    <a:pt x="6628934" y="1668810"/>
                  </a:lnTo>
                  <a:lnTo>
                    <a:pt x="6628266" y="1668810"/>
                  </a:lnTo>
                  <a:lnTo>
                    <a:pt x="6627598" y="1668810"/>
                  </a:lnTo>
                  <a:lnTo>
                    <a:pt x="6626930" y="1668810"/>
                  </a:lnTo>
                  <a:lnTo>
                    <a:pt x="6626262" y="1668810"/>
                  </a:lnTo>
                  <a:lnTo>
                    <a:pt x="6625594" y="1668810"/>
                  </a:lnTo>
                  <a:lnTo>
                    <a:pt x="6624926" y="1668810"/>
                  </a:lnTo>
                  <a:lnTo>
                    <a:pt x="6624258" y="1668810"/>
                  </a:lnTo>
                  <a:lnTo>
                    <a:pt x="6623590" y="1668810"/>
                  </a:lnTo>
                  <a:lnTo>
                    <a:pt x="6622922" y="1668810"/>
                  </a:lnTo>
                  <a:lnTo>
                    <a:pt x="6622254" y="1668810"/>
                  </a:lnTo>
                  <a:lnTo>
                    <a:pt x="6621585" y="1668810"/>
                  </a:lnTo>
                  <a:lnTo>
                    <a:pt x="6620917" y="1668810"/>
                  </a:lnTo>
                  <a:lnTo>
                    <a:pt x="6620249" y="1668810"/>
                  </a:lnTo>
                  <a:lnTo>
                    <a:pt x="6619581" y="1668810"/>
                  </a:lnTo>
                  <a:lnTo>
                    <a:pt x="6618913" y="1668810"/>
                  </a:lnTo>
                  <a:lnTo>
                    <a:pt x="6618245" y="1668810"/>
                  </a:lnTo>
                  <a:lnTo>
                    <a:pt x="6617577" y="1668810"/>
                  </a:lnTo>
                  <a:lnTo>
                    <a:pt x="6616909" y="1668810"/>
                  </a:lnTo>
                  <a:lnTo>
                    <a:pt x="6616241" y="1668810"/>
                  </a:lnTo>
                  <a:lnTo>
                    <a:pt x="6615573" y="1668810"/>
                  </a:lnTo>
                  <a:lnTo>
                    <a:pt x="6614905" y="1668810"/>
                  </a:lnTo>
                  <a:lnTo>
                    <a:pt x="6614237" y="1668810"/>
                  </a:lnTo>
                  <a:lnTo>
                    <a:pt x="6613569" y="1668810"/>
                  </a:lnTo>
                  <a:lnTo>
                    <a:pt x="6612901" y="1668810"/>
                  </a:lnTo>
                  <a:lnTo>
                    <a:pt x="6612233" y="1668810"/>
                  </a:lnTo>
                  <a:lnTo>
                    <a:pt x="6611565" y="1668810"/>
                  </a:lnTo>
                  <a:lnTo>
                    <a:pt x="6610897" y="1668810"/>
                  </a:lnTo>
                  <a:lnTo>
                    <a:pt x="6610229" y="1668810"/>
                  </a:lnTo>
                  <a:lnTo>
                    <a:pt x="6609561" y="1668810"/>
                  </a:lnTo>
                  <a:lnTo>
                    <a:pt x="6608893" y="1668810"/>
                  </a:lnTo>
                  <a:lnTo>
                    <a:pt x="6608225" y="1668810"/>
                  </a:lnTo>
                  <a:lnTo>
                    <a:pt x="6607557" y="1668810"/>
                  </a:lnTo>
                  <a:lnTo>
                    <a:pt x="6606889" y="1668810"/>
                  </a:lnTo>
                  <a:lnTo>
                    <a:pt x="6606221" y="1668810"/>
                  </a:lnTo>
                  <a:lnTo>
                    <a:pt x="6605553" y="1668810"/>
                  </a:lnTo>
                  <a:lnTo>
                    <a:pt x="6604885" y="1668810"/>
                  </a:lnTo>
                  <a:lnTo>
                    <a:pt x="6604217" y="1668810"/>
                  </a:lnTo>
                  <a:lnTo>
                    <a:pt x="6603549" y="1668810"/>
                  </a:lnTo>
                  <a:lnTo>
                    <a:pt x="6602881" y="1668810"/>
                  </a:lnTo>
                  <a:lnTo>
                    <a:pt x="6602213" y="1668810"/>
                  </a:lnTo>
                  <a:lnTo>
                    <a:pt x="6601545" y="1668810"/>
                  </a:lnTo>
                  <a:lnTo>
                    <a:pt x="6600877" y="1668810"/>
                  </a:lnTo>
                  <a:lnTo>
                    <a:pt x="6600209" y="1668810"/>
                  </a:lnTo>
                  <a:lnTo>
                    <a:pt x="6599541" y="1668810"/>
                  </a:lnTo>
                  <a:lnTo>
                    <a:pt x="6598873" y="1668810"/>
                  </a:lnTo>
                  <a:lnTo>
                    <a:pt x="6598205" y="1668810"/>
                  </a:lnTo>
                  <a:lnTo>
                    <a:pt x="6597537" y="1668810"/>
                  </a:lnTo>
                  <a:lnTo>
                    <a:pt x="6596868" y="1668810"/>
                  </a:lnTo>
                  <a:lnTo>
                    <a:pt x="6596200" y="1668810"/>
                  </a:lnTo>
                  <a:lnTo>
                    <a:pt x="6595532" y="1668810"/>
                  </a:lnTo>
                  <a:lnTo>
                    <a:pt x="6594864" y="1668810"/>
                  </a:lnTo>
                  <a:lnTo>
                    <a:pt x="6594196" y="1668810"/>
                  </a:lnTo>
                  <a:lnTo>
                    <a:pt x="6593528" y="1668810"/>
                  </a:lnTo>
                  <a:lnTo>
                    <a:pt x="6592860" y="1668810"/>
                  </a:lnTo>
                  <a:lnTo>
                    <a:pt x="6592192" y="1668810"/>
                  </a:lnTo>
                  <a:lnTo>
                    <a:pt x="6591524" y="1668810"/>
                  </a:lnTo>
                  <a:lnTo>
                    <a:pt x="6590856" y="1668810"/>
                  </a:lnTo>
                  <a:lnTo>
                    <a:pt x="6590188" y="1668810"/>
                  </a:lnTo>
                  <a:lnTo>
                    <a:pt x="6589520" y="1668810"/>
                  </a:lnTo>
                  <a:lnTo>
                    <a:pt x="6588852" y="1668810"/>
                  </a:lnTo>
                  <a:lnTo>
                    <a:pt x="6588184" y="1668810"/>
                  </a:lnTo>
                  <a:lnTo>
                    <a:pt x="6587516" y="1668810"/>
                  </a:lnTo>
                  <a:lnTo>
                    <a:pt x="6586848" y="1668810"/>
                  </a:lnTo>
                  <a:lnTo>
                    <a:pt x="6586180" y="1668810"/>
                  </a:lnTo>
                  <a:lnTo>
                    <a:pt x="6585512" y="1668810"/>
                  </a:lnTo>
                  <a:lnTo>
                    <a:pt x="6584844" y="1668810"/>
                  </a:lnTo>
                  <a:lnTo>
                    <a:pt x="6584176" y="1668810"/>
                  </a:lnTo>
                  <a:lnTo>
                    <a:pt x="6583508" y="1668810"/>
                  </a:lnTo>
                  <a:lnTo>
                    <a:pt x="6582840" y="1668810"/>
                  </a:lnTo>
                  <a:lnTo>
                    <a:pt x="6582172" y="1668810"/>
                  </a:lnTo>
                  <a:lnTo>
                    <a:pt x="6581504" y="1668810"/>
                  </a:lnTo>
                  <a:lnTo>
                    <a:pt x="6580836" y="1668810"/>
                  </a:lnTo>
                  <a:lnTo>
                    <a:pt x="6580168" y="1668810"/>
                  </a:lnTo>
                  <a:lnTo>
                    <a:pt x="6579500" y="1668810"/>
                  </a:lnTo>
                  <a:lnTo>
                    <a:pt x="6578832" y="1668810"/>
                  </a:lnTo>
                  <a:lnTo>
                    <a:pt x="6578164" y="1668810"/>
                  </a:lnTo>
                  <a:lnTo>
                    <a:pt x="6577496" y="1668810"/>
                  </a:lnTo>
                  <a:lnTo>
                    <a:pt x="6576828" y="1668810"/>
                  </a:lnTo>
                  <a:lnTo>
                    <a:pt x="6576160" y="1668810"/>
                  </a:lnTo>
                  <a:lnTo>
                    <a:pt x="6575492" y="1668810"/>
                  </a:lnTo>
                  <a:lnTo>
                    <a:pt x="6574824" y="1668810"/>
                  </a:lnTo>
                  <a:lnTo>
                    <a:pt x="6574156" y="1668810"/>
                  </a:lnTo>
                  <a:lnTo>
                    <a:pt x="6573488" y="1668810"/>
                  </a:lnTo>
                  <a:lnTo>
                    <a:pt x="6572820" y="1668810"/>
                  </a:lnTo>
                  <a:lnTo>
                    <a:pt x="6572151" y="1668810"/>
                  </a:lnTo>
                  <a:lnTo>
                    <a:pt x="6571483" y="1668810"/>
                  </a:lnTo>
                  <a:lnTo>
                    <a:pt x="6570815" y="1668810"/>
                  </a:lnTo>
                  <a:lnTo>
                    <a:pt x="6570147" y="1668810"/>
                  </a:lnTo>
                  <a:lnTo>
                    <a:pt x="6569479" y="1668810"/>
                  </a:lnTo>
                  <a:lnTo>
                    <a:pt x="6568811" y="1668810"/>
                  </a:lnTo>
                  <a:lnTo>
                    <a:pt x="6568143" y="1668810"/>
                  </a:lnTo>
                  <a:lnTo>
                    <a:pt x="6567475" y="1668810"/>
                  </a:lnTo>
                  <a:lnTo>
                    <a:pt x="6566807" y="1668810"/>
                  </a:lnTo>
                  <a:lnTo>
                    <a:pt x="6566139" y="1668810"/>
                  </a:lnTo>
                  <a:lnTo>
                    <a:pt x="6565471" y="1668810"/>
                  </a:lnTo>
                  <a:lnTo>
                    <a:pt x="6564803" y="1668810"/>
                  </a:lnTo>
                  <a:lnTo>
                    <a:pt x="6564135" y="1668810"/>
                  </a:lnTo>
                  <a:lnTo>
                    <a:pt x="6563467" y="1668810"/>
                  </a:lnTo>
                  <a:lnTo>
                    <a:pt x="6562799" y="1668810"/>
                  </a:lnTo>
                  <a:lnTo>
                    <a:pt x="6562131" y="1668810"/>
                  </a:lnTo>
                  <a:lnTo>
                    <a:pt x="6561463" y="1668810"/>
                  </a:lnTo>
                  <a:lnTo>
                    <a:pt x="6560795" y="1668810"/>
                  </a:lnTo>
                  <a:lnTo>
                    <a:pt x="6560127" y="1668810"/>
                  </a:lnTo>
                  <a:lnTo>
                    <a:pt x="6559459" y="1668810"/>
                  </a:lnTo>
                  <a:lnTo>
                    <a:pt x="6558791" y="1668810"/>
                  </a:lnTo>
                  <a:lnTo>
                    <a:pt x="6558123" y="1668810"/>
                  </a:lnTo>
                  <a:lnTo>
                    <a:pt x="6557455" y="1668810"/>
                  </a:lnTo>
                  <a:lnTo>
                    <a:pt x="6556787" y="1668810"/>
                  </a:lnTo>
                  <a:lnTo>
                    <a:pt x="6556119" y="1668810"/>
                  </a:lnTo>
                  <a:lnTo>
                    <a:pt x="6555451" y="1668810"/>
                  </a:lnTo>
                  <a:lnTo>
                    <a:pt x="6554783" y="1668810"/>
                  </a:lnTo>
                  <a:lnTo>
                    <a:pt x="6554115" y="1668810"/>
                  </a:lnTo>
                  <a:lnTo>
                    <a:pt x="6553447" y="1668810"/>
                  </a:lnTo>
                  <a:lnTo>
                    <a:pt x="6552779" y="1668810"/>
                  </a:lnTo>
                  <a:lnTo>
                    <a:pt x="6552111" y="1668810"/>
                  </a:lnTo>
                  <a:lnTo>
                    <a:pt x="6551443" y="1668810"/>
                  </a:lnTo>
                  <a:lnTo>
                    <a:pt x="6550775" y="1668810"/>
                  </a:lnTo>
                  <a:lnTo>
                    <a:pt x="6550107" y="1668810"/>
                  </a:lnTo>
                  <a:lnTo>
                    <a:pt x="6549439" y="1668810"/>
                  </a:lnTo>
                  <a:lnTo>
                    <a:pt x="6548771" y="1668810"/>
                  </a:lnTo>
                  <a:lnTo>
                    <a:pt x="6548102" y="1668810"/>
                  </a:lnTo>
                  <a:lnTo>
                    <a:pt x="6547434" y="1668810"/>
                  </a:lnTo>
                  <a:lnTo>
                    <a:pt x="6546766" y="1668810"/>
                  </a:lnTo>
                  <a:lnTo>
                    <a:pt x="6546098" y="1668810"/>
                  </a:lnTo>
                  <a:lnTo>
                    <a:pt x="6545430" y="1668810"/>
                  </a:lnTo>
                  <a:lnTo>
                    <a:pt x="6544762" y="1668810"/>
                  </a:lnTo>
                  <a:lnTo>
                    <a:pt x="6544094" y="1668810"/>
                  </a:lnTo>
                  <a:lnTo>
                    <a:pt x="6543426" y="1668810"/>
                  </a:lnTo>
                  <a:lnTo>
                    <a:pt x="6542758" y="1668810"/>
                  </a:lnTo>
                  <a:lnTo>
                    <a:pt x="6542090" y="1668810"/>
                  </a:lnTo>
                  <a:lnTo>
                    <a:pt x="6541422" y="1668810"/>
                  </a:lnTo>
                  <a:lnTo>
                    <a:pt x="6540754" y="1668810"/>
                  </a:lnTo>
                  <a:lnTo>
                    <a:pt x="6540086" y="1668810"/>
                  </a:lnTo>
                  <a:lnTo>
                    <a:pt x="6539418" y="1668810"/>
                  </a:lnTo>
                  <a:lnTo>
                    <a:pt x="6538750" y="1668810"/>
                  </a:lnTo>
                  <a:lnTo>
                    <a:pt x="6538082" y="1668810"/>
                  </a:lnTo>
                  <a:lnTo>
                    <a:pt x="6537414" y="1668810"/>
                  </a:lnTo>
                  <a:lnTo>
                    <a:pt x="6536746" y="1668810"/>
                  </a:lnTo>
                  <a:lnTo>
                    <a:pt x="6536078" y="1668810"/>
                  </a:lnTo>
                  <a:lnTo>
                    <a:pt x="6535410" y="1668810"/>
                  </a:lnTo>
                  <a:lnTo>
                    <a:pt x="6534742" y="1668810"/>
                  </a:lnTo>
                  <a:lnTo>
                    <a:pt x="6534074" y="1668810"/>
                  </a:lnTo>
                  <a:lnTo>
                    <a:pt x="6533406" y="1668810"/>
                  </a:lnTo>
                  <a:lnTo>
                    <a:pt x="6532738" y="1668810"/>
                  </a:lnTo>
                  <a:lnTo>
                    <a:pt x="6532070" y="1668810"/>
                  </a:lnTo>
                  <a:lnTo>
                    <a:pt x="6531402" y="1668810"/>
                  </a:lnTo>
                  <a:lnTo>
                    <a:pt x="6530734" y="1668810"/>
                  </a:lnTo>
                  <a:lnTo>
                    <a:pt x="6530066" y="1668810"/>
                  </a:lnTo>
                  <a:lnTo>
                    <a:pt x="6529398" y="1668810"/>
                  </a:lnTo>
                  <a:lnTo>
                    <a:pt x="6528730" y="1668810"/>
                  </a:lnTo>
                  <a:lnTo>
                    <a:pt x="6528062" y="1668810"/>
                  </a:lnTo>
                  <a:lnTo>
                    <a:pt x="6527394" y="1668810"/>
                  </a:lnTo>
                  <a:lnTo>
                    <a:pt x="6526726" y="1668810"/>
                  </a:lnTo>
                  <a:lnTo>
                    <a:pt x="6526058" y="1668810"/>
                  </a:lnTo>
                  <a:lnTo>
                    <a:pt x="6525390" y="1668810"/>
                  </a:lnTo>
                  <a:lnTo>
                    <a:pt x="6524722" y="1668810"/>
                  </a:lnTo>
                  <a:lnTo>
                    <a:pt x="6524054" y="1668810"/>
                  </a:lnTo>
                  <a:lnTo>
                    <a:pt x="6523385" y="1668810"/>
                  </a:lnTo>
                  <a:lnTo>
                    <a:pt x="6522717" y="1668810"/>
                  </a:lnTo>
                  <a:lnTo>
                    <a:pt x="6522049" y="1668810"/>
                  </a:lnTo>
                  <a:lnTo>
                    <a:pt x="6521381" y="1668810"/>
                  </a:lnTo>
                  <a:lnTo>
                    <a:pt x="6520713" y="1668810"/>
                  </a:lnTo>
                  <a:lnTo>
                    <a:pt x="6520045" y="1668810"/>
                  </a:lnTo>
                  <a:lnTo>
                    <a:pt x="6519377" y="1668810"/>
                  </a:lnTo>
                  <a:lnTo>
                    <a:pt x="6518709" y="1668810"/>
                  </a:lnTo>
                  <a:lnTo>
                    <a:pt x="6518041" y="1668810"/>
                  </a:lnTo>
                  <a:lnTo>
                    <a:pt x="6517373" y="1668810"/>
                  </a:lnTo>
                  <a:lnTo>
                    <a:pt x="6516705" y="1668810"/>
                  </a:lnTo>
                  <a:lnTo>
                    <a:pt x="6516037" y="1668810"/>
                  </a:lnTo>
                  <a:lnTo>
                    <a:pt x="6515369" y="1668810"/>
                  </a:lnTo>
                  <a:lnTo>
                    <a:pt x="6514701" y="1668810"/>
                  </a:lnTo>
                  <a:lnTo>
                    <a:pt x="6514033" y="1668810"/>
                  </a:lnTo>
                  <a:lnTo>
                    <a:pt x="6513365" y="1668810"/>
                  </a:lnTo>
                  <a:lnTo>
                    <a:pt x="6512697" y="1668810"/>
                  </a:lnTo>
                  <a:lnTo>
                    <a:pt x="6512029" y="1668810"/>
                  </a:lnTo>
                  <a:lnTo>
                    <a:pt x="6511361" y="1668810"/>
                  </a:lnTo>
                  <a:lnTo>
                    <a:pt x="6510693" y="1668810"/>
                  </a:lnTo>
                  <a:lnTo>
                    <a:pt x="6510025" y="1668810"/>
                  </a:lnTo>
                  <a:lnTo>
                    <a:pt x="6509357" y="1668810"/>
                  </a:lnTo>
                  <a:lnTo>
                    <a:pt x="6508689" y="1668810"/>
                  </a:lnTo>
                  <a:lnTo>
                    <a:pt x="6508021" y="1668810"/>
                  </a:lnTo>
                  <a:lnTo>
                    <a:pt x="6507353" y="1668810"/>
                  </a:lnTo>
                  <a:lnTo>
                    <a:pt x="6506685" y="1668810"/>
                  </a:lnTo>
                  <a:lnTo>
                    <a:pt x="6506017" y="1668810"/>
                  </a:lnTo>
                  <a:lnTo>
                    <a:pt x="6505349" y="1668810"/>
                  </a:lnTo>
                  <a:lnTo>
                    <a:pt x="6504681" y="1668810"/>
                  </a:lnTo>
                  <a:lnTo>
                    <a:pt x="6504013" y="1668810"/>
                  </a:lnTo>
                  <a:lnTo>
                    <a:pt x="6503345" y="1668810"/>
                  </a:lnTo>
                  <a:lnTo>
                    <a:pt x="6502677" y="1668810"/>
                  </a:lnTo>
                  <a:lnTo>
                    <a:pt x="6502009" y="1668810"/>
                  </a:lnTo>
                  <a:lnTo>
                    <a:pt x="6501341" y="1668810"/>
                  </a:lnTo>
                  <a:lnTo>
                    <a:pt x="6500673" y="1668810"/>
                  </a:lnTo>
                  <a:lnTo>
                    <a:pt x="6500005" y="1668810"/>
                  </a:lnTo>
                  <a:lnTo>
                    <a:pt x="6499337" y="1668810"/>
                  </a:lnTo>
                  <a:lnTo>
                    <a:pt x="6498668" y="1668810"/>
                  </a:lnTo>
                  <a:lnTo>
                    <a:pt x="6498000" y="1668810"/>
                  </a:lnTo>
                  <a:lnTo>
                    <a:pt x="6497332" y="1668810"/>
                  </a:lnTo>
                  <a:lnTo>
                    <a:pt x="6496664" y="1668810"/>
                  </a:lnTo>
                  <a:lnTo>
                    <a:pt x="6495996" y="1668810"/>
                  </a:lnTo>
                  <a:lnTo>
                    <a:pt x="6495328" y="1668810"/>
                  </a:lnTo>
                  <a:lnTo>
                    <a:pt x="6494660" y="1668810"/>
                  </a:lnTo>
                  <a:lnTo>
                    <a:pt x="6493992" y="1668810"/>
                  </a:lnTo>
                  <a:lnTo>
                    <a:pt x="6493324" y="1668810"/>
                  </a:lnTo>
                  <a:lnTo>
                    <a:pt x="6492656" y="1668810"/>
                  </a:lnTo>
                  <a:lnTo>
                    <a:pt x="6491988" y="1668810"/>
                  </a:lnTo>
                  <a:lnTo>
                    <a:pt x="6491320" y="1668810"/>
                  </a:lnTo>
                  <a:lnTo>
                    <a:pt x="6490652" y="1668810"/>
                  </a:lnTo>
                  <a:lnTo>
                    <a:pt x="6489984" y="1668810"/>
                  </a:lnTo>
                  <a:lnTo>
                    <a:pt x="6489316" y="1668810"/>
                  </a:lnTo>
                  <a:lnTo>
                    <a:pt x="6488648" y="1668810"/>
                  </a:lnTo>
                  <a:lnTo>
                    <a:pt x="6487980" y="1668810"/>
                  </a:lnTo>
                  <a:lnTo>
                    <a:pt x="6487312" y="1668810"/>
                  </a:lnTo>
                  <a:lnTo>
                    <a:pt x="6486644" y="1668810"/>
                  </a:lnTo>
                  <a:lnTo>
                    <a:pt x="6485976" y="1668810"/>
                  </a:lnTo>
                  <a:lnTo>
                    <a:pt x="6485308" y="1668810"/>
                  </a:lnTo>
                  <a:lnTo>
                    <a:pt x="6484640" y="1668810"/>
                  </a:lnTo>
                  <a:lnTo>
                    <a:pt x="6483972" y="1668810"/>
                  </a:lnTo>
                  <a:lnTo>
                    <a:pt x="6483304" y="1668810"/>
                  </a:lnTo>
                  <a:lnTo>
                    <a:pt x="6482636" y="1668810"/>
                  </a:lnTo>
                  <a:lnTo>
                    <a:pt x="6481968" y="1668810"/>
                  </a:lnTo>
                  <a:lnTo>
                    <a:pt x="6481300" y="1668810"/>
                  </a:lnTo>
                  <a:lnTo>
                    <a:pt x="6480632" y="1668810"/>
                  </a:lnTo>
                  <a:lnTo>
                    <a:pt x="6479964" y="1668810"/>
                  </a:lnTo>
                  <a:lnTo>
                    <a:pt x="6479296" y="1668810"/>
                  </a:lnTo>
                  <a:lnTo>
                    <a:pt x="6478628" y="1668810"/>
                  </a:lnTo>
                  <a:lnTo>
                    <a:pt x="6477960" y="1668810"/>
                  </a:lnTo>
                  <a:lnTo>
                    <a:pt x="6477292" y="1668810"/>
                  </a:lnTo>
                  <a:lnTo>
                    <a:pt x="6476624" y="1668810"/>
                  </a:lnTo>
                  <a:lnTo>
                    <a:pt x="6475956" y="1668810"/>
                  </a:lnTo>
                  <a:lnTo>
                    <a:pt x="6475288" y="1668810"/>
                  </a:lnTo>
                  <a:lnTo>
                    <a:pt x="6474620" y="1668810"/>
                  </a:lnTo>
                  <a:lnTo>
                    <a:pt x="6473951" y="1668810"/>
                  </a:lnTo>
                  <a:lnTo>
                    <a:pt x="6473283" y="1668810"/>
                  </a:lnTo>
                  <a:lnTo>
                    <a:pt x="6472615" y="1668810"/>
                  </a:lnTo>
                  <a:lnTo>
                    <a:pt x="6471947" y="1668810"/>
                  </a:lnTo>
                  <a:lnTo>
                    <a:pt x="6471279" y="1668810"/>
                  </a:lnTo>
                  <a:lnTo>
                    <a:pt x="6470611" y="1668810"/>
                  </a:lnTo>
                  <a:lnTo>
                    <a:pt x="6469943" y="1668810"/>
                  </a:lnTo>
                  <a:lnTo>
                    <a:pt x="6469275" y="1668810"/>
                  </a:lnTo>
                  <a:lnTo>
                    <a:pt x="6468607" y="1668810"/>
                  </a:lnTo>
                  <a:lnTo>
                    <a:pt x="6467939" y="1668810"/>
                  </a:lnTo>
                  <a:lnTo>
                    <a:pt x="6467271" y="1668810"/>
                  </a:lnTo>
                  <a:lnTo>
                    <a:pt x="6466603" y="1668810"/>
                  </a:lnTo>
                  <a:lnTo>
                    <a:pt x="6465935" y="1668810"/>
                  </a:lnTo>
                  <a:lnTo>
                    <a:pt x="6465267" y="1668810"/>
                  </a:lnTo>
                  <a:lnTo>
                    <a:pt x="6464599" y="1668810"/>
                  </a:lnTo>
                  <a:lnTo>
                    <a:pt x="6463931" y="1668810"/>
                  </a:lnTo>
                  <a:lnTo>
                    <a:pt x="6463263" y="1668810"/>
                  </a:lnTo>
                  <a:lnTo>
                    <a:pt x="6462595" y="1668810"/>
                  </a:lnTo>
                  <a:lnTo>
                    <a:pt x="6461927" y="1668810"/>
                  </a:lnTo>
                  <a:lnTo>
                    <a:pt x="6461259" y="1668810"/>
                  </a:lnTo>
                  <a:lnTo>
                    <a:pt x="6460591" y="1668810"/>
                  </a:lnTo>
                  <a:lnTo>
                    <a:pt x="6459923" y="1668810"/>
                  </a:lnTo>
                  <a:lnTo>
                    <a:pt x="6459255" y="1668810"/>
                  </a:lnTo>
                  <a:lnTo>
                    <a:pt x="6458587" y="1668810"/>
                  </a:lnTo>
                  <a:lnTo>
                    <a:pt x="6457919" y="1668810"/>
                  </a:lnTo>
                  <a:lnTo>
                    <a:pt x="6457251" y="1668810"/>
                  </a:lnTo>
                  <a:lnTo>
                    <a:pt x="6456583" y="1668810"/>
                  </a:lnTo>
                  <a:lnTo>
                    <a:pt x="6455915" y="1668810"/>
                  </a:lnTo>
                  <a:lnTo>
                    <a:pt x="6455247" y="1668810"/>
                  </a:lnTo>
                  <a:lnTo>
                    <a:pt x="6454579" y="1668810"/>
                  </a:lnTo>
                  <a:lnTo>
                    <a:pt x="6453911" y="1668810"/>
                  </a:lnTo>
                  <a:lnTo>
                    <a:pt x="6453243" y="1668810"/>
                  </a:lnTo>
                  <a:lnTo>
                    <a:pt x="6452575" y="1668810"/>
                  </a:lnTo>
                  <a:lnTo>
                    <a:pt x="6451907" y="1668810"/>
                  </a:lnTo>
                  <a:lnTo>
                    <a:pt x="6451239" y="1668810"/>
                  </a:lnTo>
                  <a:lnTo>
                    <a:pt x="6450571" y="1668810"/>
                  </a:lnTo>
                  <a:lnTo>
                    <a:pt x="6449902" y="1668810"/>
                  </a:lnTo>
                  <a:lnTo>
                    <a:pt x="6449234" y="1668810"/>
                  </a:lnTo>
                  <a:lnTo>
                    <a:pt x="6448566" y="1668810"/>
                  </a:lnTo>
                  <a:lnTo>
                    <a:pt x="6447898" y="1668810"/>
                  </a:lnTo>
                  <a:lnTo>
                    <a:pt x="6447230" y="1668810"/>
                  </a:lnTo>
                  <a:lnTo>
                    <a:pt x="6446562" y="1668810"/>
                  </a:lnTo>
                  <a:lnTo>
                    <a:pt x="6445894" y="1668810"/>
                  </a:lnTo>
                  <a:lnTo>
                    <a:pt x="6445226" y="1668810"/>
                  </a:lnTo>
                  <a:lnTo>
                    <a:pt x="6444558" y="1668810"/>
                  </a:lnTo>
                  <a:lnTo>
                    <a:pt x="6443890" y="1668810"/>
                  </a:lnTo>
                  <a:lnTo>
                    <a:pt x="6443222" y="1668810"/>
                  </a:lnTo>
                  <a:lnTo>
                    <a:pt x="6442554" y="1668810"/>
                  </a:lnTo>
                  <a:lnTo>
                    <a:pt x="6441886" y="1668810"/>
                  </a:lnTo>
                  <a:lnTo>
                    <a:pt x="6441218" y="1668810"/>
                  </a:lnTo>
                  <a:lnTo>
                    <a:pt x="6440550" y="1668810"/>
                  </a:lnTo>
                  <a:lnTo>
                    <a:pt x="6439882" y="1668810"/>
                  </a:lnTo>
                  <a:lnTo>
                    <a:pt x="6439214" y="1668810"/>
                  </a:lnTo>
                  <a:lnTo>
                    <a:pt x="6438546" y="1668810"/>
                  </a:lnTo>
                  <a:lnTo>
                    <a:pt x="6437878" y="1668810"/>
                  </a:lnTo>
                  <a:lnTo>
                    <a:pt x="6437210" y="1668810"/>
                  </a:lnTo>
                  <a:lnTo>
                    <a:pt x="6436542" y="1668810"/>
                  </a:lnTo>
                  <a:lnTo>
                    <a:pt x="6435874" y="1668810"/>
                  </a:lnTo>
                  <a:lnTo>
                    <a:pt x="6435206" y="1668810"/>
                  </a:lnTo>
                  <a:lnTo>
                    <a:pt x="6434538" y="1668810"/>
                  </a:lnTo>
                  <a:lnTo>
                    <a:pt x="6433870" y="1668810"/>
                  </a:lnTo>
                  <a:lnTo>
                    <a:pt x="6433202" y="1668810"/>
                  </a:lnTo>
                  <a:lnTo>
                    <a:pt x="6432534" y="1668810"/>
                  </a:lnTo>
                  <a:lnTo>
                    <a:pt x="6431866" y="1668810"/>
                  </a:lnTo>
                  <a:lnTo>
                    <a:pt x="6431198" y="1668810"/>
                  </a:lnTo>
                  <a:lnTo>
                    <a:pt x="6430530" y="1668810"/>
                  </a:lnTo>
                  <a:lnTo>
                    <a:pt x="6429862" y="1668810"/>
                  </a:lnTo>
                  <a:lnTo>
                    <a:pt x="6429194" y="1668810"/>
                  </a:lnTo>
                  <a:lnTo>
                    <a:pt x="6428526" y="1668810"/>
                  </a:lnTo>
                  <a:lnTo>
                    <a:pt x="6427858" y="1668810"/>
                  </a:lnTo>
                  <a:lnTo>
                    <a:pt x="6427190" y="1668810"/>
                  </a:lnTo>
                  <a:lnTo>
                    <a:pt x="6426522" y="1668810"/>
                  </a:lnTo>
                  <a:lnTo>
                    <a:pt x="6425854" y="1668810"/>
                  </a:lnTo>
                  <a:lnTo>
                    <a:pt x="6425185" y="1668810"/>
                  </a:lnTo>
                  <a:lnTo>
                    <a:pt x="6424517" y="1668810"/>
                  </a:lnTo>
                  <a:lnTo>
                    <a:pt x="6423849" y="1668810"/>
                  </a:lnTo>
                  <a:lnTo>
                    <a:pt x="6423181" y="1668810"/>
                  </a:lnTo>
                  <a:lnTo>
                    <a:pt x="6422513" y="1668810"/>
                  </a:lnTo>
                  <a:lnTo>
                    <a:pt x="6421845" y="1668810"/>
                  </a:lnTo>
                  <a:lnTo>
                    <a:pt x="6421177" y="1668810"/>
                  </a:lnTo>
                  <a:lnTo>
                    <a:pt x="6420509" y="1668810"/>
                  </a:lnTo>
                  <a:lnTo>
                    <a:pt x="6419841" y="1668810"/>
                  </a:lnTo>
                  <a:lnTo>
                    <a:pt x="6419173" y="1668810"/>
                  </a:lnTo>
                  <a:lnTo>
                    <a:pt x="6418505" y="1668810"/>
                  </a:lnTo>
                  <a:lnTo>
                    <a:pt x="6417837" y="1668810"/>
                  </a:lnTo>
                  <a:lnTo>
                    <a:pt x="6417169" y="1668810"/>
                  </a:lnTo>
                  <a:lnTo>
                    <a:pt x="6416501" y="1668810"/>
                  </a:lnTo>
                  <a:lnTo>
                    <a:pt x="6415833" y="1668810"/>
                  </a:lnTo>
                  <a:lnTo>
                    <a:pt x="6415165" y="1668810"/>
                  </a:lnTo>
                  <a:lnTo>
                    <a:pt x="6414497" y="1668810"/>
                  </a:lnTo>
                  <a:lnTo>
                    <a:pt x="6413829" y="1668810"/>
                  </a:lnTo>
                  <a:lnTo>
                    <a:pt x="6413161" y="1668810"/>
                  </a:lnTo>
                  <a:lnTo>
                    <a:pt x="6412493" y="1668810"/>
                  </a:lnTo>
                  <a:lnTo>
                    <a:pt x="6411825" y="1668810"/>
                  </a:lnTo>
                  <a:lnTo>
                    <a:pt x="6411157" y="1668810"/>
                  </a:lnTo>
                  <a:lnTo>
                    <a:pt x="6410489" y="1668810"/>
                  </a:lnTo>
                  <a:lnTo>
                    <a:pt x="6409821" y="1668810"/>
                  </a:lnTo>
                  <a:lnTo>
                    <a:pt x="6409153" y="1668810"/>
                  </a:lnTo>
                  <a:lnTo>
                    <a:pt x="6408485" y="1668810"/>
                  </a:lnTo>
                  <a:lnTo>
                    <a:pt x="6407817" y="1668810"/>
                  </a:lnTo>
                  <a:lnTo>
                    <a:pt x="6407149" y="1668810"/>
                  </a:lnTo>
                  <a:lnTo>
                    <a:pt x="6406481" y="1668810"/>
                  </a:lnTo>
                  <a:lnTo>
                    <a:pt x="6405813" y="1668810"/>
                  </a:lnTo>
                  <a:lnTo>
                    <a:pt x="6405145" y="1668810"/>
                  </a:lnTo>
                  <a:lnTo>
                    <a:pt x="6404477" y="1668810"/>
                  </a:lnTo>
                  <a:lnTo>
                    <a:pt x="6403809" y="1668810"/>
                  </a:lnTo>
                  <a:lnTo>
                    <a:pt x="6403141" y="1668810"/>
                  </a:lnTo>
                  <a:lnTo>
                    <a:pt x="6402473" y="1668810"/>
                  </a:lnTo>
                  <a:lnTo>
                    <a:pt x="6401805" y="1668810"/>
                  </a:lnTo>
                  <a:lnTo>
                    <a:pt x="6401137" y="1668810"/>
                  </a:lnTo>
                  <a:lnTo>
                    <a:pt x="6400468" y="1668810"/>
                  </a:lnTo>
                  <a:lnTo>
                    <a:pt x="6399800" y="1668810"/>
                  </a:lnTo>
                  <a:lnTo>
                    <a:pt x="6399132" y="1668810"/>
                  </a:lnTo>
                  <a:lnTo>
                    <a:pt x="6398464" y="1668810"/>
                  </a:lnTo>
                  <a:lnTo>
                    <a:pt x="6397796" y="1668810"/>
                  </a:lnTo>
                  <a:lnTo>
                    <a:pt x="6397128" y="1668810"/>
                  </a:lnTo>
                  <a:lnTo>
                    <a:pt x="6396460" y="1668810"/>
                  </a:lnTo>
                  <a:lnTo>
                    <a:pt x="6395792" y="1668810"/>
                  </a:lnTo>
                  <a:lnTo>
                    <a:pt x="6395124" y="1668810"/>
                  </a:lnTo>
                  <a:lnTo>
                    <a:pt x="6394456" y="1668810"/>
                  </a:lnTo>
                  <a:lnTo>
                    <a:pt x="6393788" y="1668810"/>
                  </a:lnTo>
                  <a:lnTo>
                    <a:pt x="6393120" y="1668810"/>
                  </a:lnTo>
                  <a:lnTo>
                    <a:pt x="6392452" y="1668810"/>
                  </a:lnTo>
                  <a:lnTo>
                    <a:pt x="6391784" y="1668810"/>
                  </a:lnTo>
                  <a:lnTo>
                    <a:pt x="6391116" y="1668810"/>
                  </a:lnTo>
                  <a:lnTo>
                    <a:pt x="6390448" y="1668810"/>
                  </a:lnTo>
                  <a:lnTo>
                    <a:pt x="6389780" y="1668810"/>
                  </a:lnTo>
                  <a:lnTo>
                    <a:pt x="6389112" y="1668810"/>
                  </a:lnTo>
                  <a:lnTo>
                    <a:pt x="6388444" y="1668810"/>
                  </a:lnTo>
                  <a:lnTo>
                    <a:pt x="6387776" y="1668810"/>
                  </a:lnTo>
                  <a:lnTo>
                    <a:pt x="6387108" y="1668810"/>
                  </a:lnTo>
                  <a:lnTo>
                    <a:pt x="6386440" y="1668810"/>
                  </a:lnTo>
                  <a:lnTo>
                    <a:pt x="6385772" y="1668810"/>
                  </a:lnTo>
                  <a:lnTo>
                    <a:pt x="6385104" y="1668810"/>
                  </a:lnTo>
                  <a:lnTo>
                    <a:pt x="6384436" y="1668810"/>
                  </a:lnTo>
                  <a:lnTo>
                    <a:pt x="6383768" y="1668810"/>
                  </a:lnTo>
                  <a:lnTo>
                    <a:pt x="6383100" y="1668810"/>
                  </a:lnTo>
                  <a:lnTo>
                    <a:pt x="6382432" y="1668810"/>
                  </a:lnTo>
                  <a:lnTo>
                    <a:pt x="6381764" y="1668810"/>
                  </a:lnTo>
                  <a:lnTo>
                    <a:pt x="6381096" y="1668810"/>
                  </a:lnTo>
                  <a:lnTo>
                    <a:pt x="6380428" y="1668810"/>
                  </a:lnTo>
                  <a:lnTo>
                    <a:pt x="6379760" y="1668810"/>
                  </a:lnTo>
                  <a:lnTo>
                    <a:pt x="6379092" y="1668810"/>
                  </a:lnTo>
                  <a:lnTo>
                    <a:pt x="6378424" y="1668810"/>
                  </a:lnTo>
                  <a:lnTo>
                    <a:pt x="6377756" y="1668810"/>
                  </a:lnTo>
                  <a:lnTo>
                    <a:pt x="6377088" y="1668810"/>
                  </a:lnTo>
                  <a:lnTo>
                    <a:pt x="6376419" y="1668810"/>
                  </a:lnTo>
                  <a:lnTo>
                    <a:pt x="6375751" y="1668810"/>
                  </a:lnTo>
                  <a:lnTo>
                    <a:pt x="6375083" y="1668810"/>
                  </a:lnTo>
                  <a:lnTo>
                    <a:pt x="6374415" y="1668810"/>
                  </a:lnTo>
                  <a:lnTo>
                    <a:pt x="6373747" y="1668810"/>
                  </a:lnTo>
                  <a:lnTo>
                    <a:pt x="6373079" y="1668810"/>
                  </a:lnTo>
                  <a:lnTo>
                    <a:pt x="6372411" y="1668810"/>
                  </a:lnTo>
                  <a:lnTo>
                    <a:pt x="6371743" y="1668810"/>
                  </a:lnTo>
                  <a:lnTo>
                    <a:pt x="6371075" y="1668810"/>
                  </a:lnTo>
                  <a:lnTo>
                    <a:pt x="6370407" y="1668810"/>
                  </a:lnTo>
                  <a:lnTo>
                    <a:pt x="6369739" y="1668810"/>
                  </a:lnTo>
                  <a:lnTo>
                    <a:pt x="6369071" y="1668810"/>
                  </a:lnTo>
                  <a:lnTo>
                    <a:pt x="6368403" y="1668810"/>
                  </a:lnTo>
                  <a:lnTo>
                    <a:pt x="6367735" y="1668810"/>
                  </a:lnTo>
                  <a:lnTo>
                    <a:pt x="6367067" y="1668810"/>
                  </a:lnTo>
                  <a:lnTo>
                    <a:pt x="6366399" y="1668810"/>
                  </a:lnTo>
                  <a:lnTo>
                    <a:pt x="6365731" y="1668810"/>
                  </a:lnTo>
                  <a:lnTo>
                    <a:pt x="6365063" y="1668810"/>
                  </a:lnTo>
                  <a:lnTo>
                    <a:pt x="6364395" y="1668810"/>
                  </a:lnTo>
                  <a:lnTo>
                    <a:pt x="6363727" y="1668810"/>
                  </a:lnTo>
                  <a:lnTo>
                    <a:pt x="6363059" y="1668810"/>
                  </a:lnTo>
                  <a:lnTo>
                    <a:pt x="6362391" y="1668810"/>
                  </a:lnTo>
                  <a:lnTo>
                    <a:pt x="6361723" y="1668810"/>
                  </a:lnTo>
                  <a:lnTo>
                    <a:pt x="6361055" y="1668810"/>
                  </a:lnTo>
                  <a:lnTo>
                    <a:pt x="6360387" y="1668810"/>
                  </a:lnTo>
                  <a:lnTo>
                    <a:pt x="6359719" y="1668810"/>
                  </a:lnTo>
                  <a:lnTo>
                    <a:pt x="6359051" y="1668810"/>
                  </a:lnTo>
                  <a:lnTo>
                    <a:pt x="6358383" y="1668810"/>
                  </a:lnTo>
                  <a:lnTo>
                    <a:pt x="6357715" y="1668810"/>
                  </a:lnTo>
                  <a:lnTo>
                    <a:pt x="6357047" y="1668810"/>
                  </a:lnTo>
                  <a:lnTo>
                    <a:pt x="6356379" y="1668810"/>
                  </a:lnTo>
                  <a:lnTo>
                    <a:pt x="6355711" y="1668810"/>
                  </a:lnTo>
                  <a:lnTo>
                    <a:pt x="6355043" y="1668810"/>
                  </a:lnTo>
                  <a:lnTo>
                    <a:pt x="6354375" y="1668810"/>
                  </a:lnTo>
                  <a:lnTo>
                    <a:pt x="6353707" y="1668810"/>
                  </a:lnTo>
                  <a:lnTo>
                    <a:pt x="6353039" y="1668810"/>
                  </a:lnTo>
                  <a:lnTo>
                    <a:pt x="6352371" y="1668810"/>
                  </a:lnTo>
                  <a:lnTo>
                    <a:pt x="6351702" y="1668810"/>
                  </a:lnTo>
                  <a:lnTo>
                    <a:pt x="6351034" y="1668810"/>
                  </a:lnTo>
                  <a:lnTo>
                    <a:pt x="6350366" y="1668810"/>
                  </a:lnTo>
                  <a:lnTo>
                    <a:pt x="6349698" y="1668810"/>
                  </a:lnTo>
                  <a:lnTo>
                    <a:pt x="6349030" y="1668810"/>
                  </a:lnTo>
                  <a:lnTo>
                    <a:pt x="6348362" y="1668810"/>
                  </a:lnTo>
                  <a:lnTo>
                    <a:pt x="6347694" y="1668810"/>
                  </a:lnTo>
                  <a:lnTo>
                    <a:pt x="6347026" y="1668810"/>
                  </a:lnTo>
                  <a:lnTo>
                    <a:pt x="6346358" y="1668810"/>
                  </a:lnTo>
                  <a:lnTo>
                    <a:pt x="6345690" y="1668810"/>
                  </a:lnTo>
                  <a:lnTo>
                    <a:pt x="6345022" y="1668810"/>
                  </a:lnTo>
                  <a:lnTo>
                    <a:pt x="6344354" y="1668810"/>
                  </a:lnTo>
                  <a:lnTo>
                    <a:pt x="6343686" y="1668810"/>
                  </a:lnTo>
                  <a:lnTo>
                    <a:pt x="6343018" y="1668810"/>
                  </a:lnTo>
                  <a:lnTo>
                    <a:pt x="6342350" y="1668810"/>
                  </a:lnTo>
                  <a:lnTo>
                    <a:pt x="6341682" y="1668810"/>
                  </a:lnTo>
                  <a:lnTo>
                    <a:pt x="6341014" y="1668810"/>
                  </a:lnTo>
                  <a:lnTo>
                    <a:pt x="6340346" y="1668810"/>
                  </a:lnTo>
                  <a:lnTo>
                    <a:pt x="6339678" y="1668810"/>
                  </a:lnTo>
                  <a:lnTo>
                    <a:pt x="6339010" y="1668810"/>
                  </a:lnTo>
                  <a:lnTo>
                    <a:pt x="6338342" y="1668810"/>
                  </a:lnTo>
                  <a:lnTo>
                    <a:pt x="6337674" y="1668810"/>
                  </a:lnTo>
                  <a:lnTo>
                    <a:pt x="6337006" y="1668810"/>
                  </a:lnTo>
                  <a:lnTo>
                    <a:pt x="6336338" y="1668810"/>
                  </a:lnTo>
                  <a:lnTo>
                    <a:pt x="6335670" y="1668810"/>
                  </a:lnTo>
                  <a:lnTo>
                    <a:pt x="6335002" y="1668810"/>
                  </a:lnTo>
                  <a:lnTo>
                    <a:pt x="6334334" y="1668810"/>
                  </a:lnTo>
                  <a:lnTo>
                    <a:pt x="6333666" y="1668810"/>
                  </a:lnTo>
                  <a:lnTo>
                    <a:pt x="6332998" y="1668810"/>
                  </a:lnTo>
                  <a:lnTo>
                    <a:pt x="6332330" y="1668810"/>
                  </a:lnTo>
                  <a:lnTo>
                    <a:pt x="6331662" y="1668810"/>
                  </a:lnTo>
                  <a:lnTo>
                    <a:pt x="6330994" y="1668810"/>
                  </a:lnTo>
                  <a:lnTo>
                    <a:pt x="6330326" y="1668810"/>
                  </a:lnTo>
                  <a:lnTo>
                    <a:pt x="6329658" y="1668810"/>
                  </a:lnTo>
                  <a:lnTo>
                    <a:pt x="6328990" y="1668810"/>
                  </a:lnTo>
                  <a:lnTo>
                    <a:pt x="6328322" y="1668810"/>
                  </a:lnTo>
                  <a:lnTo>
                    <a:pt x="6327654" y="1668810"/>
                  </a:lnTo>
                  <a:lnTo>
                    <a:pt x="6326985" y="1668810"/>
                  </a:lnTo>
                  <a:lnTo>
                    <a:pt x="6326317" y="1668810"/>
                  </a:lnTo>
                  <a:lnTo>
                    <a:pt x="6325649" y="1668810"/>
                  </a:lnTo>
                  <a:lnTo>
                    <a:pt x="6324981" y="1668810"/>
                  </a:lnTo>
                  <a:lnTo>
                    <a:pt x="6324313" y="1668810"/>
                  </a:lnTo>
                  <a:lnTo>
                    <a:pt x="6323645" y="1668810"/>
                  </a:lnTo>
                  <a:lnTo>
                    <a:pt x="6322977" y="1668810"/>
                  </a:lnTo>
                  <a:lnTo>
                    <a:pt x="6322309" y="1668810"/>
                  </a:lnTo>
                  <a:lnTo>
                    <a:pt x="6321641" y="1668810"/>
                  </a:lnTo>
                  <a:lnTo>
                    <a:pt x="6320973" y="1668810"/>
                  </a:lnTo>
                  <a:lnTo>
                    <a:pt x="6320305" y="1668810"/>
                  </a:lnTo>
                  <a:lnTo>
                    <a:pt x="6319637" y="1668810"/>
                  </a:lnTo>
                  <a:lnTo>
                    <a:pt x="6318969" y="1668810"/>
                  </a:lnTo>
                  <a:lnTo>
                    <a:pt x="6318301" y="1668810"/>
                  </a:lnTo>
                  <a:lnTo>
                    <a:pt x="6317633" y="1668810"/>
                  </a:lnTo>
                  <a:lnTo>
                    <a:pt x="6316965" y="1668810"/>
                  </a:lnTo>
                  <a:lnTo>
                    <a:pt x="6316297" y="1668810"/>
                  </a:lnTo>
                  <a:lnTo>
                    <a:pt x="6315629" y="1668810"/>
                  </a:lnTo>
                  <a:lnTo>
                    <a:pt x="6314961" y="1668810"/>
                  </a:lnTo>
                  <a:lnTo>
                    <a:pt x="6314293" y="1668810"/>
                  </a:lnTo>
                  <a:lnTo>
                    <a:pt x="6313625" y="1668810"/>
                  </a:lnTo>
                  <a:lnTo>
                    <a:pt x="6312957" y="1668810"/>
                  </a:lnTo>
                  <a:lnTo>
                    <a:pt x="6312289" y="1668810"/>
                  </a:lnTo>
                  <a:lnTo>
                    <a:pt x="6311621" y="1668810"/>
                  </a:lnTo>
                  <a:lnTo>
                    <a:pt x="6310953" y="1668810"/>
                  </a:lnTo>
                  <a:lnTo>
                    <a:pt x="6310285" y="1668810"/>
                  </a:lnTo>
                  <a:lnTo>
                    <a:pt x="6309617" y="1668810"/>
                  </a:lnTo>
                  <a:lnTo>
                    <a:pt x="6308949" y="1668810"/>
                  </a:lnTo>
                  <a:lnTo>
                    <a:pt x="6308281" y="1668810"/>
                  </a:lnTo>
                  <a:lnTo>
                    <a:pt x="6307613" y="1668810"/>
                  </a:lnTo>
                  <a:lnTo>
                    <a:pt x="6306945" y="1668810"/>
                  </a:lnTo>
                  <a:lnTo>
                    <a:pt x="6306277" y="1668810"/>
                  </a:lnTo>
                  <a:lnTo>
                    <a:pt x="6305609" y="1668810"/>
                  </a:lnTo>
                  <a:lnTo>
                    <a:pt x="6304941" y="1668810"/>
                  </a:lnTo>
                  <a:lnTo>
                    <a:pt x="6304273" y="1668810"/>
                  </a:lnTo>
                  <a:lnTo>
                    <a:pt x="6303605" y="1668810"/>
                  </a:lnTo>
                  <a:lnTo>
                    <a:pt x="6302937" y="1668810"/>
                  </a:lnTo>
                  <a:lnTo>
                    <a:pt x="6302268" y="1668810"/>
                  </a:lnTo>
                  <a:lnTo>
                    <a:pt x="6301600" y="1668810"/>
                  </a:lnTo>
                  <a:lnTo>
                    <a:pt x="6300932" y="1668810"/>
                  </a:lnTo>
                  <a:lnTo>
                    <a:pt x="6300264" y="1668810"/>
                  </a:lnTo>
                  <a:lnTo>
                    <a:pt x="6299596" y="1668810"/>
                  </a:lnTo>
                  <a:lnTo>
                    <a:pt x="6298928" y="1668810"/>
                  </a:lnTo>
                  <a:lnTo>
                    <a:pt x="6298260" y="1668810"/>
                  </a:lnTo>
                  <a:lnTo>
                    <a:pt x="6297592" y="1668810"/>
                  </a:lnTo>
                  <a:lnTo>
                    <a:pt x="6296924" y="1668810"/>
                  </a:lnTo>
                  <a:lnTo>
                    <a:pt x="6296256" y="1668810"/>
                  </a:lnTo>
                  <a:lnTo>
                    <a:pt x="6295588" y="1668810"/>
                  </a:lnTo>
                  <a:lnTo>
                    <a:pt x="6294920" y="1668810"/>
                  </a:lnTo>
                  <a:lnTo>
                    <a:pt x="6294252" y="1668810"/>
                  </a:lnTo>
                  <a:lnTo>
                    <a:pt x="6293584" y="1668810"/>
                  </a:lnTo>
                  <a:lnTo>
                    <a:pt x="6292916" y="1668810"/>
                  </a:lnTo>
                  <a:lnTo>
                    <a:pt x="6292248" y="1668810"/>
                  </a:lnTo>
                  <a:lnTo>
                    <a:pt x="6291580" y="1668810"/>
                  </a:lnTo>
                  <a:lnTo>
                    <a:pt x="6290912" y="1668810"/>
                  </a:lnTo>
                  <a:lnTo>
                    <a:pt x="6290244" y="1668810"/>
                  </a:lnTo>
                  <a:lnTo>
                    <a:pt x="6289576" y="1668810"/>
                  </a:lnTo>
                  <a:lnTo>
                    <a:pt x="6288908" y="1668810"/>
                  </a:lnTo>
                  <a:lnTo>
                    <a:pt x="6288240" y="1668810"/>
                  </a:lnTo>
                  <a:lnTo>
                    <a:pt x="6287572" y="1668810"/>
                  </a:lnTo>
                  <a:lnTo>
                    <a:pt x="6286904" y="1668810"/>
                  </a:lnTo>
                  <a:lnTo>
                    <a:pt x="6286236" y="1668810"/>
                  </a:lnTo>
                  <a:lnTo>
                    <a:pt x="6285568" y="1668810"/>
                  </a:lnTo>
                  <a:lnTo>
                    <a:pt x="6284900" y="1668810"/>
                  </a:lnTo>
                  <a:lnTo>
                    <a:pt x="6284232" y="1668810"/>
                  </a:lnTo>
                  <a:lnTo>
                    <a:pt x="6283564" y="1668810"/>
                  </a:lnTo>
                  <a:lnTo>
                    <a:pt x="6282896" y="1668810"/>
                  </a:lnTo>
                  <a:lnTo>
                    <a:pt x="6282228" y="1668810"/>
                  </a:lnTo>
                  <a:lnTo>
                    <a:pt x="6281560" y="1668810"/>
                  </a:lnTo>
                  <a:lnTo>
                    <a:pt x="6280892" y="1668810"/>
                  </a:lnTo>
                  <a:lnTo>
                    <a:pt x="6280224" y="1668810"/>
                  </a:lnTo>
                  <a:lnTo>
                    <a:pt x="6279556" y="1668810"/>
                  </a:lnTo>
                  <a:lnTo>
                    <a:pt x="6278888" y="1668810"/>
                  </a:lnTo>
                  <a:lnTo>
                    <a:pt x="6278219" y="1668810"/>
                  </a:lnTo>
                  <a:lnTo>
                    <a:pt x="6277551" y="1668810"/>
                  </a:lnTo>
                  <a:lnTo>
                    <a:pt x="6276883" y="1668810"/>
                  </a:lnTo>
                  <a:lnTo>
                    <a:pt x="6276215" y="1668810"/>
                  </a:lnTo>
                  <a:lnTo>
                    <a:pt x="6275547" y="1668810"/>
                  </a:lnTo>
                  <a:lnTo>
                    <a:pt x="6274879" y="1668810"/>
                  </a:lnTo>
                  <a:lnTo>
                    <a:pt x="6274211" y="1668810"/>
                  </a:lnTo>
                  <a:lnTo>
                    <a:pt x="6273543" y="1668810"/>
                  </a:lnTo>
                  <a:lnTo>
                    <a:pt x="6272875" y="1668810"/>
                  </a:lnTo>
                  <a:lnTo>
                    <a:pt x="6272207" y="1668810"/>
                  </a:lnTo>
                  <a:lnTo>
                    <a:pt x="6271539" y="1668810"/>
                  </a:lnTo>
                  <a:lnTo>
                    <a:pt x="6270871" y="1668810"/>
                  </a:lnTo>
                  <a:lnTo>
                    <a:pt x="6270203" y="1668810"/>
                  </a:lnTo>
                  <a:lnTo>
                    <a:pt x="6269535" y="1668810"/>
                  </a:lnTo>
                  <a:lnTo>
                    <a:pt x="6268867" y="1668810"/>
                  </a:lnTo>
                  <a:lnTo>
                    <a:pt x="6268199" y="1668810"/>
                  </a:lnTo>
                  <a:lnTo>
                    <a:pt x="6267531" y="1668810"/>
                  </a:lnTo>
                  <a:lnTo>
                    <a:pt x="6266863" y="1668810"/>
                  </a:lnTo>
                  <a:lnTo>
                    <a:pt x="6266195" y="1668810"/>
                  </a:lnTo>
                  <a:lnTo>
                    <a:pt x="6265527" y="1668810"/>
                  </a:lnTo>
                  <a:lnTo>
                    <a:pt x="6264859" y="1668810"/>
                  </a:lnTo>
                  <a:lnTo>
                    <a:pt x="6264191" y="1668810"/>
                  </a:lnTo>
                  <a:lnTo>
                    <a:pt x="6263523" y="1668810"/>
                  </a:lnTo>
                  <a:lnTo>
                    <a:pt x="6262855" y="1668810"/>
                  </a:lnTo>
                  <a:lnTo>
                    <a:pt x="6262187" y="1668810"/>
                  </a:lnTo>
                  <a:lnTo>
                    <a:pt x="6261519" y="1668810"/>
                  </a:lnTo>
                  <a:lnTo>
                    <a:pt x="6260851" y="1668810"/>
                  </a:lnTo>
                  <a:lnTo>
                    <a:pt x="6260183" y="1668810"/>
                  </a:lnTo>
                  <a:lnTo>
                    <a:pt x="6259515" y="1668810"/>
                  </a:lnTo>
                  <a:lnTo>
                    <a:pt x="6258847" y="1668810"/>
                  </a:lnTo>
                  <a:lnTo>
                    <a:pt x="6258179" y="1668810"/>
                  </a:lnTo>
                  <a:lnTo>
                    <a:pt x="6257511" y="1668810"/>
                  </a:lnTo>
                  <a:lnTo>
                    <a:pt x="6256843" y="1668810"/>
                  </a:lnTo>
                  <a:lnTo>
                    <a:pt x="6256175" y="1668810"/>
                  </a:lnTo>
                  <a:lnTo>
                    <a:pt x="6255507" y="1668810"/>
                  </a:lnTo>
                  <a:lnTo>
                    <a:pt x="6254839" y="1668810"/>
                  </a:lnTo>
                  <a:lnTo>
                    <a:pt x="6254171" y="1668810"/>
                  </a:lnTo>
                  <a:lnTo>
                    <a:pt x="6253502" y="1668810"/>
                  </a:lnTo>
                  <a:lnTo>
                    <a:pt x="6252834" y="1668810"/>
                  </a:lnTo>
                  <a:lnTo>
                    <a:pt x="6252166" y="1668810"/>
                  </a:lnTo>
                  <a:lnTo>
                    <a:pt x="6251498" y="1668810"/>
                  </a:lnTo>
                  <a:lnTo>
                    <a:pt x="6250830" y="1668810"/>
                  </a:lnTo>
                  <a:lnTo>
                    <a:pt x="6250162" y="1668810"/>
                  </a:lnTo>
                  <a:lnTo>
                    <a:pt x="6249494" y="1668810"/>
                  </a:lnTo>
                  <a:lnTo>
                    <a:pt x="6248826" y="1668810"/>
                  </a:lnTo>
                  <a:lnTo>
                    <a:pt x="6248158" y="1668810"/>
                  </a:lnTo>
                  <a:lnTo>
                    <a:pt x="6247490" y="1668810"/>
                  </a:lnTo>
                  <a:lnTo>
                    <a:pt x="6246822" y="1668810"/>
                  </a:lnTo>
                  <a:lnTo>
                    <a:pt x="6246154" y="1668810"/>
                  </a:lnTo>
                  <a:lnTo>
                    <a:pt x="6245486" y="1668810"/>
                  </a:lnTo>
                  <a:lnTo>
                    <a:pt x="6244818" y="1668810"/>
                  </a:lnTo>
                  <a:lnTo>
                    <a:pt x="6244150" y="1668810"/>
                  </a:lnTo>
                  <a:lnTo>
                    <a:pt x="6243482" y="1668810"/>
                  </a:lnTo>
                  <a:lnTo>
                    <a:pt x="6242814" y="1668810"/>
                  </a:lnTo>
                  <a:lnTo>
                    <a:pt x="6242146" y="1668810"/>
                  </a:lnTo>
                  <a:lnTo>
                    <a:pt x="6241478" y="1668810"/>
                  </a:lnTo>
                  <a:lnTo>
                    <a:pt x="6240810" y="1668810"/>
                  </a:lnTo>
                  <a:lnTo>
                    <a:pt x="6240142" y="1668810"/>
                  </a:lnTo>
                  <a:lnTo>
                    <a:pt x="6239474" y="1668810"/>
                  </a:lnTo>
                  <a:lnTo>
                    <a:pt x="6238806" y="1668810"/>
                  </a:lnTo>
                  <a:lnTo>
                    <a:pt x="6238138" y="1668810"/>
                  </a:lnTo>
                  <a:lnTo>
                    <a:pt x="6237470" y="1668810"/>
                  </a:lnTo>
                  <a:lnTo>
                    <a:pt x="6236802" y="1668810"/>
                  </a:lnTo>
                  <a:lnTo>
                    <a:pt x="6236134" y="1668810"/>
                  </a:lnTo>
                  <a:lnTo>
                    <a:pt x="6235466" y="1668810"/>
                  </a:lnTo>
                  <a:lnTo>
                    <a:pt x="6234798" y="1668810"/>
                  </a:lnTo>
                  <a:lnTo>
                    <a:pt x="6234130" y="1668810"/>
                  </a:lnTo>
                  <a:lnTo>
                    <a:pt x="6233462" y="1668810"/>
                  </a:lnTo>
                  <a:lnTo>
                    <a:pt x="6232794" y="1668810"/>
                  </a:lnTo>
                  <a:lnTo>
                    <a:pt x="6232126" y="1668810"/>
                  </a:lnTo>
                  <a:lnTo>
                    <a:pt x="6231458" y="1668810"/>
                  </a:lnTo>
                  <a:lnTo>
                    <a:pt x="6230790" y="1668810"/>
                  </a:lnTo>
                  <a:lnTo>
                    <a:pt x="6230122" y="1668810"/>
                  </a:lnTo>
                  <a:lnTo>
                    <a:pt x="6229454" y="1668810"/>
                  </a:lnTo>
                  <a:lnTo>
                    <a:pt x="6228785" y="1668810"/>
                  </a:lnTo>
                  <a:lnTo>
                    <a:pt x="6228117" y="1668810"/>
                  </a:lnTo>
                  <a:lnTo>
                    <a:pt x="6227449" y="1668810"/>
                  </a:lnTo>
                  <a:lnTo>
                    <a:pt x="6226781" y="1668810"/>
                  </a:lnTo>
                  <a:lnTo>
                    <a:pt x="6226113" y="1668810"/>
                  </a:lnTo>
                  <a:lnTo>
                    <a:pt x="6225445" y="1668810"/>
                  </a:lnTo>
                  <a:lnTo>
                    <a:pt x="6224777" y="1668810"/>
                  </a:lnTo>
                  <a:lnTo>
                    <a:pt x="6224109" y="1668810"/>
                  </a:lnTo>
                  <a:lnTo>
                    <a:pt x="6223441" y="1668810"/>
                  </a:lnTo>
                  <a:lnTo>
                    <a:pt x="6222773" y="1668810"/>
                  </a:lnTo>
                  <a:lnTo>
                    <a:pt x="6222105" y="1668810"/>
                  </a:lnTo>
                  <a:lnTo>
                    <a:pt x="6221437" y="1668810"/>
                  </a:lnTo>
                  <a:lnTo>
                    <a:pt x="6220769" y="1668810"/>
                  </a:lnTo>
                  <a:lnTo>
                    <a:pt x="6220101" y="1668810"/>
                  </a:lnTo>
                  <a:lnTo>
                    <a:pt x="6219433" y="1668810"/>
                  </a:lnTo>
                  <a:lnTo>
                    <a:pt x="6218765" y="1668810"/>
                  </a:lnTo>
                  <a:lnTo>
                    <a:pt x="6218097" y="1668810"/>
                  </a:lnTo>
                  <a:lnTo>
                    <a:pt x="6217429" y="1668810"/>
                  </a:lnTo>
                  <a:lnTo>
                    <a:pt x="6216761" y="1668810"/>
                  </a:lnTo>
                  <a:lnTo>
                    <a:pt x="6216093" y="1668810"/>
                  </a:lnTo>
                  <a:lnTo>
                    <a:pt x="6215425" y="1668810"/>
                  </a:lnTo>
                  <a:lnTo>
                    <a:pt x="6214757" y="1668810"/>
                  </a:lnTo>
                  <a:lnTo>
                    <a:pt x="6214089" y="1668810"/>
                  </a:lnTo>
                  <a:lnTo>
                    <a:pt x="6213421" y="1668810"/>
                  </a:lnTo>
                  <a:lnTo>
                    <a:pt x="6212753" y="1668810"/>
                  </a:lnTo>
                  <a:lnTo>
                    <a:pt x="6212085" y="1668810"/>
                  </a:lnTo>
                  <a:lnTo>
                    <a:pt x="6211417" y="1668810"/>
                  </a:lnTo>
                  <a:lnTo>
                    <a:pt x="6210749" y="1668810"/>
                  </a:lnTo>
                  <a:lnTo>
                    <a:pt x="6210081" y="1668810"/>
                  </a:lnTo>
                  <a:lnTo>
                    <a:pt x="6209413" y="1668810"/>
                  </a:lnTo>
                  <a:lnTo>
                    <a:pt x="6208745" y="1668810"/>
                  </a:lnTo>
                  <a:lnTo>
                    <a:pt x="6208077" y="1668810"/>
                  </a:lnTo>
                  <a:lnTo>
                    <a:pt x="6207409" y="1668810"/>
                  </a:lnTo>
                  <a:lnTo>
                    <a:pt x="6206741" y="1668810"/>
                  </a:lnTo>
                  <a:lnTo>
                    <a:pt x="6206073" y="1668810"/>
                  </a:lnTo>
                  <a:lnTo>
                    <a:pt x="6205405" y="1668810"/>
                  </a:lnTo>
                  <a:lnTo>
                    <a:pt x="6204737" y="1668810"/>
                  </a:lnTo>
                  <a:lnTo>
                    <a:pt x="6204068" y="1668810"/>
                  </a:lnTo>
                  <a:lnTo>
                    <a:pt x="6203400" y="1668810"/>
                  </a:lnTo>
                  <a:lnTo>
                    <a:pt x="6202732" y="1668810"/>
                  </a:lnTo>
                  <a:lnTo>
                    <a:pt x="6202064" y="1668810"/>
                  </a:lnTo>
                  <a:lnTo>
                    <a:pt x="6201396" y="1668810"/>
                  </a:lnTo>
                  <a:lnTo>
                    <a:pt x="6200728" y="1668810"/>
                  </a:lnTo>
                  <a:lnTo>
                    <a:pt x="6200060" y="1668810"/>
                  </a:lnTo>
                  <a:lnTo>
                    <a:pt x="6199392" y="1668810"/>
                  </a:lnTo>
                  <a:lnTo>
                    <a:pt x="6198724" y="1668810"/>
                  </a:lnTo>
                  <a:lnTo>
                    <a:pt x="6198056" y="1668810"/>
                  </a:lnTo>
                  <a:lnTo>
                    <a:pt x="6197388" y="1668810"/>
                  </a:lnTo>
                  <a:lnTo>
                    <a:pt x="6196720" y="1668810"/>
                  </a:lnTo>
                  <a:lnTo>
                    <a:pt x="6196052" y="1668810"/>
                  </a:lnTo>
                  <a:lnTo>
                    <a:pt x="6195384" y="1668810"/>
                  </a:lnTo>
                  <a:lnTo>
                    <a:pt x="6194716" y="1668810"/>
                  </a:lnTo>
                  <a:lnTo>
                    <a:pt x="6194048" y="1668810"/>
                  </a:lnTo>
                  <a:lnTo>
                    <a:pt x="6193380" y="1668810"/>
                  </a:lnTo>
                  <a:lnTo>
                    <a:pt x="6192712" y="1668810"/>
                  </a:lnTo>
                  <a:lnTo>
                    <a:pt x="6192044" y="1668810"/>
                  </a:lnTo>
                  <a:lnTo>
                    <a:pt x="6191376" y="1668810"/>
                  </a:lnTo>
                  <a:lnTo>
                    <a:pt x="6190708" y="1668810"/>
                  </a:lnTo>
                  <a:lnTo>
                    <a:pt x="6190040" y="1668810"/>
                  </a:lnTo>
                  <a:lnTo>
                    <a:pt x="6189372" y="1668810"/>
                  </a:lnTo>
                  <a:lnTo>
                    <a:pt x="6188704" y="1668810"/>
                  </a:lnTo>
                  <a:lnTo>
                    <a:pt x="6188036" y="1668810"/>
                  </a:lnTo>
                  <a:lnTo>
                    <a:pt x="6187368" y="1668810"/>
                  </a:lnTo>
                  <a:lnTo>
                    <a:pt x="6186700" y="1668810"/>
                  </a:lnTo>
                  <a:lnTo>
                    <a:pt x="6186032" y="1668810"/>
                  </a:lnTo>
                  <a:lnTo>
                    <a:pt x="6185364" y="1668810"/>
                  </a:lnTo>
                  <a:lnTo>
                    <a:pt x="6184696" y="1668810"/>
                  </a:lnTo>
                  <a:lnTo>
                    <a:pt x="6184028" y="1668810"/>
                  </a:lnTo>
                  <a:lnTo>
                    <a:pt x="6183360" y="1668810"/>
                  </a:lnTo>
                  <a:lnTo>
                    <a:pt x="6182692" y="1668810"/>
                  </a:lnTo>
                  <a:lnTo>
                    <a:pt x="6182024" y="1668810"/>
                  </a:lnTo>
                  <a:lnTo>
                    <a:pt x="6181356" y="1668810"/>
                  </a:lnTo>
                  <a:lnTo>
                    <a:pt x="6180688" y="1668810"/>
                  </a:lnTo>
                  <a:lnTo>
                    <a:pt x="6180019" y="1668810"/>
                  </a:lnTo>
                  <a:lnTo>
                    <a:pt x="6179351" y="1668810"/>
                  </a:lnTo>
                  <a:lnTo>
                    <a:pt x="6178683" y="1668810"/>
                  </a:lnTo>
                  <a:lnTo>
                    <a:pt x="6178015" y="1668810"/>
                  </a:lnTo>
                  <a:lnTo>
                    <a:pt x="6177347" y="1668810"/>
                  </a:lnTo>
                  <a:lnTo>
                    <a:pt x="6176679" y="1668810"/>
                  </a:lnTo>
                  <a:lnTo>
                    <a:pt x="6176011" y="1668810"/>
                  </a:lnTo>
                  <a:lnTo>
                    <a:pt x="6175343" y="1668810"/>
                  </a:lnTo>
                  <a:lnTo>
                    <a:pt x="6174675" y="1668810"/>
                  </a:lnTo>
                  <a:lnTo>
                    <a:pt x="6174007" y="1668810"/>
                  </a:lnTo>
                  <a:lnTo>
                    <a:pt x="6173339" y="1668810"/>
                  </a:lnTo>
                  <a:lnTo>
                    <a:pt x="6172671" y="1668810"/>
                  </a:lnTo>
                  <a:lnTo>
                    <a:pt x="6172003" y="1668810"/>
                  </a:lnTo>
                  <a:lnTo>
                    <a:pt x="6171335" y="1668810"/>
                  </a:lnTo>
                  <a:lnTo>
                    <a:pt x="6170667" y="1668810"/>
                  </a:lnTo>
                  <a:lnTo>
                    <a:pt x="6169999" y="1668810"/>
                  </a:lnTo>
                  <a:lnTo>
                    <a:pt x="6169331" y="1668810"/>
                  </a:lnTo>
                  <a:lnTo>
                    <a:pt x="6168663" y="1668810"/>
                  </a:lnTo>
                  <a:lnTo>
                    <a:pt x="6167995" y="1668810"/>
                  </a:lnTo>
                  <a:lnTo>
                    <a:pt x="6167327" y="1668810"/>
                  </a:lnTo>
                  <a:lnTo>
                    <a:pt x="6166659" y="1668810"/>
                  </a:lnTo>
                  <a:lnTo>
                    <a:pt x="6165991" y="1668810"/>
                  </a:lnTo>
                  <a:lnTo>
                    <a:pt x="6165323" y="1668810"/>
                  </a:lnTo>
                  <a:lnTo>
                    <a:pt x="6164655" y="1668810"/>
                  </a:lnTo>
                  <a:lnTo>
                    <a:pt x="6163987" y="1668810"/>
                  </a:lnTo>
                  <a:lnTo>
                    <a:pt x="6163319" y="1668810"/>
                  </a:lnTo>
                  <a:lnTo>
                    <a:pt x="6162651" y="1668810"/>
                  </a:lnTo>
                  <a:lnTo>
                    <a:pt x="6161983" y="1668810"/>
                  </a:lnTo>
                  <a:lnTo>
                    <a:pt x="6161315" y="1668810"/>
                  </a:lnTo>
                  <a:lnTo>
                    <a:pt x="6160647" y="1668810"/>
                  </a:lnTo>
                  <a:lnTo>
                    <a:pt x="6159979" y="1668810"/>
                  </a:lnTo>
                  <a:lnTo>
                    <a:pt x="6159311" y="1668810"/>
                  </a:lnTo>
                  <a:lnTo>
                    <a:pt x="6158643" y="1668810"/>
                  </a:lnTo>
                  <a:lnTo>
                    <a:pt x="6157975" y="1668810"/>
                  </a:lnTo>
                  <a:lnTo>
                    <a:pt x="6157307" y="1668810"/>
                  </a:lnTo>
                  <a:lnTo>
                    <a:pt x="6156639" y="1668810"/>
                  </a:lnTo>
                  <a:lnTo>
                    <a:pt x="6155971" y="1668810"/>
                  </a:lnTo>
                  <a:lnTo>
                    <a:pt x="6155302" y="1668810"/>
                  </a:lnTo>
                  <a:lnTo>
                    <a:pt x="6154634" y="1668810"/>
                  </a:lnTo>
                  <a:lnTo>
                    <a:pt x="6153966" y="1668810"/>
                  </a:lnTo>
                  <a:lnTo>
                    <a:pt x="6153298" y="1668810"/>
                  </a:lnTo>
                  <a:lnTo>
                    <a:pt x="6152630" y="1668810"/>
                  </a:lnTo>
                  <a:lnTo>
                    <a:pt x="6151962" y="1668810"/>
                  </a:lnTo>
                  <a:lnTo>
                    <a:pt x="6151294" y="1668810"/>
                  </a:lnTo>
                  <a:lnTo>
                    <a:pt x="6150626" y="1668810"/>
                  </a:lnTo>
                  <a:lnTo>
                    <a:pt x="6149958" y="1668810"/>
                  </a:lnTo>
                  <a:lnTo>
                    <a:pt x="6149290" y="1668810"/>
                  </a:lnTo>
                  <a:lnTo>
                    <a:pt x="6148622" y="1668810"/>
                  </a:lnTo>
                  <a:lnTo>
                    <a:pt x="6147954" y="1668810"/>
                  </a:lnTo>
                  <a:lnTo>
                    <a:pt x="6147286" y="1668810"/>
                  </a:lnTo>
                  <a:lnTo>
                    <a:pt x="6146618" y="1668810"/>
                  </a:lnTo>
                  <a:lnTo>
                    <a:pt x="6145950" y="1668810"/>
                  </a:lnTo>
                  <a:lnTo>
                    <a:pt x="6145282" y="1668810"/>
                  </a:lnTo>
                  <a:lnTo>
                    <a:pt x="6144614" y="1668810"/>
                  </a:lnTo>
                  <a:lnTo>
                    <a:pt x="6143946" y="1668810"/>
                  </a:lnTo>
                  <a:lnTo>
                    <a:pt x="6143278" y="1668810"/>
                  </a:lnTo>
                  <a:lnTo>
                    <a:pt x="6142610" y="1668810"/>
                  </a:lnTo>
                  <a:lnTo>
                    <a:pt x="6141942" y="1668810"/>
                  </a:lnTo>
                  <a:lnTo>
                    <a:pt x="6141274" y="1668810"/>
                  </a:lnTo>
                  <a:lnTo>
                    <a:pt x="6140606" y="1668810"/>
                  </a:lnTo>
                  <a:lnTo>
                    <a:pt x="6139938" y="1668810"/>
                  </a:lnTo>
                  <a:lnTo>
                    <a:pt x="6139270" y="1668810"/>
                  </a:lnTo>
                  <a:lnTo>
                    <a:pt x="6138602" y="1668810"/>
                  </a:lnTo>
                  <a:lnTo>
                    <a:pt x="6137934" y="1668810"/>
                  </a:lnTo>
                  <a:lnTo>
                    <a:pt x="6137266" y="1668810"/>
                  </a:lnTo>
                  <a:lnTo>
                    <a:pt x="6136598" y="1668810"/>
                  </a:lnTo>
                  <a:lnTo>
                    <a:pt x="6135930" y="1668810"/>
                  </a:lnTo>
                  <a:lnTo>
                    <a:pt x="6135262" y="1668810"/>
                  </a:lnTo>
                  <a:lnTo>
                    <a:pt x="6134594" y="1668810"/>
                  </a:lnTo>
                  <a:lnTo>
                    <a:pt x="6133926" y="1668810"/>
                  </a:lnTo>
                  <a:lnTo>
                    <a:pt x="6133258" y="1668810"/>
                  </a:lnTo>
                  <a:lnTo>
                    <a:pt x="6132590" y="1668810"/>
                  </a:lnTo>
                  <a:lnTo>
                    <a:pt x="6131922" y="1668810"/>
                  </a:lnTo>
                  <a:lnTo>
                    <a:pt x="6131254" y="1668810"/>
                  </a:lnTo>
                  <a:lnTo>
                    <a:pt x="6130585" y="1668810"/>
                  </a:lnTo>
                  <a:lnTo>
                    <a:pt x="6129917" y="1668810"/>
                  </a:lnTo>
                  <a:lnTo>
                    <a:pt x="6129249" y="1668810"/>
                  </a:lnTo>
                  <a:lnTo>
                    <a:pt x="6128581" y="1668810"/>
                  </a:lnTo>
                  <a:lnTo>
                    <a:pt x="6127913" y="1668810"/>
                  </a:lnTo>
                  <a:lnTo>
                    <a:pt x="6127245" y="1668810"/>
                  </a:lnTo>
                  <a:lnTo>
                    <a:pt x="6126577" y="1668810"/>
                  </a:lnTo>
                  <a:lnTo>
                    <a:pt x="6125909" y="1668810"/>
                  </a:lnTo>
                  <a:lnTo>
                    <a:pt x="6125241" y="1668810"/>
                  </a:lnTo>
                  <a:lnTo>
                    <a:pt x="6124573" y="1668810"/>
                  </a:lnTo>
                  <a:lnTo>
                    <a:pt x="6123905" y="1668810"/>
                  </a:lnTo>
                  <a:lnTo>
                    <a:pt x="6123237" y="1668810"/>
                  </a:lnTo>
                  <a:lnTo>
                    <a:pt x="6122569" y="1668810"/>
                  </a:lnTo>
                  <a:lnTo>
                    <a:pt x="6121901" y="1668810"/>
                  </a:lnTo>
                  <a:lnTo>
                    <a:pt x="6121233" y="1668810"/>
                  </a:lnTo>
                  <a:lnTo>
                    <a:pt x="6120565" y="1668810"/>
                  </a:lnTo>
                  <a:lnTo>
                    <a:pt x="6119897" y="1668810"/>
                  </a:lnTo>
                  <a:lnTo>
                    <a:pt x="6119229" y="1668810"/>
                  </a:lnTo>
                  <a:lnTo>
                    <a:pt x="6118561" y="1668810"/>
                  </a:lnTo>
                  <a:lnTo>
                    <a:pt x="6117893" y="1668810"/>
                  </a:lnTo>
                  <a:lnTo>
                    <a:pt x="6117225" y="1668810"/>
                  </a:lnTo>
                  <a:lnTo>
                    <a:pt x="6116557" y="1668810"/>
                  </a:lnTo>
                  <a:lnTo>
                    <a:pt x="6115889" y="1668810"/>
                  </a:lnTo>
                  <a:lnTo>
                    <a:pt x="6115221" y="1668810"/>
                  </a:lnTo>
                  <a:lnTo>
                    <a:pt x="6114553" y="1668810"/>
                  </a:lnTo>
                  <a:lnTo>
                    <a:pt x="6113885" y="1668810"/>
                  </a:lnTo>
                  <a:lnTo>
                    <a:pt x="6113217" y="1668810"/>
                  </a:lnTo>
                  <a:lnTo>
                    <a:pt x="6112549" y="1668810"/>
                  </a:lnTo>
                  <a:lnTo>
                    <a:pt x="6111881" y="1668810"/>
                  </a:lnTo>
                  <a:lnTo>
                    <a:pt x="6111213" y="1668810"/>
                  </a:lnTo>
                  <a:lnTo>
                    <a:pt x="6110545" y="1668810"/>
                  </a:lnTo>
                  <a:lnTo>
                    <a:pt x="6109877" y="1668810"/>
                  </a:lnTo>
                  <a:lnTo>
                    <a:pt x="6109209" y="1668810"/>
                  </a:lnTo>
                  <a:lnTo>
                    <a:pt x="6108541" y="1668810"/>
                  </a:lnTo>
                  <a:lnTo>
                    <a:pt x="6107873" y="1668810"/>
                  </a:lnTo>
                  <a:lnTo>
                    <a:pt x="6107205" y="1668810"/>
                  </a:lnTo>
                  <a:lnTo>
                    <a:pt x="6106537" y="1668810"/>
                  </a:lnTo>
                  <a:lnTo>
                    <a:pt x="6105868" y="1668810"/>
                  </a:lnTo>
                  <a:lnTo>
                    <a:pt x="6105200" y="1668810"/>
                  </a:lnTo>
                  <a:lnTo>
                    <a:pt x="6104532" y="1668810"/>
                  </a:lnTo>
                  <a:lnTo>
                    <a:pt x="6103864" y="1668810"/>
                  </a:lnTo>
                  <a:lnTo>
                    <a:pt x="6103196" y="1668810"/>
                  </a:lnTo>
                  <a:lnTo>
                    <a:pt x="6102528" y="1668810"/>
                  </a:lnTo>
                  <a:lnTo>
                    <a:pt x="6101860" y="1668810"/>
                  </a:lnTo>
                  <a:lnTo>
                    <a:pt x="6101192" y="1668810"/>
                  </a:lnTo>
                  <a:lnTo>
                    <a:pt x="6100524" y="1668810"/>
                  </a:lnTo>
                  <a:lnTo>
                    <a:pt x="6099856" y="1668810"/>
                  </a:lnTo>
                  <a:lnTo>
                    <a:pt x="6099188" y="1668810"/>
                  </a:lnTo>
                  <a:lnTo>
                    <a:pt x="6098520" y="1668810"/>
                  </a:lnTo>
                  <a:lnTo>
                    <a:pt x="6097852" y="1668810"/>
                  </a:lnTo>
                  <a:lnTo>
                    <a:pt x="6097184" y="1668810"/>
                  </a:lnTo>
                  <a:lnTo>
                    <a:pt x="6096516" y="1668810"/>
                  </a:lnTo>
                  <a:lnTo>
                    <a:pt x="6095848" y="1668810"/>
                  </a:lnTo>
                  <a:lnTo>
                    <a:pt x="6095180" y="1668810"/>
                  </a:lnTo>
                  <a:lnTo>
                    <a:pt x="6094512" y="1668810"/>
                  </a:lnTo>
                  <a:lnTo>
                    <a:pt x="6093844" y="1668810"/>
                  </a:lnTo>
                  <a:lnTo>
                    <a:pt x="6093176" y="1668810"/>
                  </a:lnTo>
                  <a:lnTo>
                    <a:pt x="6092508" y="1668810"/>
                  </a:lnTo>
                  <a:lnTo>
                    <a:pt x="6091840" y="1668810"/>
                  </a:lnTo>
                  <a:lnTo>
                    <a:pt x="6091172" y="1668810"/>
                  </a:lnTo>
                  <a:lnTo>
                    <a:pt x="6090504" y="1668810"/>
                  </a:lnTo>
                  <a:lnTo>
                    <a:pt x="6089836" y="1668810"/>
                  </a:lnTo>
                  <a:lnTo>
                    <a:pt x="6089168" y="1668810"/>
                  </a:lnTo>
                  <a:lnTo>
                    <a:pt x="6088500" y="1668810"/>
                  </a:lnTo>
                  <a:lnTo>
                    <a:pt x="6087832" y="1668810"/>
                  </a:lnTo>
                  <a:lnTo>
                    <a:pt x="6087164" y="1668810"/>
                  </a:lnTo>
                  <a:lnTo>
                    <a:pt x="6086496" y="1668810"/>
                  </a:lnTo>
                  <a:lnTo>
                    <a:pt x="6085828" y="1668810"/>
                  </a:lnTo>
                  <a:lnTo>
                    <a:pt x="6085160" y="1668810"/>
                  </a:lnTo>
                  <a:lnTo>
                    <a:pt x="6084492" y="1668810"/>
                  </a:lnTo>
                  <a:lnTo>
                    <a:pt x="6083824" y="1668810"/>
                  </a:lnTo>
                  <a:lnTo>
                    <a:pt x="6083156" y="1668810"/>
                  </a:lnTo>
                  <a:lnTo>
                    <a:pt x="6082488" y="1668810"/>
                  </a:lnTo>
                  <a:lnTo>
                    <a:pt x="6081819" y="1668810"/>
                  </a:lnTo>
                  <a:lnTo>
                    <a:pt x="6081151" y="1668810"/>
                  </a:lnTo>
                  <a:lnTo>
                    <a:pt x="6080483" y="1668810"/>
                  </a:lnTo>
                  <a:lnTo>
                    <a:pt x="6079815" y="1668810"/>
                  </a:lnTo>
                  <a:lnTo>
                    <a:pt x="6079147" y="1668810"/>
                  </a:lnTo>
                  <a:lnTo>
                    <a:pt x="6078479" y="1668810"/>
                  </a:lnTo>
                  <a:lnTo>
                    <a:pt x="6077811" y="1668810"/>
                  </a:lnTo>
                  <a:lnTo>
                    <a:pt x="6077143" y="1668810"/>
                  </a:lnTo>
                  <a:lnTo>
                    <a:pt x="6076475" y="1668810"/>
                  </a:lnTo>
                  <a:lnTo>
                    <a:pt x="6075807" y="1668810"/>
                  </a:lnTo>
                  <a:lnTo>
                    <a:pt x="6075139" y="1668810"/>
                  </a:lnTo>
                  <a:lnTo>
                    <a:pt x="6074471" y="1668810"/>
                  </a:lnTo>
                  <a:lnTo>
                    <a:pt x="6073803" y="1668810"/>
                  </a:lnTo>
                  <a:lnTo>
                    <a:pt x="6073135" y="1668810"/>
                  </a:lnTo>
                  <a:lnTo>
                    <a:pt x="6072467" y="1668810"/>
                  </a:lnTo>
                  <a:lnTo>
                    <a:pt x="6071799" y="1668810"/>
                  </a:lnTo>
                  <a:lnTo>
                    <a:pt x="6071131" y="1668810"/>
                  </a:lnTo>
                  <a:lnTo>
                    <a:pt x="6070463" y="1668810"/>
                  </a:lnTo>
                  <a:lnTo>
                    <a:pt x="6069795" y="1668810"/>
                  </a:lnTo>
                  <a:lnTo>
                    <a:pt x="6069127" y="1668810"/>
                  </a:lnTo>
                  <a:lnTo>
                    <a:pt x="6068459" y="1668810"/>
                  </a:lnTo>
                  <a:lnTo>
                    <a:pt x="6067791" y="1668810"/>
                  </a:lnTo>
                  <a:lnTo>
                    <a:pt x="6067123" y="1668810"/>
                  </a:lnTo>
                  <a:lnTo>
                    <a:pt x="6066455" y="1668810"/>
                  </a:lnTo>
                  <a:lnTo>
                    <a:pt x="6065787" y="1668810"/>
                  </a:lnTo>
                  <a:lnTo>
                    <a:pt x="6065119" y="1668810"/>
                  </a:lnTo>
                  <a:lnTo>
                    <a:pt x="6064451" y="1668810"/>
                  </a:lnTo>
                  <a:lnTo>
                    <a:pt x="6063783" y="1668810"/>
                  </a:lnTo>
                  <a:lnTo>
                    <a:pt x="6063115" y="1668810"/>
                  </a:lnTo>
                  <a:lnTo>
                    <a:pt x="6062447" y="1668810"/>
                  </a:lnTo>
                  <a:lnTo>
                    <a:pt x="6061779" y="1668810"/>
                  </a:lnTo>
                  <a:lnTo>
                    <a:pt x="6061111" y="1668810"/>
                  </a:lnTo>
                  <a:lnTo>
                    <a:pt x="6060443" y="1668810"/>
                  </a:lnTo>
                  <a:lnTo>
                    <a:pt x="6059775" y="1668810"/>
                  </a:lnTo>
                  <a:lnTo>
                    <a:pt x="6059107" y="1668810"/>
                  </a:lnTo>
                  <a:lnTo>
                    <a:pt x="6058439" y="1668810"/>
                  </a:lnTo>
                  <a:lnTo>
                    <a:pt x="6057771" y="1668810"/>
                  </a:lnTo>
                  <a:lnTo>
                    <a:pt x="6057102" y="1668810"/>
                  </a:lnTo>
                  <a:lnTo>
                    <a:pt x="6056434" y="1668810"/>
                  </a:lnTo>
                  <a:lnTo>
                    <a:pt x="6055766" y="1668810"/>
                  </a:lnTo>
                  <a:lnTo>
                    <a:pt x="6055098" y="1668810"/>
                  </a:lnTo>
                  <a:lnTo>
                    <a:pt x="6054430" y="1668810"/>
                  </a:lnTo>
                  <a:lnTo>
                    <a:pt x="6053762" y="1668810"/>
                  </a:lnTo>
                  <a:lnTo>
                    <a:pt x="6053094" y="1668810"/>
                  </a:lnTo>
                  <a:lnTo>
                    <a:pt x="6052426" y="1668810"/>
                  </a:lnTo>
                  <a:lnTo>
                    <a:pt x="6051758" y="1668810"/>
                  </a:lnTo>
                  <a:lnTo>
                    <a:pt x="6051090" y="1668810"/>
                  </a:lnTo>
                  <a:lnTo>
                    <a:pt x="6050422" y="1668810"/>
                  </a:lnTo>
                  <a:lnTo>
                    <a:pt x="6049754" y="1668810"/>
                  </a:lnTo>
                  <a:lnTo>
                    <a:pt x="6049086" y="1668810"/>
                  </a:lnTo>
                  <a:lnTo>
                    <a:pt x="6048418" y="1668810"/>
                  </a:lnTo>
                  <a:lnTo>
                    <a:pt x="6047750" y="1668810"/>
                  </a:lnTo>
                  <a:lnTo>
                    <a:pt x="6047082" y="1668810"/>
                  </a:lnTo>
                  <a:lnTo>
                    <a:pt x="6046414" y="1668810"/>
                  </a:lnTo>
                  <a:lnTo>
                    <a:pt x="6045746" y="1668810"/>
                  </a:lnTo>
                  <a:lnTo>
                    <a:pt x="6045078" y="1668810"/>
                  </a:lnTo>
                  <a:lnTo>
                    <a:pt x="6044410" y="1668810"/>
                  </a:lnTo>
                  <a:lnTo>
                    <a:pt x="6043742" y="1668810"/>
                  </a:lnTo>
                  <a:lnTo>
                    <a:pt x="6043074" y="1668810"/>
                  </a:lnTo>
                  <a:lnTo>
                    <a:pt x="6042406" y="1668810"/>
                  </a:lnTo>
                  <a:lnTo>
                    <a:pt x="6041738" y="1668810"/>
                  </a:lnTo>
                  <a:lnTo>
                    <a:pt x="6041070" y="1668810"/>
                  </a:lnTo>
                  <a:lnTo>
                    <a:pt x="6040402" y="1668810"/>
                  </a:lnTo>
                  <a:lnTo>
                    <a:pt x="6039734" y="1668810"/>
                  </a:lnTo>
                  <a:lnTo>
                    <a:pt x="6039066" y="1668810"/>
                  </a:lnTo>
                  <a:lnTo>
                    <a:pt x="6038398" y="1668810"/>
                  </a:lnTo>
                  <a:lnTo>
                    <a:pt x="6037730" y="1668810"/>
                  </a:lnTo>
                  <a:lnTo>
                    <a:pt x="6037062" y="1668810"/>
                  </a:lnTo>
                  <a:lnTo>
                    <a:pt x="6036394" y="1668810"/>
                  </a:lnTo>
                  <a:lnTo>
                    <a:pt x="6035726" y="1668810"/>
                  </a:lnTo>
                  <a:lnTo>
                    <a:pt x="6035058" y="1668810"/>
                  </a:lnTo>
                  <a:lnTo>
                    <a:pt x="6034390" y="1668810"/>
                  </a:lnTo>
                  <a:lnTo>
                    <a:pt x="6033722" y="1668810"/>
                  </a:lnTo>
                  <a:lnTo>
                    <a:pt x="6033054" y="1668810"/>
                  </a:lnTo>
                  <a:lnTo>
                    <a:pt x="6032385" y="1668810"/>
                  </a:lnTo>
                  <a:lnTo>
                    <a:pt x="6031717" y="1668810"/>
                  </a:lnTo>
                  <a:lnTo>
                    <a:pt x="6031049" y="1668810"/>
                  </a:lnTo>
                  <a:lnTo>
                    <a:pt x="6030381" y="1668810"/>
                  </a:lnTo>
                  <a:lnTo>
                    <a:pt x="6029713" y="1668810"/>
                  </a:lnTo>
                  <a:lnTo>
                    <a:pt x="6029045" y="1668810"/>
                  </a:lnTo>
                  <a:lnTo>
                    <a:pt x="6028377" y="1668810"/>
                  </a:lnTo>
                  <a:lnTo>
                    <a:pt x="6027709" y="1668810"/>
                  </a:lnTo>
                  <a:lnTo>
                    <a:pt x="6027041" y="1668810"/>
                  </a:lnTo>
                  <a:lnTo>
                    <a:pt x="6026373" y="1668810"/>
                  </a:lnTo>
                  <a:lnTo>
                    <a:pt x="6025705" y="1668810"/>
                  </a:lnTo>
                  <a:lnTo>
                    <a:pt x="6025037" y="1668810"/>
                  </a:lnTo>
                  <a:lnTo>
                    <a:pt x="6024369" y="1668810"/>
                  </a:lnTo>
                  <a:lnTo>
                    <a:pt x="6023701" y="1668810"/>
                  </a:lnTo>
                  <a:lnTo>
                    <a:pt x="6023033" y="1668810"/>
                  </a:lnTo>
                  <a:lnTo>
                    <a:pt x="6022365" y="1668810"/>
                  </a:lnTo>
                  <a:lnTo>
                    <a:pt x="6021697" y="1668810"/>
                  </a:lnTo>
                  <a:lnTo>
                    <a:pt x="6021029" y="1668810"/>
                  </a:lnTo>
                  <a:lnTo>
                    <a:pt x="6020361" y="1668810"/>
                  </a:lnTo>
                  <a:lnTo>
                    <a:pt x="6019693" y="1668810"/>
                  </a:lnTo>
                  <a:lnTo>
                    <a:pt x="6019025" y="1668810"/>
                  </a:lnTo>
                  <a:lnTo>
                    <a:pt x="6018357" y="1668810"/>
                  </a:lnTo>
                  <a:lnTo>
                    <a:pt x="6017689" y="1668810"/>
                  </a:lnTo>
                  <a:lnTo>
                    <a:pt x="6017021" y="1668810"/>
                  </a:lnTo>
                  <a:lnTo>
                    <a:pt x="6016353" y="1668810"/>
                  </a:lnTo>
                  <a:lnTo>
                    <a:pt x="6015685" y="1668810"/>
                  </a:lnTo>
                  <a:lnTo>
                    <a:pt x="6015017" y="1668810"/>
                  </a:lnTo>
                  <a:lnTo>
                    <a:pt x="6014349" y="1668810"/>
                  </a:lnTo>
                  <a:lnTo>
                    <a:pt x="6013681" y="1668810"/>
                  </a:lnTo>
                  <a:lnTo>
                    <a:pt x="6013013" y="1668810"/>
                  </a:lnTo>
                  <a:lnTo>
                    <a:pt x="6012345" y="1668810"/>
                  </a:lnTo>
                  <a:lnTo>
                    <a:pt x="6011677" y="1668810"/>
                  </a:lnTo>
                  <a:lnTo>
                    <a:pt x="6011009" y="1668810"/>
                  </a:lnTo>
                  <a:lnTo>
                    <a:pt x="6010341" y="1668810"/>
                  </a:lnTo>
                  <a:lnTo>
                    <a:pt x="6009673" y="1668810"/>
                  </a:lnTo>
                  <a:lnTo>
                    <a:pt x="6009005" y="1668810"/>
                  </a:lnTo>
                  <a:lnTo>
                    <a:pt x="6008337" y="1668810"/>
                  </a:lnTo>
                  <a:lnTo>
                    <a:pt x="6007668" y="1668810"/>
                  </a:lnTo>
                  <a:lnTo>
                    <a:pt x="6007000" y="1668810"/>
                  </a:lnTo>
                  <a:lnTo>
                    <a:pt x="6006332" y="1668810"/>
                  </a:lnTo>
                  <a:lnTo>
                    <a:pt x="6005664" y="1668810"/>
                  </a:lnTo>
                  <a:lnTo>
                    <a:pt x="6004996" y="1668810"/>
                  </a:lnTo>
                  <a:lnTo>
                    <a:pt x="6004328" y="1668810"/>
                  </a:lnTo>
                  <a:lnTo>
                    <a:pt x="6003660" y="1668810"/>
                  </a:lnTo>
                  <a:lnTo>
                    <a:pt x="6002992" y="1668810"/>
                  </a:lnTo>
                  <a:lnTo>
                    <a:pt x="6002324" y="1668810"/>
                  </a:lnTo>
                  <a:lnTo>
                    <a:pt x="6001656" y="1668810"/>
                  </a:lnTo>
                  <a:lnTo>
                    <a:pt x="6000988" y="1668810"/>
                  </a:lnTo>
                  <a:lnTo>
                    <a:pt x="6000320" y="1668810"/>
                  </a:lnTo>
                  <a:lnTo>
                    <a:pt x="5999652" y="1668810"/>
                  </a:lnTo>
                  <a:lnTo>
                    <a:pt x="5998984" y="1668810"/>
                  </a:lnTo>
                  <a:lnTo>
                    <a:pt x="5998316" y="1668810"/>
                  </a:lnTo>
                  <a:lnTo>
                    <a:pt x="5997648" y="1668810"/>
                  </a:lnTo>
                  <a:lnTo>
                    <a:pt x="5996980" y="1668810"/>
                  </a:lnTo>
                  <a:lnTo>
                    <a:pt x="5996312" y="1668810"/>
                  </a:lnTo>
                  <a:lnTo>
                    <a:pt x="5995644" y="1668810"/>
                  </a:lnTo>
                  <a:lnTo>
                    <a:pt x="5994976" y="1668810"/>
                  </a:lnTo>
                  <a:lnTo>
                    <a:pt x="5994308" y="1668810"/>
                  </a:lnTo>
                  <a:lnTo>
                    <a:pt x="5993640" y="1668810"/>
                  </a:lnTo>
                  <a:lnTo>
                    <a:pt x="5992972" y="1668810"/>
                  </a:lnTo>
                  <a:lnTo>
                    <a:pt x="5992304" y="1668810"/>
                  </a:lnTo>
                  <a:lnTo>
                    <a:pt x="5991636" y="1668810"/>
                  </a:lnTo>
                  <a:lnTo>
                    <a:pt x="5990968" y="1668810"/>
                  </a:lnTo>
                  <a:lnTo>
                    <a:pt x="5990300" y="1668810"/>
                  </a:lnTo>
                  <a:lnTo>
                    <a:pt x="5989632" y="1668810"/>
                  </a:lnTo>
                  <a:lnTo>
                    <a:pt x="5988964" y="1668810"/>
                  </a:lnTo>
                  <a:lnTo>
                    <a:pt x="5988296" y="1668810"/>
                  </a:lnTo>
                  <a:lnTo>
                    <a:pt x="5987628" y="1668810"/>
                  </a:lnTo>
                  <a:lnTo>
                    <a:pt x="5986960" y="1668810"/>
                  </a:lnTo>
                  <a:lnTo>
                    <a:pt x="5986292" y="1668810"/>
                  </a:lnTo>
                  <a:lnTo>
                    <a:pt x="5985624" y="1668810"/>
                  </a:lnTo>
                  <a:lnTo>
                    <a:pt x="5984956" y="1668810"/>
                  </a:lnTo>
                  <a:lnTo>
                    <a:pt x="5984288" y="1668810"/>
                  </a:lnTo>
                  <a:lnTo>
                    <a:pt x="5983619" y="1668810"/>
                  </a:lnTo>
                  <a:lnTo>
                    <a:pt x="5982951" y="1668810"/>
                  </a:lnTo>
                  <a:lnTo>
                    <a:pt x="5982283" y="1668810"/>
                  </a:lnTo>
                  <a:lnTo>
                    <a:pt x="5981615" y="1668810"/>
                  </a:lnTo>
                  <a:lnTo>
                    <a:pt x="5980947" y="1668810"/>
                  </a:lnTo>
                  <a:lnTo>
                    <a:pt x="5980279" y="1668810"/>
                  </a:lnTo>
                  <a:lnTo>
                    <a:pt x="5979611" y="1668810"/>
                  </a:lnTo>
                  <a:lnTo>
                    <a:pt x="5978943" y="1668810"/>
                  </a:lnTo>
                  <a:lnTo>
                    <a:pt x="5978275" y="1668810"/>
                  </a:lnTo>
                  <a:lnTo>
                    <a:pt x="5977607" y="1668810"/>
                  </a:lnTo>
                  <a:lnTo>
                    <a:pt x="5976939" y="1668810"/>
                  </a:lnTo>
                  <a:lnTo>
                    <a:pt x="5976271" y="1668810"/>
                  </a:lnTo>
                  <a:lnTo>
                    <a:pt x="5975603" y="1668810"/>
                  </a:lnTo>
                  <a:lnTo>
                    <a:pt x="5974935" y="1668810"/>
                  </a:lnTo>
                  <a:lnTo>
                    <a:pt x="5974267" y="1668810"/>
                  </a:lnTo>
                  <a:lnTo>
                    <a:pt x="5973599" y="1668810"/>
                  </a:lnTo>
                  <a:lnTo>
                    <a:pt x="5972931" y="1668810"/>
                  </a:lnTo>
                  <a:lnTo>
                    <a:pt x="5972263" y="1668810"/>
                  </a:lnTo>
                  <a:lnTo>
                    <a:pt x="5971595" y="1668810"/>
                  </a:lnTo>
                  <a:lnTo>
                    <a:pt x="5970927" y="1668810"/>
                  </a:lnTo>
                  <a:lnTo>
                    <a:pt x="5970259" y="1668810"/>
                  </a:lnTo>
                  <a:lnTo>
                    <a:pt x="5969591" y="1668810"/>
                  </a:lnTo>
                  <a:lnTo>
                    <a:pt x="5968923" y="1668810"/>
                  </a:lnTo>
                  <a:lnTo>
                    <a:pt x="5968255" y="1668810"/>
                  </a:lnTo>
                  <a:lnTo>
                    <a:pt x="5967587" y="1668810"/>
                  </a:lnTo>
                  <a:lnTo>
                    <a:pt x="5966919" y="1668810"/>
                  </a:lnTo>
                  <a:lnTo>
                    <a:pt x="5966251" y="1668810"/>
                  </a:lnTo>
                  <a:lnTo>
                    <a:pt x="5965583" y="1668810"/>
                  </a:lnTo>
                  <a:lnTo>
                    <a:pt x="5964915" y="1668810"/>
                  </a:lnTo>
                  <a:lnTo>
                    <a:pt x="5964247" y="1668810"/>
                  </a:lnTo>
                  <a:lnTo>
                    <a:pt x="5963579" y="1668810"/>
                  </a:lnTo>
                  <a:lnTo>
                    <a:pt x="5962911" y="1668810"/>
                  </a:lnTo>
                  <a:lnTo>
                    <a:pt x="5962243" y="1668810"/>
                  </a:lnTo>
                  <a:lnTo>
                    <a:pt x="5961575" y="1668810"/>
                  </a:lnTo>
                  <a:lnTo>
                    <a:pt x="5960907" y="1668810"/>
                  </a:lnTo>
                  <a:lnTo>
                    <a:pt x="5960239" y="1668810"/>
                  </a:lnTo>
                  <a:lnTo>
                    <a:pt x="5959571" y="1668810"/>
                  </a:lnTo>
                  <a:lnTo>
                    <a:pt x="5958902" y="1668810"/>
                  </a:lnTo>
                  <a:lnTo>
                    <a:pt x="5958234" y="1668810"/>
                  </a:lnTo>
                  <a:lnTo>
                    <a:pt x="5957566" y="1668810"/>
                  </a:lnTo>
                  <a:lnTo>
                    <a:pt x="5956898" y="1668810"/>
                  </a:lnTo>
                  <a:lnTo>
                    <a:pt x="5956230" y="1668810"/>
                  </a:lnTo>
                  <a:lnTo>
                    <a:pt x="5955562" y="1668810"/>
                  </a:lnTo>
                  <a:lnTo>
                    <a:pt x="5954894" y="1668810"/>
                  </a:lnTo>
                  <a:lnTo>
                    <a:pt x="5954226" y="1668810"/>
                  </a:lnTo>
                  <a:lnTo>
                    <a:pt x="5953558" y="1668810"/>
                  </a:lnTo>
                  <a:lnTo>
                    <a:pt x="5952890" y="1668810"/>
                  </a:lnTo>
                  <a:lnTo>
                    <a:pt x="5952222" y="1668810"/>
                  </a:lnTo>
                  <a:lnTo>
                    <a:pt x="5951554" y="1668810"/>
                  </a:lnTo>
                  <a:lnTo>
                    <a:pt x="5950886" y="1668810"/>
                  </a:lnTo>
                  <a:lnTo>
                    <a:pt x="5950218" y="1668810"/>
                  </a:lnTo>
                  <a:lnTo>
                    <a:pt x="5949550" y="1668810"/>
                  </a:lnTo>
                  <a:lnTo>
                    <a:pt x="5948882" y="1668810"/>
                  </a:lnTo>
                  <a:lnTo>
                    <a:pt x="5948214" y="1668810"/>
                  </a:lnTo>
                  <a:lnTo>
                    <a:pt x="5947546" y="1668810"/>
                  </a:lnTo>
                  <a:lnTo>
                    <a:pt x="5946878" y="1668810"/>
                  </a:lnTo>
                  <a:lnTo>
                    <a:pt x="5946210" y="1668810"/>
                  </a:lnTo>
                  <a:lnTo>
                    <a:pt x="5945542" y="1668810"/>
                  </a:lnTo>
                  <a:lnTo>
                    <a:pt x="5944874" y="1668810"/>
                  </a:lnTo>
                  <a:lnTo>
                    <a:pt x="5944206" y="1668810"/>
                  </a:lnTo>
                  <a:lnTo>
                    <a:pt x="5943538" y="1668810"/>
                  </a:lnTo>
                  <a:lnTo>
                    <a:pt x="5942870" y="1668810"/>
                  </a:lnTo>
                  <a:lnTo>
                    <a:pt x="5942202" y="1668810"/>
                  </a:lnTo>
                  <a:lnTo>
                    <a:pt x="5941534" y="1668810"/>
                  </a:lnTo>
                  <a:lnTo>
                    <a:pt x="5940866" y="1668810"/>
                  </a:lnTo>
                  <a:lnTo>
                    <a:pt x="5940198" y="1668810"/>
                  </a:lnTo>
                  <a:lnTo>
                    <a:pt x="5939530" y="1668810"/>
                  </a:lnTo>
                  <a:lnTo>
                    <a:pt x="5938862" y="1668810"/>
                  </a:lnTo>
                  <a:lnTo>
                    <a:pt x="5938194" y="1668810"/>
                  </a:lnTo>
                  <a:lnTo>
                    <a:pt x="5937526" y="1668810"/>
                  </a:lnTo>
                  <a:lnTo>
                    <a:pt x="5936858" y="1668810"/>
                  </a:lnTo>
                  <a:lnTo>
                    <a:pt x="5936190" y="1668810"/>
                  </a:lnTo>
                  <a:lnTo>
                    <a:pt x="5935522" y="1668810"/>
                  </a:lnTo>
                  <a:lnTo>
                    <a:pt x="5934854" y="1668810"/>
                  </a:lnTo>
                  <a:lnTo>
                    <a:pt x="5934185" y="1668810"/>
                  </a:lnTo>
                  <a:lnTo>
                    <a:pt x="5933517" y="1668810"/>
                  </a:lnTo>
                  <a:lnTo>
                    <a:pt x="5932849" y="1668810"/>
                  </a:lnTo>
                  <a:lnTo>
                    <a:pt x="5932181" y="1668810"/>
                  </a:lnTo>
                  <a:lnTo>
                    <a:pt x="5931513" y="1668810"/>
                  </a:lnTo>
                  <a:lnTo>
                    <a:pt x="5930845" y="1668810"/>
                  </a:lnTo>
                  <a:lnTo>
                    <a:pt x="5930177" y="1668810"/>
                  </a:lnTo>
                  <a:lnTo>
                    <a:pt x="5929509" y="1668810"/>
                  </a:lnTo>
                  <a:lnTo>
                    <a:pt x="5928841" y="1668810"/>
                  </a:lnTo>
                  <a:lnTo>
                    <a:pt x="5928173" y="1668810"/>
                  </a:lnTo>
                  <a:lnTo>
                    <a:pt x="5927505" y="1668810"/>
                  </a:lnTo>
                  <a:lnTo>
                    <a:pt x="5926837" y="1668810"/>
                  </a:lnTo>
                  <a:lnTo>
                    <a:pt x="5926169" y="1668810"/>
                  </a:lnTo>
                  <a:lnTo>
                    <a:pt x="5925501" y="1668810"/>
                  </a:lnTo>
                  <a:lnTo>
                    <a:pt x="5924833" y="1668810"/>
                  </a:lnTo>
                  <a:lnTo>
                    <a:pt x="5924165" y="1668810"/>
                  </a:lnTo>
                  <a:lnTo>
                    <a:pt x="5923497" y="1668810"/>
                  </a:lnTo>
                  <a:lnTo>
                    <a:pt x="5922829" y="1668810"/>
                  </a:lnTo>
                  <a:lnTo>
                    <a:pt x="5922161" y="1668810"/>
                  </a:lnTo>
                  <a:lnTo>
                    <a:pt x="5921493" y="1668810"/>
                  </a:lnTo>
                  <a:lnTo>
                    <a:pt x="5920825" y="1668810"/>
                  </a:lnTo>
                  <a:lnTo>
                    <a:pt x="5920157" y="1668810"/>
                  </a:lnTo>
                  <a:lnTo>
                    <a:pt x="5919489" y="1668810"/>
                  </a:lnTo>
                  <a:lnTo>
                    <a:pt x="5918821" y="1668810"/>
                  </a:lnTo>
                  <a:lnTo>
                    <a:pt x="5918153" y="1668810"/>
                  </a:lnTo>
                  <a:lnTo>
                    <a:pt x="5917485" y="1668810"/>
                  </a:lnTo>
                  <a:lnTo>
                    <a:pt x="5916817" y="1668810"/>
                  </a:lnTo>
                  <a:lnTo>
                    <a:pt x="5916149" y="1668810"/>
                  </a:lnTo>
                  <a:lnTo>
                    <a:pt x="5915481" y="1668810"/>
                  </a:lnTo>
                  <a:lnTo>
                    <a:pt x="5914813" y="1668810"/>
                  </a:lnTo>
                  <a:lnTo>
                    <a:pt x="5914145" y="1668810"/>
                  </a:lnTo>
                  <a:lnTo>
                    <a:pt x="5913477" y="1668810"/>
                  </a:lnTo>
                  <a:lnTo>
                    <a:pt x="5912809" y="1668810"/>
                  </a:lnTo>
                  <a:lnTo>
                    <a:pt x="5912141" y="1668810"/>
                  </a:lnTo>
                  <a:lnTo>
                    <a:pt x="5911473" y="1668810"/>
                  </a:lnTo>
                  <a:lnTo>
                    <a:pt x="5910805" y="1668810"/>
                  </a:lnTo>
                  <a:lnTo>
                    <a:pt x="5910137" y="1668810"/>
                  </a:lnTo>
                  <a:lnTo>
                    <a:pt x="5909468" y="1668810"/>
                  </a:lnTo>
                  <a:lnTo>
                    <a:pt x="5908800" y="1668810"/>
                  </a:lnTo>
                  <a:lnTo>
                    <a:pt x="5908132" y="1668810"/>
                  </a:lnTo>
                  <a:lnTo>
                    <a:pt x="5907464" y="1668810"/>
                  </a:lnTo>
                  <a:lnTo>
                    <a:pt x="5906796" y="1668810"/>
                  </a:lnTo>
                  <a:lnTo>
                    <a:pt x="5906128" y="1668810"/>
                  </a:lnTo>
                  <a:lnTo>
                    <a:pt x="5905460" y="1668810"/>
                  </a:lnTo>
                  <a:lnTo>
                    <a:pt x="5904792" y="1668810"/>
                  </a:lnTo>
                  <a:lnTo>
                    <a:pt x="5904124" y="1668810"/>
                  </a:lnTo>
                  <a:lnTo>
                    <a:pt x="5903456" y="1668810"/>
                  </a:lnTo>
                  <a:lnTo>
                    <a:pt x="5902788" y="1668810"/>
                  </a:lnTo>
                  <a:lnTo>
                    <a:pt x="5902120" y="1668810"/>
                  </a:lnTo>
                  <a:lnTo>
                    <a:pt x="5901452" y="1668810"/>
                  </a:lnTo>
                  <a:lnTo>
                    <a:pt x="5900784" y="1668810"/>
                  </a:lnTo>
                  <a:lnTo>
                    <a:pt x="5900116" y="1668810"/>
                  </a:lnTo>
                  <a:lnTo>
                    <a:pt x="5899448" y="1668810"/>
                  </a:lnTo>
                  <a:lnTo>
                    <a:pt x="5898780" y="1668810"/>
                  </a:lnTo>
                  <a:lnTo>
                    <a:pt x="5898112" y="1668810"/>
                  </a:lnTo>
                  <a:lnTo>
                    <a:pt x="5897444" y="1668810"/>
                  </a:lnTo>
                  <a:lnTo>
                    <a:pt x="5896776" y="1668810"/>
                  </a:lnTo>
                  <a:lnTo>
                    <a:pt x="5896108" y="1668810"/>
                  </a:lnTo>
                  <a:lnTo>
                    <a:pt x="5895440" y="1668810"/>
                  </a:lnTo>
                  <a:lnTo>
                    <a:pt x="5894772" y="1668810"/>
                  </a:lnTo>
                  <a:lnTo>
                    <a:pt x="5894104" y="1668810"/>
                  </a:lnTo>
                  <a:lnTo>
                    <a:pt x="5893436" y="1668810"/>
                  </a:lnTo>
                  <a:lnTo>
                    <a:pt x="5892768" y="1668810"/>
                  </a:lnTo>
                  <a:lnTo>
                    <a:pt x="5892100" y="1668810"/>
                  </a:lnTo>
                  <a:lnTo>
                    <a:pt x="5891432" y="1668810"/>
                  </a:lnTo>
                  <a:lnTo>
                    <a:pt x="5890764" y="1668810"/>
                  </a:lnTo>
                  <a:lnTo>
                    <a:pt x="5890096" y="1668810"/>
                  </a:lnTo>
                  <a:lnTo>
                    <a:pt x="5889428" y="1668810"/>
                  </a:lnTo>
                  <a:lnTo>
                    <a:pt x="5888760" y="1668810"/>
                  </a:lnTo>
                  <a:lnTo>
                    <a:pt x="5888092" y="1668810"/>
                  </a:lnTo>
                  <a:lnTo>
                    <a:pt x="5887424" y="1668810"/>
                  </a:lnTo>
                  <a:lnTo>
                    <a:pt x="5886756" y="1668810"/>
                  </a:lnTo>
                  <a:lnTo>
                    <a:pt x="5886088" y="1668810"/>
                  </a:lnTo>
                  <a:lnTo>
                    <a:pt x="5885419" y="1668810"/>
                  </a:lnTo>
                  <a:lnTo>
                    <a:pt x="5884751" y="1668810"/>
                  </a:lnTo>
                  <a:lnTo>
                    <a:pt x="5884083" y="1668810"/>
                  </a:lnTo>
                  <a:lnTo>
                    <a:pt x="5883415" y="1668810"/>
                  </a:lnTo>
                  <a:lnTo>
                    <a:pt x="5882747" y="1668810"/>
                  </a:lnTo>
                  <a:lnTo>
                    <a:pt x="5882079" y="1668810"/>
                  </a:lnTo>
                  <a:lnTo>
                    <a:pt x="5881411" y="1668810"/>
                  </a:lnTo>
                  <a:lnTo>
                    <a:pt x="5880743" y="1668810"/>
                  </a:lnTo>
                  <a:lnTo>
                    <a:pt x="5880075" y="1668810"/>
                  </a:lnTo>
                  <a:lnTo>
                    <a:pt x="5879407" y="1668810"/>
                  </a:lnTo>
                  <a:lnTo>
                    <a:pt x="5878739" y="1668810"/>
                  </a:lnTo>
                  <a:lnTo>
                    <a:pt x="5878071" y="1668810"/>
                  </a:lnTo>
                  <a:lnTo>
                    <a:pt x="5877403" y="1668810"/>
                  </a:lnTo>
                  <a:lnTo>
                    <a:pt x="5876735" y="1668810"/>
                  </a:lnTo>
                  <a:lnTo>
                    <a:pt x="5876067" y="1668810"/>
                  </a:lnTo>
                  <a:lnTo>
                    <a:pt x="5875399" y="1668810"/>
                  </a:lnTo>
                  <a:lnTo>
                    <a:pt x="5874731" y="1668810"/>
                  </a:lnTo>
                  <a:lnTo>
                    <a:pt x="5874063" y="1668810"/>
                  </a:lnTo>
                  <a:lnTo>
                    <a:pt x="5873395" y="1668810"/>
                  </a:lnTo>
                  <a:lnTo>
                    <a:pt x="5872727" y="1668810"/>
                  </a:lnTo>
                  <a:lnTo>
                    <a:pt x="5872059" y="1668810"/>
                  </a:lnTo>
                  <a:lnTo>
                    <a:pt x="5871391" y="1668810"/>
                  </a:lnTo>
                  <a:lnTo>
                    <a:pt x="5870723" y="1668810"/>
                  </a:lnTo>
                  <a:lnTo>
                    <a:pt x="5870055" y="1668810"/>
                  </a:lnTo>
                  <a:lnTo>
                    <a:pt x="5869387" y="1668810"/>
                  </a:lnTo>
                  <a:lnTo>
                    <a:pt x="5868719" y="1668810"/>
                  </a:lnTo>
                  <a:lnTo>
                    <a:pt x="5868051" y="1668810"/>
                  </a:lnTo>
                  <a:lnTo>
                    <a:pt x="5867383" y="1668810"/>
                  </a:lnTo>
                  <a:lnTo>
                    <a:pt x="5866715" y="1668810"/>
                  </a:lnTo>
                  <a:lnTo>
                    <a:pt x="5866047" y="1668810"/>
                  </a:lnTo>
                  <a:lnTo>
                    <a:pt x="5865379" y="1668810"/>
                  </a:lnTo>
                  <a:lnTo>
                    <a:pt x="5864711" y="1668810"/>
                  </a:lnTo>
                  <a:lnTo>
                    <a:pt x="5864043" y="1668810"/>
                  </a:lnTo>
                  <a:lnTo>
                    <a:pt x="5863375" y="1668810"/>
                  </a:lnTo>
                  <a:lnTo>
                    <a:pt x="5862707" y="1668810"/>
                  </a:lnTo>
                  <a:lnTo>
                    <a:pt x="5862039" y="1668810"/>
                  </a:lnTo>
                  <a:lnTo>
                    <a:pt x="5861371" y="1668810"/>
                  </a:lnTo>
                  <a:lnTo>
                    <a:pt x="5860702" y="1668810"/>
                  </a:lnTo>
                  <a:lnTo>
                    <a:pt x="5860034" y="1668810"/>
                  </a:lnTo>
                  <a:lnTo>
                    <a:pt x="5859366" y="1668810"/>
                  </a:lnTo>
                  <a:lnTo>
                    <a:pt x="5858698" y="1668810"/>
                  </a:lnTo>
                  <a:lnTo>
                    <a:pt x="5858030" y="1668810"/>
                  </a:lnTo>
                  <a:lnTo>
                    <a:pt x="5857362" y="1668810"/>
                  </a:lnTo>
                  <a:lnTo>
                    <a:pt x="5856694" y="1668810"/>
                  </a:lnTo>
                  <a:lnTo>
                    <a:pt x="5856026" y="1668810"/>
                  </a:lnTo>
                  <a:lnTo>
                    <a:pt x="5855358" y="1668810"/>
                  </a:lnTo>
                  <a:lnTo>
                    <a:pt x="5854690" y="1668810"/>
                  </a:lnTo>
                  <a:lnTo>
                    <a:pt x="5854022" y="1668810"/>
                  </a:lnTo>
                  <a:lnTo>
                    <a:pt x="5853354" y="1668810"/>
                  </a:lnTo>
                  <a:lnTo>
                    <a:pt x="5852686" y="1668810"/>
                  </a:lnTo>
                  <a:lnTo>
                    <a:pt x="5852018" y="1668810"/>
                  </a:lnTo>
                  <a:lnTo>
                    <a:pt x="5851350" y="1668810"/>
                  </a:lnTo>
                  <a:lnTo>
                    <a:pt x="5850682" y="1668810"/>
                  </a:lnTo>
                  <a:lnTo>
                    <a:pt x="5850014" y="1668810"/>
                  </a:lnTo>
                  <a:lnTo>
                    <a:pt x="5849346" y="1668810"/>
                  </a:lnTo>
                  <a:lnTo>
                    <a:pt x="5848678" y="1668810"/>
                  </a:lnTo>
                  <a:lnTo>
                    <a:pt x="5848010" y="1668810"/>
                  </a:lnTo>
                  <a:lnTo>
                    <a:pt x="5847342" y="1668810"/>
                  </a:lnTo>
                  <a:lnTo>
                    <a:pt x="5846674" y="1668810"/>
                  </a:lnTo>
                  <a:lnTo>
                    <a:pt x="5846006" y="1668810"/>
                  </a:lnTo>
                  <a:lnTo>
                    <a:pt x="5845338" y="1668810"/>
                  </a:lnTo>
                  <a:lnTo>
                    <a:pt x="5844670" y="1668810"/>
                  </a:lnTo>
                  <a:lnTo>
                    <a:pt x="5844002" y="1668810"/>
                  </a:lnTo>
                  <a:lnTo>
                    <a:pt x="5843334" y="1668810"/>
                  </a:lnTo>
                  <a:lnTo>
                    <a:pt x="5842666" y="1668810"/>
                  </a:lnTo>
                  <a:lnTo>
                    <a:pt x="5841998" y="1668810"/>
                  </a:lnTo>
                  <a:lnTo>
                    <a:pt x="5841330" y="1668810"/>
                  </a:lnTo>
                  <a:lnTo>
                    <a:pt x="5840662" y="1668810"/>
                  </a:lnTo>
                  <a:lnTo>
                    <a:pt x="5839994" y="1668810"/>
                  </a:lnTo>
                  <a:lnTo>
                    <a:pt x="5839326" y="1668810"/>
                  </a:lnTo>
                  <a:lnTo>
                    <a:pt x="5838658" y="1668810"/>
                  </a:lnTo>
                  <a:lnTo>
                    <a:pt x="5837990" y="1668810"/>
                  </a:lnTo>
                  <a:lnTo>
                    <a:pt x="5837322" y="1668810"/>
                  </a:lnTo>
                  <a:lnTo>
                    <a:pt x="5836654" y="1668810"/>
                  </a:lnTo>
                  <a:lnTo>
                    <a:pt x="5835985" y="1668810"/>
                  </a:lnTo>
                  <a:lnTo>
                    <a:pt x="5835317" y="1668810"/>
                  </a:lnTo>
                  <a:lnTo>
                    <a:pt x="5834649" y="1668810"/>
                  </a:lnTo>
                  <a:lnTo>
                    <a:pt x="5833981" y="1668810"/>
                  </a:lnTo>
                  <a:lnTo>
                    <a:pt x="5833313" y="1668810"/>
                  </a:lnTo>
                  <a:lnTo>
                    <a:pt x="5832645" y="1668810"/>
                  </a:lnTo>
                  <a:lnTo>
                    <a:pt x="5831977" y="1668810"/>
                  </a:lnTo>
                  <a:lnTo>
                    <a:pt x="5831309" y="1668810"/>
                  </a:lnTo>
                  <a:lnTo>
                    <a:pt x="5830641" y="1668810"/>
                  </a:lnTo>
                  <a:lnTo>
                    <a:pt x="5829973" y="1668810"/>
                  </a:lnTo>
                  <a:lnTo>
                    <a:pt x="5829305" y="1668810"/>
                  </a:lnTo>
                  <a:lnTo>
                    <a:pt x="5828637" y="1668810"/>
                  </a:lnTo>
                  <a:lnTo>
                    <a:pt x="5827969" y="1668810"/>
                  </a:lnTo>
                  <a:lnTo>
                    <a:pt x="5827301" y="1668810"/>
                  </a:lnTo>
                  <a:lnTo>
                    <a:pt x="5826633" y="1668810"/>
                  </a:lnTo>
                  <a:lnTo>
                    <a:pt x="5825965" y="1668810"/>
                  </a:lnTo>
                  <a:lnTo>
                    <a:pt x="5825297" y="1668810"/>
                  </a:lnTo>
                  <a:lnTo>
                    <a:pt x="5824629" y="1668810"/>
                  </a:lnTo>
                  <a:lnTo>
                    <a:pt x="5823961" y="1668810"/>
                  </a:lnTo>
                  <a:lnTo>
                    <a:pt x="5823293" y="1668810"/>
                  </a:lnTo>
                  <a:lnTo>
                    <a:pt x="5822625" y="1668810"/>
                  </a:lnTo>
                  <a:lnTo>
                    <a:pt x="5821957" y="1668810"/>
                  </a:lnTo>
                  <a:lnTo>
                    <a:pt x="5821289" y="1668810"/>
                  </a:lnTo>
                  <a:lnTo>
                    <a:pt x="5820621" y="1668810"/>
                  </a:lnTo>
                  <a:lnTo>
                    <a:pt x="5819953" y="1668810"/>
                  </a:lnTo>
                  <a:lnTo>
                    <a:pt x="5819285" y="1668810"/>
                  </a:lnTo>
                  <a:lnTo>
                    <a:pt x="5818617" y="1668810"/>
                  </a:lnTo>
                  <a:lnTo>
                    <a:pt x="5817949" y="1668810"/>
                  </a:lnTo>
                  <a:lnTo>
                    <a:pt x="5817281" y="1668810"/>
                  </a:lnTo>
                  <a:lnTo>
                    <a:pt x="5816613" y="1668810"/>
                  </a:lnTo>
                  <a:lnTo>
                    <a:pt x="5815945" y="1668810"/>
                  </a:lnTo>
                  <a:lnTo>
                    <a:pt x="5815277" y="1668810"/>
                  </a:lnTo>
                  <a:lnTo>
                    <a:pt x="5814609" y="1668810"/>
                  </a:lnTo>
                  <a:lnTo>
                    <a:pt x="5813941" y="1668810"/>
                  </a:lnTo>
                  <a:lnTo>
                    <a:pt x="5813273" y="1668810"/>
                  </a:lnTo>
                  <a:lnTo>
                    <a:pt x="5812605" y="1668810"/>
                  </a:lnTo>
                  <a:lnTo>
                    <a:pt x="5811937" y="1668810"/>
                  </a:lnTo>
                  <a:lnTo>
                    <a:pt x="5811268" y="1668810"/>
                  </a:lnTo>
                  <a:lnTo>
                    <a:pt x="5810600" y="1668810"/>
                  </a:lnTo>
                  <a:lnTo>
                    <a:pt x="5809932" y="1668810"/>
                  </a:lnTo>
                  <a:lnTo>
                    <a:pt x="5809264" y="1668810"/>
                  </a:lnTo>
                  <a:lnTo>
                    <a:pt x="5808596" y="1668810"/>
                  </a:lnTo>
                  <a:lnTo>
                    <a:pt x="5807928" y="1668810"/>
                  </a:lnTo>
                  <a:lnTo>
                    <a:pt x="5807260" y="1668810"/>
                  </a:lnTo>
                  <a:lnTo>
                    <a:pt x="5806592" y="1668810"/>
                  </a:lnTo>
                  <a:lnTo>
                    <a:pt x="5805924" y="1668810"/>
                  </a:lnTo>
                  <a:lnTo>
                    <a:pt x="5805256" y="1668810"/>
                  </a:lnTo>
                  <a:lnTo>
                    <a:pt x="5804588" y="1668810"/>
                  </a:lnTo>
                  <a:lnTo>
                    <a:pt x="5803920" y="1668810"/>
                  </a:lnTo>
                  <a:lnTo>
                    <a:pt x="5803252" y="1668810"/>
                  </a:lnTo>
                  <a:lnTo>
                    <a:pt x="5802584" y="1668810"/>
                  </a:lnTo>
                  <a:lnTo>
                    <a:pt x="5801916" y="1668810"/>
                  </a:lnTo>
                  <a:lnTo>
                    <a:pt x="5801248" y="1668810"/>
                  </a:lnTo>
                  <a:lnTo>
                    <a:pt x="5800580" y="1668810"/>
                  </a:lnTo>
                  <a:lnTo>
                    <a:pt x="5799912" y="1668810"/>
                  </a:lnTo>
                  <a:lnTo>
                    <a:pt x="5799244" y="1668810"/>
                  </a:lnTo>
                  <a:lnTo>
                    <a:pt x="5798576" y="1668810"/>
                  </a:lnTo>
                  <a:lnTo>
                    <a:pt x="5797908" y="1668810"/>
                  </a:lnTo>
                  <a:lnTo>
                    <a:pt x="5797240" y="1668810"/>
                  </a:lnTo>
                  <a:lnTo>
                    <a:pt x="5796572" y="1668810"/>
                  </a:lnTo>
                  <a:lnTo>
                    <a:pt x="5795904" y="1668810"/>
                  </a:lnTo>
                  <a:lnTo>
                    <a:pt x="5795236" y="1668810"/>
                  </a:lnTo>
                  <a:lnTo>
                    <a:pt x="5794568" y="1668810"/>
                  </a:lnTo>
                  <a:lnTo>
                    <a:pt x="5793900" y="1668810"/>
                  </a:lnTo>
                  <a:lnTo>
                    <a:pt x="5793232" y="1668810"/>
                  </a:lnTo>
                  <a:lnTo>
                    <a:pt x="5792564" y="1668810"/>
                  </a:lnTo>
                  <a:lnTo>
                    <a:pt x="5791896" y="1668810"/>
                  </a:lnTo>
                  <a:lnTo>
                    <a:pt x="5791228" y="1668810"/>
                  </a:lnTo>
                  <a:lnTo>
                    <a:pt x="5790560" y="1668810"/>
                  </a:lnTo>
                  <a:lnTo>
                    <a:pt x="5789892" y="1668810"/>
                  </a:lnTo>
                  <a:lnTo>
                    <a:pt x="5789224" y="1668810"/>
                  </a:lnTo>
                  <a:lnTo>
                    <a:pt x="5788556" y="1668810"/>
                  </a:lnTo>
                  <a:lnTo>
                    <a:pt x="5787888" y="1668810"/>
                  </a:lnTo>
                  <a:lnTo>
                    <a:pt x="5787219" y="1668810"/>
                  </a:lnTo>
                  <a:lnTo>
                    <a:pt x="5786551" y="1668810"/>
                  </a:lnTo>
                  <a:lnTo>
                    <a:pt x="5785883" y="1668810"/>
                  </a:lnTo>
                  <a:lnTo>
                    <a:pt x="5785215" y="1668810"/>
                  </a:lnTo>
                  <a:lnTo>
                    <a:pt x="5784547" y="1668810"/>
                  </a:lnTo>
                  <a:lnTo>
                    <a:pt x="5783879" y="1668810"/>
                  </a:lnTo>
                  <a:lnTo>
                    <a:pt x="5783211" y="1668810"/>
                  </a:lnTo>
                  <a:lnTo>
                    <a:pt x="5782543" y="1668810"/>
                  </a:lnTo>
                  <a:lnTo>
                    <a:pt x="5781875" y="1668810"/>
                  </a:lnTo>
                  <a:lnTo>
                    <a:pt x="5781207" y="1668810"/>
                  </a:lnTo>
                  <a:lnTo>
                    <a:pt x="5780539" y="1668810"/>
                  </a:lnTo>
                  <a:lnTo>
                    <a:pt x="5779871" y="1668810"/>
                  </a:lnTo>
                  <a:lnTo>
                    <a:pt x="5779203" y="1668810"/>
                  </a:lnTo>
                  <a:lnTo>
                    <a:pt x="5778535" y="1668810"/>
                  </a:lnTo>
                  <a:lnTo>
                    <a:pt x="5777867" y="1668810"/>
                  </a:lnTo>
                  <a:lnTo>
                    <a:pt x="5777199" y="1668810"/>
                  </a:lnTo>
                  <a:lnTo>
                    <a:pt x="5776531" y="1668810"/>
                  </a:lnTo>
                  <a:lnTo>
                    <a:pt x="5775863" y="1668810"/>
                  </a:lnTo>
                  <a:lnTo>
                    <a:pt x="5775195" y="1668810"/>
                  </a:lnTo>
                  <a:lnTo>
                    <a:pt x="5774527" y="1668810"/>
                  </a:lnTo>
                  <a:lnTo>
                    <a:pt x="5773859" y="1668810"/>
                  </a:lnTo>
                  <a:lnTo>
                    <a:pt x="5773191" y="1668810"/>
                  </a:lnTo>
                  <a:lnTo>
                    <a:pt x="5772523" y="1668810"/>
                  </a:lnTo>
                  <a:lnTo>
                    <a:pt x="5771855" y="1668810"/>
                  </a:lnTo>
                  <a:lnTo>
                    <a:pt x="5771187" y="1668810"/>
                  </a:lnTo>
                  <a:lnTo>
                    <a:pt x="5770519" y="1668810"/>
                  </a:lnTo>
                  <a:lnTo>
                    <a:pt x="5769851" y="1668810"/>
                  </a:lnTo>
                  <a:lnTo>
                    <a:pt x="5769183" y="1668810"/>
                  </a:lnTo>
                  <a:lnTo>
                    <a:pt x="5768515" y="1668810"/>
                  </a:lnTo>
                  <a:lnTo>
                    <a:pt x="5767847" y="1668810"/>
                  </a:lnTo>
                  <a:lnTo>
                    <a:pt x="5767179" y="1668810"/>
                  </a:lnTo>
                  <a:lnTo>
                    <a:pt x="5766511" y="1668810"/>
                  </a:lnTo>
                  <a:lnTo>
                    <a:pt x="5765843" y="1668810"/>
                  </a:lnTo>
                  <a:lnTo>
                    <a:pt x="5765175" y="1668810"/>
                  </a:lnTo>
                  <a:lnTo>
                    <a:pt x="5764507" y="1668810"/>
                  </a:lnTo>
                  <a:lnTo>
                    <a:pt x="5763839" y="1668810"/>
                  </a:lnTo>
                  <a:lnTo>
                    <a:pt x="5763171" y="1668810"/>
                  </a:lnTo>
                  <a:lnTo>
                    <a:pt x="5762502" y="1668810"/>
                  </a:lnTo>
                  <a:lnTo>
                    <a:pt x="5761834" y="1668810"/>
                  </a:lnTo>
                  <a:lnTo>
                    <a:pt x="5761166" y="1668810"/>
                  </a:lnTo>
                  <a:lnTo>
                    <a:pt x="5760498" y="1668810"/>
                  </a:lnTo>
                  <a:lnTo>
                    <a:pt x="5759830" y="1668810"/>
                  </a:lnTo>
                  <a:lnTo>
                    <a:pt x="5759162" y="1668810"/>
                  </a:lnTo>
                  <a:lnTo>
                    <a:pt x="5758494" y="1668810"/>
                  </a:lnTo>
                  <a:lnTo>
                    <a:pt x="5757826" y="1668810"/>
                  </a:lnTo>
                  <a:lnTo>
                    <a:pt x="5757158" y="1668810"/>
                  </a:lnTo>
                  <a:lnTo>
                    <a:pt x="5756490" y="1668810"/>
                  </a:lnTo>
                  <a:lnTo>
                    <a:pt x="5755822" y="1668810"/>
                  </a:lnTo>
                  <a:lnTo>
                    <a:pt x="5755154" y="1668810"/>
                  </a:lnTo>
                  <a:lnTo>
                    <a:pt x="5754486" y="1668810"/>
                  </a:lnTo>
                  <a:lnTo>
                    <a:pt x="5753818" y="1668810"/>
                  </a:lnTo>
                  <a:lnTo>
                    <a:pt x="5753150" y="1668810"/>
                  </a:lnTo>
                  <a:lnTo>
                    <a:pt x="5752482" y="1668810"/>
                  </a:lnTo>
                  <a:lnTo>
                    <a:pt x="5751814" y="1668810"/>
                  </a:lnTo>
                  <a:lnTo>
                    <a:pt x="5751146" y="1668810"/>
                  </a:lnTo>
                  <a:lnTo>
                    <a:pt x="5750478" y="1668810"/>
                  </a:lnTo>
                  <a:lnTo>
                    <a:pt x="5749810" y="1668810"/>
                  </a:lnTo>
                  <a:lnTo>
                    <a:pt x="5749142" y="1668810"/>
                  </a:lnTo>
                  <a:lnTo>
                    <a:pt x="5748474" y="1668810"/>
                  </a:lnTo>
                  <a:lnTo>
                    <a:pt x="5747806" y="1668810"/>
                  </a:lnTo>
                  <a:lnTo>
                    <a:pt x="5747138" y="1668810"/>
                  </a:lnTo>
                  <a:lnTo>
                    <a:pt x="5746470" y="1668810"/>
                  </a:lnTo>
                  <a:lnTo>
                    <a:pt x="5745802" y="1668810"/>
                  </a:lnTo>
                  <a:lnTo>
                    <a:pt x="5745134" y="1668810"/>
                  </a:lnTo>
                  <a:lnTo>
                    <a:pt x="5744466" y="1668810"/>
                  </a:lnTo>
                  <a:lnTo>
                    <a:pt x="5743798" y="1668810"/>
                  </a:lnTo>
                  <a:lnTo>
                    <a:pt x="5743130" y="1668810"/>
                  </a:lnTo>
                  <a:lnTo>
                    <a:pt x="5742462" y="1668810"/>
                  </a:lnTo>
                  <a:lnTo>
                    <a:pt x="5741794" y="1668810"/>
                  </a:lnTo>
                  <a:lnTo>
                    <a:pt x="5741126" y="1668810"/>
                  </a:lnTo>
                  <a:lnTo>
                    <a:pt x="5740458" y="1668810"/>
                  </a:lnTo>
                  <a:lnTo>
                    <a:pt x="5739790" y="1668810"/>
                  </a:lnTo>
                  <a:lnTo>
                    <a:pt x="5739122" y="1668810"/>
                  </a:lnTo>
                  <a:lnTo>
                    <a:pt x="5738454" y="1668810"/>
                  </a:lnTo>
                  <a:lnTo>
                    <a:pt x="5737785" y="1668810"/>
                  </a:lnTo>
                  <a:lnTo>
                    <a:pt x="5737117" y="1668810"/>
                  </a:lnTo>
                  <a:lnTo>
                    <a:pt x="5736449" y="1668810"/>
                  </a:lnTo>
                  <a:lnTo>
                    <a:pt x="5735781" y="1668810"/>
                  </a:lnTo>
                  <a:lnTo>
                    <a:pt x="5735113" y="1668810"/>
                  </a:lnTo>
                  <a:lnTo>
                    <a:pt x="5734445" y="1668810"/>
                  </a:lnTo>
                  <a:lnTo>
                    <a:pt x="5733777" y="1668810"/>
                  </a:lnTo>
                  <a:lnTo>
                    <a:pt x="5733109" y="1668810"/>
                  </a:lnTo>
                  <a:lnTo>
                    <a:pt x="5732441" y="1668810"/>
                  </a:lnTo>
                  <a:lnTo>
                    <a:pt x="5731773" y="1668810"/>
                  </a:lnTo>
                  <a:lnTo>
                    <a:pt x="5731105" y="1668810"/>
                  </a:lnTo>
                  <a:lnTo>
                    <a:pt x="5730437" y="1668810"/>
                  </a:lnTo>
                  <a:lnTo>
                    <a:pt x="5729769" y="1668810"/>
                  </a:lnTo>
                  <a:lnTo>
                    <a:pt x="5729101" y="1668810"/>
                  </a:lnTo>
                  <a:lnTo>
                    <a:pt x="5728433" y="1668810"/>
                  </a:lnTo>
                  <a:lnTo>
                    <a:pt x="5727765" y="1668810"/>
                  </a:lnTo>
                  <a:lnTo>
                    <a:pt x="5727097" y="1668810"/>
                  </a:lnTo>
                  <a:lnTo>
                    <a:pt x="5726429" y="1668810"/>
                  </a:lnTo>
                  <a:lnTo>
                    <a:pt x="5725761" y="1668810"/>
                  </a:lnTo>
                  <a:lnTo>
                    <a:pt x="5725093" y="1668810"/>
                  </a:lnTo>
                  <a:lnTo>
                    <a:pt x="5724425" y="1668810"/>
                  </a:lnTo>
                  <a:lnTo>
                    <a:pt x="5723757" y="1668810"/>
                  </a:lnTo>
                  <a:lnTo>
                    <a:pt x="5723089" y="1668810"/>
                  </a:lnTo>
                  <a:lnTo>
                    <a:pt x="5722421" y="1668810"/>
                  </a:lnTo>
                  <a:lnTo>
                    <a:pt x="5721753" y="1668810"/>
                  </a:lnTo>
                  <a:lnTo>
                    <a:pt x="5721085" y="1668810"/>
                  </a:lnTo>
                  <a:lnTo>
                    <a:pt x="5720417" y="1668810"/>
                  </a:lnTo>
                  <a:lnTo>
                    <a:pt x="5719749" y="1668810"/>
                  </a:lnTo>
                  <a:lnTo>
                    <a:pt x="5719081" y="1668810"/>
                  </a:lnTo>
                  <a:lnTo>
                    <a:pt x="5718413" y="1668810"/>
                  </a:lnTo>
                  <a:lnTo>
                    <a:pt x="5717745" y="1668810"/>
                  </a:lnTo>
                  <a:lnTo>
                    <a:pt x="5717077" y="1668810"/>
                  </a:lnTo>
                  <a:lnTo>
                    <a:pt x="5716409" y="1668810"/>
                  </a:lnTo>
                  <a:lnTo>
                    <a:pt x="5715741" y="1668810"/>
                  </a:lnTo>
                  <a:lnTo>
                    <a:pt x="5715073" y="1668810"/>
                  </a:lnTo>
                  <a:lnTo>
                    <a:pt x="5714405" y="1668810"/>
                  </a:lnTo>
                  <a:lnTo>
                    <a:pt x="5713736" y="1668810"/>
                  </a:lnTo>
                  <a:lnTo>
                    <a:pt x="5713068" y="1668810"/>
                  </a:lnTo>
                  <a:lnTo>
                    <a:pt x="5712400" y="1668810"/>
                  </a:lnTo>
                  <a:lnTo>
                    <a:pt x="5711732" y="1668810"/>
                  </a:lnTo>
                  <a:lnTo>
                    <a:pt x="5711064" y="1668810"/>
                  </a:lnTo>
                  <a:lnTo>
                    <a:pt x="5710396" y="1668810"/>
                  </a:lnTo>
                  <a:lnTo>
                    <a:pt x="5709728" y="1668810"/>
                  </a:lnTo>
                  <a:lnTo>
                    <a:pt x="5709060" y="1668810"/>
                  </a:lnTo>
                  <a:lnTo>
                    <a:pt x="5708392" y="1668810"/>
                  </a:lnTo>
                  <a:lnTo>
                    <a:pt x="5707724" y="1668810"/>
                  </a:lnTo>
                  <a:lnTo>
                    <a:pt x="5707056" y="1668810"/>
                  </a:lnTo>
                  <a:lnTo>
                    <a:pt x="5706388" y="1668810"/>
                  </a:lnTo>
                  <a:lnTo>
                    <a:pt x="5705720" y="1668810"/>
                  </a:lnTo>
                  <a:lnTo>
                    <a:pt x="5705052" y="1668810"/>
                  </a:lnTo>
                  <a:lnTo>
                    <a:pt x="5704384" y="1668810"/>
                  </a:lnTo>
                  <a:lnTo>
                    <a:pt x="5703716" y="1668810"/>
                  </a:lnTo>
                  <a:lnTo>
                    <a:pt x="5703048" y="1668810"/>
                  </a:lnTo>
                  <a:lnTo>
                    <a:pt x="5702380" y="1668810"/>
                  </a:lnTo>
                  <a:lnTo>
                    <a:pt x="5701712" y="1668810"/>
                  </a:lnTo>
                  <a:lnTo>
                    <a:pt x="5701044" y="1668810"/>
                  </a:lnTo>
                  <a:lnTo>
                    <a:pt x="5700376" y="1668810"/>
                  </a:lnTo>
                  <a:lnTo>
                    <a:pt x="5699708" y="1668810"/>
                  </a:lnTo>
                  <a:lnTo>
                    <a:pt x="5699040" y="1668810"/>
                  </a:lnTo>
                  <a:lnTo>
                    <a:pt x="5698372" y="1668810"/>
                  </a:lnTo>
                  <a:lnTo>
                    <a:pt x="5697704" y="1668810"/>
                  </a:lnTo>
                  <a:lnTo>
                    <a:pt x="5697036" y="1668810"/>
                  </a:lnTo>
                  <a:lnTo>
                    <a:pt x="5696368" y="1668810"/>
                  </a:lnTo>
                  <a:lnTo>
                    <a:pt x="5695700" y="1668810"/>
                  </a:lnTo>
                  <a:lnTo>
                    <a:pt x="5695032" y="1668810"/>
                  </a:lnTo>
                  <a:lnTo>
                    <a:pt x="5694364" y="1668810"/>
                  </a:lnTo>
                  <a:lnTo>
                    <a:pt x="5693696" y="1668810"/>
                  </a:lnTo>
                  <a:lnTo>
                    <a:pt x="5693028" y="1668810"/>
                  </a:lnTo>
                  <a:lnTo>
                    <a:pt x="5692360" y="1668810"/>
                  </a:lnTo>
                  <a:lnTo>
                    <a:pt x="5691692" y="1668810"/>
                  </a:lnTo>
                  <a:lnTo>
                    <a:pt x="5691024" y="1668810"/>
                  </a:lnTo>
                  <a:lnTo>
                    <a:pt x="5690356" y="1668810"/>
                  </a:lnTo>
                  <a:lnTo>
                    <a:pt x="5689688" y="1668810"/>
                  </a:lnTo>
                  <a:lnTo>
                    <a:pt x="5689019" y="1668810"/>
                  </a:lnTo>
                  <a:lnTo>
                    <a:pt x="5688351" y="1668810"/>
                  </a:lnTo>
                  <a:lnTo>
                    <a:pt x="5687683" y="1668810"/>
                  </a:lnTo>
                  <a:lnTo>
                    <a:pt x="5687015" y="1668810"/>
                  </a:lnTo>
                  <a:lnTo>
                    <a:pt x="5686347" y="1668810"/>
                  </a:lnTo>
                  <a:lnTo>
                    <a:pt x="5685679" y="1668810"/>
                  </a:lnTo>
                  <a:lnTo>
                    <a:pt x="5685011" y="1668810"/>
                  </a:lnTo>
                  <a:lnTo>
                    <a:pt x="5684343" y="1668810"/>
                  </a:lnTo>
                  <a:lnTo>
                    <a:pt x="5683675" y="1668810"/>
                  </a:lnTo>
                  <a:lnTo>
                    <a:pt x="5683007" y="1668810"/>
                  </a:lnTo>
                  <a:lnTo>
                    <a:pt x="5682339" y="1668810"/>
                  </a:lnTo>
                  <a:lnTo>
                    <a:pt x="5681671" y="1668810"/>
                  </a:lnTo>
                  <a:lnTo>
                    <a:pt x="5681003" y="1668810"/>
                  </a:lnTo>
                  <a:lnTo>
                    <a:pt x="5680335" y="1668810"/>
                  </a:lnTo>
                  <a:lnTo>
                    <a:pt x="5679667" y="1668810"/>
                  </a:lnTo>
                  <a:lnTo>
                    <a:pt x="5678999" y="1668810"/>
                  </a:lnTo>
                  <a:lnTo>
                    <a:pt x="5678331" y="1668810"/>
                  </a:lnTo>
                  <a:lnTo>
                    <a:pt x="5677663" y="1668810"/>
                  </a:lnTo>
                  <a:lnTo>
                    <a:pt x="5676995" y="1668810"/>
                  </a:lnTo>
                  <a:lnTo>
                    <a:pt x="5676327" y="1668810"/>
                  </a:lnTo>
                  <a:lnTo>
                    <a:pt x="5675659" y="1668810"/>
                  </a:lnTo>
                  <a:lnTo>
                    <a:pt x="5674991" y="1668810"/>
                  </a:lnTo>
                  <a:lnTo>
                    <a:pt x="5674323" y="1668810"/>
                  </a:lnTo>
                  <a:lnTo>
                    <a:pt x="5673655" y="1668810"/>
                  </a:lnTo>
                  <a:lnTo>
                    <a:pt x="5672987" y="1668810"/>
                  </a:lnTo>
                  <a:lnTo>
                    <a:pt x="5672319" y="1668810"/>
                  </a:lnTo>
                  <a:lnTo>
                    <a:pt x="5671651" y="1668810"/>
                  </a:lnTo>
                  <a:lnTo>
                    <a:pt x="5670983" y="1668810"/>
                  </a:lnTo>
                  <a:lnTo>
                    <a:pt x="5670315" y="1668810"/>
                  </a:lnTo>
                  <a:lnTo>
                    <a:pt x="5669647" y="1668810"/>
                  </a:lnTo>
                  <a:lnTo>
                    <a:pt x="5668979" y="1668810"/>
                  </a:lnTo>
                  <a:lnTo>
                    <a:pt x="5668311" y="1668810"/>
                  </a:lnTo>
                  <a:lnTo>
                    <a:pt x="5667643" y="1668810"/>
                  </a:lnTo>
                  <a:lnTo>
                    <a:pt x="5666975" y="1668810"/>
                  </a:lnTo>
                  <a:lnTo>
                    <a:pt x="5666307" y="1668810"/>
                  </a:lnTo>
                  <a:lnTo>
                    <a:pt x="5665639" y="1668810"/>
                  </a:lnTo>
                  <a:lnTo>
                    <a:pt x="5664971" y="1668810"/>
                  </a:lnTo>
                  <a:lnTo>
                    <a:pt x="5664302" y="1668810"/>
                  </a:lnTo>
                  <a:lnTo>
                    <a:pt x="5663634" y="1668810"/>
                  </a:lnTo>
                  <a:lnTo>
                    <a:pt x="5662966" y="1668810"/>
                  </a:lnTo>
                  <a:lnTo>
                    <a:pt x="5662298" y="1668810"/>
                  </a:lnTo>
                  <a:lnTo>
                    <a:pt x="5661630" y="1668810"/>
                  </a:lnTo>
                  <a:lnTo>
                    <a:pt x="5660962" y="1668810"/>
                  </a:lnTo>
                  <a:lnTo>
                    <a:pt x="5660294" y="1668810"/>
                  </a:lnTo>
                  <a:lnTo>
                    <a:pt x="5659626" y="1668810"/>
                  </a:lnTo>
                  <a:lnTo>
                    <a:pt x="5658958" y="1668810"/>
                  </a:lnTo>
                  <a:lnTo>
                    <a:pt x="5658290" y="1668810"/>
                  </a:lnTo>
                  <a:lnTo>
                    <a:pt x="5657622" y="1668810"/>
                  </a:lnTo>
                  <a:lnTo>
                    <a:pt x="5656954" y="1668810"/>
                  </a:lnTo>
                  <a:lnTo>
                    <a:pt x="5656286" y="1668810"/>
                  </a:lnTo>
                  <a:lnTo>
                    <a:pt x="5655618" y="1668810"/>
                  </a:lnTo>
                  <a:lnTo>
                    <a:pt x="5654950" y="1668810"/>
                  </a:lnTo>
                  <a:lnTo>
                    <a:pt x="5654282" y="1668810"/>
                  </a:lnTo>
                  <a:lnTo>
                    <a:pt x="5653614" y="1668810"/>
                  </a:lnTo>
                  <a:lnTo>
                    <a:pt x="5652946" y="1668810"/>
                  </a:lnTo>
                  <a:lnTo>
                    <a:pt x="5652278" y="1668810"/>
                  </a:lnTo>
                  <a:lnTo>
                    <a:pt x="5651610" y="1668810"/>
                  </a:lnTo>
                  <a:lnTo>
                    <a:pt x="5650942" y="1668810"/>
                  </a:lnTo>
                  <a:lnTo>
                    <a:pt x="5650274" y="1668810"/>
                  </a:lnTo>
                  <a:lnTo>
                    <a:pt x="5649606" y="1668810"/>
                  </a:lnTo>
                  <a:lnTo>
                    <a:pt x="5648938" y="1668810"/>
                  </a:lnTo>
                  <a:lnTo>
                    <a:pt x="5648270" y="1668810"/>
                  </a:lnTo>
                  <a:lnTo>
                    <a:pt x="5647602" y="1668810"/>
                  </a:lnTo>
                  <a:lnTo>
                    <a:pt x="5646934" y="1668810"/>
                  </a:lnTo>
                  <a:lnTo>
                    <a:pt x="5646266" y="1668810"/>
                  </a:lnTo>
                  <a:lnTo>
                    <a:pt x="5645598" y="1668810"/>
                  </a:lnTo>
                  <a:lnTo>
                    <a:pt x="5644930" y="1668810"/>
                  </a:lnTo>
                  <a:lnTo>
                    <a:pt x="5644262" y="1668810"/>
                  </a:lnTo>
                  <a:lnTo>
                    <a:pt x="5643594" y="1668810"/>
                  </a:lnTo>
                  <a:lnTo>
                    <a:pt x="5642926" y="1668810"/>
                  </a:lnTo>
                  <a:lnTo>
                    <a:pt x="5642258" y="1668810"/>
                  </a:lnTo>
                  <a:lnTo>
                    <a:pt x="5641590" y="1668810"/>
                  </a:lnTo>
                  <a:lnTo>
                    <a:pt x="5640922" y="1668810"/>
                  </a:lnTo>
                  <a:lnTo>
                    <a:pt x="5640254" y="1668810"/>
                  </a:lnTo>
                  <a:lnTo>
                    <a:pt x="5639585" y="1668810"/>
                  </a:lnTo>
                  <a:lnTo>
                    <a:pt x="5638917" y="1668810"/>
                  </a:lnTo>
                  <a:lnTo>
                    <a:pt x="5638249" y="1668810"/>
                  </a:lnTo>
                  <a:lnTo>
                    <a:pt x="5637581" y="1668810"/>
                  </a:lnTo>
                  <a:lnTo>
                    <a:pt x="5636913" y="1668810"/>
                  </a:lnTo>
                  <a:lnTo>
                    <a:pt x="5636245" y="1668810"/>
                  </a:lnTo>
                  <a:lnTo>
                    <a:pt x="5635577" y="1668810"/>
                  </a:lnTo>
                  <a:lnTo>
                    <a:pt x="5634909" y="1668810"/>
                  </a:lnTo>
                  <a:lnTo>
                    <a:pt x="5634241" y="1668810"/>
                  </a:lnTo>
                  <a:lnTo>
                    <a:pt x="5633573" y="1668810"/>
                  </a:lnTo>
                  <a:lnTo>
                    <a:pt x="5632905" y="1668810"/>
                  </a:lnTo>
                  <a:lnTo>
                    <a:pt x="5632237" y="1668810"/>
                  </a:lnTo>
                  <a:lnTo>
                    <a:pt x="5631569" y="1668810"/>
                  </a:lnTo>
                  <a:lnTo>
                    <a:pt x="5630901" y="1668810"/>
                  </a:lnTo>
                  <a:lnTo>
                    <a:pt x="5630233" y="1668810"/>
                  </a:lnTo>
                  <a:lnTo>
                    <a:pt x="5629565" y="1668810"/>
                  </a:lnTo>
                  <a:lnTo>
                    <a:pt x="5628897" y="1668810"/>
                  </a:lnTo>
                  <a:lnTo>
                    <a:pt x="5628229" y="1668810"/>
                  </a:lnTo>
                  <a:lnTo>
                    <a:pt x="5627561" y="1668810"/>
                  </a:lnTo>
                  <a:lnTo>
                    <a:pt x="5626893" y="1668810"/>
                  </a:lnTo>
                  <a:lnTo>
                    <a:pt x="5626225" y="1668810"/>
                  </a:lnTo>
                  <a:lnTo>
                    <a:pt x="5625557" y="1668810"/>
                  </a:lnTo>
                  <a:lnTo>
                    <a:pt x="5624889" y="1668810"/>
                  </a:lnTo>
                  <a:lnTo>
                    <a:pt x="5624221" y="1668810"/>
                  </a:lnTo>
                  <a:lnTo>
                    <a:pt x="5623553" y="1668810"/>
                  </a:lnTo>
                  <a:lnTo>
                    <a:pt x="5622885" y="1668810"/>
                  </a:lnTo>
                  <a:lnTo>
                    <a:pt x="5622217" y="1668810"/>
                  </a:lnTo>
                  <a:lnTo>
                    <a:pt x="5621549" y="1668810"/>
                  </a:lnTo>
                  <a:lnTo>
                    <a:pt x="5620881" y="1668810"/>
                  </a:lnTo>
                  <a:lnTo>
                    <a:pt x="5620213" y="1668810"/>
                  </a:lnTo>
                  <a:lnTo>
                    <a:pt x="5619545" y="1668810"/>
                  </a:lnTo>
                  <a:lnTo>
                    <a:pt x="5618877" y="1668810"/>
                  </a:lnTo>
                  <a:lnTo>
                    <a:pt x="5618209" y="1668810"/>
                  </a:lnTo>
                  <a:lnTo>
                    <a:pt x="5617541" y="1668810"/>
                  </a:lnTo>
                  <a:lnTo>
                    <a:pt x="5616873" y="1668810"/>
                  </a:lnTo>
                  <a:lnTo>
                    <a:pt x="5616205" y="1668810"/>
                  </a:lnTo>
                  <a:lnTo>
                    <a:pt x="5615536" y="1668810"/>
                  </a:lnTo>
                  <a:lnTo>
                    <a:pt x="5614868" y="1668810"/>
                  </a:lnTo>
                  <a:lnTo>
                    <a:pt x="5614200" y="1668810"/>
                  </a:lnTo>
                  <a:lnTo>
                    <a:pt x="5613532" y="1668810"/>
                  </a:lnTo>
                  <a:lnTo>
                    <a:pt x="5612864" y="1668810"/>
                  </a:lnTo>
                  <a:lnTo>
                    <a:pt x="5612196" y="1668810"/>
                  </a:lnTo>
                  <a:lnTo>
                    <a:pt x="5611528" y="1668810"/>
                  </a:lnTo>
                  <a:lnTo>
                    <a:pt x="5610860" y="1668810"/>
                  </a:lnTo>
                  <a:lnTo>
                    <a:pt x="5610192" y="1668810"/>
                  </a:lnTo>
                  <a:lnTo>
                    <a:pt x="5609524" y="1668810"/>
                  </a:lnTo>
                  <a:lnTo>
                    <a:pt x="5608856" y="1668810"/>
                  </a:lnTo>
                  <a:lnTo>
                    <a:pt x="5608188" y="1668810"/>
                  </a:lnTo>
                  <a:lnTo>
                    <a:pt x="5607520" y="1668810"/>
                  </a:lnTo>
                  <a:lnTo>
                    <a:pt x="5606852" y="1668810"/>
                  </a:lnTo>
                  <a:lnTo>
                    <a:pt x="5606184" y="1668810"/>
                  </a:lnTo>
                  <a:lnTo>
                    <a:pt x="5605516" y="1668810"/>
                  </a:lnTo>
                  <a:lnTo>
                    <a:pt x="5604848" y="1668810"/>
                  </a:lnTo>
                  <a:lnTo>
                    <a:pt x="5604180" y="1668810"/>
                  </a:lnTo>
                  <a:lnTo>
                    <a:pt x="5603512" y="1668810"/>
                  </a:lnTo>
                  <a:lnTo>
                    <a:pt x="5602844" y="1668810"/>
                  </a:lnTo>
                  <a:lnTo>
                    <a:pt x="5602176" y="1668810"/>
                  </a:lnTo>
                  <a:lnTo>
                    <a:pt x="5601508" y="1668810"/>
                  </a:lnTo>
                  <a:lnTo>
                    <a:pt x="5600840" y="1668810"/>
                  </a:lnTo>
                  <a:lnTo>
                    <a:pt x="5600172" y="1668810"/>
                  </a:lnTo>
                  <a:lnTo>
                    <a:pt x="5599504" y="1668810"/>
                  </a:lnTo>
                  <a:lnTo>
                    <a:pt x="5598836" y="1668810"/>
                  </a:lnTo>
                  <a:lnTo>
                    <a:pt x="5598168" y="1668810"/>
                  </a:lnTo>
                  <a:lnTo>
                    <a:pt x="5597500" y="1668810"/>
                  </a:lnTo>
                  <a:lnTo>
                    <a:pt x="5596832" y="1668810"/>
                  </a:lnTo>
                  <a:lnTo>
                    <a:pt x="5596164" y="1668810"/>
                  </a:lnTo>
                  <a:lnTo>
                    <a:pt x="5595496" y="1668810"/>
                  </a:lnTo>
                  <a:lnTo>
                    <a:pt x="5594828" y="1668810"/>
                  </a:lnTo>
                  <a:lnTo>
                    <a:pt x="5594160" y="1668810"/>
                  </a:lnTo>
                  <a:lnTo>
                    <a:pt x="5593492" y="1668810"/>
                  </a:lnTo>
                  <a:lnTo>
                    <a:pt x="5592824" y="1668810"/>
                  </a:lnTo>
                  <a:lnTo>
                    <a:pt x="5592156" y="1668810"/>
                  </a:lnTo>
                  <a:lnTo>
                    <a:pt x="5591488" y="1668810"/>
                  </a:lnTo>
                  <a:lnTo>
                    <a:pt x="5590819" y="1668810"/>
                  </a:lnTo>
                  <a:lnTo>
                    <a:pt x="5590151" y="1668810"/>
                  </a:lnTo>
                  <a:lnTo>
                    <a:pt x="5589483" y="1668810"/>
                  </a:lnTo>
                  <a:lnTo>
                    <a:pt x="5588815" y="1668810"/>
                  </a:lnTo>
                  <a:lnTo>
                    <a:pt x="5588147" y="1668810"/>
                  </a:lnTo>
                  <a:lnTo>
                    <a:pt x="5587479" y="1668810"/>
                  </a:lnTo>
                  <a:lnTo>
                    <a:pt x="5586811" y="1668810"/>
                  </a:lnTo>
                  <a:lnTo>
                    <a:pt x="5586143" y="1668810"/>
                  </a:lnTo>
                  <a:lnTo>
                    <a:pt x="5585475" y="1668810"/>
                  </a:lnTo>
                  <a:lnTo>
                    <a:pt x="5584807" y="1668810"/>
                  </a:lnTo>
                  <a:lnTo>
                    <a:pt x="5584139" y="1668810"/>
                  </a:lnTo>
                  <a:lnTo>
                    <a:pt x="5583471" y="1668810"/>
                  </a:lnTo>
                  <a:lnTo>
                    <a:pt x="5582803" y="1668810"/>
                  </a:lnTo>
                  <a:lnTo>
                    <a:pt x="5582135" y="1668810"/>
                  </a:lnTo>
                  <a:lnTo>
                    <a:pt x="5581467" y="1668810"/>
                  </a:lnTo>
                  <a:lnTo>
                    <a:pt x="5580799" y="1668810"/>
                  </a:lnTo>
                  <a:lnTo>
                    <a:pt x="5580131" y="1668810"/>
                  </a:lnTo>
                  <a:lnTo>
                    <a:pt x="5579463" y="1668810"/>
                  </a:lnTo>
                  <a:lnTo>
                    <a:pt x="5578795" y="1668810"/>
                  </a:lnTo>
                  <a:lnTo>
                    <a:pt x="5578127" y="1668810"/>
                  </a:lnTo>
                  <a:lnTo>
                    <a:pt x="5577459" y="1668810"/>
                  </a:lnTo>
                  <a:lnTo>
                    <a:pt x="5576791" y="1668810"/>
                  </a:lnTo>
                  <a:lnTo>
                    <a:pt x="5576123" y="1668810"/>
                  </a:lnTo>
                  <a:lnTo>
                    <a:pt x="5575455" y="1668810"/>
                  </a:lnTo>
                  <a:lnTo>
                    <a:pt x="5574787" y="1668810"/>
                  </a:lnTo>
                  <a:lnTo>
                    <a:pt x="5574119" y="1668810"/>
                  </a:lnTo>
                  <a:lnTo>
                    <a:pt x="5573451" y="1668810"/>
                  </a:lnTo>
                  <a:lnTo>
                    <a:pt x="5572783" y="1668810"/>
                  </a:lnTo>
                  <a:lnTo>
                    <a:pt x="5572115" y="1668810"/>
                  </a:lnTo>
                  <a:lnTo>
                    <a:pt x="5571447" y="1668810"/>
                  </a:lnTo>
                  <a:lnTo>
                    <a:pt x="5570779" y="1668810"/>
                  </a:lnTo>
                  <a:lnTo>
                    <a:pt x="5570111" y="1668810"/>
                  </a:lnTo>
                  <a:lnTo>
                    <a:pt x="5569443" y="1668810"/>
                  </a:lnTo>
                  <a:lnTo>
                    <a:pt x="5568775" y="1668810"/>
                  </a:lnTo>
                  <a:lnTo>
                    <a:pt x="5568107" y="1668810"/>
                  </a:lnTo>
                  <a:lnTo>
                    <a:pt x="5567439" y="1668810"/>
                  </a:lnTo>
                  <a:lnTo>
                    <a:pt x="5566771" y="1668810"/>
                  </a:lnTo>
                  <a:lnTo>
                    <a:pt x="5566102" y="1668810"/>
                  </a:lnTo>
                  <a:lnTo>
                    <a:pt x="5565434" y="1668810"/>
                  </a:lnTo>
                  <a:lnTo>
                    <a:pt x="5564766" y="1668810"/>
                  </a:lnTo>
                  <a:lnTo>
                    <a:pt x="5564098" y="1668810"/>
                  </a:lnTo>
                  <a:lnTo>
                    <a:pt x="5563430" y="1668810"/>
                  </a:lnTo>
                  <a:lnTo>
                    <a:pt x="5562762" y="1668810"/>
                  </a:lnTo>
                  <a:lnTo>
                    <a:pt x="5562094" y="1668810"/>
                  </a:lnTo>
                  <a:lnTo>
                    <a:pt x="5561426" y="1668810"/>
                  </a:lnTo>
                  <a:lnTo>
                    <a:pt x="5560758" y="1668810"/>
                  </a:lnTo>
                  <a:lnTo>
                    <a:pt x="5560090" y="1668810"/>
                  </a:lnTo>
                  <a:lnTo>
                    <a:pt x="5559422" y="1668810"/>
                  </a:lnTo>
                  <a:lnTo>
                    <a:pt x="5558754" y="1668810"/>
                  </a:lnTo>
                  <a:lnTo>
                    <a:pt x="5558086" y="1668810"/>
                  </a:lnTo>
                  <a:lnTo>
                    <a:pt x="5557418" y="1668810"/>
                  </a:lnTo>
                  <a:lnTo>
                    <a:pt x="5556750" y="1668810"/>
                  </a:lnTo>
                  <a:lnTo>
                    <a:pt x="5556082" y="1668810"/>
                  </a:lnTo>
                  <a:lnTo>
                    <a:pt x="5555414" y="1668810"/>
                  </a:lnTo>
                  <a:lnTo>
                    <a:pt x="5554746" y="1668810"/>
                  </a:lnTo>
                  <a:lnTo>
                    <a:pt x="5554078" y="1668810"/>
                  </a:lnTo>
                  <a:lnTo>
                    <a:pt x="5553410" y="1668810"/>
                  </a:lnTo>
                  <a:lnTo>
                    <a:pt x="5552742" y="1668810"/>
                  </a:lnTo>
                  <a:lnTo>
                    <a:pt x="5552074" y="1668810"/>
                  </a:lnTo>
                  <a:lnTo>
                    <a:pt x="5551406" y="1668810"/>
                  </a:lnTo>
                  <a:lnTo>
                    <a:pt x="5550738" y="1668810"/>
                  </a:lnTo>
                  <a:lnTo>
                    <a:pt x="5550070" y="1668810"/>
                  </a:lnTo>
                  <a:lnTo>
                    <a:pt x="5549402" y="1668810"/>
                  </a:lnTo>
                  <a:lnTo>
                    <a:pt x="5548734" y="1668810"/>
                  </a:lnTo>
                  <a:lnTo>
                    <a:pt x="5548066" y="1668810"/>
                  </a:lnTo>
                  <a:lnTo>
                    <a:pt x="5547398" y="1668810"/>
                  </a:lnTo>
                  <a:lnTo>
                    <a:pt x="5546730" y="1668810"/>
                  </a:lnTo>
                  <a:lnTo>
                    <a:pt x="5546062" y="1668810"/>
                  </a:lnTo>
                  <a:lnTo>
                    <a:pt x="5545394" y="1668810"/>
                  </a:lnTo>
                  <a:lnTo>
                    <a:pt x="5544726" y="1668810"/>
                  </a:lnTo>
                  <a:lnTo>
                    <a:pt x="5544058" y="1668810"/>
                  </a:lnTo>
                  <a:lnTo>
                    <a:pt x="5543390" y="1668810"/>
                  </a:lnTo>
                  <a:lnTo>
                    <a:pt x="5542722" y="1668810"/>
                  </a:lnTo>
                  <a:lnTo>
                    <a:pt x="5542054" y="1668810"/>
                  </a:lnTo>
                  <a:lnTo>
                    <a:pt x="5541385" y="1668810"/>
                  </a:lnTo>
                  <a:lnTo>
                    <a:pt x="5540717" y="1668810"/>
                  </a:lnTo>
                  <a:lnTo>
                    <a:pt x="5540049" y="1668810"/>
                  </a:lnTo>
                  <a:lnTo>
                    <a:pt x="5539381" y="1668810"/>
                  </a:lnTo>
                  <a:lnTo>
                    <a:pt x="5538713" y="1668810"/>
                  </a:lnTo>
                  <a:lnTo>
                    <a:pt x="5538045" y="1668810"/>
                  </a:lnTo>
                  <a:lnTo>
                    <a:pt x="5537377" y="1668810"/>
                  </a:lnTo>
                  <a:lnTo>
                    <a:pt x="5536709" y="1668810"/>
                  </a:lnTo>
                  <a:lnTo>
                    <a:pt x="5536041" y="1668810"/>
                  </a:lnTo>
                  <a:lnTo>
                    <a:pt x="5535373" y="1668810"/>
                  </a:lnTo>
                  <a:lnTo>
                    <a:pt x="5534705" y="1668810"/>
                  </a:lnTo>
                  <a:lnTo>
                    <a:pt x="5534037" y="1668810"/>
                  </a:lnTo>
                  <a:lnTo>
                    <a:pt x="5533369" y="1668810"/>
                  </a:lnTo>
                  <a:lnTo>
                    <a:pt x="5532701" y="1668810"/>
                  </a:lnTo>
                  <a:lnTo>
                    <a:pt x="5532033" y="1668810"/>
                  </a:lnTo>
                  <a:lnTo>
                    <a:pt x="5531365" y="1668810"/>
                  </a:lnTo>
                  <a:lnTo>
                    <a:pt x="5530697" y="1668810"/>
                  </a:lnTo>
                  <a:lnTo>
                    <a:pt x="5530029" y="1668810"/>
                  </a:lnTo>
                  <a:lnTo>
                    <a:pt x="5529361" y="1668810"/>
                  </a:lnTo>
                  <a:lnTo>
                    <a:pt x="5528693" y="1668810"/>
                  </a:lnTo>
                  <a:lnTo>
                    <a:pt x="5528025" y="1668810"/>
                  </a:lnTo>
                  <a:lnTo>
                    <a:pt x="5527357" y="1668810"/>
                  </a:lnTo>
                  <a:lnTo>
                    <a:pt x="5526689" y="1668810"/>
                  </a:lnTo>
                  <a:lnTo>
                    <a:pt x="5526021" y="1668810"/>
                  </a:lnTo>
                  <a:lnTo>
                    <a:pt x="5525353" y="1668810"/>
                  </a:lnTo>
                  <a:lnTo>
                    <a:pt x="5524685" y="1668810"/>
                  </a:lnTo>
                  <a:lnTo>
                    <a:pt x="5524017" y="1668810"/>
                  </a:lnTo>
                  <a:lnTo>
                    <a:pt x="5523349" y="1668810"/>
                  </a:lnTo>
                  <a:lnTo>
                    <a:pt x="5522681" y="1668810"/>
                  </a:lnTo>
                  <a:lnTo>
                    <a:pt x="5522013" y="1668810"/>
                  </a:lnTo>
                  <a:lnTo>
                    <a:pt x="5521345" y="1668810"/>
                  </a:lnTo>
                  <a:lnTo>
                    <a:pt x="5520677" y="1668810"/>
                  </a:lnTo>
                  <a:lnTo>
                    <a:pt x="5520009" y="1668810"/>
                  </a:lnTo>
                  <a:lnTo>
                    <a:pt x="5519341" y="1668810"/>
                  </a:lnTo>
                  <a:lnTo>
                    <a:pt x="5518673" y="1668810"/>
                  </a:lnTo>
                  <a:lnTo>
                    <a:pt x="5518005" y="1668810"/>
                  </a:lnTo>
                  <a:lnTo>
                    <a:pt x="5517336" y="1668810"/>
                  </a:lnTo>
                  <a:lnTo>
                    <a:pt x="5516668" y="1668810"/>
                  </a:lnTo>
                  <a:lnTo>
                    <a:pt x="5516000" y="1668810"/>
                  </a:lnTo>
                  <a:lnTo>
                    <a:pt x="5515332" y="1668810"/>
                  </a:lnTo>
                  <a:lnTo>
                    <a:pt x="5514664" y="1668810"/>
                  </a:lnTo>
                  <a:lnTo>
                    <a:pt x="5513996" y="1668810"/>
                  </a:lnTo>
                  <a:lnTo>
                    <a:pt x="5513328" y="1668810"/>
                  </a:lnTo>
                  <a:lnTo>
                    <a:pt x="5512660" y="1668810"/>
                  </a:lnTo>
                  <a:lnTo>
                    <a:pt x="5511992" y="1668810"/>
                  </a:lnTo>
                  <a:lnTo>
                    <a:pt x="5511324" y="1668810"/>
                  </a:lnTo>
                  <a:lnTo>
                    <a:pt x="5510656" y="1668810"/>
                  </a:lnTo>
                  <a:lnTo>
                    <a:pt x="5509988" y="1668810"/>
                  </a:lnTo>
                  <a:lnTo>
                    <a:pt x="5509320" y="1668810"/>
                  </a:lnTo>
                  <a:lnTo>
                    <a:pt x="5508652" y="1668810"/>
                  </a:lnTo>
                  <a:lnTo>
                    <a:pt x="5507984" y="1668810"/>
                  </a:lnTo>
                  <a:lnTo>
                    <a:pt x="5507316" y="1668810"/>
                  </a:lnTo>
                  <a:lnTo>
                    <a:pt x="5506648" y="1668810"/>
                  </a:lnTo>
                  <a:lnTo>
                    <a:pt x="5505980" y="1668810"/>
                  </a:lnTo>
                  <a:lnTo>
                    <a:pt x="5505312" y="1668810"/>
                  </a:lnTo>
                  <a:lnTo>
                    <a:pt x="5504644" y="1668810"/>
                  </a:lnTo>
                  <a:lnTo>
                    <a:pt x="5503976" y="1668810"/>
                  </a:lnTo>
                  <a:lnTo>
                    <a:pt x="5503308" y="1668810"/>
                  </a:lnTo>
                  <a:lnTo>
                    <a:pt x="5502640" y="1668810"/>
                  </a:lnTo>
                  <a:lnTo>
                    <a:pt x="5501972" y="1668810"/>
                  </a:lnTo>
                  <a:lnTo>
                    <a:pt x="5501304" y="1668810"/>
                  </a:lnTo>
                  <a:lnTo>
                    <a:pt x="5500636" y="1668810"/>
                  </a:lnTo>
                  <a:lnTo>
                    <a:pt x="5499968" y="1668810"/>
                  </a:lnTo>
                  <a:lnTo>
                    <a:pt x="5499300" y="1668810"/>
                  </a:lnTo>
                  <a:lnTo>
                    <a:pt x="5498632" y="1668810"/>
                  </a:lnTo>
                  <a:lnTo>
                    <a:pt x="5497964" y="1668810"/>
                  </a:lnTo>
                  <a:lnTo>
                    <a:pt x="5497296" y="1668810"/>
                  </a:lnTo>
                  <a:lnTo>
                    <a:pt x="5496628" y="1668810"/>
                  </a:lnTo>
                  <a:lnTo>
                    <a:pt x="5495960" y="1668810"/>
                  </a:lnTo>
                  <a:lnTo>
                    <a:pt x="5495292" y="1668810"/>
                  </a:lnTo>
                  <a:lnTo>
                    <a:pt x="5494624" y="1668810"/>
                  </a:lnTo>
                  <a:lnTo>
                    <a:pt x="5493956" y="1668810"/>
                  </a:lnTo>
                  <a:lnTo>
                    <a:pt x="5493288" y="1668810"/>
                  </a:lnTo>
                  <a:lnTo>
                    <a:pt x="5492619" y="1668810"/>
                  </a:lnTo>
                  <a:lnTo>
                    <a:pt x="5491951" y="1668810"/>
                  </a:lnTo>
                  <a:lnTo>
                    <a:pt x="5491283" y="1668810"/>
                  </a:lnTo>
                  <a:lnTo>
                    <a:pt x="5490615" y="1668810"/>
                  </a:lnTo>
                  <a:lnTo>
                    <a:pt x="5489947" y="1668810"/>
                  </a:lnTo>
                  <a:lnTo>
                    <a:pt x="5489279" y="1668810"/>
                  </a:lnTo>
                  <a:lnTo>
                    <a:pt x="5488611" y="1668810"/>
                  </a:lnTo>
                  <a:lnTo>
                    <a:pt x="5487943" y="1668810"/>
                  </a:lnTo>
                  <a:lnTo>
                    <a:pt x="5487275" y="1668810"/>
                  </a:lnTo>
                  <a:lnTo>
                    <a:pt x="5486607" y="1668810"/>
                  </a:lnTo>
                  <a:lnTo>
                    <a:pt x="5485939" y="1668810"/>
                  </a:lnTo>
                  <a:lnTo>
                    <a:pt x="5485271" y="1668810"/>
                  </a:lnTo>
                  <a:lnTo>
                    <a:pt x="5484603" y="1668810"/>
                  </a:lnTo>
                  <a:lnTo>
                    <a:pt x="5483935" y="1668810"/>
                  </a:lnTo>
                  <a:lnTo>
                    <a:pt x="5483267" y="1668810"/>
                  </a:lnTo>
                  <a:lnTo>
                    <a:pt x="5482599" y="1668810"/>
                  </a:lnTo>
                  <a:lnTo>
                    <a:pt x="5481931" y="1668810"/>
                  </a:lnTo>
                  <a:lnTo>
                    <a:pt x="5481263" y="1668810"/>
                  </a:lnTo>
                  <a:lnTo>
                    <a:pt x="5480595" y="1668810"/>
                  </a:lnTo>
                  <a:lnTo>
                    <a:pt x="5479927" y="1668810"/>
                  </a:lnTo>
                  <a:lnTo>
                    <a:pt x="5479259" y="1668810"/>
                  </a:lnTo>
                  <a:lnTo>
                    <a:pt x="5478591" y="1668810"/>
                  </a:lnTo>
                  <a:lnTo>
                    <a:pt x="5477923" y="1668810"/>
                  </a:lnTo>
                  <a:lnTo>
                    <a:pt x="5477255" y="1668810"/>
                  </a:lnTo>
                  <a:lnTo>
                    <a:pt x="5476587" y="1668810"/>
                  </a:lnTo>
                  <a:lnTo>
                    <a:pt x="5475919" y="1668810"/>
                  </a:lnTo>
                  <a:lnTo>
                    <a:pt x="5475251" y="1668810"/>
                  </a:lnTo>
                  <a:lnTo>
                    <a:pt x="5474583" y="1668810"/>
                  </a:lnTo>
                  <a:lnTo>
                    <a:pt x="5473915" y="1668810"/>
                  </a:lnTo>
                  <a:lnTo>
                    <a:pt x="5473247" y="1668810"/>
                  </a:lnTo>
                  <a:lnTo>
                    <a:pt x="5472579" y="1668810"/>
                  </a:lnTo>
                  <a:lnTo>
                    <a:pt x="5471911" y="1668810"/>
                  </a:lnTo>
                  <a:lnTo>
                    <a:pt x="5471243" y="1668810"/>
                  </a:lnTo>
                  <a:lnTo>
                    <a:pt x="5470575" y="1668810"/>
                  </a:lnTo>
                  <a:lnTo>
                    <a:pt x="5469907" y="1668810"/>
                  </a:lnTo>
                  <a:lnTo>
                    <a:pt x="5469239" y="1668810"/>
                  </a:lnTo>
                  <a:lnTo>
                    <a:pt x="5468571" y="1668810"/>
                  </a:lnTo>
                  <a:lnTo>
                    <a:pt x="5467902" y="1668810"/>
                  </a:lnTo>
                  <a:lnTo>
                    <a:pt x="5467234" y="1668810"/>
                  </a:lnTo>
                  <a:lnTo>
                    <a:pt x="5466566" y="1668810"/>
                  </a:lnTo>
                  <a:lnTo>
                    <a:pt x="5465898" y="1668810"/>
                  </a:lnTo>
                  <a:lnTo>
                    <a:pt x="5465230" y="1668810"/>
                  </a:lnTo>
                  <a:lnTo>
                    <a:pt x="5464562" y="1668810"/>
                  </a:lnTo>
                  <a:lnTo>
                    <a:pt x="5463894" y="1668810"/>
                  </a:lnTo>
                  <a:lnTo>
                    <a:pt x="5463226" y="1668810"/>
                  </a:lnTo>
                  <a:lnTo>
                    <a:pt x="5462558" y="1668810"/>
                  </a:lnTo>
                  <a:lnTo>
                    <a:pt x="5461890" y="1668810"/>
                  </a:lnTo>
                  <a:lnTo>
                    <a:pt x="5461222" y="1668810"/>
                  </a:lnTo>
                  <a:lnTo>
                    <a:pt x="5460554" y="1668810"/>
                  </a:lnTo>
                  <a:lnTo>
                    <a:pt x="5459886" y="1668810"/>
                  </a:lnTo>
                  <a:lnTo>
                    <a:pt x="5459218" y="1668810"/>
                  </a:lnTo>
                  <a:lnTo>
                    <a:pt x="5458550" y="1668810"/>
                  </a:lnTo>
                  <a:lnTo>
                    <a:pt x="5457882" y="1668810"/>
                  </a:lnTo>
                  <a:lnTo>
                    <a:pt x="5457214" y="1668810"/>
                  </a:lnTo>
                  <a:lnTo>
                    <a:pt x="5456546" y="1668810"/>
                  </a:lnTo>
                  <a:lnTo>
                    <a:pt x="5455878" y="1668810"/>
                  </a:lnTo>
                  <a:lnTo>
                    <a:pt x="5455210" y="1668810"/>
                  </a:lnTo>
                  <a:lnTo>
                    <a:pt x="5454542" y="1668810"/>
                  </a:lnTo>
                  <a:lnTo>
                    <a:pt x="5453874" y="1668810"/>
                  </a:lnTo>
                  <a:lnTo>
                    <a:pt x="5453206" y="1668810"/>
                  </a:lnTo>
                  <a:lnTo>
                    <a:pt x="5452538" y="1668810"/>
                  </a:lnTo>
                  <a:lnTo>
                    <a:pt x="5451870" y="1668810"/>
                  </a:lnTo>
                  <a:lnTo>
                    <a:pt x="5451202" y="1668810"/>
                  </a:lnTo>
                  <a:lnTo>
                    <a:pt x="5450534" y="1668810"/>
                  </a:lnTo>
                  <a:lnTo>
                    <a:pt x="5449866" y="1668810"/>
                  </a:lnTo>
                  <a:lnTo>
                    <a:pt x="5449198" y="1668810"/>
                  </a:lnTo>
                  <a:lnTo>
                    <a:pt x="5448530" y="1668810"/>
                  </a:lnTo>
                  <a:lnTo>
                    <a:pt x="5447862" y="1668810"/>
                  </a:lnTo>
                  <a:lnTo>
                    <a:pt x="5447194" y="1668810"/>
                  </a:lnTo>
                  <a:lnTo>
                    <a:pt x="5446526" y="1668810"/>
                  </a:lnTo>
                  <a:lnTo>
                    <a:pt x="5445858" y="1668810"/>
                  </a:lnTo>
                  <a:lnTo>
                    <a:pt x="5445190" y="1668810"/>
                  </a:lnTo>
                  <a:lnTo>
                    <a:pt x="5444522" y="1668810"/>
                  </a:lnTo>
                  <a:lnTo>
                    <a:pt x="5443854" y="1668810"/>
                  </a:lnTo>
                  <a:lnTo>
                    <a:pt x="5443185" y="1668810"/>
                  </a:lnTo>
                  <a:lnTo>
                    <a:pt x="5442517" y="1668810"/>
                  </a:lnTo>
                  <a:lnTo>
                    <a:pt x="5441849" y="1668810"/>
                  </a:lnTo>
                  <a:lnTo>
                    <a:pt x="5441181" y="1668810"/>
                  </a:lnTo>
                  <a:lnTo>
                    <a:pt x="5440513" y="1668810"/>
                  </a:lnTo>
                  <a:lnTo>
                    <a:pt x="5439845" y="1668810"/>
                  </a:lnTo>
                  <a:lnTo>
                    <a:pt x="5439177" y="1668810"/>
                  </a:lnTo>
                  <a:lnTo>
                    <a:pt x="5438509" y="1668810"/>
                  </a:lnTo>
                  <a:lnTo>
                    <a:pt x="5437841" y="1668810"/>
                  </a:lnTo>
                  <a:lnTo>
                    <a:pt x="5437173" y="1668810"/>
                  </a:lnTo>
                  <a:lnTo>
                    <a:pt x="5436505" y="1668810"/>
                  </a:lnTo>
                  <a:lnTo>
                    <a:pt x="5435837" y="1668810"/>
                  </a:lnTo>
                  <a:lnTo>
                    <a:pt x="5435169" y="1668810"/>
                  </a:lnTo>
                  <a:lnTo>
                    <a:pt x="5434501" y="1668810"/>
                  </a:lnTo>
                  <a:lnTo>
                    <a:pt x="5433833" y="1668810"/>
                  </a:lnTo>
                  <a:lnTo>
                    <a:pt x="5433165" y="1668810"/>
                  </a:lnTo>
                  <a:lnTo>
                    <a:pt x="5432497" y="1668810"/>
                  </a:lnTo>
                  <a:lnTo>
                    <a:pt x="5431829" y="1668810"/>
                  </a:lnTo>
                  <a:lnTo>
                    <a:pt x="5431161" y="1668810"/>
                  </a:lnTo>
                  <a:lnTo>
                    <a:pt x="5430493" y="1668810"/>
                  </a:lnTo>
                  <a:lnTo>
                    <a:pt x="5429825" y="1668810"/>
                  </a:lnTo>
                  <a:lnTo>
                    <a:pt x="5429157" y="1668810"/>
                  </a:lnTo>
                  <a:lnTo>
                    <a:pt x="5428489" y="1668810"/>
                  </a:lnTo>
                  <a:lnTo>
                    <a:pt x="5427821" y="1668810"/>
                  </a:lnTo>
                  <a:lnTo>
                    <a:pt x="5427153" y="1668810"/>
                  </a:lnTo>
                  <a:lnTo>
                    <a:pt x="5426485" y="1668810"/>
                  </a:lnTo>
                  <a:lnTo>
                    <a:pt x="5425817" y="1668810"/>
                  </a:lnTo>
                  <a:lnTo>
                    <a:pt x="5425149" y="1668810"/>
                  </a:lnTo>
                  <a:lnTo>
                    <a:pt x="5424481" y="1668810"/>
                  </a:lnTo>
                  <a:lnTo>
                    <a:pt x="5423813" y="1668810"/>
                  </a:lnTo>
                  <a:lnTo>
                    <a:pt x="5423145" y="1668810"/>
                  </a:lnTo>
                  <a:lnTo>
                    <a:pt x="5422477" y="1668810"/>
                  </a:lnTo>
                  <a:lnTo>
                    <a:pt x="5421809" y="1668810"/>
                  </a:lnTo>
                  <a:lnTo>
                    <a:pt x="5421141" y="1668810"/>
                  </a:lnTo>
                  <a:lnTo>
                    <a:pt x="5420473" y="1668810"/>
                  </a:lnTo>
                  <a:lnTo>
                    <a:pt x="5419805" y="1668810"/>
                  </a:lnTo>
                  <a:lnTo>
                    <a:pt x="5419136" y="1668810"/>
                  </a:lnTo>
                  <a:lnTo>
                    <a:pt x="5418468" y="1668810"/>
                  </a:lnTo>
                  <a:lnTo>
                    <a:pt x="5417800" y="1668810"/>
                  </a:lnTo>
                  <a:lnTo>
                    <a:pt x="5417132" y="1668810"/>
                  </a:lnTo>
                  <a:lnTo>
                    <a:pt x="5416464" y="1668810"/>
                  </a:lnTo>
                  <a:lnTo>
                    <a:pt x="5415796" y="1668810"/>
                  </a:lnTo>
                  <a:lnTo>
                    <a:pt x="5415128" y="1668810"/>
                  </a:lnTo>
                  <a:lnTo>
                    <a:pt x="5414460" y="1668810"/>
                  </a:lnTo>
                  <a:lnTo>
                    <a:pt x="5413792" y="1668810"/>
                  </a:lnTo>
                  <a:lnTo>
                    <a:pt x="5413124" y="1668810"/>
                  </a:lnTo>
                  <a:lnTo>
                    <a:pt x="5412456" y="1668810"/>
                  </a:lnTo>
                  <a:lnTo>
                    <a:pt x="5411788" y="1668810"/>
                  </a:lnTo>
                  <a:lnTo>
                    <a:pt x="5411120" y="1668810"/>
                  </a:lnTo>
                  <a:lnTo>
                    <a:pt x="5410452" y="1668810"/>
                  </a:lnTo>
                  <a:lnTo>
                    <a:pt x="5409784" y="1668810"/>
                  </a:lnTo>
                  <a:lnTo>
                    <a:pt x="5409116" y="1668810"/>
                  </a:lnTo>
                  <a:lnTo>
                    <a:pt x="5408448" y="1668810"/>
                  </a:lnTo>
                  <a:lnTo>
                    <a:pt x="5407780" y="1668810"/>
                  </a:lnTo>
                  <a:lnTo>
                    <a:pt x="5407112" y="1668810"/>
                  </a:lnTo>
                  <a:lnTo>
                    <a:pt x="5406444" y="1668810"/>
                  </a:lnTo>
                  <a:lnTo>
                    <a:pt x="5405776" y="1668810"/>
                  </a:lnTo>
                  <a:lnTo>
                    <a:pt x="5405108" y="1668810"/>
                  </a:lnTo>
                  <a:lnTo>
                    <a:pt x="5404440" y="1668810"/>
                  </a:lnTo>
                  <a:lnTo>
                    <a:pt x="5403772" y="1668810"/>
                  </a:lnTo>
                  <a:lnTo>
                    <a:pt x="5403104" y="1668810"/>
                  </a:lnTo>
                  <a:lnTo>
                    <a:pt x="5402436" y="1668810"/>
                  </a:lnTo>
                  <a:lnTo>
                    <a:pt x="5401768" y="1668810"/>
                  </a:lnTo>
                  <a:lnTo>
                    <a:pt x="5401100" y="1668810"/>
                  </a:lnTo>
                  <a:lnTo>
                    <a:pt x="5400432" y="1668810"/>
                  </a:lnTo>
                  <a:lnTo>
                    <a:pt x="5399764" y="1668810"/>
                  </a:lnTo>
                  <a:lnTo>
                    <a:pt x="5399096" y="1668810"/>
                  </a:lnTo>
                  <a:lnTo>
                    <a:pt x="5398428" y="1668810"/>
                  </a:lnTo>
                  <a:lnTo>
                    <a:pt x="5397760" y="1668810"/>
                  </a:lnTo>
                  <a:lnTo>
                    <a:pt x="5397092" y="1668810"/>
                  </a:lnTo>
                  <a:lnTo>
                    <a:pt x="5396424" y="1668810"/>
                  </a:lnTo>
                  <a:lnTo>
                    <a:pt x="5395756" y="1668810"/>
                  </a:lnTo>
                  <a:lnTo>
                    <a:pt x="5395088" y="1668810"/>
                  </a:lnTo>
                  <a:lnTo>
                    <a:pt x="5394419" y="1668810"/>
                  </a:lnTo>
                  <a:lnTo>
                    <a:pt x="5393751" y="1668810"/>
                  </a:lnTo>
                  <a:lnTo>
                    <a:pt x="5393083" y="1668810"/>
                  </a:lnTo>
                  <a:lnTo>
                    <a:pt x="5392415" y="1668810"/>
                  </a:lnTo>
                  <a:lnTo>
                    <a:pt x="5391747" y="1668810"/>
                  </a:lnTo>
                  <a:lnTo>
                    <a:pt x="5391079" y="1668810"/>
                  </a:lnTo>
                  <a:lnTo>
                    <a:pt x="5390411" y="1668810"/>
                  </a:lnTo>
                  <a:lnTo>
                    <a:pt x="5389743" y="1668810"/>
                  </a:lnTo>
                  <a:lnTo>
                    <a:pt x="5389075" y="1668810"/>
                  </a:lnTo>
                  <a:lnTo>
                    <a:pt x="5388407" y="1668810"/>
                  </a:lnTo>
                  <a:lnTo>
                    <a:pt x="5387739" y="1668810"/>
                  </a:lnTo>
                  <a:lnTo>
                    <a:pt x="5387071" y="1668810"/>
                  </a:lnTo>
                  <a:lnTo>
                    <a:pt x="5386403" y="1668810"/>
                  </a:lnTo>
                  <a:lnTo>
                    <a:pt x="5385735" y="1668810"/>
                  </a:lnTo>
                  <a:lnTo>
                    <a:pt x="5385067" y="1668810"/>
                  </a:lnTo>
                  <a:lnTo>
                    <a:pt x="5384399" y="1668810"/>
                  </a:lnTo>
                  <a:lnTo>
                    <a:pt x="5383731" y="1668810"/>
                  </a:lnTo>
                  <a:lnTo>
                    <a:pt x="5383063" y="1668810"/>
                  </a:lnTo>
                  <a:lnTo>
                    <a:pt x="5382395" y="1668810"/>
                  </a:lnTo>
                  <a:lnTo>
                    <a:pt x="5381727" y="1668810"/>
                  </a:lnTo>
                  <a:lnTo>
                    <a:pt x="5381059" y="1668810"/>
                  </a:lnTo>
                  <a:lnTo>
                    <a:pt x="5380391" y="1668810"/>
                  </a:lnTo>
                  <a:lnTo>
                    <a:pt x="5379723" y="1668810"/>
                  </a:lnTo>
                  <a:lnTo>
                    <a:pt x="5379055" y="1668810"/>
                  </a:lnTo>
                  <a:lnTo>
                    <a:pt x="5378387" y="1668810"/>
                  </a:lnTo>
                  <a:lnTo>
                    <a:pt x="5377719" y="1668810"/>
                  </a:lnTo>
                  <a:lnTo>
                    <a:pt x="5377051" y="1668810"/>
                  </a:lnTo>
                  <a:lnTo>
                    <a:pt x="5376383" y="1668810"/>
                  </a:lnTo>
                  <a:lnTo>
                    <a:pt x="5375715" y="1668810"/>
                  </a:lnTo>
                  <a:lnTo>
                    <a:pt x="5375047" y="1668810"/>
                  </a:lnTo>
                  <a:lnTo>
                    <a:pt x="5374379" y="1668810"/>
                  </a:lnTo>
                  <a:lnTo>
                    <a:pt x="5373711" y="1668810"/>
                  </a:lnTo>
                  <a:lnTo>
                    <a:pt x="5373043" y="1668810"/>
                  </a:lnTo>
                  <a:lnTo>
                    <a:pt x="5372375" y="1668810"/>
                  </a:lnTo>
                  <a:lnTo>
                    <a:pt x="5371707" y="1668810"/>
                  </a:lnTo>
                  <a:lnTo>
                    <a:pt x="5371039" y="1668810"/>
                  </a:lnTo>
                  <a:lnTo>
                    <a:pt x="5370371" y="1668810"/>
                  </a:lnTo>
                  <a:lnTo>
                    <a:pt x="5369702" y="1668810"/>
                  </a:lnTo>
                  <a:lnTo>
                    <a:pt x="5369034" y="1668810"/>
                  </a:lnTo>
                  <a:lnTo>
                    <a:pt x="5368366" y="1668810"/>
                  </a:lnTo>
                  <a:lnTo>
                    <a:pt x="5367698" y="1668810"/>
                  </a:lnTo>
                  <a:lnTo>
                    <a:pt x="5367030" y="1668810"/>
                  </a:lnTo>
                  <a:lnTo>
                    <a:pt x="5366362" y="1668810"/>
                  </a:lnTo>
                  <a:lnTo>
                    <a:pt x="5365694" y="1668810"/>
                  </a:lnTo>
                  <a:lnTo>
                    <a:pt x="5365026" y="1668810"/>
                  </a:lnTo>
                  <a:lnTo>
                    <a:pt x="5364358" y="1668810"/>
                  </a:lnTo>
                  <a:lnTo>
                    <a:pt x="5363690" y="1668810"/>
                  </a:lnTo>
                  <a:lnTo>
                    <a:pt x="5363022" y="1668810"/>
                  </a:lnTo>
                  <a:lnTo>
                    <a:pt x="5362354" y="1668810"/>
                  </a:lnTo>
                  <a:lnTo>
                    <a:pt x="5361686" y="1668810"/>
                  </a:lnTo>
                  <a:lnTo>
                    <a:pt x="5361018" y="1668810"/>
                  </a:lnTo>
                  <a:lnTo>
                    <a:pt x="5360350" y="1668810"/>
                  </a:lnTo>
                  <a:lnTo>
                    <a:pt x="5359682" y="1668810"/>
                  </a:lnTo>
                  <a:lnTo>
                    <a:pt x="5359014" y="1668810"/>
                  </a:lnTo>
                  <a:lnTo>
                    <a:pt x="5358346" y="1668810"/>
                  </a:lnTo>
                  <a:lnTo>
                    <a:pt x="5357678" y="1668810"/>
                  </a:lnTo>
                  <a:lnTo>
                    <a:pt x="5357010" y="1668810"/>
                  </a:lnTo>
                  <a:lnTo>
                    <a:pt x="5356342" y="1668810"/>
                  </a:lnTo>
                  <a:lnTo>
                    <a:pt x="5355674" y="1668810"/>
                  </a:lnTo>
                  <a:lnTo>
                    <a:pt x="5355006" y="1668810"/>
                  </a:lnTo>
                  <a:lnTo>
                    <a:pt x="5354338" y="1668810"/>
                  </a:lnTo>
                  <a:lnTo>
                    <a:pt x="5353670" y="1668810"/>
                  </a:lnTo>
                  <a:lnTo>
                    <a:pt x="5353002" y="1668810"/>
                  </a:lnTo>
                  <a:lnTo>
                    <a:pt x="5352334" y="1668810"/>
                  </a:lnTo>
                  <a:lnTo>
                    <a:pt x="5351666" y="1668810"/>
                  </a:lnTo>
                  <a:lnTo>
                    <a:pt x="5350998" y="1668810"/>
                  </a:lnTo>
                  <a:lnTo>
                    <a:pt x="5350330" y="1668810"/>
                  </a:lnTo>
                  <a:lnTo>
                    <a:pt x="5349662" y="1668810"/>
                  </a:lnTo>
                  <a:lnTo>
                    <a:pt x="5348994" y="1668810"/>
                  </a:lnTo>
                  <a:lnTo>
                    <a:pt x="5348326" y="1668810"/>
                  </a:lnTo>
                  <a:lnTo>
                    <a:pt x="5347658" y="1668810"/>
                  </a:lnTo>
                  <a:lnTo>
                    <a:pt x="5346990" y="1668810"/>
                  </a:lnTo>
                  <a:lnTo>
                    <a:pt x="5346322" y="1668810"/>
                  </a:lnTo>
                  <a:lnTo>
                    <a:pt x="5345654" y="1668810"/>
                  </a:lnTo>
                  <a:lnTo>
                    <a:pt x="5344985" y="1668810"/>
                  </a:lnTo>
                  <a:lnTo>
                    <a:pt x="5344317" y="1668810"/>
                  </a:lnTo>
                  <a:lnTo>
                    <a:pt x="5343649" y="1668810"/>
                  </a:lnTo>
                  <a:lnTo>
                    <a:pt x="5342981" y="1668810"/>
                  </a:lnTo>
                  <a:lnTo>
                    <a:pt x="5342313" y="1668810"/>
                  </a:lnTo>
                  <a:lnTo>
                    <a:pt x="5341645" y="1668810"/>
                  </a:lnTo>
                  <a:lnTo>
                    <a:pt x="5340977" y="1668810"/>
                  </a:lnTo>
                  <a:lnTo>
                    <a:pt x="5340309" y="1668810"/>
                  </a:lnTo>
                  <a:lnTo>
                    <a:pt x="5339641" y="1668810"/>
                  </a:lnTo>
                  <a:lnTo>
                    <a:pt x="5338973" y="1668810"/>
                  </a:lnTo>
                  <a:lnTo>
                    <a:pt x="5338305" y="1668810"/>
                  </a:lnTo>
                  <a:lnTo>
                    <a:pt x="5337637" y="1668810"/>
                  </a:lnTo>
                  <a:lnTo>
                    <a:pt x="5336969" y="1668810"/>
                  </a:lnTo>
                  <a:lnTo>
                    <a:pt x="5336301" y="1668810"/>
                  </a:lnTo>
                  <a:lnTo>
                    <a:pt x="5335633" y="1668810"/>
                  </a:lnTo>
                  <a:lnTo>
                    <a:pt x="5334965" y="1668810"/>
                  </a:lnTo>
                  <a:lnTo>
                    <a:pt x="5334297" y="1668810"/>
                  </a:lnTo>
                  <a:lnTo>
                    <a:pt x="5333629" y="1668810"/>
                  </a:lnTo>
                  <a:lnTo>
                    <a:pt x="5332961" y="1668810"/>
                  </a:lnTo>
                  <a:lnTo>
                    <a:pt x="5332293" y="1668810"/>
                  </a:lnTo>
                  <a:lnTo>
                    <a:pt x="5331625" y="1668810"/>
                  </a:lnTo>
                  <a:lnTo>
                    <a:pt x="5330957" y="1668810"/>
                  </a:lnTo>
                  <a:lnTo>
                    <a:pt x="5330289" y="1668810"/>
                  </a:lnTo>
                  <a:lnTo>
                    <a:pt x="5329621" y="1668810"/>
                  </a:lnTo>
                  <a:lnTo>
                    <a:pt x="5328953" y="1668810"/>
                  </a:lnTo>
                  <a:lnTo>
                    <a:pt x="5328285" y="1668810"/>
                  </a:lnTo>
                  <a:lnTo>
                    <a:pt x="5327617" y="1668810"/>
                  </a:lnTo>
                  <a:lnTo>
                    <a:pt x="5326949" y="1668810"/>
                  </a:lnTo>
                  <a:lnTo>
                    <a:pt x="5326281" y="1668810"/>
                  </a:lnTo>
                  <a:lnTo>
                    <a:pt x="5325613" y="1668810"/>
                  </a:lnTo>
                  <a:lnTo>
                    <a:pt x="5324945" y="1668810"/>
                  </a:lnTo>
                  <a:lnTo>
                    <a:pt x="5324277" y="1668810"/>
                  </a:lnTo>
                  <a:lnTo>
                    <a:pt x="5323609" y="1668810"/>
                  </a:lnTo>
                  <a:lnTo>
                    <a:pt x="5322941" y="1668810"/>
                  </a:lnTo>
                  <a:lnTo>
                    <a:pt x="5322273" y="1668810"/>
                  </a:lnTo>
                  <a:lnTo>
                    <a:pt x="5321605" y="1668810"/>
                  </a:lnTo>
                  <a:lnTo>
                    <a:pt x="5320936" y="1668810"/>
                  </a:lnTo>
                  <a:lnTo>
                    <a:pt x="5320268" y="1668810"/>
                  </a:lnTo>
                  <a:lnTo>
                    <a:pt x="5319600" y="1668810"/>
                  </a:lnTo>
                  <a:lnTo>
                    <a:pt x="5318932" y="1668810"/>
                  </a:lnTo>
                  <a:lnTo>
                    <a:pt x="5318264" y="1668810"/>
                  </a:lnTo>
                  <a:lnTo>
                    <a:pt x="5317596" y="1668810"/>
                  </a:lnTo>
                  <a:lnTo>
                    <a:pt x="5316928" y="1668810"/>
                  </a:lnTo>
                  <a:lnTo>
                    <a:pt x="5316260" y="1668810"/>
                  </a:lnTo>
                  <a:lnTo>
                    <a:pt x="5315592" y="1668810"/>
                  </a:lnTo>
                  <a:lnTo>
                    <a:pt x="5314924" y="1668810"/>
                  </a:lnTo>
                  <a:lnTo>
                    <a:pt x="5314256" y="1668810"/>
                  </a:lnTo>
                  <a:lnTo>
                    <a:pt x="5313588" y="1668810"/>
                  </a:lnTo>
                  <a:lnTo>
                    <a:pt x="5312920" y="1668810"/>
                  </a:lnTo>
                  <a:lnTo>
                    <a:pt x="5312252" y="1668810"/>
                  </a:lnTo>
                  <a:lnTo>
                    <a:pt x="5311584" y="1668810"/>
                  </a:lnTo>
                  <a:lnTo>
                    <a:pt x="5310916" y="1668810"/>
                  </a:lnTo>
                  <a:lnTo>
                    <a:pt x="5310248" y="1668810"/>
                  </a:lnTo>
                  <a:lnTo>
                    <a:pt x="5309580" y="1668810"/>
                  </a:lnTo>
                  <a:lnTo>
                    <a:pt x="5308912" y="1668810"/>
                  </a:lnTo>
                  <a:lnTo>
                    <a:pt x="5308244" y="1668810"/>
                  </a:lnTo>
                  <a:lnTo>
                    <a:pt x="5307576" y="1668810"/>
                  </a:lnTo>
                  <a:lnTo>
                    <a:pt x="5306908" y="1668810"/>
                  </a:lnTo>
                  <a:lnTo>
                    <a:pt x="5306240" y="1668810"/>
                  </a:lnTo>
                  <a:lnTo>
                    <a:pt x="5305572" y="1668810"/>
                  </a:lnTo>
                  <a:lnTo>
                    <a:pt x="5304904" y="1668810"/>
                  </a:lnTo>
                  <a:lnTo>
                    <a:pt x="5304236" y="1668810"/>
                  </a:lnTo>
                  <a:lnTo>
                    <a:pt x="5303568" y="1668810"/>
                  </a:lnTo>
                  <a:lnTo>
                    <a:pt x="5302900" y="1668810"/>
                  </a:lnTo>
                  <a:lnTo>
                    <a:pt x="5302232" y="1668810"/>
                  </a:lnTo>
                  <a:lnTo>
                    <a:pt x="5301564" y="1668810"/>
                  </a:lnTo>
                  <a:lnTo>
                    <a:pt x="5300896" y="1668810"/>
                  </a:lnTo>
                  <a:lnTo>
                    <a:pt x="5300228" y="1668810"/>
                  </a:lnTo>
                  <a:lnTo>
                    <a:pt x="5299560" y="1668810"/>
                  </a:lnTo>
                  <a:lnTo>
                    <a:pt x="5298892" y="1668810"/>
                  </a:lnTo>
                  <a:lnTo>
                    <a:pt x="5298224" y="1668810"/>
                  </a:lnTo>
                  <a:lnTo>
                    <a:pt x="5297556" y="1668810"/>
                  </a:lnTo>
                  <a:lnTo>
                    <a:pt x="5296888" y="1668810"/>
                  </a:lnTo>
                  <a:lnTo>
                    <a:pt x="5296219" y="1668810"/>
                  </a:lnTo>
                  <a:lnTo>
                    <a:pt x="5295551" y="1668810"/>
                  </a:lnTo>
                  <a:lnTo>
                    <a:pt x="5294883" y="1668810"/>
                  </a:lnTo>
                  <a:lnTo>
                    <a:pt x="5294215" y="1668810"/>
                  </a:lnTo>
                  <a:lnTo>
                    <a:pt x="5293547" y="1668810"/>
                  </a:lnTo>
                  <a:lnTo>
                    <a:pt x="5292879" y="1668810"/>
                  </a:lnTo>
                  <a:lnTo>
                    <a:pt x="5292211" y="1668810"/>
                  </a:lnTo>
                  <a:lnTo>
                    <a:pt x="5291543" y="1668810"/>
                  </a:lnTo>
                  <a:lnTo>
                    <a:pt x="5290875" y="1668810"/>
                  </a:lnTo>
                  <a:lnTo>
                    <a:pt x="5290207" y="1668810"/>
                  </a:lnTo>
                  <a:lnTo>
                    <a:pt x="5289539" y="1668810"/>
                  </a:lnTo>
                  <a:lnTo>
                    <a:pt x="5288871" y="1668810"/>
                  </a:lnTo>
                  <a:lnTo>
                    <a:pt x="5288203" y="1668810"/>
                  </a:lnTo>
                  <a:lnTo>
                    <a:pt x="5287535" y="1668810"/>
                  </a:lnTo>
                  <a:lnTo>
                    <a:pt x="5286867" y="1668810"/>
                  </a:lnTo>
                  <a:lnTo>
                    <a:pt x="5286199" y="1668810"/>
                  </a:lnTo>
                  <a:lnTo>
                    <a:pt x="5285531" y="1668810"/>
                  </a:lnTo>
                  <a:lnTo>
                    <a:pt x="5284863" y="1668810"/>
                  </a:lnTo>
                  <a:lnTo>
                    <a:pt x="5284195" y="1668810"/>
                  </a:lnTo>
                  <a:lnTo>
                    <a:pt x="5283527" y="1668810"/>
                  </a:lnTo>
                  <a:lnTo>
                    <a:pt x="5282859" y="1668810"/>
                  </a:lnTo>
                  <a:lnTo>
                    <a:pt x="5282191" y="1668810"/>
                  </a:lnTo>
                  <a:lnTo>
                    <a:pt x="5281523" y="1668810"/>
                  </a:lnTo>
                  <a:lnTo>
                    <a:pt x="5280855" y="1668810"/>
                  </a:lnTo>
                  <a:lnTo>
                    <a:pt x="5280187" y="1668810"/>
                  </a:lnTo>
                  <a:lnTo>
                    <a:pt x="5279519" y="1668810"/>
                  </a:lnTo>
                  <a:lnTo>
                    <a:pt x="5278851" y="1668810"/>
                  </a:lnTo>
                  <a:lnTo>
                    <a:pt x="5278183" y="1668810"/>
                  </a:lnTo>
                  <a:lnTo>
                    <a:pt x="5277515" y="1668810"/>
                  </a:lnTo>
                  <a:lnTo>
                    <a:pt x="5276847" y="1668810"/>
                  </a:lnTo>
                  <a:lnTo>
                    <a:pt x="5276179" y="1668810"/>
                  </a:lnTo>
                  <a:lnTo>
                    <a:pt x="5275511" y="1668810"/>
                  </a:lnTo>
                  <a:lnTo>
                    <a:pt x="5274843" y="1668810"/>
                  </a:lnTo>
                  <a:lnTo>
                    <a:pt x="5274175" y="1668810"/>
                  </a:lnTo>
                  <a:lnTo>
                    <a:pt x="5273507" y="1668810"/>
                  </a:lnTo>
                  <a:lnTo>
                    <a:pt x="5272839" y="1668810"/>
                  </a:lnTo>
                  <a:lnTo>
                    <a:pt x="5272171" y="1668810"/>
                  </a:lnTo>
                  <a:lnTo>
                    <a:pt x="5271502" y="1668810"/>
                  </a:lnTo>
                  <a:lnTo>
                    <a:pt x="5270834" y="1668810"/>
                  </a:lnTo>
                  <a:lnTo>
                    <a:pt x="5270166" y="1668810"/>
                  </a:lnTo>
                  <a:lnTo>
                    <a:pt x="5269498" y="1668810"/>
                  </a:lnTo>
                  <a:lnTo>
                    <a:pt x="5268830" y="1668810"/>
                  </a:lnTo>
                  <a:lnTo>
                    <a:pt x="5268162" y="1668810"/>
                  </a:lnTo>
                  <a:lnTo>
                    <a:pt x="5267494" y="1668810"/>
                  </a:lnTo>
                  <a:lnTo>
                    <a:pt x="5266826" y="1668810"/>
                  </a:lnTo>
                  <a:lnTo>
                    <a:pt x="5266158" y="1668810"/>
                  </a:lnTo>
                  <a:lnTo>
                    <a:pt x="5265490" y="1668810"/>
                  </a:lnTo>
                  <a:lnTo>
                    <a:pt x="5264822" y="1668810"/>
                  </a:lnTo>
                  <a:lnTo>
                    <a:pt x="5264154" y="1668810"/>
                  </a:lnTo>
                  <a:lnTo>
                    <a:pt x="5263486" y="1668810"/>
                  </a:lnTo>
                  <a:lnTo>
                    <a:pt x="5262818" y="1668810"/>
                  </a:lnTo>
                  <a:lnTo>
                    <a:pt x="5262150" y="1668810"/>
                  </a:lnTo>
                  <a:lnTo>
                    <a:pt x="5261482" y="1668810"/>
                  </a:lnTo>
                  <a:lnTo>
                    <a:pt x="5260814" y="1668810"/>
                  </a:lnTo>
                  <a:lnTo>
                    <a:pt x="5260146" y="1668810"/>
                  </a:lnTo>
                  <a:lnTo>
                    <a:pt x="5259478" y="1668810"/>
                  </a:lnTo>
                  <a:lnTo>
                    <a:pt x="5258810" y="1668810"/>
                  </a:lnTo>
                  <a:lnTo>
                    <a:pt x="5258142" y="1668810"/>
                  </a:lnTo>
                  <a:lnTo>
                    <a:pt x="5257474" y="1668810"/>
                  </a:lnTo>
                  <a:lnTo>
                    <a:pt x="5256806" y="1668810"/>
                  </a:lnTo>
                  <a:lnTo>
                    <a:pt x="5256138" y="1668810"/>
                  </a:lnTo>
                  <a:lnTo>
                    <a:pt x="5255470" y="1668810"/>
                  </a:lnTo>
                  <a:lnTo>
                    <a:pt x="5254802" y="1668810"/>
                  </a:lnTo>
                  <a:lnTo>
                    <a:pt x="5254134" y="1668810"/>
                  </a:lnTo>
                  <a:lnTo>
                    <a:pt x="5253466" y="1668810"/>
                  </a:lnTo>
                  <a:lnTo>
                    <a:pt x="5252798" y="1668810"/>
                  </a:lnTo>
                  <a:lnTo>
                    <a:pt x="5252130" y="1668810"/>
                  </a:lnTo>
                  <a:lnTo>
                    <a:pt x="5251462" y="1668810"/>
                  </a:lnTo>
                  <a:lnTo>
                    <a:pt x="5250794" y="1668810"/>
                  </a:lnTo>
                  <a:lnTo>
                    <a:pt x="5250126" y="1668810"/>
                  </a:lnTo>
                  <a:lnTo>
                    <a:pt x="5249458" y="1668810"/>
                  </a:lnTo>
                  <a:lnTo>
                    <a:pt x="5248790" y="1668810"/>
                  </a:lnTo>
                  <a:lnTo>
                    <a:pt x="5248122" y="1668810"/>
                  </a:lnTo>
                  <a:lnTo>
                    <a:pt x="5247454" y="1668810"/>
                  </a:lnTo>
                  <a:lnTo>
                    <a:pt x="5246785" y="1668810"/>
                  </a:lnTo>
                  <a:lnTo>
                    <a:pt x="5246117" y="1668810"/>
                  </a:lnTo>
                  <a:lnTo>
                    <a:pt x="5245449" y="1668810"/>
                  </a:lnTo>
                  <a:lnTo>
                    <a:pt x="5244781" y="1668810"/>
                  </a:lnTo>
                  <a:lnTo>
                    <a:pt x="5244113" y="1668810"/>
                  </a:lnTo>
                  <a:lnTo>
                    <a:pt x="5243445" y="1668810"/>
                  </a:lnTo>
                  <a:lnTo>
                    <a:pt x="5242777" y="1668810"/>
                  </a:lnTo>
                  <a:lnTo>
                    <a:pt x="5242109" y="1668810"/>
                  </a:lnTo>
                  <a:lnTo>
                    <a:pt x="5241441" y="1668810"/>
                  </a:lnTo>
                  <a:lnTo>
                    <a:pt x="5240773" y="1668810"/>
                  </a:lnTo>
                  <a:lnTo>
                    <a:pt x="5240105" y="1668810"/>
                  </a:lnTo>
                  <a:lnTo>
                    <a:pt x="5239437" y="1668810"/>
                  </a:lnTo>
                  <a:lnTo>
                    <a:pt x="5238769" y="1668810"/>
                  </a:lnTo>
                  <a:lnTo>
                    <a:pt x="5238101" y="1668810"/>
                  </a:lnTo>
                  <a:lnTo>
                    <a:pt x="5237433" y="1668810"/>
                  </a:lnTo>
                  <a:lnTo>
                    <a:pt x="5236765" y="1668810"/>
                  </a:lnTo>
                  <a:lnTo>
                    <a:pt x="5236097" y="1668810"/>
                  </a:lnTo>
                  <a:lnTo>
                    <a:pt x="5235429" y="1668810"/>
                  </a:lnTo>
                  <a:lnTo>
                    <a:pt x="5234761" y="1668810"/>
                  </a:lnTo>
                  <a:lnTo>
                    <a:pt x="5234093" y="1668810"/>
                  </a:lnTo>
                  <a:lnTo>
                    <a:pt x="5233425" y="1668810"/>
                  </a:lnTo>
                  <a:lnTo>
                    <a:pt x="5232757" y="1668810"/>
                  </a:lnTo>
                  <a:lnTo>
                    <a:pt x="5232089" y="1668810"/>
                  </a:lnTo>
                  <a:lnTo>
                    <a:pt x="5231421" y="1668810"/>
                  </a:lnTo>
                  <a:lnTo>
                    <a:pt x="5230753" y="1668810"/>
                  </a:lnTo>
                  <a:lnTo>
                    <a:pt x="5230085" y="1668810"/>
                  </a:lnTo>
                  <a:lnTo>
                    <a:pt x="5229417" y="1668810"/>
                  </a:lnTo>
                  <a:lnTo>
                    <a:pt x="5228749" y="1668810"/>
                  </a:lnTo>
                  <a:lnTo>
                    <a:pt x="5228081" y="1668810"/>
                  </a:lnTo>
                  <a:lnTo>
                    <a:pt x="5227413" y="1668810"/>
                  </a:lnTo>
                  <a:lnTo>
                    <a:pt x="5226745" y="1668810"/>
                  </a:lnTo>
                  <a:lnTo>
                    <a:pt x="5226077" y="1668810"/>
                  </a:lnTo>
                  <a:lnTo>
                    <a:pt x="5225409" y="1668810"/>
                  </a:lnTo>
                  <a:lnTo>
                    <a:pt x="5224741" y="1668810"/>
                  </a:lnTo>
                  <a:lnTo>
                    <a:pt x="5224073" y="1668810"/>
                  </a:lnTo>
                  <a:lnTo>
                    <a:pt x="5223405" y="1668810"/>
                  </a:lnTo>
                  <a:lnTo>
                    <a:pt x="5222736" y="1668810"/>
                  </a:lnTo>
                  <a:lnTo>
                    <a:pt x="5222068" y="1668810"/>
                  </a:lnTo>
                  <a:lnTo>
                    <a:pt x="5221400" y="1668810"/>
                  </a:lnTo>
                  <a:lnTo>
                    <a:pt x="5220732" y="1668810"/>
                  </a:lnTo>
                  <a:lnTo>
                    <a:pt x="5220064" y="1668810"/>
                  </a:lnTo>
                  <a:lnTo>
                    <a:pt x="5219396" y="1668810"/>
                  </a:lnTo>
                  <a:lnTo>
                    <a:pt x="5218728" y="1668810"/>
                  </a:lnTo>
                  <a:lnTo>
                    <a:pt x="5218060" y="1668810"/>
                  </a:lnTo>
                  <a:lnTo>
                    <a:pt x="5217392" y="1668810"/>
                  </a:lnTo>
                  <a:lnTo>
                    <a:pt x="5216724" y="1668810"/>
                  </a:lnTo>
                  <a:lnTo>
                    <a:pt x="5216056" y="1668810"/>
                  </a:lnTo>
                  <a:lnTo>
                    <a:pt x="5215388" y="1668810"/>
                  </a:lnTo>
                  <a:lnTo>
                    <a:pt x="5214720" y="1668810"/>
                  </a:lnTo>
                  <a:lnTo>
                    <a:pt x="5214052" y="1668810"/>
                  </a:lnTo>
                  <a:lnTo>
                    <a:pt x="5213384" y="1668810"/>
                  </a:lnTo>
                  <a:lnTo>
                    <a:pt x="5212716" y="1668810"/>
                  </a:lnTo>
                  <a:lnTo>
                    <a:pt x="5212048" y="1668810"/>
                  </a:lnTo>
                  <a:lnTo>
                    <a:pt x="5211380" y="1668810"/>
                  </a:lnTo>
                  <a:lnTo>
                    <a:pt x="5210712" y="1668810"/>
                  </a:lnTo>
                  <a:lnTo>
                    <a:pt x="5210044" y="1668810"/>
                  </a:lnTo>
                  <a:lnTo>
                    <a:pt x="5209376" y="1668810"/>
                  </a:lnTo>
                  <a:lnTo>
                    <a:pt x="5208708" y="1668810"/>
                  </a:lnTo>
                  <a:lnTo>
                    <a:pt x="5208040" y="1668810"/>
                  </a:lnTo>
                  <a:lnTo>
                    <a:pt x="5207372" y="1668810"/>
                  </a:lnTo>
                  <a:lnTo>
                    <a:pt x="5206704" y="1668810"/>
                  </a:lnTo>
                  <a:lnTo>
                    <a:pt x="5206036" y="1668810"/>
                  </a:lnTo>
                  <a:lnTo>
                    <a:pt x="5205368" y="1668810"/>
                  </a:lnTo>
                  <a:lnTo>
                    <a:pt x="5204700" y="1668810"/>
                  </a:lnTo>
                  <a:lnTo>
                    <a:pt x="5204032" y="1668810"/>
                  </a:lnTo>
                  <a:lnTo>
                    <a:pt x="5203364" y="1668810"/>
                  </a:lnTo>
                  <a:lnTo>
                    <a:pt x="5202696" y="1668810"/>
                  </a:lnTo>
                  <a:lnTo>
                    <a:pt x="5202028" y="1668810"/>
                  </a:lnTo>
                  <a:lnTo>
                    <a:pt x="5201360" y="1668810"/>
                  </a:lnTo>
                  <a:lnTo>
                    <a:pt x="5200692" y="1668810"/>
                  </a:lnTo>
                  <a:lnTo>
                    <a:pt x="5200024" y="1668810"/>
                  </a:lnTo>
                  <a:lnTo>
                    <a:pt x="5199356" y="1668810"/>
                  </a:lnTo>
                  <a:lnTo>
                    <a:pt x="5198688" y="1668810"/>
                  </a:lnTo>
                  <a:lnTo>
                    <a:pt x="5198019" y="1668810"/>
                  </a:lnTo>
                  <a:lnTo>
                    <a:pt x="5197351" y="1668810"/>
                  </a:lnTo>
                  <a:lnTo>
                    <a:pt x="5196683" y="1668810"/>
                  </a:lnTo>
                  <a:lnTo>
                    <a:pt x="5196015" y="1668810"/>
                  </a:lnTo>
                  <a:lnTo>
                    <a:pt x="5195347" y="1668810"/>
                  </a:lnTo>
                  <a:lnTo>
                    <a:pt x="5194679" y="1668810"/>
                  </a:lnTo>
                  <a:lnTo>
                    <a:pt x="5194011" y="1668810"/>
                  </a:lnTo>
                  <a:lnTo>
                    <a:pt x="5193343" y="1668810"/>
                  </a:lnTo>
                  <a:lnTo>
                    <a:pt x="5192675" y="1668810"/>
                  </a:lnTo>
                  <a:lnTo>
                    <a:pt x="5192007" y="1668810"/>
                  </a:lnTo>
                  <a:lnTo>
                    <a:pt x="5191339" y="1668810"/>
                  </a:lnTo>
                  <a:lnTo>
                    <a:pt x="5190671" y="1668810"/>
                  </a:lnTo>
                  <a:lnTo>
                    <a:pt x="5190003" y="1668810"/>
                  </a:lnTo>
                  <a:lnTo>
                    <a:pt x="5189335" y="1668810"/>
                  </a:lnTo>
                  <a:lnTo>
                    <a:pt x="5188667" y="1668810"/>
                  </a:lnTo>
                  <a:lnTo>
                    <a:pt x="5187999" y="1668810"/>
                  </a:lnTo>
                  <a:lnTo>
                    <a:pt x="5187331" y="1668810"/>
                  </a:lnTo>
                  <a:lnTo>
                    <a:pt x="5186663" y="1668810"/>
                  </a:lnTo>
                  <a:lnTo>
                    <a:pt x="5185995" y="1668810"/>
                  </a:lnTo>
                  <a:lnTo>
                    <a:pt x="5185327" y="1668810"/>
                  </a:lnTo>
                  <a:lnTo>
                    <a:pt x="5184659" y="1668810"/>
                  </a:lnTo>
                  <a:lnTo>
                    <a:pt x="5183991" y="1668810"/>
                  </a:lnTo>
                  <a:lnTo>
                    <a:pt x="5183323" y="1668810"/>
                  </a:lnTo>
                  <a:lnTo>
                    <a:pt x="5182655" y="1668810"/>
                  </a:lnTo>
                  <a:lnTo>
                    <a:pt x="5181987" y="1668810"/>
                  </a:lnTo>
                  <a:lnTo>
                    <a:pt x="5181319" y="1668810"/>
                  </a:lnTo>
                  <a:lnTo>
                    <a:pt x="5180651" y="1668810"/>
                  </a:lnTo>
                  <a:lnTo>
                    <a:pt x="5179983" y="1668810"/>
                  </a:lnTo>
                  <a:lnTo>
                    <a:pt x="5179315" y="1668810"/>
                  </a:lnTo>
                  <a:lnTo>
                    <a:pt x="5178647" y="1668810"/>
                  </a:lnTo>
                  <a:lnTo>
                    <a:pt x="5177979" y="1668810"/>
                  </a:lnTo>
                  <a:lnTo>
                    <a:pt x="5177311" y="1668810"/>
                  </a:lnTo>
                  <a:lnTo>
                    <a:pt x="5176643" y="1668810"/>
                  </a:lnTo>
                  <a:lnTo>
                    <a:pt x="5175975" y="1668810"/>
                  </a:lnTo>
                  <a:lnTo>
                    <a:pt x="5175307" y="1668810"/>
                  </a:lnTo>
                  <a:lnTo>
                    <a:pt x="5174639" y="1668810"/>
                  </a:lnTo>
                  <a:lnTo>
                    <a:pt x="5173971" y="1668810"/>
                  </a:lnTo>
                  <a:lnTo>
                    <a:pt x="5173302" y="1668810"/>
                  </a:lnTo>
                  <a:lnTo>
                    <a:pt x="5172634" y="1668810"/>
                  </a:lnTo>
                  <a:lnTo>
                    <a:pt x="5171966" y="1668810"/>
                  </a:lnTo>
                  <a:lnTo>
                    <a:pt x="5171298" y="1668810"/>
                  </a:lnTo>
                  <a:lnTo>
                    <a:pt x="5170630" y="1668810"/>
                  </a:lnTo>
                  <a:lnTo>
                    <a:pt x="5169962" y="1668810"/>
                  </a:lnTo>
                  <a:lnTo>
                    <a:pt x="5169294" y="1668810"/>
                  </a:lnTo>
                  <a:lnTo>
                    <a:pt x="5168626" y="1668810"/>
                  </a:lnTo>
                  <a:lnTo>
                    <a:pt x="5167958" y="1668810"/>
                  </a:lnTo>
                  <a:lnTo>
                    <a:pt x="5167290" y="1668810"/>
                  </a:lnTo>
                  <a:lnTo>
                    <a:pt x="5166622" y="1668810"/>
                  </a:lnTo>
                  <a:lnTo>
                    <a:pt x="5165954" y="1668810"/>
                  </a:lnTo>
                  <a:lnTo>
                    <a:pt x="5165286" y="1668810"/>
                  </a:lnTo>
                  <a:lnTo>
                    <a:pt x="5164618" y="1668810"/>
                  </a:lnTo>
                  <a:lnTo>
                    <a:pt x="5163950" y="1668810"/>
                  </a:lnTo>
                  <a:lnTo>
                    <a:pt x="5163282" y="1668810"/>
                  </a:lnTo>
                  <a:lnTo>
                    <a:pt x="5162614" y="1668810"/>
                  </a:lnTo>
                  <a:lnTo>
                    <a:pt x="5161946" y="1668810"/>
                  </a:lnTo>
                  <a:lnTo>
                    <a:pt x="5161278" y="1668810"/>
                  </a:lnTo>
                  <a:lnTo>
                    <a:pt x="5160610" y="1668810"/>
                  </a:lnTo>
                  <a:lnTo>
                    <a:pt x="5159942" y="1668810"/>
                  </a:lnTo>
                  <a:lnTo>
                    <a:pt x="5159274" y="1668810"/>
                  </a:lnTo>
                  <a:lnTo>
                    <a:pt x="5158606" y="1668810"/>
                  </a:lnTo>
                  <a:lnTo>
                    <a:pt x="5157938" y="1668810"/>
                  </a:lnTo>
                  <a:lnTo>
                    <a:pt x="5157270" y="1668810"/>
                  </a:lnTo>
                  <a:lnTo>
                    <a:pt x="5156602" y="1668810"/>
                  </a:lnTo>
                  <a:lnTo>
                    <a:pt x="5155934" y="1668810"/>
                  </a:lnTo>
                  <a:lnTo>
                    <a:pt x="5155266" y="1668810"/>
                  </a:lnTo>
                  <a:lnTo>
                    <a:pt x="5154598" y="1668810"/>
                  </a:lnTo>
                  <a:lnTo>
                    <a:pt x="5153930" y="1668810"/>
                  </a:lnTo>
                  <a:lnTo>
                    <a:pt x="5153262" y="1668810"/>
                  </a:lnTo>
                  <a:lnTo>
                    <a:pt x="5152594" y="1668810"/>
                  </a:lnTo>
                  <a:lnTo>
                    <a:pt x="5151926" y="1668810"/>
                  </a:lnTo>
                  <a:lnTo>
                    <a:pt x="5151258" y="1668810"/>
                  </a:lnTo>
                  <a:lnTo>
                    <a:pt x="5150590" y="1668810"/>
                  </a:lnTo>
                  <a:lnTo>
                    <a:pt x="5149922" y="1668810"/>
                  </a:lnTo>
                  <a:lnTo>
                    <a:pt x="5149254" y="1668810"/>
                  </a:lnTo>
                  <a:lnTo>
                    <a:pt x="5148585" y="1668810"/>
                  </a:lnTo>
                  <a:lnTo>
                    <a:pt x="5147917" y="1668810"/>
                  </a:lnTo>
                  <a:lnTo>
                    <a:pt x="5147249" y="1668810"/>
                  </a:lnTo>
                  <a:lnTo>
                    <a:pt x="5146581" y="1668810"/>
                  </a:lnTo>
                  <a:lnTo>
                    <a:pt x="5145913" y="1668810"/>
                  </a:lnTo>
                  <a:lnTo>
                    <a:pt x="5145245" y="1668810"/>
                  </a:lnTo>
                  <a:lnTo>
                    <a:pt x="5144577" y="1668810"/>
                  </a:lnTo>
                  <a:lnTo>
                    <a:pt x="5143909" y="1668810"/>
                  </a:lnTo>
                  <a:lnTo>
                    <a:pt x="5143241" y="1668810"/>
                  </a:lnTo>
                  <a:lnTo>
                    <a:pt x="5142573" y="1668810"/>
                  </a:lnTo>
                  <a:lnTo>
                    <a:pt x="5141905" y="1668810"/>
                  </a:lnTo>
                  <a:lnTo>
                    <a:pt x="5141237" y="1668810"/>
                  </a:lnTo>
                  <a:lnTo>
                    <a:pt x="5140569" y="1668810"/>
                  </a:lnTo>
                  <a:lnTo>
                    <a:pt x="5139901" y="1668810"/>
                  </a:lnTo>
                  <a:lnTo>
                    <a:pt x="5139233" y="1668810"/>
                  </a:lnTo>
                  <a:lnTo>
                    <a:pt x="5138565" y="1668810"/>
                  </a:lnTo>
                  <a:lnTo>
                    <a:pt x="5137897" y="1668810"/>
                  </a:lnTo>
                  <a:lnTo>
                    <a:pt x="5137229" y="1668810"/>
                  </a:lnTo>
                  <a:lnTo>
                    <a:pt x="5136561" y="1668810"/>
                  </a:lnTo>
                  <a:lnTo>
                    <a:pt x="5135893" y="1668810"/>
                  </a:lnTo>
                  <a:lnTo>
                    <a:pt x="5135225" y="1668810"/>
                  </a:lnTo>
                  <a:lnTo>
                    <a:pt x="5134557" y="1668810"/>
                  </a:lnTo>
                  <a:lnTo>
                    <a:pt x="5133889" y="1668810"/>
                  </a:lnTo>
                  <a:lnTo>
                    <a:pt x="5133221" y="1668810"/>
                  </a:lnTo>
                  <a:lnTo>
                    <a:pt x="5132553" y="1668810"/>
                  </a:lnTo>
                  <a:lnTo>
                    <a:pt x="5131885" y="1668810"/>
                  </a:lnTo>
                  <a:lnTo>
                    <a:pt x="5131217" y="1668810"/>
                  </a:lnTo>
                  <a:lnTo>
                    <a:pt x="5130549" y="1668810"/>
                  </a:lnTo>
                  <a:lnTo>
                    <a:pt x="5129881" y="1668810"/>
                  </a:lnTo>
                  <a:lnTo>
                    <a:pt x="5129213" y="1668810"/>
                  </a:lnTo>
                  <a:lnTo>
                    <a:pt x="5128545" y="1668810"/>
                  </a:lnTo>
                  <a:lnTo>
                    <a:pt x="5127877" y="1668810"/>
                  </a:lnTo>
                  <a:lnTo>
                    <a:pt x="5127209" y="1668810"/>
                  </a:lnTo>
                  <a:lnTo>
                    <a:pt x="5126541" y="1668810"/>
                  </a:lnTo>
                  <a:lnTo>
                    <a:pt x="5125873" y="1668810"/>
                  </a:lnTo>
                  <a:lnTo>
                    <a:pt x="5125205" y="1668810"/>
                  </a:lnTo>
                  <a:lnTo>
                    <a:pt x="5124536" y="1668810"/>
                  </a:lnTo>
                  <a:lnTo>
                    <a:pt x="5123868" y="1668810"/>
                  </a:lnTo>
                  <a:lnTo>
                    <a:pt x="5123200" y="1668810"/>
                  </a:lnTo>
                  <a:lnTo>
                    <a:pt x="5122532" y="1668810"/>
                  </a:lnTo>
                  <a:lnTo>
                    <a:pt x="5121864" y="1668810"/>
                  </a:lnTo>
                  <a:lnTo>
                    <a:pt x="5121196" y="1668810"/>
                  </a:lnTo>
                  <a:lnTo>
                    <a:pt x="5120528" y="1668810"/>
                  </a:lnTo>
                  <a:lnTo>
                    <a:pt x="5119860" y="1668810"/>
                  </a:lnTo>
                  <a:lnTo>
                    <a:pt x="5119192" y="1668810"/>
                  </a:lnTo>
                  <a:lnTo>
                    <a:pt x="5118524" y="1668810"/>
                  </a:lnTo>
                  <a:lnTo>
                    <a:pt x="5117856" y="1668810"/>
                  </a:lnTo>
                  <a:lnTo>
                    <a:pt x="5117188" y="1668810"/>
                  </a:lnTo>
                  <a:lnTo>
                    <a:pt x="5116520" y="1668810"/>
                  </a:lnTo>
                  <a:lnTo>
                    <a:pt x="5115852" y="1668810"/>
                  </a:lnTo>
                  <a:lnTo>
                    <a:pt x="5115184" y="1668810"/>
                  </a:lnTo>
                  <a:lnTo>
                    <a:pt x="5114516" y="1668810"/>
                  </a:lnTo>
                  <a:lnTo>
                    <a:pt x="5113848" y="1668810"/>
                  </a:lnTo>
                  <a:lnTo>
                    <a:pt x="5113180" y="1668810"/>
                  </a:lnTo>
                  <a:lnTo>
                    <a:pt x="5112512" y="1668810"/>
                  </a:lnTo>
                  <a:lnTo>
                    <a:pt x="5111844" y="1668810"/>
                  </a:lnTo>
                  <a:lnTo>
                    <a:pt x="5111176" y="1668810"/>
                  </a:lnTo>
                  <a:lnTo>
                    <a:pt x="5110508" y="1668810"/>
                  </a:lnTo>
                  <a:lnTo>
                    <a:pt x="5109840" y="1668810"/>
                  </a:lnTo>
                  <a:lnTo>
                    <a:pt x="5109172" y="1668810"/>
                  </a:lnTo>
                  <a:lnTo>
                    <a:pt x="5108504" y="1668810"/>
                  </a:lnTo>
                  <a:lnTo>
                    <a:pt x="5107836" y="1668810"/>
                  </a:lnTo>
                  <a:lnTo>
                    <a:pt x="5107168" y="1668810"/>
                  </a:lnTo>
                  <a:lnTo>
                    <a:pt x="5106500" y="1668810"/>
                  </a:lnTo>
                  <a:lnTo>
                    <a:pt x="5105832" y="1668810"/>
                  </a:lnTo>
                  <a:lnTo>
                    <a:pt x="5105164" y="1668810"/>
                  </a:lnTo>
                  <a:lnTo>
                    <a:pt x="5104496" y="1668810"/>
                  </a:lnTo>
                  <a:lnTo>
                    <a:pt x="5103828" y="1668810"/>
                  </a:lnTo>
                  <a:lnTo>
                    <a:pt x="5103160" y="1668810"/>
                  </a:lnTo>
                  <a:lnTo>
                    <a:pt x="5102492" y="1668810"/>
                  </a:lnTo>
                  <a:lnTo>
                    <a:pt x="5101824" y="1668810"/>
                  </a:lnTo>
                  <a:lnTo>
                    <a:pt x="5101156" y="1668810"/>
                  </a:lnTo>
                  <a:lnTo>
                    <a:pt x="5100488" y="1668810"/>
                  </a:lnTo>
                  <a:lnTo>
                    <a:pt x="5099819" y="1668810"/>
                  </a:lnTo>
                  <a:lnTo>
                    <a:pt x="5099151" y="1668810"/>
                  </a:lnTo>
                  <a:lnTo>
                    <a:pt x="5098483" y="1668810"/>
                  </a:lnTo>
                  <a:lnTo>
                    <a:pt x="5097815" y="1668810"/>
                  </a:lnTo>
                  <a:lnTo>
                    <a:pt x="5097147" y="1668810"/>
                  </a:lnTo>
                  <a:lnTo>
                    <a:pt x="5096479" y="1668810"/>
                  </a:lnTo>
                  <a:lnTo>
                    <a:pt x="5095811" y="1668810"/>
                  </a:lnTo>
                  <a:lnTo>
                    <a:pt x="5095143" y="1668810"/>
                  </a:lnTo>
                  <a:lnTo>
                    <a:pt x="5094475" y="1668810"/>
                  </a:lnTo>
                  <a:lnTo>
                    <a:pt x="5093807" y="1668810"/>
                  </a:lnTo>
                  <a:lnTo>
                    <a:pt x="5093139" y="1668810"/>
                  </a:lnTo>
                  <a:lnTo>
                    <a:pt x="5092471" y="1668810"/>
                  </a:lnTo>
                  <a:lnTo>
                    <a:pt x="5091803" y="1668810"/>
                  </a:lnTo>
                  <a:lnTo>
                    <a:pt x="5091135" y="1668810"/>
                  </a:lnTo>
                  <a:lnTo>
                    <a:pt x="5090467" y="1668810"/>
                  </a:lnTo>
                  <a:lnTo>
                    <a:pt x="5089799" y="1668810"/>
                  </a:lnTo>
                  <a:lnTo>
                    <a:pt x="5089131" y="1668810"/>
                  </a:lnTo>
                  <a:lnTo>
                    <a:pt x="5088463" y="1668810"/>
                  </a:lnTo>
                  <a:lnTo>
                    <a:pt x="5087795" y="1668810"/>
                  </a:lnTo>
                  <a:lnTo>
                    <a:pt x="5087127" y="1668810"/>
                  </a:lnTo>
                  <a:lnTo>
                    <a:pt x="5086459" y="1668810"/>
                  </a:lnTo>
                  <a:lnTo>
                    <a:pt x="5085791" y="1668810"/>
                  </a:lnTo>
                  <a:lnTo>
                    <a:pt x="5085123" y="1668810"/>
                  </a:lnTo>
                  <a:lnTo>
                    <a:pt x="5084455" y="1668810"/>
                  </a:lnTo>
                  <a:lnTo>
                    <a:pt x="5083787" y="1668810"/>
                  </a:lnTo>
                  <a:lnTo>
                    <a:pt x="5083119" y="1668810"/>
                  </a:lnTo>
                  <a:lnTo>
                    <a:pt x="5082451" y="1668810"/>
                  </a:lnTo>
                  <a:lnTo>
                    <a:pt x="5081783" y="1668810"/>
                  </a:lnTo>
                  <a:lnTo>
                    <a:pt x="5081115" y="1668810"/>
                  </a:lnTo>
                  <a:lnTo>
                    <a:pt x="5080447" y="1668810"/>
                  </a:lnTo>
                  <a:lnTo>
                    <a:pt x="5079779" y="1668810"/>
                  </a:lnTo>
                  <a:lnTo>
                    <a:pt x="5079111" y="1668810"/>
                  </a:lnTo>
                  <a:lnTo>
                    <a:pt x="5078443" y="1668810"/>
                  </a:lnTo>
                  <a:lnTo>
                    <a:pt x="5077775" y="1668810"/>
                  </a:lnTo>
                  <a:lnTo>
                    <a:pt x="5077107" y="1668810"/>
                  </a:lnTo>
                  <a:lnTo>
                    <a:pt x="5076439" y="1668810"/>
                  </a:lnTo>
                  <a:lnTo>
                    <a:pt x="5075771" y="1668810"/>
                  </a:lnTo>
                  <a:lnTo>
                    <a:pt x="5075102" y="1668810"/>
                  </a:lnTo>
                  <a:lnTo>
                    <a:pt x="5074434" y="1668810"/>
                  </a:lnTo>
                  <a:lnTo>
                    <a:pt x="5073766" y="1668810"/>
                  </a:lnTo>
                  <a:lnTo>
                    <a:pt x="5073098" y="1668810"/>
                  </a:lnTo>
                  <a:lnTo>
                    <a:pt x="5072430" y="1668810"/>
                  </a:lnTo>
                  <a:lnTo>
                    <a:pt x="5071762" y="1668810"/>
                  </a:lnTo>
                  <a:lnTo>
                    <a:pt x="5071094" y="1668810"/>
                  </a:lnTo>
                  <a:lnTo>
                    <a:pt x="5070426" y="1668810"/>
                  </a:lnTo>
                  <a:lnTo>
                    <a:pt x="5069758" y="1668810"/>
                  </a:lnTo>
                  <a:lnTo>
                    <a:pt x="5069090" y="1668810"/>
                  </a:lnTo>
                  <a:lnTo>
                    <a:pt x="5068422" y="1668810"/>
                  </a:lnTo>
                  <a:lnTo>
                    <a:pt x="5067754" y="1668810"/>
                  </a:lnTo>
                  <a:lnTo>
                    <a:pt x="5067086" y="1668810"/>
                  </a:lnTo>
                  <a:lnTo>
                    <a:pt x="5066418" y="1668810"/>
                  </a:lnTo>
                  <a:lnTo>
                    <a:pt x="5065750" y="1668810"/>
                  </a:lnTo>
                  <a:lnTo>
                    <a:pt x="5065082" y="1668810"/>
                  </a:lnTo>
                  <a:lnTo>
                    <a:pt x="5064414" y="1668810"/>
                  </a:lnTo>
                  <a:lnTo>
                    <a:pt x="5063746" y="1668810"/>
                  </a:lnTo>
                  <a:lnTo>
                    <a:pt x="5063078" y="1668810"/>
                  </a:lnTo>
                  <a:lnTo>
                    <a:pt x="5062410" y="1668810"/>
                  </a:lnTo>
                  <a:lnTo>
                    <a:pt x="5061742" y="1668810"/>
                  </a:lnTo>
                  <a:lnTo>
                    <a:pt x="5061074" y="1668810"/>
                  </a:lnTo>
                  <a:lnTo>
                    <a:pt x="5060406" y="1668810"/>
                  </a:lnTo>
                  <a:lnTo>
                    <a:pt x="5059738" y="1668810"/>
                  </a:lnTo>
                  <a:lnTo>
                    <a:pt x="5059070" y="1668810"/>
                  </a:lnTo>
                  <a:lnTo>
                    <a:pt x="5058402" y="1668810"/>
                  </a:lnTo>
                  <a:lnTo>
                    <a:pt x="5057734" y="1668810"/>
                  </a:lnTo>
                  <a:lnTo>
                    <a:pt x="5057066" y="1668810"/>
                  </a:lnTo>
                  <a:lnTo>
                    <a:pt x="5056398" y="1668810"/>
                  </a:lnTo>
                  <a:lnTo>
                    <a:pt x="5055730" y="1668810"/>
                  </a:lnTo>
                  <a:lnTo>
                    <a:pt x="5055062" y="1668810"/>
                  </a:lnTo>
                  <a:lnTo>
                    <a:pt x="5054394" y="1668810"/>
                  </a:lnTo>
                  <a:lnTo>
                    <a:pt x="5053726" y="1668810"/>
                  </a:lnTo>
                  <a:lnTo>
                    <a:pt x="5053058" y="1668810"/>
                  </a:lnTo>
                  <a:lnTo>
                    <a:pt x="5052390" y="1668810"/>
                  </a:lnTo>
                  <a:lnTo>
                    <a:pt x="5051722" y="1668810"/>
                  </a:lnTo>
                  <a:lnTo>
                    <a:pt x="5051053" y="1668810"/>
                  </a:lnTo>
                  <a:lnTo>
                    <a:pt x="5050385" y="1668810"/>
                  </a:lnTo>
                  <a:lnTo>
                    <a:pt x="5049717" y="1668810"/>
                  </a:lnTo>
                  <a:lnTo>
                    <a:pt x="5049049" y="1668810"/>
                  </a:lnTo>
                  <a:lnTo>
                    <a:pt x="5048381" y="1668810"/>
                  </a:lnTo>
                  <a:lnTo>
                    <a:pt x="5047713" y="1668810"/>
                  </a:lnTo>
                  <a:lnTo>
                    <a:pt x="5047045" y="1668810"/>
                  </a:lnTo>
                  <a:lnTo>
                    <a:pt x="5046377" y="1668810"/>
                  </a:lnTo>
                  <a:lnTo>
                    <a:pt x="5045709" y="1668810"/>
                  </a:lnTo>
                  <a:lnTo>
                    <a:pt x="5045041" y="1668810"/>
                  </a:lnTo>
                  <a:lnTo>
                    <a:pt x="5044373" y="1668810"/>
                  </a:lnTo>
                  <a:lnTo>
                    <a:pt x="5043705" y="1668810"/>
                  </a:lnTo>
                  <a:lnTo>
                    <a:pt x="5043037" y="1668810"/>
                  </a:lnTo>
                  <a:lnTo>
                    <a:pt x="5042369" y="1668810"/>
                  </a:lnTo>
                  <a:lnTo>
                    <a:pt x="5041701" y="1668810"/>
                  </a:lnTo>
                  <a:lnTo>
                    <a:pt x="5041033" y="1668810"/>
                  </a:lnTo>
                  <a:lnTo>
                    <a:pt x="5040365" y="1668810"/>
                  </a:lnTo>
                  <a:lnTo>
                    <a:pt x="5039697" y="1668810"/>
                  </a:lnTo>
                  <a:lnTo>
                    <a:pt x="5039029" y="1668810"/>
                  </a:lnTo>
                  <a:lnTo>
                    <a:pt x="5038361" y="1668810"/>
                  </a:lnTo>
                  <a:lnTo>
                    <a:pt x="5037693" y="1668810"/>
                  </a:lnTo>
                  <a:lnTo>
                    <a:pt x="5037025" y="1668810"/>
                  </a:lnTo>
                  <a:lnTo>
                    <a:pt x="5036357" y="1668810"/>
                  </a:lnTo>
                  <a:lnTo>
                    <a:pt x="5035689" y="1668810"/>
                  </a:lnTo>
                  <a:lnTo>
                    <a:pt x="5035021" y="1668810"/>
                  </a:lnTo>
                  <a:lnTo>
                    <a:pt x="5034353" y="1668810"/>
                  </a:lnTo>
                  <a:lnTo>
                    <a:pt x="5033685" y="1668810"/>
                  </a:lnTo>
                  <a:lnTo>
                    <a:pt x="5033017" y="1668810"/>
                  </a:lnTo>
                  <a:lnTo>
                    <a:pt x="5032349" y="1668810"/>
                  </a:lnTo>
                  <a:lnTo>
                    <a:pt x="5031681" y="1668810"/>
                  </a:lnTo>
                  <a:lnTo>
                    <a:pt x="5031013" y="1668810"/>
                  </a:lnTo>
                  <a:lnTo>
                    <a:pt x="5030345" y="1668810"/>
                  </a:lnTo>
                  <a:lnTo>
                    <a:pt x="5029677" y="1668810"/>
                  </a:lnTo>
                  <a:lnTo>
                    <a:pt x="5029009" y="1668810"/>
                  </a:lnTo>
                  <a:lnTo>
                    <a:pt x="5028341" y="1668810"/>
                  </a:lnTo>
                  <a:lnTo>
                    <a:pt x="5027673" y="1668810"/>
                  </a:lnTo>
                  <a:lnTo>
                    <a:pt x="5027005" y="1668810"/>
                  </a:lnTo>
                  <a:lnTo>
                    <a:pt x="5026336" y="1668810"/>
                  </a:lnTo>
                  <a:lnTo>
                    <a:pt x="5025668" y="1668810"/>
                  </a:lnTo>
                  <a:lnTo>
                    <a:pt x="5025000" y="1668810"/>
                  </a:lnTo>
                  <a:lnTo>
                    <a:pt x="5024332" y="1668810"/>
                  </a:lnTo>
                  <a:lnTo>
                    <a:pt x="5023664" y="1668810"/>
                  </a:lnTo>
                  <a:lnTo>
                    <a:pt x="5022996" y="1668810"/>
                  </a:lnTo>
                  <a:lnTo>
                    <a:pt x="5022328" y="1668810"/>
                  </a:lnTo>
                  <a:lnTo>
                    <a:pt x="5021660" y="1668810"/>
                  </a:lnTo>
                  <a:lnTo>
                    <a:pt x="5020992" y="1668810"/>
                  </a:lnTo>
                  <a:lnTo>
                    <a:pt x="5020324" y="1668810"/>
                  </a:lnTo>
                  <a:lnTo>
                    <a:pt x="5019656" y="1668810"/>
                  </a:lnTo>
                  <a:lnTo>
                    <a:pt x="5018988" y="1668810"/>
                  </a:lnTo>
                  <a:lnTo>
                    <a:pt x="5018320" y="1668810"/>
                  </a:lnTo>
                  <a:lnTo>
                    <a:pt x="5017652" y="1668810"/>
                  </a:lnTo>
                  <a:lnTo>
                    <a:pt x="5016984" y="1668810"/>
                  </a:lnTo>
                  <a:lnTo>
                    <a:pt x="5016316" y="1668810"/>
                  </a:lnTo>
                  <a:lnTo>
                    <a:pt x="5015648" y="1668810"/>
                  </a:lnTo>
                  <a:lnTo>
                    <a:pt x="5014980" y="1668810"/>
                  </a:lnTo>
                  <a:lnTo>
                    <a:pt x="5014312" y="1668810"/>
                  </a:lnTo>
                  <a:lnTo>
                    <a:pt x="5013644" y="1668810"/>
                  </a:lnTo>
                  <a:lnTo>
                    <a:pt x="5012976" y="1668810"/>
                  </a:lnTo>
                  <a:lnTo>
                    <a:pt x="5012308" y="1668810"/>
                  </a:lnTo>
                  <a:lnTo>
                    <a:pt x="5011640" y="1668810"/>
                  </a:lnTo>
                  <a:lnTo>
                    <a:pt x="5010972" y="1668810"/>
                  </a:lnTo>
                  <a:lnTo>
                    <a:pt x="5010304" y="1668810"/>
                  </a:lnTo>
                  <a:lnTo>
                    <a:pt x="5009636" y="1668810"/>
                  </a:lnTo>
                  <a:lnTo>
                    <a:pt x="5008968" y="1668810"/>
                  </a:lnTo>
                  <a:lnTo>
                    <a:pt x="5008300" y="1668810"/>
                  </a:lnTo>
                  <a:lnTo>
                    <a:pt x="5007632" y="1668810"/>
                  </a:lnTo>
                  <a:lnTo>
                    <a:pt x="5006964" y="1668810"/>
                  </a:lnTo>
                  <a:lnTo>
                    <a:pt x="5006296" y="1668810"/>
                  </a:lnTo>
                  <a:lnTo>
                    <a:pt x="5005628" y="1668810"/>
                  </a:lnTo>
                  <a:lnTo>
                    <a:pt x="5004960" y="1668810"/>
                  </a:lnTo>
                  <a:lnTo>
                    <a:pt x="5004292" y="1668810"/>
                  </a:lnTo>
                  <a:lnTo>
                    <a:pt x="5003624" y="1668810"/>
                  </a:lnTo>
                  <a:lnTo>
                    <a:pt x="5002956" y="1668810"/>
                  </a:lnTo>
                  <a:lnTo>
                    <a:pt x="5002288" y="1668810"/>
                  </a:lnTo>
                  <a:lnTo>
                    <a:pt x="5001619" y="1668810"/>
                  </a:lnTo>
                  <a:lnTo>
                    <a:pt x="5000951" y="1668810"/>
                  </a:lnTo>
                  <a:lnTo>
                    <a:pt x="5000283" y="1668810"/>
                  </a:lnTo>
                  <a:lnTo>
                    <a:pt x="4999615" y="1668810"/>
                  </a:lnTo>
                  <a:lnTo>
                    <a:pt x="4998947" y="1668810"/>
                  </a:lnTo>
                  <a:lnTo>
                    <a:pt x="4998279" y="1668810"/>
                  </a:lnTo>
                  <a:lnTo>
                    <a:pt x="4997611" y="1668810"/>
                  </a:lnTo>
                  <a:lnTo>
                    <a:pt x="4996943" y="1668810"/>
                  </a:lnTo>
                  <a:lnTo>
                    <a:pt x="4996275" y="1668810"/>
                  </a:lnTo>
                  <a:lnTo>
                    <a:pt x="4995607" y="1668810"/>
                  </a:lnTo>
                  <a:lnTo>
                    <a:pt x="4994939" y="1668810"/>
                  </a:lnTo>
                  <a:lnTo>
                    <a:pt x="4994271" y="1668810"/>
                  </a:lnTo>
                  <a:lnTo>
                    <a:pt x="4993603" y="1668810"/>
                  </a:lnTo>
                  <a:lnTo>
                    <a:pt x="4992935" y="1668810"/>
                  </a:lnTo>
                  <a:lnTo>
                    <a:pt x="4992267" y="1668810"/>
                  </a:lnTo>
                  <a:lnTo>
                    <a:pt x="4991599" y="1668810"/>
                  </a:lnTo>
                  <a:lnTo>
                    <a:pt x="4990931" y="1668810"/>
                  </a:lnTo>
                  <a:lnTo>
                    <a:pt x="4990263" y="1668810"/>
                  </a:lnTo>
                  <a:lnTo>
                    <a:pt x="4989595" y="1668810"/>
                  </a:lnTo>
                  <a:lnTo>
                    <a:pt x="4988927" y="1668810"/>
                  </a:lnTo>
                  <a:lnTo>
                    <a:pt x="4988259" y="1668810"/>
                  </a:lnTo>
                  <a:lnTo>
                    <a:pt x="4987591" y="1668810"/>
                  </a:lnTo>
                  <a:lnTo>
                    <a:pt x="4986923" y="1668810"/>
                  </a:lnTo>
                  <a:lnTo>
                    <a:pt x="4986255" y="1668810"/>
                  </a:lnTo>
                  <a:lnTo>
                    <a:pt x="4985587" y="1668810"/>
                  </a:lnTo>
                  <a:lnTo>
                    <a:pt x="4984919" y="1668810"/>
                  </a:lnTo>
                  <a:lnTo>
                    <a:pt x="4984251" y="1668810"/>
                  </a:lnTo>
                  <a:lnTo>
                    <a:pt x="4983583" y="1668810"/>
                  </a:lnTo>
                  <a:lnTo>
                    <a:pt x="4982915" y="1668810"/>
                  </a:lnTo>
                  <a:lnTo>
                    <a:pt x="4982247" y="1668810"/>
                  </a:lnTo>
                  <a:lnTo>
                    <a:pt x="4981579" y="1668810"/>
                  </a:lnTo>
                  <a:lnTo>
                    <a:pt x="4980911" y="1668810"/>
                  </a:lnTo>
                  <a:lnTo>
                    <a:pt x="4980243" y="1668810"/>
                  </a:lnTo>
                  <a:lnTo>
                    <a:pt x="4979575" y="1668810"/>
                  </a:lnTo>
                  <a:lnTo>
                    <a:pt x="4978907" y="1668810"/>
                  </a:lnTo>
                  <a:lnTo>
                    <a:pt x="4978239" y="1668810"/>
                  </a:lnTo>
                  <a:lnTo>
                    <a:pt x="4977571" y="1668810"/>
                  </a:lnTo>
                  <a:lnTo>
                    <a:pt x="4976902" y="1668810"/>
                  </a:lnTo>
                  <a:lnTo>
                    <a:pt x="4976234" y="1668810"/>
                  </a:lnTo>
                  <a:lnTo>
                    <a:pt x="4975566" y="1668810"/>
                  </a:lnTo>
                  <a:lnTo>
                    <a:pt x="4974898" y="1668810"/>
                  </a:lnTo>
                  <a:lnTo>
                    <a:pt x="4974230" y="1668810"/>
                  </a:lnTo>
                  <a:lnTo>
                    <a:pt x="4973562" y="1668810"/>
                  </a:lnTo>
                  <a:lnTo>
                    <a:pt x="4972894" y="1668810"/>
                  </a:lnTo>
                  <a:lnTo>
                    <a:pt x="4972226" y="1668810"/>
                  </a:lnTo>
                  <a:lnTo>
                    <a:pt x="4971558" y="1668810"/>
                  </a:lnTo>
                  <a:lnTo>
                    <a:pt x="4970890" y="1668810"/>
                  </a:lnTo>
                  <a:lnTo>
                    <a:pt x="4970222" y="1668810"/>
                  </a:lnTo>
                  <a:lnTo>
                    <a:pt x="4969554" y="1668810"/>
                  </a:lnTo>
                  <a:lnTo>
                    <a:pt x="4968886" y="1668810"/>
                  </a:lnTo>
                  <a:lnTo>
                    <a:pt x="4968218" y="1668810"/>
                  </a:lnTo>
                  <a:lnTo>
                    <a:pt x="4967550" y="1668810"/>
                  </a:lnTo>
                  <a:lnTo>
                    <a:pt x="4966882" y="1668810"/>
                  </a:lnTo>
                  <a:lnTo>
                    <a:pt x="4966214" y="1668810"/>
                  </a:lnTo>
                  <a:lnTo>
                    <a:pt x="4965546" y="1668810"/>
                  </a:lnTo>
                  <a:lnTo>
                    <a:pt x="4964878" y="1668810"/>
                  </a:lnTo>
                  <a:lnTo>
                    <a:pt x="4964210" y="1668810"/>
                  </a:lnTo>
                  <a:lnTo>
                    <a:pt x="4963542" y="1668810"/>
                  </a:lnTo>
                  <a:lnTo>
                    <a:pt x="4962874" y="1668810"/>
                  </a:lnTo>
                  <a:lnTo>
                    <a:pt x="4962206" y="1668810"/>
                  </a:lnTo>
                  <a:lnTo>
                    <a:pt x="4961538" y="1668810"/>
                  </a:lnTo>
                  <a:lnTo>
                    <a:pt x="4960870" y="1668810"/>
                  </a:lnTo>
                  <a:lnTo>
                    <a:pt x="4960202" y="1668810"/>
                  </a:lnTo>
                  <a:lnTo>
                    <a:pt x="4959534" y="1668810"/>
                  </a:lnTo>
                  <a:lnTo>
                    <a:pt x="4958866" y="1668810"/>
                  </a:lnTo>
                  <a:lnTo>
                    <a:pt x="4958198" y="1668810"/>
                  </a:lnTo>
                  <a:lnTo>
                    <a:pt x="4957530" y="1668810"/>
                  </a:lnTo>
                  <a:lnTo>
                    <a:pt x="4956862" y="1668810"/>
                  </a:lnTo>
                  <a:lnTo>
                    <a:pt x="4956194" y="1668810"/>
                  </a:lnTo>
                  <a:lnTo>
                    <a:pt x="4955526" y="1668810"/>
                  </a:lnTo>
                  <a:lnTo>
                    <a:pt x="4954858" y="1668810"/>
                  </a:lnTo>
                  <a:lnTo>
                    <a:pt x="4954190" y="1668810"/>
                  </a:lnTo>
                  <a:lnTo>
                    <a:pt x="4953522" y="1668810"/>
                  </a:lnTo>
                  <a:lnTo>
                    <a:pt x="4952853" y="1668810"/>
                  </a:lnTo>
                  <a:lnTo>
                    <a:pt x="4952185" y="1668810"/>
                  </a:lnTo>
                  <a:lnTo>
                    <a:pt x="4951517" y="1668810"/>
                  </a:lnTo>
                  <a:lnTo>
                    <a:pt x="4950849" y="1668810"/>
                  </a:lnTo>
                  <a:lnTo>
                    <a:pt x="4950181" y="1668810"/>
                  </a:lnTo>
                  <a:lnTo>
                    <a:pt x="4949513" y="1668810"/>
                  </a:lnTo>
                  <a:lnTo>
                    <a:pt x="4948845" y="1668810"/>
                  </a:lnTo>
                  <a:lnTo>
                    <a:pt x="4948177" y="1668810"/>
                  </a:lnTo>
                  <a:lnTo>
                    <a:pt x="4947509" y="1668810"/>
                  </a:lnTo>
                  <a:lnTo>
                    <a:pt x="4946841" y="1668810"/>
                  </a:lnTo>
                  <a:lnTo>
                    <a:pt x="4946173" y="1668810"/>
                  </a:lnTo>
                  <a:lnTo>
                    <a:pt x="4945505" y="1668810"/>
                  </a:lnTo>
                  <a:lnTo>
                    <a:pt x="4944837" y="1668810"/>
                  </a:lnTo>
                  <a:lnTo>
                    <a:pt x="4944169" y="1668810"/>
                  </a:lnTo>
                  <a:lnTo>
                    <a:pt x="4943501" y="1668810"/>
                  </a:lnTo>
                  <a:lnTo>
                    <a:pt x="4942833" y="1668810"/>
                  </a:lnTo>
                  <a:lnTo>
                    <a:pt x="4942165" y="1668810"/>
                  </a:lnTo>
                  <a:lnTo>
                    <a:pt x="4941497" y="1668810"/>
                  </a:lnTo>
                  <a:lnTo>
                    <a:pt x="4940829" y="1668810"/>
                  </a:lnTo>
                  <a:lnTo>
                    <a:pt x="4940161" y="1668810"/>
                  </a:lnTo>
                  <a:lnTo>
                    <a:pt x="4939493" y="1668810"/>
                  </a:lnTo>
                  <a:lnTo>
                    <a:pt x="4938825" y="1668810"/>
                  </a:lnTo>
                  <a:lnTo>
                    <a:pt x="4938157" y="1668810"/>
                  </a:lnTo>
                  <a:lnTo>
                    <a:pt x="4937489" y="1668810"/>
                  </a:lnTo>
                  <a:lnTo>
                    <a:pt x="4936821" y="1668810"/>
                  </a:lnTo>
                  <a:lnTo>
                    <a:pt x="4936153" y="1668810"/>
                  </a:lnTo>
                  <a:lnTo>
                    <a:pt x="4935485" y="1668810"/>
                  </a:lnTo>
                  <a:lnTo>
                    <a:pt x="4934817" y="1668810"/>
                  </a:lnTo>
                  <a:lnTo>
                    <a:pt x="4934149" y="1668810"/>
                  </a:lnTo>
                  <a:lnTo>
                    <a:pt x="4933481" y="1668810"/>
                  </a:lnTo>
                  <a:lnTo>
                    <a:pt x="4932813" y="1668810"/>
                  </a:lnTo>
                  <a:lnTo>
                    <a:pt x="4932145" y="1668810"/>
                  </a:lnTo>
                  <a:lnTo>
                    <a:pt x="4931477" y="1668810"/>
                  </a:lnTo>
                  <a:lnTo>
                    <a:pt x="4930809" y="1668810"/>
                  </a:lnTo>
                  <a:lnTo>
                    <a:pt x="4930141" y="1668810"/>
                  </a:lnTo>
                  <a:lnTo>
                    <a:pt x="4929473" y="1668810"/>
                  </a:lnTo>
                  <a:lnTo>
                    <a:pt x="4928805" y="1668810"/>
                  </a:lnTo>
                  <a:lnTo>
                    <a:pt x="4928136" y="1668810"/>
                  </a:lnTo>
                  <a:lnTo>
                    <a:pt x="4927468" y="1668810"/>
                  </a:lnTo>
                  <a:lnTo>
                    <a:pt x="4926800" y="1668810"/>
                  </a:lnTo>
                  <a:lnTo>
                    <a:pt x="4926132" y="1668810"/>
                  </a:lnTo>
                  <a:lnTo>
                    <a:pt x="4925464" y="1668810"/>
                  </a:lnTo>
                  <a:lnTo>
                    <a:pt x="4924796" y="1668810"/>
                  </a:lnTo>
                  <a:lnTo>
                    <a:pt x="4924128" y="1668810"/>
                  </a:lnTo>
                  <a:lnTo>
                    <a:pt x="4923460" y="1668810"/>
                  </a:lnTo>
                  <a:lnTo>
                    <a:pt x="4922792" y="1668810"/>
                  </a:lnTo>
                  <a:lnTo>
                    <a:pt x="4922124" y="1668810"/>
                  </a:lnTo>
                  <a:lnTo>
                    <a:pt x="4921456" y="1668810"/>
                  </a:lnTo>
                  <a:lnTo>
                    <a:pt x="4920788" y="1668810"/>
                  </a:lnTo>
                  <a:lnTo>
                    <a:pt x="4920120" y="1668810"/>
                  </a:lnTo>
                  <a:lnTo>
                    <a:pt x="4919452" y="1668810"/>
                  </a:lnTo>
                  <a:lnTo>
                    <a:pt x="4918784" y="1668810"/>
                  </a:lnTo>
                  <a:lnTo>
                    <a:pt x="4918116" y="1668810"/>
                  </a:lnTo>
                  <a:lnTo>
                    <a:pt x="4917448" y="1668810"/>
                  </a:lnTo>
                  <a:lnTo>
                    <a:pt x="4916780" y="1668810"/>
                  </a:lnTo>
                  <a:lnTo>
                    <a:pt x="4916112" y="1668810"/>
                  </a:lnTo>
                  <a:lnTo>
                    <a:pt x="4915444" y="1668810"/>
                  </a:lnTo>
                  <a:lnTo>
                    <a:pt x="4914776" y="1668810"/>
                  </a:lnTo>
                  <a:lnTo>
                    <a:pt x="4914108" y="1668810"/>
                  </a:lnTo>
                  <a:lnTo>
                    <a:pt x="4913440" y="1668810"/>
                  </a:lnTo>
                  <a:lnTo>
                    <a:pt x="4912772" y="1668810"/>
                  </a:lnTo>
                  <a:lnTo>
                    <a:pt x="4912104" y="1668810"/>
                  </a:lnTo>
                  <a:lnTo>
                    <a:pt x="4911436" y="1668810"/>
                  </a:lnTo>
                  <a:lnTo>
                    <a:pt x="4910768" y="1668810"/>
                  </a:lnTo>
                  <a:lnTo>
                    <a:pt x="4910100" y="1668810"/>
                  </a:lnTo>
                  <a:lnTo>
                    <a:pt x="4909432" y="1668810"/>
                  </a:lnTo>
                  <a:lnTo>
                    <a:pt x="4908764" y="1668810"/>
                  </a:lnTo>
                  <a:lnTo>
                    <a:pt x="4908096" y="1668810"/>
                  </a:lnTo>
                  <a:lnTo>
                    <a:pt x="4907428" y="1668810"/>
                  </a:lnTo>
                  <a:lnTo>
                    <a:pt x="4906760" y="1668810"/>
                  </a:lnTo>
                  <a:lnTo>
                    <a:pt x="4906092" y="1668810"/>
                  </a:lnTo>
                  <a:lnTo>
                    <a:pt x="4905424" y="1668810"/>
                  </a:lnTo>
                  <a:lnTo>
                    <a:pt x="4904756" y="1668810"/>
                  </a:lnTo>
                  <a:lnTo>
                    <a:pt x="4904088" y="1668810"/>
                  </a:lnTo>
                  <a:lnTo>
                    <a:pt x="4903419" y="1668810"/>
                  </a:lnTo>
                  <a:lnTo>
                    <a:pt x="4902751" y="1668810"/>
                  </a:lnTo>
                  <a:lnTo>
                    <a:pt x="4902083" y="1668810"/>
                  </a:lnTo>
                  <a:lnTo>
                    <a:pt x="4901415" y="1668810"/>
                  </a:lnTo>
                  <a:lnTo>
                    <a:pt x="4900747" y="1668810"/>
                  </a:lnTo>
                  <a:lnTo>
                    <a:pt x="4900079" y="1668810"/>
                  </a:lnTo>
                  <a:lnTo>
                    <a:pt x="4899411" y="1668810"/>
                  </a:lnTo>
                  <a:lnTo>
                    <a:pt x="4898743" y="1668810"/>
                  </a:lnTo>
                  <a:lnTo>
                    <a:pt x="4898075" y="1668810"/>
                  </a:lnTo>
                  <a:lnTo>
                    <a:pt x="4897407" y="1668810"/>
                  </a:lnTo>
                  <a:lnTo>
                    <a:pt x="4896739" y="1668810"/>
                  </a:lnTo>
                  <a:lnTo>
                    <a:pt x="4896071" y="1668810"/>
                  </a:lnTo>
                  <a:lnTo>
                    <a:pt x="4895403" y="1668810"/>
                  </a:lnTo>
                  <a:lnTo>
                    <a:pt x="4894735" y="1668810"/>
                  </a:lnTo>
                  <a:lnTo>
                    <a:pt x="4894067" y="1668810"/>
                  </a:lnTo>
                  <a:lnTo>
                    <a:pt x="4893399" y="1668810"/>
                  </a:lnTo>
                  <a:lnTo>
                    <a:pt x="4892731" y="1668810"/>
                  </a:lnTo>
                  <a:lnTo>
                    <a:pt x="4892063" y="1668810"/>
                  </a:lnTo>
                  <a:lnTo>
                    <a:pt x="4891395" y="1668810"/>
                  </a:lnTo>
                  <a:lnTo>
                    <a:pt x="4890727" y="1668810"/>
                  </a:lnTo>
                  <a:lnTo>
                    <a:pt x="4890059" y="1668810"/>
                  </a:lnTo>
                  <a:lnTo>
                    <a:pt x="4889391" y="1668810"/>
                  </a:lnTo>
                  <a:lnTo>
                    <a:pt x="4888723" y="1668810"/>
                  </a:lnTo>
                  <a:lnTo>
                    <a:pt x="4888055" y="1668810"/>
                  </a:lnTo>
                  <a:lnTo>
                    <a:pt x="4887387" y="1668810"/>
                  </a:lnTo>
                  <a:lnTo>
                    <a:pt x="4886719" y="1668810"/>
                  </a:lnTo>
                  <a:lnTo>
                    <a:pt x="4886051" y="1668810"/>
                  </a:lnTo>
                  <a:lnTo>
                    <a:pt x="4885383" y="1668810"/>
                  </a:lnTo>
                  <a:lnTo>
                    <a:pt x="4884715" y="1668810"/>
                  </a:lnTo>
                  <a:lnTo>
                    <a:pt x="4884047" y="1668810"/>
                  </a:lnTo>
                  <a:lnTo>
                    <a:pt x="4883379" y="1668810"/>
                  </a:lnTo>
                  <a:lnTo>
                    <a:pt x="4882711" y="1668810"/>
                  </a:lnTo>
                  <a:lnTo>
                    <a:pt x="4882043" y="1668810"/>
                  </a:lnTo>
                  <a:lnTo>
                    <a:pt x="4881375" y="1668810"/>
                  </a:lnTo>
                  <a:lnTo>
                    <a:pt x="4880707" y="1668810"/>
                  </a:lnTo>
                  <a:lnTo>
                    <a:pt x="4880039" y="1668810"/>
                  </a:lnTo>
                  <a:lnTo>
                    <a:pt x="4879371" y="1668810"/>
                  </a:lnTo>
                  <a:lnTo>
                    <a:pt x="4878702" y="1668810"/>
                  </a:lnTo>
                  <a:lnTo>
                    <a:pt x="4878034" y="1668810"/>
                  </a:lnTo>
                  <a:lnTo>
                    <a:pt x="4877366" y="1668810"/>
                  </a:lnTo>
                  <a:lnTo>
                    <a:pt x="4876698" y="1668810"/>
                  </a:lnTo>
                  <a:lnTo>
                    <a:pt x="4876030" y="1668810"/>
                  </a:lnTo>
                  <a:lnTo>
                    <a:pt x="4875362" y="1668810"/>
                  </a:lnTo>
                  <a:lnTo>
                    <a:pt x="4874694" y="1668810"/>
                  </a:lnTo>
                  <a:lnTo>
                    <a:pt x="4874026" y="1668810"/>
                  </a:lnTo>
                  <a:lnTo>
                    <a:pt x="4873358" y="1668810"/>
                  </a:lnTo>
                  <a:lnTo>
                    <a:pt x="4872690" y="1668810"/>
                  </a:lnTo>
                  <a:lnTo>
                    <a:pt x="4872022" y="1668810"/>
                  </a:lnTo>
                  <a:lnTo>
                    <a:pt x="4871354" y="1668810"/>
                  </a:lnTo>
                  <a:lnTo>
                    <a:pt x="4870686" y="1668810"/>
                  </a:lnTo>
                  <a:lnTo>
                    <a:pt x="4870018" y="1668810"/>
                  </a:lnTo>
                  <a:lnTo>
                    <a:pt x="4869350" y="1668810"/>
                  </a:lnTo>
                  <a:lnTo>
                    <a:pt x="4868682" y="1668810"/>
                  </a:lnTo>
                  <a:lnTo>
                    <a:pt x="4868014" y="1668810"/>
                  </a:lnTo>
                  <a:lnTo>
                    <a:pt x="4867346" y="1668810"/>
                  </a:lnTo>
                  <a:lnTo>
                    <a:pt x="4866678" y="1668810"/>
                  </a:lnTo>
                  <a:lnTo>
                    <a:pt x="4866010" y="1668810"/>
                  </a:lnTo>
                  <a:lnTo>
                    <a:pt x="4865342" y="1668810"/>
                  </a:lnTo>
                  <a:lnTo>
                    <a:pt x="4864674" y="1668810"/>
                  </a:lnTo>
                  <a:lnTo>
                    <a:pt x="4864006" y="1668810"/>
                  </a:lnTo>
                  <a:lnTo>
                    <a:pt x="4863338" y="1668810"/>
                  </a:lnTo>
                  <a:lnTo>
                    <a:pt x="4862670" y="1668810"/>
                  </a:lnTo>
                  <a:lnTo>
                    <a:pt x="4862002" y="1668810"/>
                  </a:lnTo>
                  <a:lnTo>
                    <a:pt x="4861334" y="1668810"/>
                  </a:lnTo>
                  <a:lnTo>
                    <a:pt x="4860666" y="1668810"/>
                  </a:lnTo>
                  <a:lnTo>
                    <a:pt x="4859998" y="1668810"/>
                  </a:lnTo>
                  <a:lnTo>
                    <a:pt x="4859330" y="1668810"/>
                  </a:lnTo>
                  <a:lnTo>
                    <a:pt x="4858662" y="1668810"/>
                  </a:lnTo>
                  <a:lnTo>
                    <a:pt x="4857994" y="1668810"/>
                  </a:lnTo>
                  <a:lnTo>
                    <a:pt x="4857326" y="1668810"/>
                  </a:lnTo>
                  <a:lnTo>
                    <a:pt x="4856658" y="1668810"/>
                  </a:lnTo>
                  <a:lnTo>
                    <a:pt x="4855990" y="1668810"/>
                  </a:lnTo>
                  <a:lnTo>
                    <a:pt x="4855322" y="1668810"/>
                  </a:lnTo>
                  <a:lnTo>
                    <a:pt x="4854653" y="1668810"/>
                  </a:lnTo>
                  <a:lnTo>
                    <a:pt x="4853985" y="1668810"/>
                  </a:lnTo>
                  <a:lnTo>
                    <a:pt x="4853317" y="1668810"/>
                  </a:lnTo>
                  <a:lnTo>
                    <a:pt x="4852649" y="1668810"/>
                  </a:lnTo>
                  <a:lnTo>
                    <a:pt x="4851981" y="1668810"/>
                  </a:lnTo>
                  <a:lnTo>
                    <a:pt x="4851313" y="1668810"/>
                  </a:lnTo>
                  <a:lnTo>
                    <a:pt x="4850645" y="1668810"/>
                  </a:lnTo>
                  <a:lnTo>
                    <a:pt x="4849977" y="1668810"/>
                  </a:lnTo>
                  <a:lnTo>
                    <a:pt x="4849309" y="1668810"/>
                  </a:lnTo>
                  <a:lnTo>
                    <a:pt x="4848641" y="1668810"/>
                  </a:lnTo>
                  <a:lnTo>
                    <a:pt x="4847973" y="1668810"/>
                  </a:lnTo>
                  <a:lnTo>
                    <a:pt x="4847305" y="1668810"/>
                  </a:lnTo>
                  <a:lnTo>
                    <a:pt x="4846637" y="1668810"/>
                  </a:lnTo>
                  <a:lnTo>
                    <a:pt x="4845969" y="1668810"/>
                  </a:lnTo>
                  <a:lnTo>
                    <a:pt x="4845301" y="1668810"/>
                  </a:lnTo>
                  <a:lnTo>
                    <a:pt x="4844633" y="1668810"/>
                  </a:lnTo>
                  <a:lnTo>
                    <a:pt x="4843965" y="1668810"/>
                  </a:lnTo>
                  <a:lnTo>
                    <a:pt x="4843297" y="1668810"/>
                  </a:lnTo>
                  <a:lnTo>
                    <a:pt x="4842629" y="1668810"/>
                  </a:lnTo>
                  <a:lnTo>
                    <a:pt x="4841961" y="1668810"/>
                  </a:lnTo>
                  <a:lnTo>
                    <a:pt x="4841293" y="1668810"/>
                  </a:lnTo>
                  <a:lnTo>
                    <a:pt x="4840625" y="1668810"/>
                  </a:lnTo>
                  <a:lnTo>
                    <a:pt x="4839957" y="1668810"/>
                  </a:lnTo>
                  <a:lnTo>
                    <a:pt x="4839289" y="1668810"/>
                  </a:lnTo>
                  <a:lnTo>
                    <a:pt x="4838621" y="1668810"/>
                  </a:lnTo>
                  <a:lnTo>
                    <a:pt x="4837953" y="1668810"/>
                  </a:lnTo>
                  <a:lnTo>
                    <a:pt x="4837285" y="1668810"/>
                  </a:lnTo>
                  <a:lnTo>
                    <a:pt x="4836617" y="1668810"/>
                  </a:lnTo>
                  <a:lnTo>
                    <a:pt x="4835949" y="1668810"/>
                  </a:lnTo>
                  <a:lnTo>
                    <a:pt x="4835281" y="1668810"/>
                  </a:lnTo>
                  <a:lnTo>
                    <a:pt x="4834613" y="1668810"/>
                  </a:lnTo>
                  <a:lnTo>
                    <a:pt x="4833945" y="1668810"/>
                  </a:lnTo>
                  <a:lnTo>
                    <a:pt x="4833277" y="1668810"/>
                  </a:lnTo>
                  <a:lnTo>
                    <a:pt x="4832609" y="1668810"/>
                  </a:lnTo>
                  <a:lnTo>
                    <a:pt x="4831941" y="1668810"/>
                  </a:lnTo>
                  <a:lnTo>
                    <a:pt x="4831273" y="1668810"/>
                  </a:lnTo>
                  <a:lnTo>
                    <a:pt x="4830605" y="1668810"/>
                  </a:lnTo>
                  <a:lnTo>
                    <a:pt x="4829936" y="1668810"/>
                  </a:lnTo>
                  <a:lnTo>
                    <a:pt x="4829268" y="1668810"/>
                  </a:lnTo>
                  <a:lnTo>
                    <a:pt x="4828600" y="1668810"/>
                  </a:lnTo>
                  <a:lnTo>
                    <a:pt x="4827932" y="1668810"/>
                  </a:lnTo>
                  <a:lnTo>
                    <a:pt x="4827264" y="1668810"/>
                  </a:lnTo>
                  <a:lnTo>
                    <a:pt x="4826596" y="1668810"/>
                  </a:lnTo>
                  <a:lnTo>
                    <a:pt x="4825928" y="1668810"/>
                  </a:lnTo>
                  <a:lnTo>
                    <a:pt x="4825260" y="1668810"/>
                  </a:lnTo>
                  <a:lnTo>
                    <a:pt x="4824592" y="1668810"/>
                  </a:lnTo>
                  <a:lnTo>
                    <a:pt x="4823924" y="1668810"/>
                  </a:lnTo>
                  <a:lnTo>
                    <a:pt x="4823256" y="1668810"/>
                  </a:lnTo>
                  <a:lnTo>
                    <a:pt x="4822588" y="1668810"/>
                  </a:lnTo>
                  <a:lnTo>
                    <a:pt x="4821920" y="1668810"/>
                  </a:lnTo>
                  <a:lnTo>
                    <a:pt x="4821252" y="1668810"/>
                  </a:lnTo>
                  <a:lnTo>
                    <a:pt x="4820584" y="1668810"/>
                  </a:lnTo>
                  <a:lnTo>
                    <a:pt x="4819916" y="1668810"/>
                  </a:lnTo>
                  <a:lnTo>
                    <a:pt x="4819248" y="1668810"/>
                  </a:lnTo>
                  <a:lnTo>
                    <a:pt x="4818580" y="1668810"/>
                  </a:lnTo>
                  <a:lnTo>
                    <a:pt x="4817912" y="1668810"/>
                  </a:lnTo>
                  <a:lnTo>
                    <a:pt x="4817244" y="1668810"/>
                  </a:lnTo>
                  <a:lnTo>
                    <a:pt x="4816576" y="1668810"/>
                  </a:lnTo>
                  <a:lnTo>
                    <a:pt x="4815908" y="1668810"/>
                  </a:lnTo>
                  <a:lnTo>
                    <a:pt x="4815240" y="1668810"/>
                  </a:lnTo>
                  <a:lnTo>
                    <a:pt x="4814572" y="1668810"/>
                  </a:lnTo>
                  <a:lnTo>
                    <a:pt x="4813904" y="1668810"/>
                  </a:lnTo>
                  <a:lnTo>
                    <a:pt x="4813236" y="1668810"/>
                  </a:lnTo>
                  <a:lnTo>
                    <a:pt x="4812568" y="1668810"/>
                  </a:lnTo>
                  <a:lnTo>
                    <a:pt x="4811900" y="1668810"/>
                  </a:lnTo>
                  <a:lnTo>
                    <a:pt x="4811232" y="1668810"/>
                  </a:lnTo>
                  <a:lnTo>
                    <a:pt x="4810564" y="1668810"/>
                  </a:lnTo>
                  <a:lnTo>
                    <a:pt x="4809896" y="1668810"/>
                  </a:lnTo>
                  <a:lnTo>
                    <a:pt x="4809228" y="1668810"/>
                  </a:lnTo>
                  <a:lnTo>
                    <a:pt x="4808560" y="1668810"/>
                  </a:lnTo>
                  <a:lnTo>
                    <a:pt x="4807892" y="1668810"/>
                  </a:lnTo>
                  <a:lnTo>
                    <a:pt x="4807224" y="1668810"/>
                  </a:lnTo>
                  <a:lnTo>
                    <a:pt x="4806556" y="1668810"/>
                  </a:lnTo>
                  <a:lnTo>
                    <a:pt x="4805888" y="1668810"/>
                  </a:lnTo>
                  <a:lnTo>
                    <a:pt x="4805219" y="1668810"/>
                  </a:lnTo>
                  <a:lnTo>
                    <a:pt x="4804551" y="1668810"/>
                  </a:lnTo>
                  <a:lnTo>
                    <a:pt x="4803883" y="1668810"/>
                  </a:lnTo>
                  <a:lnTo>
                    <a:pt x="4803215" y="1668810"/>
                  </a:lnTo>
                  <a:lnTo>
                    <a:pt x="4802547" y="1668810"/>
                  </a:lnTo>
                  <a:lnTo>
                    <a:pt x="4801879" y="1668810"/>
                  </a:lnTo>
                  <a:lnTo>
                    <a:pt x="4801211" y="1668810"/>
                  </a:lnTo>
                  <a:lnTo>
                    <a:pt x="4800543" y="1668810"/>
                  </a:lnTo>
                  <a:lnTo>
                    <a:pt x="4799875" y="1668810"/>
                  </a:lnTo>
                  <a:lnTo>
                    <a:pt x="4799207" y="1668810"/>
                  </a:lnTo>
                  <a:lnTo>
                    <a:pt x="4798539" y="1668810"/>
                  </a:lnTo>
                  <a:lnTo>
                    <a:pt x="4797871" y="1668810"/>
                  </a:lnTo>
                  <a:lnTo>
                    <a:pt x="4797203" y="1668810"/>
                  </a:lnTo>
                  <a:lnTo>
                    <a:pt x="4796535" y="1668810"/>
                  </a:lnTo>
                  <a:lnTo>
                    <a:pt x="4795867" y="1668810"/>
                  </a:lnTo>
                  <a:lnTo>
                    <a:pt x="4795199" y="1668810"/>
                  </a:lnTo>
                  <a:lnTo>
                    <a:pt x="4794531" y="1668810"/>
                  </a:lnTo>
                  <a:lnTo>
                    <a:pt x="4793863" y="1668810"/>
                  </a:lnTo>
                  <a:lnTo>
                    <a:pt x="4793195" y="1668810"/>
                  </a:lnTo>
                  <a:lnTo>
                    <a:pt x="4792527" y="1668810"/>
                  </a:lnTo>
                  <a:lnTo>
                    <a:pt x="4791859" y="1668810"/>
                  </a:lnTo>
                  <a:lnTo>
                    <a:pt x="4791191" y="1668810"/>
                  </a:lnTo>
                  <a:lnTo>
                    <a:pt x="4790523" y="1668810"/>
                  </a:lnTo>
                  <a:lnTo>
                    <a:pt x="4789855" y="1668810"/>
                  </a:lnTo>
                  <a:lnTo>
                    <a:pt x="4789187" y="1668810"/>
                  </a:lnTo>
                  <a:lnTo>
                    <a:pt x="4788519" y="1668810"/>
                  </a:lnTo>
                  <a:lnTo>
                    <a:pt x="4787851" y="1668810"/>
                  </a:lnTo>
                  <a:lnTo>
                    <a:pt x="4787183" y="1668810"/>
                  </a:lnTo>
                  <a:lnTo>
                    <a:pt x="4786515" y="1668810"/>
                  </a:lnTo>
                  <a:lnTo>
                    <a:pt x="4785847" y="1668810"/>
                  </a:lnTo>
                  <a:lnTo>
                    <a:pt x="4785179" y="1668810"/>
                  </a:lnTo>
                  <a:lnTo>
                    <a:pt x="4784511" y="1668810"/>
                  </a:lnTo>
                  <a:lnTo>
                    <a:pt x="4783843" y="1668810"/>
                  </a:lnTo>
                  <a:lnTo>
                    <a:pt x="4783175" y="1668810"/>
                  </a:lnTo>
                  <a:lnTo>
                    <a:pt x="4782507" y="1668810"/>
                  </a:lnTo>
                  <a:lnTo>
                    <a:pt x="4781839" y="1668810"/>
                  </a:lnTo>
                  <a:lnTo>
                    <a:pt x="4781171" y="1668810"/>
                  </a:lnTo>
                  <a:lnTo>
                    <a:pt x="4780502" y="1668810"/>
                  </a:lnTo>
                  <a:lnTo>
                    <a:pt x="4779834" y="1668810"/>
                  </a:lnTo>
                  <a:lnTo>
                    <a:pt x="4779166" y="1668810"/>
                  </a:lnTo>
                  <a:lnTo>
                    <a:pt x="4778498" y="1668810"/>
                  </a:lnTo>
                  <a:lnTo>
                    <a:pt x="4777830" y="1668810"/>
                  </a:lnTo>
                  <a:lnTo>
                    <a:pt x="4777162" y="1668810"/>
                  </a:lnTo>
                  <a:lnTo>
                    <a:pt x="4776494" y="1668810"/>
                  </a:lnTo>
                  <a:lnTo>
                    <a:pt x="4775826" y="1668810"/>
                  </a:lnTo>
                  <a:lnTo>
                    <a:pt x="4775158" y="1668810"/>
                  </a:lnTo>
                  <a:lnTo>
                    <a:pt x="4774490" y="1668810"/>
                  </a:lnTo>
                  <a:lnTo>
                    <a:pt x="4773822" y="1668810"/>
                  </a:lnTo>
                  <a:lnTo>
                    <a:pt x="4773154" y="1668810"/>
                  </a:lnTo>
                  <a:lnTo>
                    <a:pt x="4772486" y="1668810"/>
                  </a:lnTo>
                  <a:lnTo>
                    <a:pt x="4771818" y="1668810"/>
                  </a:lnTo>
                  <a:lnTo>
                    <a:pt x="4771150" y="1668810"/>
                  </a:lnTo>
                  <a:lnTo>
                    <a:pt x="4770482" y="1668810"/>
                  </a:lnTo>
                  <a:lnTo>
                    <a:pt x="4769814" y="1668810"/>
                  </a:lnTo>
                  <a:lnTo>
                    <a:pt x="4769146" y="1668810"/>
                  </a:lnTo>
                  <a:lnTo>
                    <a:pt x="4768478" y="1668810"/>
                  </a:lnTo>
                  <a:lnTo>
                    <a:pt x="4767810" y="1668810"/>
                  </a:lnTo>
                  <a:lnTo>
                    <a:pt x="4767142" y="1668810"/>
                  </a:lnTo>
                  <a:lnTo>
                    <a:pt x="4766474" y="1668810"/>
                  </a:lnTo>
                  <a:lnTo>
                    <a:pt x="4765806" y="1668810"/>
                  </a:lnTo>
                  <a:lnTo>
                    <a:pt x="4765138" y="1668810"/>
                  </a:lnTo>
                  <a:lnTo>
                    <a:pt x="4764470" y="1668810"/>
                  </a:lnTo>
                  <a:lnTo>
                    <a:pt x="4763802" y="1668810"/>
                  </a:lnTo>
                  <a:lnTo>
                    <a:pt x="4763134" y="1668810"/>
                  </a:lnTo>
                  <a:lnTo>
                    <a:pt x="4762466" y="1668810"/>
                  </a:lnTo>
                  <a:lnTo>
                    <a:pt x="4761798" y="1668810"/>
                  </a:lnTo>
                  <a:lnTo>
                    <a:pt x="4761130" y="1668810"/>
                  </a:lnTo>
                  <a:lnTo>
                    <a:pt x="4760462" y="1668810"/>
                  </a:lnTo>
                  <a:lnTo>
                    <a:pt x="4759794" y="1668810"/>
                  </a:lnTo>
                  <a:lnTo>
                    <a:pt x="4759126" y="1668810"/>
                  </a:lnTo>
                  <a:lnTo>
                    <a:pt x="4758458" y="1668810"/>
                  </a:lnTo>
                  <a:lnTo>
                    <a:pt x="4757790" y="1668810"/>
                  </a:lnTo>
                  <a:lnTo>
                    <a:pt x="4757122" y="1668810"/>
                  </a:lnTo>
                  <a:lnTo>
                    <a:pt x="4756453" y="1668810"/>
                  </a:lnTo>
                  <a:lnTo>
                    <a:pt x="4755785" y="1668810"/>
                  </a:lnTo>
                  <a:lnTo>
                    <a:pt x="4755117" y="1668810"/>
                  </a:lnTo>
                  <a:lnTo>
                    <a:pt x="4754449" y="1668810"/>
                  </a:lnTo>
                  <a:lnTo>
                    <a:pt x="4753781" y="1668810"/>
                  </a:lnTo>
                  <a:lnTo>
                    <a:pt x="4753113" y="1668810"/>
                  </a:lnTo>
                  <a:lnTo>
                    <a:pt x="4752445" y="1668810"/>
                  </a:lnTo>
                  <a:lnTo>
                    <a:pt x="4751777" y="1668810"/>
                  </a:lnTo>
                  <a:lnTo>
                    <a:pt x="4751109" y="1668810"/>
                  </a:lnTo>
                  <a:lnTo>
                    <a:pt x="4750441" y="1668810"/>
                  </a:lnTo>
                  <a:lnTo>
                    <a:pt x="4749773" y="1668810"/>
                  </a:lnTo>
                  <a:lnTo>
                    <a:pt x="4749105" y="1668810"/>
                  </a:lnTo>
                  <a:lnTo>
                    <a:pt x="4748437" y="1668810"/>
                  </a:lnTo>
                  <a:lnTo>
                    <a:pt x="4747769" y="1668810"/>
                  </a:lnTo>
                  <a:lnTo>
                    <a:pt x="4747101" y="1668810"/>
                  </a:lnTo>
                  <a:lnTo>
                    <a:pt x="4746433" y="1668810"/>
                  </a:lnTo>
                  <a:lnTo>
                    <a:pt x="4745765" y="1668810"/>
                  </a:lnTo>
                  <a:lnTo>
                    <a:pt x="4745097" y="1668810"/>
                  </a:lnTo>
                  <a:lnTo>
                    <a:pt x="4744429" y="1668810"/>
                  </a:lnTo>
                  <a:lnTo>
                    <a:pt x="4743761" y="1668810"/>
                  </a:lnTo>
                  <a:lnTo>
                    <a:pt x="4743093" y="1668810"/>
                  </a:lnTo>
                  <a:lnTo>
                    <a:pt x="4742425" y="1668810"/>
                  </a:lnTo>
                  <a:lnTo>
                    <a:pt x="4741757" y="1668810"/>
                  </a:lnTo>
                  <a:lnTo>
                    <a:pt x="4741089" y="1668810"/>
                  </a:lnTo>
                  <a:lnTo>
                    <a:pt x="4740421" y="1668810"/>
                  </a:lnTo>
                  <a:lnTo>
                    <a:pt x="4739753" y="1668810"/>
                  </a:lnTo>
                  <a:lnTo>
                    <a:pt x="4739085" y="1668810"/>
                  </a:lnTo>
                  <a:lnTo>
                    <a:pt x="4738417" y="1668810"/>
                  </a:lnTo>
                  <a:lnTo>
                    <a:pt x="4737749" y="1668810"/>
                  </a:lnTo>
                  <a:lnTo>
                    <a:pt x="4737081" y="1668810"/>
                  </a:lnTo>
                  <a:lnTo>
                    <a:pt x="4736413" y="1668810"/>
                  </a:lnTo>
                  <a:lnTo>
                    <a:pt x="4735745" y="1668810"/>
                  </a:lnTo>
                  <a:lnTo>
                    <a:pt x="4735077" y="1668810"/>
                  </a:lnTo>
                  <a:lnTo>
                    <a:pt x="4734409" y="1668810"/>
                  </a:lnTo>
                  <a:lnTo>
                    <a:pt x="4733741" y="1668810"/>
                  </a:lnTo>
                  <a:lnTo>
                    <a:pt x="4733073" y="1668810"/>
                  </a:lnTo>
                  <a:lnTo>
                    <a:pt x="4732405" y="1668810"/>
                  </a:lnTo>
                  <a:lnTo>
                    <a:pt x="4731736" y="1668810"/>
                  </a:lnTo>
                  <a:lnTo>
                    <a:pt x="4731068" y="1668810"/>
                  </a:lnTo>
                  <a:lnTo>
                    <a:pt x="4730400" y="1668810"/>
                  </a:lnTo>
                  <a:lnTo>
                    <a:pt x="4729732" y="1668810"/>
                  </a:lnTo>
                  <a:lnTo>
                    <a:pt x="4729064" y="1668810"/>
                  </a:lnTo>
                  <a:lnTo>
                    <a:pt x="4728396" y="1668810"/>
                  </a:lnTo>
                  <a:lnTo>
                    <a:pt x="4727728" y="1668810"/>
                  </a:lnTo>
                  <a:lnTo>
                    <a:pt x="4727060" y="1668810"/>
                  </a:lnTo>
                  <a:lnTo>
                    <a:pt x="4726392" y="1668810"/>
                  </a:lnTo>
                  <a:lnTo>
                    <a:pt x="4725724" y="1668810"/>
                  </a:lnTo>
                  <a:lnTo>
                    <a:pt x="4725056" y="1668810"/>
                  </a:lnTo>
                  <a:lnTo>
                    <a:pt x="4724388" y="1668810"/>
                  </a:lnTo>
                  <a:lnTo>
                    <a:pt x="4723720" y="1668810"/>
                  </a:lnTo>
                  <a:lnTo>
                    <a:pt x="4723052" y="1668810"/>
                  </a:lnTo>
                  <a:lnTo>
                    <a:pt x="4722384" y="1668810"/>
                  </a:lnTo>
                  <a:lnTo>
                    <a:pt x="4721716" y="1668810"/>
                  </a:lnTo>
                  <a:lnTo>
                    <a:pt x="4721048" y="1668810"/>
                  </a:lnTo>
                  <a:lnTo>
                    <a:pt x="4720380" y="1668810"/>
                  </a:lnTo>
                  <a:lnTo>
                    <a:pt x="4719712" y="1668810"/>
                  </a:lnTo>
                  <a:lnTo>
                    <a:pt x="4719044" y="1668810"/>
                  </a:lnTo>
                  <a:lnTo>
                    <a:pt x="4718376" y="1668810"/>
                  </a:lnTo>
                  <a:lnTo>
                    <a:pt x="4717708" y="1668810"/>
                  </a:lnTo>
                  <a:lnTo>
                    <a:pt x="4717040" y="1668810"/>
                  </a:lnTo>
                  <a:lnTo>
                    <a:pt x="4716372" y="1668810"/>
                  </a:lnTo>
                  <a:lnTo>
                    <a:pt x="4715704" y="1668810"/>
                  </a:lnTo>
                  <a:lnTo>
                    <a:pt x="4715036" y="1668810"/>
                  </a:lnTo>
                  <a:lnTo>
                    <a:pt x="4714368" y="1668810"/>
                  </a:lnTo>
                  <a:lnTo>
                    <a:pt x="4713700" y="1668810"/>
                  </a:lnTo>
                  <a:lnTo>
                    <a:pt x="4713032" y="1668810"/>
                  </a:lnTo>
                  <a:lnTo>
                    <a:pt x="4712364" y="1668810"/>
                  </a:lnTo>
                  <a:lnTo>
                    <a:pt x="4711696" y="1668810"/>
                  </a:lnTo>
                  <a:lnTo>
                    <a:pt x="4711028" y="1668810"/>
                  </a:lnTo>
                  <a:lnTo>
                    <a:pt x="4710360" y="1668810"/>
                  </a:lnTo>
                  <a:lnTo>
                    <a:pt x="4709692" y="1668810"/>
                  </a:lnTo>
                  <a:lnTo>
                    <a:pt x="4709024" y="1668810"/>
                  </a:lnTo>
                  <a:lnTo>
                    <a:pt x="4708356" y="1668810"/>
                  </a:lnTo>
                  <a:lnTo>
                    <a:pt x="4707688" y="1668810"/>
                  </a:lnTo>
                  <a:lnTo>
                    <a:pt x="4707019" y="1668810"/>
                  </a:lnTo>
                  <a:lnTo>
                    <a:pt x="4706351" y="1668810"/>
                  </a:lnTo>
                  <a:lnTo>
                    <a:pt x="4705683" y="1668810"/>
                  </a:lnTo>
                  <a:lnTo>
                    <a:pt x="4705015" y="1668810"/>
                  </a:lnTo>
                  <a:lnTo>
                    <a:pt x="4704347" y="1668810"/>
                  </a:lnTo>
                  <a:lnTo>
                    <a:pt x="4703679" y="1668810"/>
                  </a:lnTo>
                  <a:lnTo>
                    <a:pt x="4703011" y="1668810"/>
                  </a:lnTo>
                  <a:lnTo>
                    <a:pt x="4702343" y="1668810"/>
                  </a:lnTo>
                  <a:lnTo>
                    <a:pt x="4701675" y="1668810"/>
                  </a:lnTo>
                  <a:lnTo>
                    <a:pt x="4701007" y="1668810"/>
                  </a:lnTo>
                  <a:lnTo>
                    <a:pt x="4700339" y="1668810"/>
                  </a:lnTo>
                  <a:lnTo>
                    <a:pt x="4699671" y="1668810"/>
                  </a:lnTo>
                  <a:lnTo>
                    <a:pt x="4699003" y="1668810"/>
                  </a:lnTo>
                  <a:lnTo>
                    <a:pt x="4698335" y="1668810"/>
                  </a:lnTo>
                  <a:lnTo>
                    <a:pt x="4697667" y="1668810"/>
                  </a:lnTo>
                  <a:lnTo>
                    <a:pt x="4696999" y="1668810"/>
                  </a:lnTo>
                  <a:lnTo>
                    <a:pt x="4696331" y="1668810"/>
                  </a:lnTo>
                  <a:lnTo>
                    <a:pt x="4695663" y="1668810"/>
                  </a:lnTo>
                  <a:lnTo>
                    <a:pt x="4694995" y="1668810"/>
                  </a:lnTo>
                  <a:lnTo>
                    <a:pt x="4694327" y="1668810"/>
                  </a:lnTo>
                  <a:lnTo>
                    <a:pt x="4693659" y="1668810"/>
                  </a:lnTo>
                  <a:lnTo>
                    <a:pt x="4692991" y="1668810"/>
                  </a:lnTo>
                  <a:lnTo>
                    <a:pt x="4692323" y="1668810"/>
                  </a:lnTo>
                  <a:lnTo>
                    <a:pt x="4691655" y="1668810"/>
                  </a:lnTo>
                  <a:lnTo>
                    <a:pt x="4690987" y="1668810"/>
                  </a:lnTo>
                  <a:lnTo>
                    <a:pt x="4690319" y="1668810"/>
                  </a:lnTo>
                  <a:lnTo>
                    <a:pt x="4689651" y="1668810"/>
                  </a:lnTo>
                  <a:lnTo>
                    <a:pt x="4688983" y="1668810"/>
                  </a:lnTo>
                  <a:lnTo>
                    <a:pt x="4688315" y="1668810"/>
                  </a:lnTo>
                  <a:lnTo>
                    <a:pt x="4687647" y="1668810"/>
                  </a:lnTo>
                  <a:lnTo>
                    <a:pt x="4686979" y="1668810"/>
                  </a:lnTo>
                  <a:lnTo>
                    <a:pt x="4686311" y="1668810"/>
                  </a:lnTo>
                  <a:lnTo>
                    <a:pt x="4685643" y="1668810"/>
                  </a:lnTo>
                  <a:lnTo>
                    <a:pt x="4684975" y="1668810"/>
                  </a:lnTo>
                  <a:lnTo>
                    <a:pt x="4684307" y="1668810"/>
                  </a:lnTo>
                  <a:lnTo>
                    <a:pt x="4683639" y="1668810"/>
                  </a:lnTo>
                  <a:lnTo>
                    <a:pt x="4682971" y="1668810"/>
                  </a:lnTo>
                  <a:lnTo>
                    <a:pt x="4682302" y="1668810"/>
                  </a:lnTo>
                  <a:lnTo>
                    <a:pt x="4681634" y="1668810"/>
                  </a:lnTo>
                  <a:lnTo>
                    <a:pt x="4680966" y="1668810"/>
                  </a:lnTo>
                  <a:lnTo>
                    <a:pt x="4680298" y="1668810"/>
                  </a:lnTo>
                  <a:lnTo>
                    <a:pt x="4679630" y="1668810"/>
                  </a:lnTo>
                  <a:lnTo>
                    <a:pt x="4678962" y="1668810"/>
                  </a:lnTo>
                  <a:lnTo>
                    <a:pt x="4678294" y="1668810"/>
                  </a:lnTo>
                  <a:lnTo>
                    <a:pt x="4677626" y="1668810"/>
                  </a:lnTo>
                  <a:lnTo>
                    <a:pt x="4676958" y="1668810"/>
                  </a:lnTo>
                  <a:lnTo>
                    <a:pt x="4676290" y="1668810"/>
                  </a:lnTo>
                  <a:lnTo>
                    <a:pt x="4675622" y="1668810"/>
                  </a:lnTo>
                  <a:lnTo>
                    <a:pt x="4674954" y="1668810"/>
                  </a:lnTo>
                  <a:lnTo>
                    <a:pt x="4674286" y="1668810"/>
                  </a:lnTo>
                  <a:lnTo>
                    <a:pt x="4673618" y="1668810"/>
                  </a:lnTo>
                  <a:lnTo>
                    <a:pt x="4672950" y="1668810"/>
                  </a:lnTo>
                  <a:lnTo>
                    <a:pt x="4672282" y="1668810"/>
                  </a:lnTo>
                  <a:lnTo>
                    <a:pt x="4671614" y="1668810"/>
                  </a:lnTo>
                  <a:lnTo>
                    <a:pt x="4670946" y="1668810"/>
                  </a:lnTo>
                  <a:lnTo>
                    <a:pt x="4670278" y="1668810"/>
                  </a:lnTo>
                  <a:lnTo>
                    <a:pt x="4669610" y="1668810"/>
                  </a:lnTo>
                  <a:lnTo>
                    <a:pt x="4668942" y="1668810"/>
                  </a:lnTo>
                  <a:lnTo>
                    <a:pt x="4668274" y="1668810"/>
                  </a:lnTo>
                  <a:lnTo>
                    <a:pt x="4667606" y="1668810"/>
                  </a:lnTo>
                  <a:lnTo>
                    <a:pt x="4666938" y="1668810"/>
                  </a:lnTo>
                  <a:lnTo>
                    <a:pt x="4666270" y="1668810"/>
                  </a:lnTo>
                  <a:lnTo>
                    <a:pt x="4665602" y="1668810"/>
                  </a:lnTo>
                  <a:lnTo>
                    <a:pt x="4664934" y="1668810"/>
                  </a:lnTo>
                  <a:lnTo>
                    <a:pt x="4664266" y="1668810"/>
                  </a:lnTo>
                  <a:lnTo>
                    <a:pt x="4663598" y="1668810"/>
                  </a:lnTo>
                  <a:lnTo>
                    <a:pt x="4662930" y="1668810"/>
                  </a:lnTo>
                  <a:lnTo>
                    <a:pt x="4662262" y="1668810"/>
                  </a:lnTo>
                  <a:lnTo>
                    <a:pt x="4661594" y="1668810"/>
                  </a:lnTo>
                  <a:lnTo>
                    <a:pt x="4660926" y="1668810"/>
                  </a:lnTo>
                  <a:lnTo>
                    <a:pt x="4660258" y="1668810"/>
                  </a:lnTo>
                  <a:lnTo>
                    <a:pt x="4659590" y="1668810"/>
                  </a:lnTo>
                  <a:lnTo>
                    <a:pt x="4658922" y="1668810"/>
                  </a:lnTo>
                  <a:lnTo>
                    <a:pt x="4658253" y="1668810"/>
                  </a:lnTo>
                  <a:lnTo>
                    <a:pt x="4657585" y="1668810"/>
                  </a:lnTo>
                  <a:lnTo>
                    <a:pt x="4656917" y="1668810"/>
                  </a:lnTo>
                  <a:lnTo>
                    <a:pt x="4656249" y="1668810"/>
                  </a:lnTo>
                  <a:lnTo>
                    <a:pt x="4655581" y="1668810"/>
                  </a:lnTo>
                  <a:lnTo>
                    <a:pt x="4654913" y="1668810"/>
                  </a:lnTo>
                  <a:lnTo>
                    <a:pt x="4654245" y="1668810"/>
                  </a:lnTo>
                  <a:lnTo>
                    <a:pt x="4653577" y="1668810"/>
                  </a:lnTo>
                  <a:lnTo>
                    <a:pt x="4652909" y="1668810"/>
                  </a:lnTo>
                  <a:lnTo>
                    <a:pt x="4652241" y="1668810"/>
                  </a:lnTo>
                  <a:lnTo>
                    <a:pt x="4651573" y="1668810"/>
                  </a:lnTo>
                  <a:lnTo>
                    <a:pt x="4650905" y="1668810"/>
                  </a:lnTo>
                  <a:lnTo>
                    <a:pt x="4650237" y="1668810"/>
                  </a:lnTo>
                  <a:lnTo>
                    <a:pt x="4649569" y="1668810"/>
                  </a:lnTo>
                  <a:lnTo>
                    <a:pt x="4648901" y="1668810"/>
                  </a:lnTo>
                  <a:lnTo>
                    <a:pt x="4648233" y="1668810"/>
                  </a:lnTo>
                  <a:lnTo>
                    <a:pt x="4647565" y="1668810"/>
                  </a:lnTo>
                  <a:lnTo>
                    <a:pt x="4646897" y="1668810"/>
                  </a:lnTo>
                  <a:lnTo>
                    <a:pt x="4646229" y="1668810"/>
                  </a:lnTo>
                  <a:lnTo>
                    <a:pt x="4645561" y="1668810"/>
                  </a:lnTo>
                  <a:lnTo>
                    <a:pt x="4644893" y="1668810"/>
                  </a:lnTo>
                  <a:lnTo>
                    <a:pt x="4644225" y="1668810"/>
                  </a:lnTo>
                  <a:lnTo>
                    <a:pt x="4643557" y="1668810"/>
                  </a:lnTo>
                  <a:lnTo>
                    <a:pt x="4642889" y="1668810"/>
                  </a:lnTo>
                  <a:lnTo>
                    <a:pt x="4642221" y="1668810"/>
                  </a:lnTo>
                  <a:lnTo>
                    <a:pt x="4641553" y="1668810"/>
                  </a:lnTo>
                  <a:lnTo>
                    <a:pt x="4640885" y="1668810"/>
                  </a:lnTo>
                  <a:lnTo>
                    <a:pt x="4640217" y="1668810"/>
                  </a:lnTo>
                  <a:lnTo>
                    <a:pt x="4639549" y="1668810"/>
                  </a:lnTo>
                  <a:lnTo>
                    <a:pt x="4638881" y="1668810"/>
                  </a:lnTo>
                  <a:lnTo>
                    <a:pt x="4638213" y="1668810"/>
                  </a:lnTo>
                  <a:lnTo>
                    <a:pt x="4637545" y="1668810"/>
                  </a:lnTo>
                  <a:lnTo>
                    <a:pt x="4636877" y="1668810"/>
                  </a:lnTo>
                  <a:lnTo>
                    <a:pt x="4636209" y="1668810"/>
                  </a:lnTo>
                  <a:lnTo>
                    <a:pt x="4635541" y="1668810"/>
                  </a:lnTo>
                  <a:lnTo>
                    <a:pt x="4634873" y="1668810"/>
                  </a:lnTo>
                  <a:lnTo>
                    <a:pt x="4634205" y="1668810"/>
                  </a:lnTo>
                  <a:lnTo>
                    <a:pt x="4633536" y="1668810"/>
                  </a:lnTo>
                  <a:lnTo>
                    <a:pt x="4632868" y="1668810"/>
                  </a:lnTo>
                  <a:lnTo>
                    <a:pt x="4632200" y="1668810"/>
                  </a:lnTo>
                  <a:lnTo>
                    <a:pt x="4631532" y="1668810"/>
                  </a:lnTo>
                  <a:lnTo>
                    <a:pt x="4630864" y="1668810"/>
                  </a:lnTo>
                  <a:lnTo>
                    <a:pt x="4630196" y="1668810"/>
                  </a:lnTo>
                  <a:lnTo>
                    <a:pt x="4629528" y="1668810"/>
                  </a:lnTo>
                  <a:lnTo>
                    <a:pt x="4628860" y="1668810"/>
                  </a:lnTo>
                  <a:lnTo>
                    <a:pt x="4628192" y="1668810"/>
                  </a:lnTo>
                  <a:lnTo>
                    <a:pt x="4627524" y="1668810"/>
                  </a:lnTo>
                  <a:lnTo>
                    <a:pt x="4626856" y="1668810"/>
                  </a:lnTo>
                  <a:lnTo>
                    <a:pt x="4626188" y="1668810"/>
                  </a:lnTo>
                  <a:lnTo>
                    <a:pt x="4625520" y="1668810"/>
                  </a:lnTo>
                  <a:lnTo>
                    <a:pt x="4624852" y="1668810"/>
                  </a:lnTo>
                  <a:lnTo>
                    <a:pt x="4624184" y="1668810"/>
                  </a:lnTo>
                  <a:lnTo>
                    <a:pt x="4623516" y="1668810"/>
                  </a:lnTo>
                  <a:lnTo>
                    <a:pt x="4622848" y="1668810"/>
                  </a:lnTo>
                  <a:lnTo>
                    <a:pt x="4622180" y="1668810"/>
                  </a:lnTo>
                  <a:lnTo>
                    <a:pt x="4621512" y="1668810"/>
                  </a:lnTo>
                  <a:lnTo>
                    <a:pt x="4620844" y="1668810"/>
                  </a:lnTo>
                  <a:lnTo>
                    <a:pt x="4620176" y="1668810"/>
                  </a:lnTo>
                  <a:lnTo>
                    <a:pt x="4619508" y="1668810"/>
                  </a:lnTo>
                  <a:lnTo>
                    <a:pt x="4618840" y="1668810"/>
                  </a:lnTo>
                  <a:lnTo>
                    <a:pt x="4618172" y="1668810"/>
                  </a:lnTo>
                  <a:lnTo>
                    <a:pt x="4617504" y="1668810"/>
                  </a:lnTo>
                  <a:lnTo>
                    <a:pt x="4616836" y="1668810"/>
                  </a:lnTo>
                  <a:lnTo>
                    <a:pt x="4616168" y="1668810"/>
                  </a:lnTo>
                  <a:lnTo>
                    <a:pt x="4615500" y="1668810"/>
                  </a:lnTo>
                  <a:lnTo>
                    <a:pt x="4614832" y="1668810"/>
                  </a:lnTo>
                  <a:lnTo>
                    <a:pt x="4614164" y="1668810"/>
                  </a:lnTo>
                  <a:lnTo>
                    <a:pt x="4613496" y="1668810"/>
                  </a:lnTo>
                  <a:lnTo>
                    <a:pt x="4612828" y="1668810"/>
                  </a:lnTo>
                  <a:lnTo>
                    <a:pt x="4612160" y="1668810"/>
                  </a:lnTo>
                  <a:lnTo>
                    <a:pt x="4611492" y="1668810"/>
                  </a:lnTo>
                  <a:lnTo>
                    <a:pt x="4610824" y="1668810"/>
                  </a:lnTo>
                  <a:lnTo>
                    <a:pt x="4610156" y="1668810"/>
                  </a:lnTo>
                  <a:lnTo>
                    <a:pt x="4609488" y="1668810"/>
                  </a:lnTo>
                  <a:lnTo>
                    <a:pt x="4608819" y="1668810"/>
                  </a:lnTo>
                  <a:lnTo>
                    <a:pt x="4608151" y="1668810"/>
                  </a:lnTo>
                  <a:lnTo>
                    <a:pt x="4607483" y="1668810"/>
                  </a:lnTo>
                  <a:lnTo>
                    <a:pt x="4606815" y="1668810"/>
                  </a:lnTo>
                  <a:lnTo>
                    <a:pt x="4606147" y="1668810"/>
                  </a:lnTo>
                  <a:lnTo>
                    <a:pt x="4605479" y="1668810"/>
                  </a:lnTo>
                  <a:lnTo>
                    <a:pt x="4604811" y="1668810"/>
                  </a:lnTo>
                  <a:lnTo>
                    <a:pt x="4604143" y="1668810"/>
                  </a:lnTo>
                  <a:lnTo>
                    <a:pt x="4603475" y="1668810"/>
                  </a:lnTo>
                  <a:lnTo>
                    <a:pt x="4602807" y="1668810"/>
                  </a:lnTo>
                  <a:lnTo>
                    <a:pt x="4602139" y="1668810"/>
                  </a:lnTo>
                  <a:lnTo>
                    <a:pt x="4601471" y="1668810"/>
                  </a:lnTo>
                  <a:lnTo>
                    <a:pt x="4600803" y="1668810"/>
                  </a:lnTo>
                  <a:lnTo>
                    <a:pt x="4600135" y="1668810"/>
                  </a:lnTo>
                  <a:lnTo>
                    <a:pt x="4599467" y="1668810"/>
                  </a:lnTo>
                  <a:lnTo>
                    <a:pt x="4598799" y="1668810"/>
                  </a:lnTo>
                  <a:lnTo>
                    <a:pt x="4598131" y="1668810"/>
                  </a:lnTo>
                  <a:lnTo>
                    <a:pt x="4597463" y="1668810"/>
                  </a:lnTo>
                  <a:lnTo>
                    <a:pt x="4596795" y="1668810"/>
                  </a:lnTo>
                  <a:lnTo>
                    <a:pt x="4596127" y="1668810"/>
                  </a:lnTo>
                  <a:lnTo>
                    <a:pt x="4595459" y="1668810"/>
                  </a:lnTo>
                  <a:lnTo>
                    <a:pt x="4594791" y="1668810"/>
                  </a:lnTo>
                  <a:lnTo>
                    <a:pt x="4594123" y="1668810"/>
                  </a:lnTo>
                  <a:lnTo>
                    <a:pt x="4593455" y="1668810"/>
                  </a:lnTo>
                  <a:lnTo>
                    <a:pt x="4592787" y="1668810"/>
                  </a:lnTo>
                  <a:lnTo>
                    <a:pt x="4592119" y="1668810"/>
                  </a:lnTo>
                  <a:lnTo>
                    <a:pt x="4591451" y="1668810"/>
                  </a:lnTo>
                  <a:lnTo>
                    <a:pt x="4590783" y="1668810"/>
                  </a:lnTo>
                  <a:lnTo>
                    <a:pt x="4590115" y="1668810"/>
                  </a:lnTo>
                  <a:lnTo>
                    <a:pt x="4589447" y="1668810"/>
                  </a:lnTo>
                  <a:lnTo>
                    <a:pt x="4588779" y="1668810"/>
                  </a:lnTo>
                  <a:lnTo>
                    <a:pt x="4588111" y="1668810"/>
                  </a:lnTo>
                  <a:lnTo>
                    <a:pt x="4587443" y="1668810"/>
                  </a:lnTo>
                  <a:lnTo>
                    <a:pt x="4586775" y="1668810"/>
                  </a:lnTo>
                  <a:lnTo>
                    <a:pt x="4586107" y="1668810"/>
                  </a:lnTo>
                  <a:lnTo>
                    <a:pt x="4585439" y="1668810"/>
                  </a:lnTo>
                  <a:lnTo>
                    <a:pt x="4584771" y="1668810"/>
                  </a:lnTo>
                  <a:lnTo>
                    <a:pt x="4584102" y="1668810"/>
                  </a:lnTo>
                  <a:lnTo>
                    <a:pt x="4583434" y="1668810"/>
                  </a:lnTo>
                  <a:lnTo>
                    <a:pt x="4582766" y="1668810"/>
                  </a:lnTo>
                  <a:lnTo>
                    <a:pt x="4582098" y="1668810"/>
                  </a:lnTo>
                  <a:lnTo>
                    <a:pt x="4581430" y="1668810"/>
                  </a:lnTo>
                  <a:lnTo>
                    <a:pt x="4580762" y="1668810"/>
                  </a:lnTo>
                  <a:lnTo>
                    <a:pt x="4580094" y="1668810"/>
                  </a:lnTo>
                  <a:lnTo>
                    <a:pt x="4579426" y="1668810"/>
                  </a:lnTo>
                  <a:lnTo>
                    <a:pt x="4578758" y="1668810"/>
                  </a:lnTo>
                  <a:lnTo>
                    <a:pt x="4578090" y="1668810"/>
                  </a:lnTo>
                  <a:lnTo>
                    <a:pt x="4577422" y="1668810"/>
                  </a:lnTo>
                  <a:lnTo>
                    <a:pt x="4576754" y="1668810"/>
                  </a:lnTo>
                  <a:lnTo>
                    <a:pt x="4576086" y="1668810"/>
                  </a:lnTo>
                  <a:lnTo>
                    <a:pt x="4575418" y="1668810"/>
                  </a:lnTo>
                  <a:lnTo>
                    <a:pt x="4574750" y="1668810"/>
                  </a:lnTo>
                  <a:lnTo>
                    <a:pt x="4574082" y="1668810"/>
                  </a:lnTo>
                  <a:lnTo>
                    <a:pt x="4573414" y="1668810"/>
                  </a:lnTo>
                  <a:lnTo>
                    <a:pt x="4572746" y="1668810"/>
                  </a:lnTo>
                  <a:lnTo>
                    <a:pt x="4572078" y="1668810"/>
                  </a:lnTo>
                  <a:lnTo>
                    <a:pt x="4571410" y="1668810"/>
                  </a:lnTo>
                  <a:lnTo>
                    <a:pt x="4570742" y="1668810"/>
                  </a:lnTo>
                  <a:lnTo>
                    <a:pt x="4570074" y="1668810"/>
                  </a:lnTo>
                  <a:lnTo>
                    <a:pt x="4569406" y="1668810"/>
                  </a:lnTo>
                  <a:lnTo>
                    <a:pt x="4568738" y="1668810"/>
                  </a:lnTo>
                  <a:lnTo>
                    <a:pt x="4568070" y="1668810"/>
                  </a:lnTo>
                  <a:lnTo>
                    <a:pt x="4567402" y="1668810"/>
                  </a:lnTo>
                  <a:lnTo>
                    <a:pt x="4566734" y="1668810"/>
                  </a:lnTo>
                  <a:lnTo>
                    <a:pt x="4566066" y="1668810"/>
                  </a:lnTo>
                  <a:lnTo>
                    <a:pt x="4565398" y="1668810"/>
                  </a:lnTo>
                  <a:lnTo>
                    <a:pt x="4564730" y="1668810"/>
                  </a:lnTo>
                  <a:lnTo>
                    <a:pt x="4564062" y="1668810"/>
                  </a:lnTo>
                  <a:lnTo>
                    <a:pt x="4563394" y="1668810"/>
                  </a:lnTo>
                  <a:lnTo>
                    <a:pt x="4562726" y="1668810"/>
                  </a:lnTo>
                  <a:lnTo>
                    <a:pt x="4562058" y="1668810"/>
                  </a:lnTo>
                  <a:lnTo>
                    <a:pt x="4561390" y="1668810"/>
                  </a:lnTo>
                  <a:lnTo>
                    <a:pt x="4560722" y="1668810"/>
                  </a:lnTo>
                  <a:lnTo>
                    <a:pt x="4560053" y="1668810"/>
                  </a:lnTo>
                  <a:lnTo>
                    <a:pt x="4559385" y="1668810"/>
                  </a:lnTo>
                  <a:lnTo>
                    <a:pt x="4558717" y="1668810"/>
                  </a:lnTo>
                  <a:lnTo>
                    <a:pt x="4558049" y="1668810"/>
                  </a:lnTo>
                  <a:lnTo>
                    <a:pt x="4557381" y="1668810"/>
                  </a:lnTo>
                  <a:lnTo>
                    <a:pt x="4556713" y="1668810"/>
                  </a:lnTo>
                  <a:lnTo>
                    <a:pt x="4556045" y="1668810"/>
                  </a:lnTo>
                  <a:lnTo>
                    <a:pt x="4555377" y="1668810"/>
                  </a:lnTo>
                  <a:lnTo>
                    <a:pt x="4554709" y="1668810"/>
                  </a:lnTo>
                  <a:lnTo>
                    <a:pt x="4554041" y="1668810"/>
                  </a:lnTo>
                  <a:lnTo>
                    <a:pt x="4553373" y="1668810"/>
                  </a:lnTo>
                  <a:lnTo>
                    <a:pt x="4552705" y="1668810"/>
                  </a:lnTo>
                  <a:lnTo>
                    <a:pt x="4552037" y="1668810"/>
                  </a:lnTo>
                  <a:lnTo>
                    <a:pt x="4551369" y="1668810"/>
                  </a:lnTo>
                  <a:lnTo>
                    <a:pt x="4550701" y="1668810"/>
                  </a:lnTo>
                  <a:lnTo>
                    <a:pt x="4550033" y="1668810"/>
                  </a:lnTo>
                  <a:lnTo>
                    <a:pt x="4549365" y="1668810"/>
                  </a:lnTo>
                  <a:lnTo>
                    <a:pt x="4548697" y="1668810"/>
                  </a:lnTo>
                  <a:lnTo>
                    <a:pt x="4548029" y="1668810"/>
                  </a:lnTo>
                  <a:lnTo>
                    <a:pt x="4547361" y="1668810"/>
                  </a:lnTo>
                  <a:lnTo>
                    <a:pt x="4546693" y="1668810"/>
                  </a:lnTo>
                  <a:lnTo>
                    <a:pt x="4546025" y="1668810"/>
                  </a:lnTo>
                  <a:lnTo>
                    <a:pt x="4545357" y="1668810"/>
                  </a:lnTo>
                  <a:lnTo>
                    <a:pt x="4544689" y="1668810"/>
                  </a:lnTo>
                  <a:lnTo>
                    <a:pt x="4544021" y="1668810"/>
                  </a:lnTo>
                  <a:lnTo>
                    <a:pt x="4543353" y="1668810"/>
                  </a:lnTo>
                  <a:lnTo>
                    <a:pt x="4542685" y="1668810"/>
                  </a:lnTo>
                  <a:lnTo>
                    <a:pt x="4542017" y="1668810"/>
                  </a:lnTo>
                  <a:lnTo>
                    <a:pt x="4541349" y="1668810"/>
                  </a:lnTo>
                  <a:lnTo>
                    <a:pt x="4540681" y="1668810"/>
                  </a:lnTo>
                  <a:lnTo>
                    <a:pt x="4540013" y="1668810"/>
                  </a:lnTo>
                  <a:lnTo>
                    <a:pt x="4539345" y="1668810"/>
                  </a:lnTo>
                  <a:lnTo>
                    <a:pt x="4538677" y="1668810"/>
                  </a:lnTo>
                  <a:lnTo>
                    <a:pt x="4538009" y="1668810"/>
                  </a:lnTo>
                  <a:lnTo>
                    <a:pt x="4537341" y="1668810"/>
                  </a:lnTo>
                  <a:lnTo>
                    <a:pt x="4536673" y="1668810"/>
                  </a:lnTo>
                  <a:lnTo>
                    <a:pt x="4536005" y="1668810"/>
                  </a:lnTo>
                  <a:lnTo>
                    <a:pt x="4535336" y="1668810"/>
                  </a:lnTo>
                  <a:lnTo>
                    <a:pt x="4534668" y="1668810"/>
                  </a:lnTo>
                  <a:lnTo>
                    <a:pt x="4534000" y="1668810"/>
                  </a:lnTo>
                  <a:lnTo>
                    <a:pt x="4533332" y="1668810"/>
                  </a:lnTo>
                  <a:lnTo>
                    <a:pt x="4532664" y="1668810"/>
                  </a:lnTo>
                  <a:lnTo>
                    <a:pt x="4531996" y="1668810"/>
                  </a:lnTo>
                  <a:lnTo>
                    <a:pt x="4531328" y="1668810"/>
                  </a:lnTo>
                  <a:lnTo>
                    <a:pt x="4530660" y="1668810"/>
                  </a:lnTo>
                  <a:lnTo>
                    <a:pt x="4529992" y="1668810"/>
                  </a:lnTo>
                  <a:lnTo>
                    <a:pt x="4529324" y="1668810"/>
                  </a:lnTo>
                  <a:lnTo>
                    <a:pt x="4528656" y="1668810"/>
                  </a:lnTo>
                  <a:lnTo>
                    <a:pt x="4527988" y="1668810"/>
                  </a:lnTo>
                  <a:lnTo>
                    <a:pt x="4527320" y="1668810"/>
                  </a:lnTo>
                  <a:lnTo>
                    <a:pt x="4526652" y="1668810"/>
                  </a:lnTo>
                  <a:lnTo>
                    <a:pt x="4525984" y="1668810"/>
                  </a:lnTo>
                  <a:lnTo>
                    <a:pt x="4525316" y="1668810"/>
                  </a:lnTo>
                  <a:lnTo>
                    <a:pt x="4524648" y="1668810"/>
                  </a:lnTo>
                  <a:lnTo>
                    <a:pt x="4523980" y="1668810"/>
                  </a:lnTo>
                  <a:lnTo>
                    <a:pt x="4523312" y="1668810"/>
                  </a:lnTo>
                  <a:lnTo>
                    <a:pt x="4522644" y="1668810"/>
                  </a:lnTo>
                  <a:lnTo>
                    <a:pt x="4521976" y="1668810"/>
                  </a:lnTo>
                  <a:lnTo>
                    <a:pt x="4521308" y="1668810"/>
                  </a:lnTo>
                  <a:lnTo>
                    <a:pt x="4520640" y="1668810"/>
                  </a:lnTo>
                  <a:lnTo>
                    <a:pt x="4519972" y="1668810"/>
                  </a:lnTo>
                  <a:lnTo>
                    <a:pt x="4519304" y="1668810"/>
                  </a:lnTo>
                  <a:lnTo>
                    <a:pt x="4518636" y="1668810"/>
                  </a:lnTo>
                  <a:lnTo>
                    <a:pt x="4517968" y="1668810"/>
                  </a:lnTo>
                  <a:lnTo>
                    <a:pt x="4517300" y="1668810"/>
                  </a:lnTo>
                  <a:lnTo>
                    <a:pt x="4516632" y="1668810"/>
                  </a:lnTo>
                  <a:lnTo>
                    <a:pt x="4515964" y="1668810"/>
                  </a:lnTo>
                  <a:lnTo>
                    <a:pt x="4515296" y="1668810"/>
                  </a:lnTo>
                  <a:lnTo>
                    <a:pt x="4514628" y="1668810"/>
                  </a:lnTo>
                  <a:lnTo>
                    <a:pt x="4513960" y="1668810"/>
                  </a:lnTo>
                  <a:lnTo>
                    <a:pt x="4513292" y="1668810"/>
                  </a:lnTo>
                  <a:lnTo>
                    <a:pt x="4512624" y="1668810"/>
                  </a:lnTo>
                  <a:lnTo>
                    <a:pt x="4511956" y="1668810"/>
                  </a:lnTo>
                  <a:lnTo>
                    <a:pt x="4511288" y="1668810"/>
                  </a:lnTo>
                  <a:lnTo>
                    <a:pt x="4510619" y="1668810"/>
                  </a:lnTo>
                  <a:lnTo>
                    <a:pt x="4509951" y="1668810"/>
                  </a:lnTo>
                  <a:lnTo>
                    <a:pt x="4509283" y="1668810"/>
                  </a:lnTo>
                  <a:lnTo>
                    <a:pt x="4508615" y="1668810"/>
                  </a:lnTo>
                  <a:lnTo>
                    <a:pt x="4507947" y="1668810"/>
                  </a:lnTo>
                  <a:lnTo>
                    <a:pt x="4507279" y="1668810"/>
                  </a:lnTo>
                  <a:lnTo>
                    <a:pt x="4506611" y="1668810"/>
                  </a:lnTo>
                  <a:lnTo>
                    <a:pt x="4505943" y="1668810"/>
                  </a:lnTo>
                  <a:lnTo>
                    <a:pt x="4505275" y="1668810"/>
                  </a:lnTo>
                  <a:lnTo>
                    <a:pt x="4504607" y="1668810"/>
                  </a:lnTo>
                  <a:lnTo>
                    <a:pt x="4503939" y="1668810"/>
                  </a:lnTo>
                  <a:lnTo>
                    <a:pt x="4503271" y="1668810"/>
                  </a:lnTo>
                  <a:lnTo>
                    <a:pt x="4502603" y="1668810"/>
                  </a:lnTo>
                  <a:lnTo>
                    <a:pt x="4501935" y="1668810"/>
                  </a:lnTo>
                  <a:lnTo>
                    <a:pt x="4501267" y="1668810"/>
                  </a:lnTo>
                  <a:lnTo>
                    <a:pt x="4500599" y="1668810"/>
                  </a:lnTo>
                  <a:lnTo>
                    <a:pt x="4499931" y="1668810"/>
                  </a:lnTo>
                  <a:lnTo>
                    <a:pt x="4499263" y="1668810"/>
                  </a:lnTo>
                  <a:lnTo>
                    <a:pt x="4498595" y="1668810"/>
                  </a:lnTo>
                  <a:lnTo>
                    <a:pt x="4497927" y="1668810"/>
                  </a:lnTo>
                  <a:lnTo>
                    <a:pt x="4497259" y="1668810"/>
                  </a:lnTo>
                  <a:lnTo>
                    <a:pt x="4496591" y="1668810"/>
                  </a:lnTo>
                  <a:lnTo>
                    <a:pt x="4495923" y="1668810"/>
                  </a:lnTo>
                  <a:lnTo>
                    <a:pt x="4495255" y="1668810"/>
                  </a:lnTo>
                  <a:lnTo>
                    <a:pt x="4494587" y="1668810"/>
                  </a:lnTo>
                  <a:lnTo>
                    <a:pt x="4493919" y="1668810"/>
                  </a:lnTo>
                  <a:lnTo>
                    <a:pt x="4493251" y="1668810"/>
                  </a:lnTo>
                  <a:lnTo>
                    <a:pt x="4492583" y="1668810"/>
                  </a:lnTo>
                  <a:lnTo>
                    <a:pt x="4491915" y="1668810"/>
                  </a:lnTo>
                  <a:lnTo>
                    <a:pt x="4491247" y="1668810"/>
                  </a:lnTo>
                  <a:lnTo>
                    <a:pt x="4490579" y="1668810"/>
                  </a:lnTo>
                  <a:lnTo>
                    <a:pt x="4489911" y="1668810"/>
                  </a:lnTo>
                  <a:lnTo>
                    <a:pt x="4489243" y="1668810"/>
                  </a:lnTo>
                  <a:lnTo>
                    <a:pt x="4488575" y="1668810"/>
                  </a:lnTo>
                  <a:lnTo>
                    <a:pt x="4487907" y="1668810"/>
                  </a:lnTo>
                  <a:lnTo>
                    <a:pt x="4487239" y="1668810"/>
                  </a:lnTo>
                  <a:lnTo>
                    <a:pt x="4486570" y="1668810"/>
                  </a:lnTo>
                  <a:lnTo>
                    <a:pt x="4485902" y="1668810"/>
                  </a:lnTo>
                  <a:lnTo>
                    <a:pt x="4485234" y="1668810"/>
                  </a:lnTo>
                  <a:lnTo>
                    <a:pt x="4484566" y="1668810"/>
                  </a:lnTo>
                  <a:lnTo>
                    <a:pt x="4483898" y="1668810"/>
                  </a:lnTo>
                  <a:lnTo>
                    <a:pt x="4483230" y="1668810"/>
                  </a:lnTo>
                  <a:lnTo>
                    <a:pt x="4482562" y="1668810"/>
                  </a:lnTo>
                  <a:lnTo>
                    <a:pt x="4481894" y="1668810"/>
                  </a:lnTo>
                  <a:lnTo>
                    <a:pt x="4481226" y="1668810"/>
                  </a:lnTo>
                  <a:lnTo>
                    <a:pt x="4480558" y="1668810"/>
                  </a:lnTo>
                  <a:lnTo>
                    <a:pt x="4479890" y="1668810"/>
                  </a:lnTo>
                  <a:lnTo>
                    <a:pt x="4479222" y="1668810"/>
                  </a:lnTo>
                  <a:lnTo>
                    <a:pt x="4478554" y="1668810"/>
                  </a:lnTo>
                  <a:lnTo>
                    <a:pt x="4477886" y="1668810"/>
                  </a:lnTo>
                  <a:lnTo>
                    <a:pt x="4477218" y="1668810"/>
                  </a:lnTo>
                  <a:lnTo>
                    <a:pt x="4476550" y="1668810"/>
                  </a:lnTo>
                  <a:lnTo>
                    <a:pt x="4475882" y="1668810"/>
                  </a:lnTo>
                  <a:lnTo>
                    <a:pt x="4475214" y="1668810"/>
                  </a:lnTo>
                  <a:lnTo>
                    <a:pt x="4474546" y="1668810"/>
                  </a:lnTo>
                  <a:lnTo>
                    <a:pt x="4473878" y="1668810"/>
                  </a:lnTo>
                  <a:lnTo>
                    <a:pt x="4473210" y="1668810"/>
                  </a:lnTo>
                  <a:lnTo>
                    <a:pt x="4472542" y="1668810"/>
                  </a:lnTo>
                  <a:lnTo>
                    <a:pt x="4471874" y="1668810"/>
                  </a:lnTo>
                  <a:lnTo>
                    <a:pt x="4471206" y="1668810"/>
                  </a:lnTo>
                  <a:lnTo>
                    <a:pt x="4470538" y="1668810"/>
                  </a:lnTo>
                  <a:lnTo>
                    <a:pt x="4469870" y="1668810"/>
                  </a:lnTo>
                  <a:lnTo>
                    <a:pt x="4469202" y="1668810"/>
                  </a:lnTo>
                  <a:lnTo>
                    <a:pt x="4468534" y="1668810"/>
                  </a:lnTo>
                  <a:lnTo>
                    <a:pt x="4467866" y="1668810"/>
                  </a:lnTo>
                  <a:lnTo>
                    <a:pt x="4467198" y="1668810"/>
                  </a:lnTo>
                  <a:lnTo>
                    <a:pt x="4466530" y="1668810"/>
                  </a:lnTo>
                  <a:lnTo>
                    <a:pt x="4465862" y="1668810"/>
                  </a:lnTo>
                  <a:lnTo>
                    <a:pt x="4465194" y="1668810"/>
                  </a:lnTo>
                  <a:lnTo>
                    <a:pt x="4464526" y="1668810"/>
                  </a:lnTo>
                  <a:lnTo>
                    <a:pt x="4463858" y="1668810"/>
                  </a:lnTo>
                  <a:lnTo>
                    <a:pt x="4463190" y="1668810"/>
                  </a:lnTo>
                  <a:lnTo>
                    <a:pt x="4462522" y="1668810"/>
                  </a:lnTo>
                  <a:lnTo>
                    <a:pt x="4461853" y="1668810"/>
                  </a:lnTo>
                  <a:lnTo>
                    <a:pt x="4461185" y="1668810"/>
                  </a:lnTo>
                  <a:lnTo>
                    <a:pt x="4460517" y="1668810"/>
                  </a:lnTo>
                  <a:lnTo>
                    <a:pt x="4459849" y="1668810"/>
                  </a:lnTo>
                  <a:lnTo>
                    <a:pt x="4459181" y="1668810"/>
                  </a:lnTo>
                  <a:lnTo>
                    <a:pt x="4458513" y="1668810"/>
                  </a:lnTo>
                  <a:lnTo>
                    <a:pt x="4457845" y="1668810"/>
                  </a:lnTo>
                  <a:lnTo>
                    <a:pt x="4457177" y="1668810"/>
                  </a:lnTo>
                  <a:lnTo>
                    <a:pt x="4456509" y="1668810"/>
                  </a:lnTo>
                  <a:lnTo>
                    <a:pt x="4455841" y="1668810"/>
                  </a:lnTo>
                  <a:lnTo>
                    <a:pt x="4455173" y="1668810"/>
                  </a:lnTo>
                  <a:lnTo>
                    <a:pt x="4454505" y="1668810"/>
                  </a:lnTo>
                  <a:lnTo>
                    <a:pt x="4453837" y="1668810"/>
                  </a:lnTo>
                  <a:lnTo>
                    <a:pt x="4453169" y="1668810"/>
                  </a:lnTo>
                  <a:lnTo>
                    <a:pt x="4452501" y="1668810"/>
                  </a:lnTo>
                  <a:lnTo>
                    <a:pt x="4451833" y="1668810"/>
                  </a:lnTo>
                  <a:lnTo>
                    <a:pt x="4451165" y="1668810"/>
                  </a:lnTo>
                  <a:lnTo>
                    <a:pt x="4450497" y="1668810"/>
                  </a:lnTo>
                  <a:lnTo>
                    <a:pt x="4449829" y="1668810"/>
                  </a:lnTo>
                  <a:lnTo>
                    <a:pt x="4449161" y="1668810"/>
                  </a:lnTo>
                  <a:lnTo>
                    <a:pt x="4448493" y="1668810"/>
                  </a:lnTo>
                  <a:lnTo>
                    <a:pt x="4447825" y="1668810"/>
                  </a:lnTo>
                  <a:lnTo>
                    <a:pt x="4447157" y="1668810"/>
                  </a:lnTo>
                  <a:lnTo>
                    <a:pt x="4446489" y="1668810"/>
                  </a:lnTo>
                  <a:lnTo>
                    <a:pt x="4445821" y="1668810"/>
                  </a:lnTo>
                  <a:lnTo>
                    <a:pt x="4445153" y="1668810"/>
                  </a:lnTo>
                  <a:lnTo>
                    <a:pt x="4444485" y="1668810"/>
                  </a:lnTo>
                  <a:lnTo>
                    <a:pt x="4443817" y="1668810"/>
                  </a:lnTo>
                  <a:lnTo>
                    <a:pt x="4443149" y="1668810"/>
                  </a:lnTo>
                  <a:lnTo>
                    <a:pt x="4442481" y="1668810"/>
                  </a:lnTo>
                  <a:lnTo>
                    <a:pt x="4441813" y="1668810"/>
                  </a:lnTo>
                  <a:lnTo>
                    <a:pt x="4441145" y="1668810"/>
                  </a:lnTo>
                  <a:lnTo>
                    <a:pt x="4440477" y="1668810"/>
                  </a:lnTo>
                  <a:lnTo>
                    <a:pt x="4439809" y="1668810"/>
                  </a:lnTo>
                  <a:lnTo>
                    <a:pt x="4439141" y="1668810"/>
                  </a:lnTo>
                  <a:lnTo>
                    <a:pt x="4438473" y="1668810"/>
                  </a:lnTo>
                  <a:lnTo>
                    <a:pt x="4437805" y="1668810"/>
                  </a:lnTo>
                  <a:lnTo>
                    <a:pt x="4437136" y="1668810"/>
                  </a:lnTo>
                  <a:lnTo>
                    <a:pt x="4436468" y="1668810"/>
                  </a:lnTo>
                  <a:lnTo>
                    <a:pt x="4435800" y="1668810"/>
                  </a:lnTo>
                  <a:lnTo>
                    <a:pt x="4435132" y="1668810"/>
                  </a:lnTo>
                  <a:lnTo>
                    <a:pt x="4434464" y="1668810"/>
                  </a:lnTo>
                  <a:lnTo>
                    <a:pt x="4433796" y="1668810"/>
                  </a:lnTo>
                  <a:lnTo>
                    <a:pt x="4433128" y="1668810"/>
                  </a:lnTo>
                  <a:lnTo>
                    <a:pt x="4432460" y="1668810"/>
                  </a:lnTo>
                  <a:lnTo>
                    <a:pt x="4431792" y="1668810"/>
                  </a:lnTo>
                  <a:lnTo>
                    <a:pt x="4431124" y="1668810"/>
                  </a:lnTo>
                  <a:lnTo>
                    <a:pt x="4430456" y="1668810"/>
                  </a:lnTo>
                  <a:lnTo>
                    <a:pt x="4429788" y="1668810"/>
                  </a:lnTo>
                  <a:lnTo>
                    <a:pt x="4429120" y="1668810"/>
                  </a:lnTo>
                  <a:lnTo>
                    <a:pt x="4428452" y="1668810"/>
                  </a:lnTo>
                  <a:lnTo>
                    <a:pt x="4427784" y="1668810"/>
                  </a:lnTo>
                  <a:lnTo>
                    <a:pt x="4427116" y="1668810"/>
                  </a:lnTo>
                  <a:lnTo>
                    <a:pt x="4426448" y="1668810"/>
                  </a:lnTo>
                  <a:lnTo>
                    <a:pt x="4425780" y="1668810"/>
                  </a:lnTo>
                  <a:lnTo>
                    <a:pt x="4425112" y="1668810"/>
                  </a:lnTo>
                  <a:lnTo>
                    <a:pt x="4424444" y="1668810"/>
                  </a:lnTo>
                  <a:lnTo>
                    <a:pt x="4423776" y="1668810"/>
                  </a:lnTo>
                  <a:lnTo>
                    <a:pt x="4423108" y="1668810"/>
                  </a:lnTo>
                  <a:lnTo>
                    <a:pt x="4422440" y="1668810"/>
                  </a:lnTo>
                  <a:lnTo>
                    <a:pt x="4421772" y="1668810"/>
                  </a:lnTo>
                  <a:lnTo>
                    <a:pt x="4421104" y="1668810"/>
                  </a:lnTo>
                  <a:lnTo>
                    <a:pt x="4420436" y="1668810"/>
                  </a:lnTo>
                  <a:lnTo>
                    <a:pt x="4419768" y="1668810"/>
                  </a:lnTo>
                  <a:lnTo>
                    <a:pt x="4419100" y="1668810"/>
                  </a:lnTo>
                  <a:lnTo>
                    <a:pt x="4418432" y="1668810"/>
                  </a:lnTo>
                  <a:lnTo>
                    <a:pt x="4417764" y="1668810"/>
                  </a:lnTo>
                  <a:lnTo>
                    <a:pt x="4417096" y="1668810"/>
                  </a:lnTo>
                  <a:lnTo>
                    <a:pt x="4416428" y="1668810"/>
                  </a:lnTo>
                  <a:lnTo>
                    <a:pt x="4415760" y="1668810"/>
                  </a:lnTo>
                  <a:lnTo>
                    <a:pt x="4415092" y="1668810"/>
                  </a:lnTo>
                  <a:lnTo>
                    <a:pt x="4414424" y="1668810"/>
                  </a:lnTo>
                  <a:lnTo>
                    <a:pt x="4413756" y="1668810"/>
                  </a:lnTo>
                  <a:lnTo>
                    <a:pt x="4413088" y="1668810"/>
                  </a:lnTo>
                  <a:lnTo>
                    <a:pt x="4412419" y="1668810"/>
                  </a:lnTo>
                  <a:lnTo>
                    <a:pt x="4411751" y="1668810"/>
                  </a:lnTo>
                  <a:lnTo>
                    <a:pt x="4411083" y="1668810"/>
                  </a:lnTo>
                  <a:lnTo>
                    <a:pt x="4410415" y="1668810"/>
                  </a:lnTo>
                  <a:lnTo>
                    <a:pt x="4409747" y="1668810"/>
                  </a:lnTo>
                  <a:lnTo>
                    <a:pt x="4409079" y="1668810"/>
                  </a:lnTo>
                  <a:lnTo>
                    <a:pt x="4408411" y="1668810"/>
                  </a:lnTo>
                  <a:lnTo>
                    <a:pt x="4407743" y="1668810"/>
                  </a:lnTo>
                  <a:lnTo>
                    <a:pt x="4407075" y="1668810"/>
                  </a:lnTo>
                  <a:lnTo>
                    <a:pt x="4406407" y="1668810"/>
                  </a:lnTo>
                  <a:lnTo>
                    <a:pt x="4405739" y="1668810"/>
                  </a:lnTo>
                  <a:lnTo>
                    <a:pt x="4405071" y="1668810"/>
                  </a:lnTo>
                  <a:lnTo>
                    <a:pt x="4404403" y="1668810"/>
                  </a:lnTo>
                  <a:lnTo>
                    <a:pt x="4403735" y="1668810"/>
                  </a:lnTo>
                  <a:lnTo>
                    <a:pt x="4403067" y="1668810"/>
                  </a:lnTo>
                  <a:lnTo>
                    <a:pt x="4402399" y="1668810"/>
                  </a:lnTo>
                  <a:lnTo>
                    <a:pt x="4401731" y="1668810"/>
                  </a:lnTo>
                  <a:lnTo>
                    <a:pt x="4401063" y="1668810"/>
                  </a:lnTo>
                  <a:lnTo>
                    <a:pt x="4400395" y="1668810"/>
                  </a:lnTo>
                  <a:lnTo>
                    <a:pt x="4399727" y="1668810"/>
                  </a:lnTo>
                  <a:lnTo>
                    <a:pt x="4399059" y="1668810"/>
                  </a:lnTo>
                  <a:lnTo>
                    <a:pt x="4398391" y="1668810"/>
                  </a:lnTo>
                  <a:lnTo>
                    <a:pt x="4397723" y="1668810"/>
                  </a:lnTo>
                  <a:lnTo>
                    <a:pt x="4397055" y="1668810"/>
                  </a:lnTo>
                  <a:lnTo>
                    <a:pt x="4396387" y="1668810"/>
                  </a:lnTo>
                  <a:lnTo>
                    <a:pt x="4395719" y="1668810"/>
                  </a:lnTo>
                  <a:lnTo>
                    <a:pt x="4395051" y="1668810"/>
                  </a:lnTo>
                  <a:lnTo>
                    <a:pt x="4394383" y="1668810"/>
                  </a:lnTo>
                  <a:lnTo>
                    <a:pt x="4393715" y="1668810"/>
                  </a:lnTo>
                  <a:lnTo>
                    <a:pt x="4393047" y="1668810"/>
                  </a:lnTo>
                  <a:lnTo>
                    <a:pt x="4392379" y="1668810"/>
                  </a:lnTo>
                  <a:lnTo>
                    <a:pt x="4391711" y="1668810"/>
                  </a:lnTo>
                  <a:lnTo>
                    <a:pt x="4391043" y="1668810"/>
                  </a:lnTo>
                  <a:lnTo>
                    <a:pt x="4390375" y="1668810"/>
                  </a:lnTo>
                  <a:lnTo>
                    <a:pt x="4389707" y="1668810"/>
                  </a:lnTo>
                  <a:lnTo>
                    <a:pt x="4389039" y="1668810"/>
                  </a:lnTo>
                  <a:lnTo>
                    <a:pt x="4388370" y="1668810"/>
                  </a:lnTo>
                  <a:lnTo>
                    <a:pt x="4387702" y="1668810"/>
                  </a:lnTo>
                  <a:lnTo>
                    <a:pt x="4387034" y="1668810"/>
                  </a:lnTo>
                  <a:lnTo>
                    <a:pt x="4386366" y="1668810"/>
                  </a:lnTo>
                  <a:lnTo>
                    <a:pt x="4385698" y="1668810"/>
                  </a:lnTo>
                  <a:lnTo>
                    <a:pt x="4385030" y="1668810"/>
                  </a:lnTo>
                  <a:lnTo>
                    <a:pt x="4384362" y="1668810"/>
                  </a:lnTo>
                  <a:lnTo>
                    <a:pt x="4383694" y="1668810"/>
                  </a:lnTo>
                  <a:lnTo>
                    <a:pt x="4383026" y="1668810"/>
                  </a:lnTo>
                  <a:lnTo>
                    <a:pt x="4382358" y="1668810"/>
                  </a:lnTo>
                  <a:lnTo>
                    <a:pt x="4381690" y="1668810"/>
                  </a:lnTo>
                  <a:lnTo>
                    <a:pt x="4381022" y="1668810"/>
                  </a:lnTo>
                  <a:lnTo>
                    <a:pt x="4380354" y="1668810"/>
                  </a:lnTo>
                  <a:lnTo>
                    <a:pt x="4379686" y="1668810"/>
                  </a:lnTo>
                  <a:lnTo>
                    <a:pt x="4379018" y="1668810"/>
                  </a:lnTo>
                  <a:lnTo>
                    <a:pt x="4378350" y="1668810"/>
                  </a:lnTo>
                  <a:lnTo>
                    <a:pt x="4377682" y="1668810"/>
                  </a:lnTo>
                  <a:lnTo>
                    <a:pt x="4377014" y="1668810"/>
                  </a:lnTo>
                  <a:lnTo>
                    <a:pt x="4376346" y="1668810"/>
                  </a:lnTo>
                  <a:lnTo>
                    <a:pt x="4375678" y="1668810"/>
                  </a:lnTo>
                  <a:lnTo>
                    <a:pt x="4375010" y="1668810"/>
                  </a:lnTo>
                  <a:lnTo>
                    <a:pt x="4374342" y="1668810"/>
                  </a:lnTo>
                  <a:lnTo>
                    <a:pt x="4373674" y="1668810"/>
                  </a:lnTo>
                  <a:lnTo>
                    <a:pt x="4373006" y="1668810"/>
                  </a:lnTo>
                  <a:lnTo>
                    <a:pt x="4372338" y="1668810"/>
                  </a:lnTo>
                  <a:lnTo>
                    <a:pt x="4371670" y="1668810"/>
                  </a:lnTo>
                  <a:lnTo>
                    <a:pt x="4371002" y="1668810"/>
                  </a:lnTo>
                  <a:lnTo>
                    <a:pt x="4370334" y="1668810"/>
                  </a:lnTo>
                  <a:lnTo>
                    <a:pt x="4369666" y="1668810"/>
                  </a:lnTo>
                  <a:lnTo>
                    <a:pt x="4368998" y="1668810"/>
                  </a:lnTo>
                  <a:lnTo>
                    <a:pt x="4368330" y="1668810"/>
                  </a:lnTo>
                  <a:lnTo>
                    <a:pt x="4367662" y="1668810"/>
                  </a:lnTo>
                  <a:lnTo>
                    <a:pt x="4366994" y="1668810"/>
                  </a:lnTo>
                  <a:lnTo>
                    <a:pt x="4366326" y="1668810"/>
                  </a:lnTo>
                  <a:lnTo>
                    <a:pt x="4365658" y="1668810"/>
                  </a:lnTo>
                  <a:lnTo>
                    <a:pt x="4364990" y="1668810"/>
                  </a:lnTo>
                  <a:lnTo>
                    <a:pt x="4364322" y="1668810"/>
                  </a:lnTo>
                  <a:lnTo>
                    <a:pt x="4363653" y="1668810"/>
                  </a:lnTo>
                  <a:lnTo>
                    <a:pt x="4362985" y="1668810"/>
                  </a:lnTo>
                  <a:lnTo>
                    <a:pt x="4362317" y="1668810"/>
                  </a:lnTo>
                  <a:lnTo>
                    <a:pt x="4361649" y="1668810"/>
                  </a:lnTo>
                  <a:lnTo>
                    <a:pt x="4360981" y="1668810"/>
                  </a:lnTo>
                  <a:lnTo>
                    <a:pt x="4360313" y="1668810"/>
                  </a:lnTo>
                  <a:lnTo>
                    <a:pt x="4359645" y="1668810"/>
                  </a:lnTo>
                  <a:lnTo>
                    <a:pt x="4358977" y="1668810"/>
                  </a:lnTo>
                  <a:lnTo>
                    <a:pt x="4358309" y="1668810"/>
                  </a:lnTo>
                  <a:lnTo>
                    <a:pt x="4357641" y="1668810"/>
                  </a:lnTo>
                  <a:lnTo>
                    <a:pt x="4356973" y="1668810"/>
                  </a:lnTo>
                  <a:lnTo>
                    <a:pt x="4356305" y="1668810"/>
                  </a:lnTo>
                  <a:lnTo>
                    <a:pt x="4355637" y="1668810"/>
                  </a:lnTo>
                  <a:lnTo>
                    <a:pt x="4354969" y="1668810"/>
                  </a:lnTo>
                  <a:lnTo>
                    <a:pt x="4354301" y="1668810"/>
                  </a:lnTo>
                  <a:lnTo>
                    <a:pt x="4353633" y="1668810"/>
                  </a:lnTo>
                  <a:lnTo>
                    <a:pt x="4352965" y="1668810"/>
                  </a:lnTo>
                  <a:lnTo>
                    <a:pt x="4352297" y="1668810"/>
                  </a:lnTo>
                  <a:lnTo>
                    <a:pt x="4351629" y="1668810"/>
                  </a:lnTo>
                  <a:lnTo>
                    <a:pt x="4350961" y="1668810"/>
                  </a:lnTo>
                  <a:lnTo>
                    <a:pt x="4350293" y="1668810"/>
                  </a:lnTo>
                  <a:lnTo>
                    <a:pt x="4349625" y="1668810"/>
                  </a:lnTo>
                  <a:lnTo>
                    <a:pt x="4348957" y="1668810"/>
                  </a:lnTo>
                  <a:lnTo>
                    <a:pt x="4348289" y="1668810"/>
                  </a:lnTo>
                  <a:lnTo>
                    <a:pt x="4347621" y="1668810"/>
                  </a:lnTo>
                  <a:lnTo>
                    <a:pt x="4346953" y="1668810"/>
                  </a:lnTo>
                  <a:lnTo>
                    <a:pt x="4346285" y="1668810"/>
                  </a:lnTo>
                  <a:lnTo>
                    <a:pt x="4345617" y="1668810"/>
                  </a:lnTo>
                  <a:lnTo>
                    <a:pt x="4344949" y="1668810"/>
                  </a:lnTo>
                  <a:lnTo>
                    <a:pt x="4344281" y="1668810"/>
                  </a:lnTo>
                  <a:lnTo>
                    <a:pt x="4343613" y="1668810"/>
                  </a:lnTo>
                  <a:lnTo>
                    <a:pt x="4342945" y="1668810"/>
                  </a:lnTo>
                  <a:lnTo>
                    <a:pt x="4342277" y="1668810"/>
                  </a:lnTo>
                  <a:lnTo>
                    <a:pt x="4341609" y="1668810"/>
                  </a:lnTo>
                  <a:lnTo>
                    <a:pt x="4340941" y="1668810"/>
                  </a:lnTo>
                  <a:lnTo>
                    <a:pt x="4340273" y="1668810"/>
                  </a:lnTo>
                  <a:lnTo>
                    <a:pt x="4339605" y="1668810"/>
                  </a:lnTo>
                  <a:lnTo>
                    <a:pt x="4338936" y="1668810"/>
                  </a:lnTo>
                  <a:lnTo>
                    <a:pt x="4338268" y="1668810"/>
                  </a:lnTo>
                  <a:lnTo>
                    <a:pt x="4337600" y="1668810"/>
                  </a:lnTo>
                  <a:lnTo>
                    <a:pt x="4336932" y="1668810"/>
                  </a:lnTo>
                  <a:lnTo>
                    <a:pt x="4336264" y="1668810"/>
                  </a:lnTo>
                  <a:lnTo>
                    <a:pt x="4335596" y="1668810"/>
                  </a:lnTo>
                  <a:lnTo>
                    <a:pt x="4334928" y="1668810"/>
                  </a:lnTo>
                  <a:lnTo>
                    <a:pt x="4334260" y="1668810"/>
                  </a:lnTo>
                  <a:lnTo>
                    <a:pt x="4333592" y="1668810"/>
                  </a:lnTo>
                  <a:lnTo>
                    <a:pt x="4332924" y="1668810"/>
                  </a:lnTo>
                  <a:lnTo>
                    <a:pt x="4332256" y="1668810"/>
                  </a:lnTo>
                  <a:lnTo>
                    <a:pt x="4331588" y="1668810"/>
                  </a:lnTo>
                  <a:lnTo>
                    <a:pt x="4330920" y="1668810"/>
                  </a:lnTo>
                  <a:lnTo>
                    <a:pt x="4330252" y="1668810"/>
                  </a:lnTo>
                  <a:lnTo>
                    <a:pt x="4329584" y="1668810"/>
                  </a:lnTo>
                  <a:lnTo>
                    <a:pt x="4328916" y="1668810"/>
                  </a:lnTo>
                  <a:lnTo>
                    <a:pt x="4328248" y="1668810"/>
                  </a:lnTo>
                  <a:lnTo>
                    <a:pt x="4327580" y="1668810"/>
                  </a:lnTo>
                  <a:lnTo>
                    <a:pt x="4326912" y="1668810"/>
                  </a:lnTo>
                  <a:lnTo>
                    <a:pt x="4326244" y="1668810"/>
                  </a:lnTo>
                  <a:lnTo>
                    <a:pt x="4325576" y="1668810"/>
                  </a:lnTo>
                  <a:lnTo>
                    <a:pt x="4324908" y="1668810"/>
                  </a:lnTo>
                  <a:lnTo>
                    <a:pt x="4324240" y="1668810"/>
                  </a:lnTo>
                  <a:lnTo>
                    <a:pt x="4323572" y="1668810"/>
                  </a:lnTo>
                  <a:lnTo>
                    <a:pt x="4322904" y="1668810"/>
                  </a:lnTo>
                  <a:lnTo>
                    <a:pt x="4322236" y="1668810"/>
                  </a:lnTo>
                  <a:lnTo>
                    <a:pt x="4321568" y="1668810"/>
                  </a:lnTo>
                  <a:lnTo>
                    <a:pt x="4320900" y="1668810"/>
                  </a:lnTo>
                  <a:lnTo>
                    <a:pt x="4320232" y="1668810"/>
                  </a:lnTo>
                  <a:lnTo>
                    <a:pt x="4319564" y="1668810"/>
                  </a:lnTo>
                  <a:lnTo>
                    <a:pt x="4318896" y="1668810"/>
                  </a:lnTo>
                  <a:lnTo>
                    <a:pt x="4318228" y="1668810"/>
                  </a:lnTo>
                  <a:lnTo>
                    <a:pt x="4317560" y="1668810"/>
                  </a:lnTo>
                  <a:lnTo>
                    <a:pt x="4316892" y="1668810"/>
                  </a:lnTo>
                  <a:lnTo>
                    <a:pt x="4316224" y="1668810"/>
                  </a:lnTo>
                  <a:lnTo>
                    <a:pt x="4315556" y="1668810"/>
                  </a:lnTo>
                  <a:lnTo>
                    <a:pt x="4314888" y="1668810"/>
                  </a:lnTo>
                  <a:lnTo>
                    <a:pt x="4314219" y="1668810"/>
                  </a:lnTo>
                  <a:lnTo>
                    <a:pt x="4313551" y="1668810"/>
                  </a:lnTo>
                  <a:lnTo>
                    <a:pt x="4312883" y="1668810"/>
                  </a:lnTo>
                  <a:lnTo>
                    <a:pt x="4312215" y="1668810"/>
                  </a:lnTo>
                  <a:lnTo>
                    <a:pt x="4311547" y="1668810"/>
                  </a:lnTo>
                  <a:lnTo>
                    <a:pt x="4310879" y="1668810"/>
                  </a:lnTo>
                  <a:lnTo>
                    <a:pt x="4310211" y="1668810"/>
                  </a:lnTo>
                  <a:lnTo>
                    <a:pt x="4309543" y="1668810"/>
                  </a:lnTo>
                  <a:lnTo>
                    <a:pt x="4308875" y="1668810"/>
                  </a:lnTo>
                  <a:lnTo>
                    <a:pt x="4308207" y="1668810"/>
                  </a:lnTo>
                  <a:lnTo>
                    <a:pt x="4307539" y="1668810"/>
                  </a:lnTo>
                  <a:lnTo>
                    <a:pt x="4306871" y="1668810"/>
                  </a:lnTo>
                  <a:lnTo>
                    <a:pt x="4306203" y="1668810"/>
                  </a:lnTo>
                  <a:lnTo>
                    <a:pt x="4305535" y="1668810"/>
                  </a:lnTo>
                  <a:lnTo>
                    <a:pt x="4304867" y="1668810"/>
                  </a:lnTo>
                  <a:lnTo>
                    <a:pt x="4304199" y="1668810"/>
                  </a:lnTo>
                  <a:lnTo>
                    <a:pt x="4303531" y="1668810"/>
                  </a:lnTo>
                  <a:lnTo>
                    <a:pt x="4302863" y="1668810"/>
                  </a:lnTo>
                  <a:lnTo>
                    <a:pt x="4302195" y="1668810"/>
                  </a:lnTo>
                  <a:lnTo>
                    <a:pt x="4301527" y="1668810"/>
                  </a:lnTo>
                  <a:lnTo>
                    <a:pt x="4300859" y="1668810"/>
                  </a:lnTo>
                  <a:lnTo>
                    <a:pt x="4300191" y="1668810"/>
                  </a:lnTo>
                  <a:lnTo>
                    <a:pt x="4299523" y="1668810"/>
                  </a:lnTo>
                  <a:lnTo>
                    <a:pt x="4298855" y="1668810"/>
                  </a:lnTo>
                  <a:lnTo>
                    <a:pt x="4298187" y="1668810"/>
                  </a:lnTo>
                  <a:lnTo>
                    <a:pt x="4297519" y="1668810"/>
                  </a:lnTo>
                  <a:lnTo>
                    <a:pt x="4296851" y="1668810"/>
                  </a:lnTo>
                  <a:lnTo>
                    <a:pt x="4296183" y="1668810"/>
                  </a:lnTo>
                  <a:lnTo>
                    <a:pt x="4295515" y="1668810"/>
                  </a:lnTo>
                  <a:lnTo>
                    <a:pt x="4294847" y="1668810"/>
                  </a:lnTo>
                  <a:lnTo>
                    <a:pt x="4294179" y="1668810"/>
                  </a:lnTo>
                  <a:lnTo>
                    <a:pt x="4293511" y="1668810"/>
                  </a:lnTo>
                  <a:lnTo>
                    <a:pt x="4292843" y="1668810"/>
                  </a:lnTo>
                  <a:lnTo>
                    <a:pt x="4292175" y="1668810"/>
                  </a:lnTo>
                  <a:lnTo>
                    <a:pt x="4291507" y="1668810"/>
                  </a:lnTo>
                  <a:lnTo>
                    <a:pt x="4290839" y="1668810"/>
                  </a:lnTo>
                  <a:lnTo>
                    <a:pt x="4290170" y="1668810"/>
                  </a:lnTo>
                  <a:lnTo>
                    <a:pt x="4289502" y="1668810"/>
                  </a:lnTo>
                  <a:lnTo>
                    <a:pt x="4288834" y="1668810"/>
                  </a:lnTo>
                  <a:lnTo>
                    <a:pt x="4288166" y="1668810"/>
                  </a:lnTo>
                  <a:lnTo>
                    <a:pt x="4287498" y="1668810"/>
                  </a:lnTo>
                  <a:lnTo>
                    <a:pt x="4286830" y="1668810"/>
                  </a:lnTo>
                  <a:lnTo>
                    <a:pt x="4286162" y="1668810"/>
                  </a:lnTo>
                  <a:lnTo>
                    <a:pt x="4285494" y="1668810"/>
                  </a:lnTo>
                  <a:lnTo>
                    <a:pt x="4284826" y="1668810"/>
                  </a:lnTo>
                  <a:lnTo>
                    <a:pt x="4284158" y="1668810"/>
                  </a:lnTo>
                  <a:lnTo>
                    <a:pt x="4283490" y="1668810"/>
                  </a:lnTo>
                  <a:lnTo>
                    <a:pt x="4282822" y="1668810"/>
                  </a:lnTo>
                  <a:lnTo>
                    <a:pt x="4282154" y="1668810"/>
                  </a:lnTo>
                  <a:lnTo>
                    <a:pt x="4281486" y="1668810"/>
                  </a:lnTo>
                  <a:lnTo>
                    <a:pt x="4280818" y="1668810"/>
                  </a:lnTo>
                  <a:lnTo>
                    <a:pt x="4280150" y="1668810"/>
                  </a:lnTo>
                  <a:lnTo>
                    <a:pt x="4279482" y="1668810"/>
                  </a:lnTo>
                  <a:lnTo>
                    <a:pt x="4278814" y="1668810"/>
                  </a:lnTo>
                  <a:lnTo>
                    <a:pt x="4278146" y="1668810"/>
                  </a:lnTo>
                  <a:lnTo>
                    <a:pt x="4277478" y="1668810"/>
                  </a:lnTo>
                  <a:lnTo>
                    <a:pt x="4276810" y="1668810"/>
                  </a:lnTo>
                  <a:lnTo>
                    <a:pt x="4276142" y="1668810"/>
                  </a:lnTo>
                  <a:lnTo>
                    <a:pt x="4275474" y="1668810"/>
                  </a:lnTo>
                  <a:lnTo>
                    <a:pt x="4274806" y="1668810"/>
                  </a:lnTo>
                  <a:lnTo>
                    <a:pt x="4274138" y="1668810"/>
                  </a:lnTo>
                  <a:lnTo>
                    <a:pt x="4273470" y="1668810"/>
                  </a:lnTo>
                  <a:lnTo>
                    <a:pt x="4272802" y="1668810"/>
                  </a:lnTo>
                  <a:lnTo>
                    <a:pt x="4272134" y="1668810"/>
                  </a:lnTo>
                  <a:lnTo>
                    <a:pt x="4271466" y="1668810"/>
                  </a:lnTo>
                  <a:lnTo>
                    <a:pt x="4270798" y="1668810"/>
                  </a:lnTo>
                  <a:lnTo>
                    <a:pt x="4270130" y="1668810"/>
                  </a:lnTo>
                  <a:lnTo>
                    <a:pt x="4269462" y="1668810"/>
                  </a:lnTo>
                  <a:lnTo>
                    <a:pt x="4268794" y="1668810"/>
                  </a:lnTo>
                  <a:lnTo>
                    <a:pt x="4268126" y="1668810"/>
                  </a:lnTo>
                  <a:lnTo>
                    <a:pt x="4267458" y="1668810"/>
                  </a:lnTo>
                  <a:lnTo>
                    <a:pt x="4266790" y="1668810"/>
                  </a:lnTo>
                  <a:lnTo>
                    <a:pt x="4266122" y="1668810"/>
                  </a:lnTo>
                  <a:lnTo>
                    <a:pt x="4265453" y="1668810"/>
                  </a:lnTo>
                  <a:lnTo>
                    <a:pt x="4264785" y="1668810"/>
                  </a:lnTo>
                  <a:lnTo>
                    <a:pt x="4264117" y="1668810"/>
                  </a:lnTo>
                  <a:lnTo>
                    <a:pt x="4263449" y="1668810"/>
                  </a:lnTo>
                  <a:lnTo>
                    <a:pt x="4262781" y="1668810"/>
                  </a:lnTo>
                  <a:lnTo>
                    <a:pt x="4262113" y="1668810"/>
                  </a:lnTo>
                  <a:lnTo>
                    <a:pt x="4261445" y="1668810"/>
                  </a:lnTo>
                  <a:lnTo>
                    <a:pt x="4260777" y="1668810"/>
                  </a:lnTo>
                  <a:lnTo>
                    <a:pt x="4260109" y="1668810"/>
                  </a:lnTo>
                  <a:lnTo>
                    <a:pt x="4259441" y="1668810"/>
                  </a:lnTo>
                  <a:lnTo>
                    <a:pt x="4258773" y="1668810"/>
                  </a:lnTo>
                  <a:lnTo>
                    <a:pt x="4258105" y="1668810"/>
                  </a:lnTo>
                  <a:lnTo>
                    <a:pt x="4257437" y="1668810"/>
                  </a:lnTo>
                  <a:lnTo>
                    <a:pt x="4256769" y="1668810"/>
                  </a:lnTo>
                  <a:lnTo>
                    <a:pt x="4256101" y="1668810"/>
                  </a:lnTo>
                  <a:lnTo>
                    <a:pt x="4255433" y="1668810"/>
                  </a:lnTo>
                  <a:lnTo>
                    <a:pt x="4254765" y="1668810"/>
                  </a:lnTo>
                  <a:lnTo>
                    <a:pt x="4254097" y="1668810"/>
                  </a:lnTo>
                  <a:lnTo>
                    <a:pt x="4253429" y="1668810"/>
                  </a:lnTo>
                  <a:lnTo>
                    <a:pt x="4252761" y="1668810"/>
                  </a:lnTo>
                  <a:lnTo>
                    <a:pt x="4252093" y="1668810"/>
                  </a:lnTo>
                  <a:lnTo>
                    <a:pt x="4251425" y="1668810"/>
                  </a:lnTo>
                  <a:lnTo>
                    <a:pt x="4250757" y="1668810"/>
                  </a:lnTo>
                  <a:lnTo>
                    <a:pt x="4250089" y="1668810"/>
                  </a:lnTo>
                  <a:lnTo>
                    <a:pt x="4249421" y="1668810"/>
                  </a:lnTo>
                  <a:lnTo>
                    <a:pt x="4248753" y="1668810"/>
                  </a:lnTo>
                  <a:lnTo>
                    <a:pt x="4248085" y="1668810"/>
                  </a:lnTo>
                  <a:lnTo>
                    <a:pt x="4247417" y="1668810"/>
                  </a:lnTo>
                  <a:lnTo>
                    <a:pt x="4246749" y="1668810"/>
                  </a:lnTo>
                  <a:lnTo>
                    <a:pt x="4246081" y="1668810"/>
                  </a:lnTo>
                  <a:lnTo>
                    <a:pt x="4245413" y="1668810"/>
                  </a:lnTo>
                  <a:lnTo>
                    <a:pt x="4244745" y="1668810"/>
                  </a:lnTo>
                  <a:lnTo>
                    <a:pt x="4244077" y="1668810"/>
                  </a:lnTo>
                  <a:lnTo>
                    <a:pt x="4243409" y="1668810"/>
                  </a:lnTo>
                  <a:lnTo>
                    <a:pt x="4242741" y="1668810"/>
                  </a:lnTo>
                  <a:lnTo>
                    <a:pt x="4242073" y="1668810"/>
                  </a:lnTo>
                  <a:lnTo>
                    <a:pt x="4241405" y="1668810"/>
                  </a:lnTo>
                  <a:lnTo>
                    <a:pt x="4240736" y="1668810"/>
                  </a:lnTo>
                  <a:lnTo>
                    <a:pt x="4240068" y="1668810"/>
                  </a:lnTo>
                  <a:lnTo>
                    <a:pt x="4239400" y="1668810"/>
                  </a:lnTo>
                  <a:lnTo>
                    <a:pt x="4238732" y="1668810"/>
                  </a:lnTo>
                  <a:lnTo>
                    <a:pt x="4238064" y="1668810"/>
                  </a:lnTo>
                  <a:lnTo>
                    <a:pt x="4237396" y="1668810"/>
                  </a:lnTo>
                  <a:lnTo>
                    <a:pt x="4236728" y="1668810"/>
                  </a:lnTo>
                  <a:lnTo>
                    <a:pt x="4236060" y="1668810"/>
                  </a:lnTo>
                  <a:lnTo>
                    <a:pt x="4235392" y="1668810"/>
                  </a:lnTo>
                  <a:lnTo>
                    <a:pt x="4234724" y="1668810"/>
                  </a:lnTo>
                  <a:lnTo>
                    <a:pt x="4234056" y="1668810"/>
                  </a:lnTo>
                  <a:lnTo>
                    <a:pt x="4233388" y="1668810"/>
                  </a:lnTo>
                  <a:lnTo>
                    <a:pt x="4232720" y="1668810"/>
                  </a:lnTo>
                  <a:lnTo>
                    <a:pt x="4232052" y="1668810"/>
                  </a:lnTo>
                  <a:lnTo>
                    <a:pt x="4231384" y="1668810"/>
                  </a:lnTo>
                  <a:lnTo>
                    <a:pt x="4230716" y="1668810"/>
                  </a:lnTo>
                  <a:lnTo>
                    <a:pt x="4230048" y="1668810"/>
                  </a:lnTo>
                  <a:lnTo>
                    <a:pt x="4229380" y="1668810"/>
                  </a:lnTo>
                  <a:lnTo>
                    <a:pt x="4228712" y="1668810"/>
                  </a:lnTo>
                  <a:lnTo>
                    <a:pt x="4228044" y="1668810"/>
                  </a:lnTo>
                  <a:lnTo>
                    <a:pt x="4227376" y="1668810"/>
                  </a:lnTo>
                  <a:lnTo>
                    <a:pt x="4226708" y="1668810"/>
                  </a:lnTo>
                  <a:lnTo>
                    <a:pt x="4226040" y="1668810"/>
                  </a:lnTo>
                  <a:lnTo>
                    <a:pt x="4225372" y="1668810"/>
                  </a:lnTo>
                  <a:lnTo>
                    <a:pt x="4224704" y="1668810"/>
                  </a:lnTo>
                  <a:lnTo>
                    <a:pt x="4224036" y="1668810"/>
                  </a:lnTo>
                  <a:lnTo>
                    <a:pt x="4223368" y="1668810"/>
                  </a:lnTo>
                  <a:lnTo>
                    <a:pt x="4222700" y="1668810"/>
                  </a:lnTo>
                  <a:lnTo>
                    <a:pt x="4222032" y="1668810"/>
                  </a:lnTo>
                  <a:lnTo>
                    <a:pt x="4221364" y="1668810"/>
                  </a:lnTo>
                  <a:lnTo>
                    <a:pt x="4220696" y="1668810"/>
                  </a:lnTo>
                  <a:lnTo>
                    <a:pt x="4220028" y="1668810"/>
                  </a:lnTo>
                  <a:lnTo>
                    <a:pt x="4219360" y="1668810"/>
                  </a:lnTo>
                  <a:lnTo>
                    <a:pt x="4218692" y="1668810"/>
                  </a:lnTo>
                  <a:lnTo>
                    <a:pt x="4218024" y="1668810"/>
                  </a:lnTo>
                  <a:lnTo>
                    <a:pt x="4217356" y="1668810"/>
                  </a:lnTo>
                  <a:lnTo>
                    <a:pt x="4216688" y="1668810"/>
                  </a:lnTo>
                  <a:lnTo>
                    <a:pt x="4216019" y="1668810"/>
                  </a:lnTo>
                  <a:lnTo>
                    <a:pt x="4215351" y="1668810"/>
                  </a:lnTo>
                  <a:lnTo>
                    <a:pt x="4214683" y="1668810"/>
                  </a:lnTo>
                  <a:lnTo>
                    <a:pt x="4214015" y="1668810"/>
                  </a:lnTo>
                  <a:lnTo>
                    <a:pt x="4213347" y="1668810"/>
                  </a:lnTo>
                  <a:lnTo>
                    <a:pt x="4212679" y="1668810"/>
                  </a:lnTo>
                  <a:lnTo>
                    <a:pt x="4212011" y="1668810"/>
                  </a:lnTo>
                  <a:lnTo>
                    <a:pt x="4211343" y="1668810"/>
                  </a:lnTo>
                  <a:lnTo>
                    <a:pt x="4210675" y="1668810"/>
                  </a:lnTo>
                  <a:lnTo>
                    <a:pt x="4210007" y="1668810"/>
                  </a:lnTo>
                  <a:lnTo>
                    <a:pt x="4209339" y="1668810"/>
                  </a:lnTo>
                  <a:lnTo>
                    <a:pt x="4208671" y="1668810"/>
                  </a:lnTo>
                  <a:lnTo>
                    <a:pt x="4208003" y="1668810"/>
                  </a:lnTo>
                  <a:lnTo>
                    <a:pt x="4207335" y="1668810"/>
                  </a:lnTo>
                  <a:lnTo>
                    <a:pt x="4206667" y="1668810"/>
                  </a:lnTo>
                  <a:lnTo>
                    <a:pt x="4205999" y="1668810"/>
                  </a:lnTo>
                  <a:lnTo>
                    <a:pt x="4205331" y="1668810"/>
                  </a:lnTo>
                  <a:lnTo>
                    <a:pt x="4204663" y="1668810"/>
                  </a:lnTo>
                  <a:lnTo>
                    <a:pt x="4203995" y="1668810"/>
                  </a:lnTo>
                  <a:lnTo>
                    <a:pt x="4203327" y="1668810"/>
                  </a:lnTo>
                  <a:lnTo>
                    <a:pt x="4202659" y="1668810"/>
                  </a:lnTo>
                  <a:lnTo>
                    <a:pt x="4201991" y="1668810"/>
                  </a:lnTo>
                  <a:lnTo>
                    <a:pt x="4201323" y="1668810"/>
                  </a:lnTo>
                  <a:lnTo>
                    <a:pt x="4200655" y="1668810"/>
                  </a:lnTo>
                  <a:lnTo>
                    <a:pt x="4199987" y="1668810"/>
                  </a:lnTo>
                  <a:lnTo>
                    <a:pt x="4199319" y="1668810"/>
                  </a:lnTo>
                  <a:lnTo>
                    <a:pt x="4198651" y="1668810"/>
                  </a:lnTo>
                  <a:lnTo>
                    <a:pt x="4197983" y="1668810"/>
                  </a:lnTo>
                  <a:lnTo>
                    <a:pt x="4197315" y="1668810"/>
                  </a:lnTo>
                  <a:lnTo>
                    <a:pt x="4196647" y="1668810"/>
                  </a:lnTo>
                  <a:lnTo>
                    <a:pt x="4195979" y="1668810"/>
                  </a:lnTo>
                  <a:lnTo>
                    <a:pt x="4195311" y="1668810"/>
                  </a:lnTo>
                  <a:lnTo>
                    <a:pt x="4194643" y="1668810"/>
                  </a:lnTo>
                  <a:lnTo>
                    <a:pt x="4193975" y="1668810"/>
                  </a:lnTo>
                  <a:lnTo>
                    <a:pt x="4193307" y="1668810"/>
                  </a:lnTo>
                  <a:lnTo>
                    <a:pt x="4192639" y="1668810"/>
                  </a:lnTo>
                  <a:lnTo>
                    <a:pt x="4191970" y="1668810"/>
                  </a:lnTo>
                  <a:lnTo>
                    <a:pt x="4191302" y="1668810"/>
                  </a:lnTo>
                  <a:lnTo>
                    <a:pt x="4190634" y="1668810"/>
                  </a:lnTo>
                  <a:lnTo>
                    <a:pt x="4189966" y="1668810"/>
                  </a:lnTo>
                  <a:lnTo>
                    <a:pt x="4189298" y="1668810"/>
                  </a:lnTo>
                  <a:lnTo>
                    <a:pt x="4188630" y="1668810"/>
                  </a:lnTo>
                  <a:lnTo>
                    <a:pt x="4187962" y="1668810"/>
                  </a:lnTo>
                  <a:lnTo>
                    <a:pt x="4187294" y="1668810"/>
                  </a:lnTo>
                  <a:lnTo>
                    <a:pt x="4186626" y="1668810"/>
                  </a:lnTo>
                  <a:lnTo>
                    <a:pt x="4185958" y="1668810"/>
                  </a:lnTo>
                  <a:lnTo>
                    <a:pt x="4185290" y="1668810"/>
                  </a:lnTo>
                  <a:lnTo>
                    <a:pt x="4184622" y="1668810"/>
                  </a:lnTo>
                  <a:lnTo>
                    <a:pt x="4183954" y="1668810"/>
                  </a:lnTo>
                  <a:lnTo>
                    <a:pt x="4183286" y="1668810"/>
                  </a:lnTo>
                  <a:lnTo>
                    <a:pt x="4182618" y="1668810"/>
                  </a:lnTo>
                  <a:lnTo>
                    <a:pt x="4181950" y="1668810"/>
                  </a:lnTo>
                  <a:lnTo>
                    <a:pt x="4181282" y="1668810"/>
                  </a:lnTo>
                  <a:lnTo>
                    <a:pt x="4180614" y="1668810"/>
                  </a:lnTo>
                  <a:lnTo>
                    <a:pt x="4179946" y="1668810"/>
                  </a:lnTo>
                  <a:lnTo>
                    <a:pt x="4179278" y="1668810"/>
                  </a:lnTo>
                  <a:lnTo>
                    <a:pt x="4178610" y="1668810"/>
                  </a:lnTo>
                  <a:lnTo>
                    <a:pt x="4177942" y="1668810"/>
                  </a:lnTo>
                  <a:lnTo>
                    <a:pt x="4177274" y="1668810"/>
                  </a:lnTo>
                  <a:lnTo>
                    <a:pt x="4176606" y="1668810"/>
                  </a:lnTo>
                  <a:lnTo>
                    <a:pt x="4175938" y="1668810"/>
                  </a:lnTo>
                  <a:lnTo>
                    <a:pt x="4175270" y="1668810"/>
                  </a:lnTo>
                  <a:lnTo>
                    <a:pt x="4174602" y="1668810"/>
                  </a:lnTo>
                  <a:lnTo>
                    <a:pt x="4173934" y="1668810"/>
                  </a:lnTo>
                  <a:lnTo>
                    <a:pt x="4173266" y="1668810"/>
                  </a:lnTo>
                  <a:lnTo>
                    <a:pt x="4172598" y="1668810"/>
                  </a:lnTo>
                  <a:lnTo>
                    <a:pt x="4171930" y="1668810"/>
                  </a:lnTo>
                  <a:lnTo>
                    <a:pt x="4171262" y="1668810"/>
                  </a:lnTo>
                  <a:lnTo>
                    <a:pt x="4170594" y="1668810"/>
                  </a:lnTo>
                  <a:lnTo>
                    <a:pt x="4169926" y="1668810"/>
                  </a:lnTo>
                  <a:lnTo>
                    <a:pt x="4169258" y="1668810"/>
                  </a:lnTo>
                  <a:lnTo>
                    <a:pt x="4168590" y="1668810"/>
                  </a:lnTo>
                  <a:lnTo>
                    <a:pt x="4167922" y="1668810"/>
                  </a:lnTo>
                  <a:lnTo>
                    <a:pt x="4167253" y="1668810"/>
                  </a:lnTo>
                  <a:lnTo>
                    <a:pt x="4166585" y="1668810"/>
                  </a:lnTo>
                  <a:lnTo>
                    <a:pt x="4165917" y="1668810"/>
                  </a:lnTo>
                  <a:lnTo>
                    <a:pt x="4165249" y="1668810"/>
                  </a:lnTo>
                  <a:lnTo>
                    <a:pt x="4164581" y="1668810"/>
                  </a:lnTo>
                  <a:lnTo>
                    <a:pt x="4163913" y="1668810"/>
                  </a:lnTo>
                  <a:lnTo>
                    <a:pt x="4163245" y="1668810"/>
                  </a:lnTo>
                  <a:lnTo>
                    <a:pt x="4162577" y="1668810"/>
                  </a:lnTo>
                  <a:lnTo>
                    <a:pt x="4161909" y="1668810"/>
                  </a:lnTo>
                  <a:lnTo>
                    <a:pt x="4161241" y="1668810"/>
                  </a:lnTo>
                  <a:lnTo>
                    <a:pt x="4160573" y="1668810"/>
                  </a:lnTo>
                  <a:lnTo>
                    <a:pt x="4159905" y="1668810"/>
                  </a:lnTo>
                  <a:lnTo>
                    <a:pt x="4159237" y="1668810"/>
                  </a:lnTo>
                  <a:lnTo>
                    <a:pt x="4158569" y="1668810"/>
                  </a:lnTo>
                  <a:lnTo>
                    <a:pt x="4157901" y="1668810"/>
                  </a:lnTo>
                  <a:lnTo>
                    <a:pt x="4157233" y="1668810"/>
                  </a:lnTo>
                  <a:lnTo>
                    <a:pt x="4156565" y="1668810"/>
                  </a:lnTo>
                  <a:lnTo>
                    <a:pt x="4155897" y="1668810"/>
                  </a:lnTo>
                  <a:lnTo>
                    <a:pt x="4155229" y="1668810"/>
                  </a:lnTo>
                  <a:lnTo>
                    <a:pt x="4154561" y="1668810"/>
                  </a:lnTo>
                  <a:lnTo>
                    <a:pt x="4153893" y="1668810"/>
                  </a:lnTo>
                  <a:lnTo>
                    <a:pt x="4153225" y="1668810"/>
                  </a:lnTo>
                  <a:lnTo>
                    <a:pt x="4152557" y="1668810"/>
                  </a:lnTo>
                  <a:lnTo>
                    <a:pt x="4151889" y="1668810"/>
                  </a:lnTo>
                  <a:lnTo>
                    <a:pt x="4151221" y="1668810"/>
                  </a:lnTo>
                  <a:lnTo>
                    <a:pt x="4150553" y="1668810"/>
                  </a:lnTo>
                  <a:lnTo>
                    <a:pt x="4149885" y="1668810"/>
                  </a:lnTo>
                  <a:lnTo>
                    <a:pt x="4149217" y="1668810"/>
                  </a:lnTo>
                  <a:lnTo>
                    <a:pt x="4148549" y="1668810"/>
                  </a:lnTo>
                  <a:lnTo>
                    <a:pt x="4147881" y="1668810"/>
                  </a:lnTo>
                  <a:lnTo>
                    <a:pt x="4147213" y="1668810"/>
                  </a:lnTo>
                  <a:lnTo>
                    <a:pt x="4146545" y="1668810"/>
                  </a:lnTo>
                  <a:lnTo>
                    <a:pt x="4145877" y="1668810"/>
                  </a:lnTo>
                  <a:lnTo>
                    <a:pt x="4145209" y="1668810"/>
                  </a:lnTo>
                  <a:lnTo>
                    <a:pt x="4144541" y="1668810"/>
                  </a:lnTo>
                  <a:lnTo>
                    <a:pt x="4143873" y="1668810"/>
                  </a:lnTo>
                  <a:lnTo>
                    <a:pt x="4143205" y="1668810"/>
                  </a:lnTo>
                  <a:lnTo>
                    <a:pt x="4142536" y="1668810"/>
                  </a:lnTo>
                  <a:lnTo>
                    <a:pt x="4141868" y="1668810"/>
                  </a:lnTo>
                  <a:lnTo>
                    <a:pt x="4141200" y="1668810"/>
                  </a:lnTo>
                  <a:lnTo>
                    <a:pt x="4140532" y="1668810"/>
                  </a:lnTo>
                  <a:lnTo>
                    <a:pt x="4139864" y="1668810"/>
                  </a:lnTo>
                  <a:lnTo>
                    <a:pt x="4139196" y="1668810"/>
                  </a:lnTo>
                  <a:lnTo>
                    <a:pt x="4138528" y="1668810"/>
                  </a:lnTo>
                  <a:lnTo>
                    <a:pt x="4137860" y="1668810"/>
                  </a:lnTo>
                  <a:lnTo>
                    <a:pt x="4137192" y="1668810"/>
                  </a:lnTo>
                  <a:lnTo>
                    <a:pt x="4136524" y="1668810"/>
                  </a:lnTo>
                  <a:lnTo>
                    <a:pt x="4135856" y="1668810"/>
                  </a:lnTo>
                  <a:lnTo>
                    <a:pt x="4135188" y="1668810"/>
                  </a:lnTo>
                  <a:lnTo>
                    <a:pt x="4134520" y="1668810"/>
                  </a:lnTo>
                  <a:lnTo>
                    <a:pt x="4133852" y="1668810"/>
                  </a:lnTo>
                  <a:lnTo>
                    <a:pt x="4133184" y="1668810"/>
                  </a:lnTo>
                  <a:lnTo>
                    <a:pt x="4132516" y="1668810"/>
                  </a:lnTo>
                  <a:lnTo>
                    <a:pt x="4131848" y="1668810"/>
                  </a:lnTo>
                  <a:lnTo>
                    <a:pt x="4131180" y="1668810"/>
                  </a:lnTo>
                  <a:lnTo>
                    <a:pt x="4130512" y="1668810"/>
                  </a:lnTo>
                  <a:lnTo>
                    <a:pt x="4129844" y="1668810"/>
                  </a:lnTo>
                  <a:lnTo>
                    <a:pt x="4129176" y="1668810"/>
                  </a:lnTo>
                  <a:lnTo>
                    <a:pt x="4128508" y="1668810"/>
                  </a:lnTo>
                  <a:lnTo>
                    <a:pt x="4127840" y="1668810"/>
                  </a:lnTo>
                  <a:lnTo>
                    <a:pt x="4127172" y="1668810"/>
                  </a:lnTo>
                  <a:lnTo>
                    <a:pt x="4126504" y="1668810"/>
                  </a:lnTo>
                  <a:lnTo>
                    <a:pt x="4125836" y="1668810"/>
                  </a:lnTo>
                  <a:lnTo>
                    <a:pt x="4125168" y="1668810"/>
                  </a:lnTo>
                  <a:lnTo>
                    <a:pt x="4124500" y="1668810"/>
                  </a:lnTo>
                  <a:lnTo>
                    <a:pt x="4123832" y="1668810"/>
                  </a:lnTo>
                  <a:lnTo>
                    <a:pt x="4123164" y="1668810"/>
                  </a:lnTo>
                  <a:lnTo>
                    <a:pt x="4122496" y="1668810"/>
                  </a:lnTo>
                  <a:lnTo>
                    <a:pt x="4121828" y="1668810"/>
                  </a:lnTo>
                  <a:lnTo>
                    <a:pt x="4121160" y="1668810"/>
                  </a:lnTo>
                  <a:lnTo>
                    <a:pt x="4120492" y="1668810"/>
                  </a:lnTo>
                  <a:lnTo>
                    <a:pt x="4119824" y="1668810"/>
                  </a:lnTo>
                  <a:lnTo>
                    <a:pt x="4119156" y="1668810"/>
                  </a:lnTo>
                  <a:lnTo>
                    <a:pt x="4118488" y="1668810"/>
                  </a:lnTo>
                  <a:lnTo>
                    <a:pt x="4117819" y="1668810"/>
                  </a:lnTo>
                  <a:lnTo>
                    <a:pt x="4117151" y="1668810"/>
                  </a:lnTo>
                  <a:lnTo>
                    <a:pt x="4116483" y="1668810"/>
                  </a:lnTo>
                  <a:lnTo>
                    <a:pt x="4115815" y="1668810"/>
                  </a:lnTo>
                  <a:lnTo>
                    <a:pt x="4115147" y="1668810"/>
                  </a:lnTo>
                  <a:lnTo>
                    <a:pt x="4114479" y="1668810"/>
                  </a:lnTo>
                  <a:lnTo>
                    <a:pt x="4113811" y="1668810"/>
                  </a:lnTo>
                  <a:lnTo>
                    <a:pt x="4113143" y="1668810"/>
                  </a:lnTo>
                  <a:lnTo>
                    <a:pt x="4112475" y="1668810"/>
                  </a:lnTo>
                  <a:lnTo>
                    <a:pt x="4111807" y="1668810"/>
                  </a:lnTo>
                  <a:lnTo>
                    <a:pt x="4111139" y="1668810"/>
                  </a:lnTo>
                  <a:lnTo>
                    <a:pt x="4110471" y="1668810"/>
                  </a:lnTo>
                  <a:lnTo>
                    <a:pt x="4109803" y="1668810"/>
                  </a:lnTo>
                  <a:lnTo>
                    <a:pt x="4109135" y="1668810"/>
                  </a:lnTo>
                  <a:lnTo>
                    <a:pt x="4108467" y="1668810"/>
                  </a:lnTo>
                  <a:lnTo>
                    <a:pt x="4107799" y="1668810"/>
                  </a:lnTo>
                  <a:lnTo>
                    <a:pt x="4107131" y="1668810"/>
                  </a:lnTo>
                  <a:lnTo>
                    <a:pt x="4106463" y="1668810"/>
                  </a:lnTo>
                  <a:lnTo>
                    <a:pt x="4105795" y="1668810"/>
                  </a:lnTo>
                  <a:lnTo>
                    <a:pt x="4105127" y="1668810"/>
                  </a:lnTo>
                  <a:lnTo>
                    <a:pt x="4104459" y="1668810"/>
                  </a:lnTo>
                  <a:lnTo>
                    <a:pt x="4103791" y="1668810"/>
                  </a:lnTo>
                  <a:lnTo>
                    <a:pt x="4103123" y="1668810"/>
                  </a:lnTo>
                  <a:lnTo>
                    <a:pt x="4102455" y="1668810"/>
                  </a:lnTo>
                  <a:lnTo>
                    <a:pt x="4101787" y="1668810"/>
                  </a:lnTo>
                  <a:lnTo>
                    <a:pt x="4101119" y="1668810"/>
                  </a:lnTo>
                  <a:lnTo>
                    <a:pt x="4100451" y="1668810"/>
                  </a:lnTo>
                  <a:lnTo>
                    <a:pt x="4099783" y="1668810"/>
                  </a:lnTo>
                  <a:lnTo>
                    <a:pt x="4099115" y="1668810"/>
                  </a:lnTo>
                  <a:lnTo>
                    <a:pt x="4098447" y="1668810"/>
                  </a:lnTo>
                  <a:lnTo>
                    <a:pt x="4097779" y="1668810"/>
                  </a:lnTo>
                  <a:lnTo>
                    <a:pt x="4097111" y="1668810"/>
                  </a:lnTo>
                  <a:lnTo>
                    <a:pt x="4096443" y="1668810"/>
                  </a:lnTo>
                  <a:lnTo>
                    <a:pt x="4095775" y="1668810"/>
                  </a:lnTo>
                  <a:lnTo>
                    <a:pt x="4095107" y="1668810"/>
                  </a:lnTo>
                  <a:lnTo>
                    <a:pt x="4094439" y="1668810"/>
                  </a:lnTo>
                  <a:lnTo>
                    <a:pt x="4093770" y="1668810"/>
                  </a:lnTo>
                  <a:lnTo>
                    <a:pt x="4093102" y="1668810"/>
                  </a:lnTo>
                  <a:lnTo>
                    <a:pt x="4092434" y="1668810"/>
                  </a:lnTo>
                  <a:lnTo>
                    <a:pt x="4091766" y="1668810"/>
                  </a:lnTo>
                  <a:lnTo>
                    <a:pt x="4091098" y="1668810"/>
                  </a:lnTo>
                  <a:lnTo>
                    <a:pt x="4090430" y="1668810"/>
                  </a:lnTo>
                  <a:lnTo>
                    <a:pt x="4089762" y="1668810"/>
                  </a:lnTo>
                  <a:lnTo>
                    <a:pt x="4089094" y="1668810"/>
                  </a:lnTo>
                  <a:lnTo>
                    <a:pt x="4088426" y="1668810"/>
                  </a:lnTo>
                  <a:lnTo>
                    <a:pt x="4087758" y="1668810"/>
                  </a:lnTo>
                  <a:lnTo>
                    <a:pt x="4087090" y="1668810"/>
                  </a:lnTo>
                  <a:lnTo>
                    <a:pt x="4086422" y="1668810"/>
                  </a:lnTo>
                  <a:lnTo>
                    <a:pt x="4085754" y="1668810"/>
                  </a:lnTo>
                  <a:lnTo>
                    <a:pt x="4085086" y="1668810"/>
                  </a:lnTo>
                  <a:lnTo>
                    <a:pt x="4084418" y="1668810"/>
                  </a:lnTo>
                  <a:lnTo>
                    <a:pt x="4083750" y="1668810"/>
                  </a:lnTo>
                  <a:lnTo>
                    <a:pt x="4083082" y="1668810"/>
                  </a:lnTo>
                  <a:lnTo>
                    <a:pt x="4082414" y="1668810"/>
                  </a:lnTo>
                  <a:lnTo>
                    <a:pt x="4081746" y="1668810"/>
                  </a:lnTo>
                  <a:lnTo>
                    <a:pt x="4081078" y="1668810"/>
                  </a:lnTo>
                  <a:lnTo>
                    <a:pt x="4080410" y="1668810"/>
                  </a:lnTo>
                  <a:lnTo>
                    <a:pt x="4079742" y="1668810"/>
                  </a:lnTo>
                  <a:lnTo>
                    <a:pt x="4079074" y="1668810"/>
                  </a:lnTo>
                  <a:lnTo>
                    <a:pt x="4078406" y="1668810"/>
                  </a:lnTo>
                  <a:lnTo>
                    <a:pt x="4077738" y="1668810"/>
                  </a:lnTo>
                  <a:lnTo>
                    <a:pt x="4077070" y="1668810"/>
                  </a:lnTo>
                  <a:lnTo>
                    <a:pt x="4076402" y="1668810"/>
                  </a:lnTo>
                  <a:lnTo>
                    <a:pt x="4075734" y="1668810"/>
                  </a:lnTo>
                  <a:lnTo>
                    <a:pt x="4075066" y="1668810"/>
                  </a:lnTo>
                  <a:lnTo>
                    <a:pt x="4074398" y="1668810"/>
                  </a:lnTo>
                  <a:lnTo>
                    <a:pt x="4073730" y="1668810"/>
                  </a:lnTo>
                  <a:lnTo>
                    <a:pt x="4073062" y="1668810"/>
                  </a:lnTo>
                  <a:lnTo>
                    <a:pt x="4072394" y="1668810"/>
                  </a:lnTo>
                  <a:lnTo>
                    <a:pt x="4071726" y="1668810"/>
                  </a:lnTo>
                  <a:lnTo>
                    <a:pt x="4071058" y="1668810"/>
                  </a:lnTo>
                  <a:lnTo>
                    <a:pt x="4070390" y="1668810"/>
                  </a:lnTo>
                  <a:lnTo>
                    <a:pt x="4069722" y="1668810"/>
                  </a:lnTo>
                  <a:lnTo>
                    <a:pt x="4069053" y="1668810"/>
                  </a:lnTo>
                  <a:lnTo>
                    <a:pt x="4068385" y="1668810"/>
                  </a:lnTo>
                  <a:lnTo>
                    <a:pt x="4067717" y="1668810"/>
                  </a:lnTo>
                  <a:lnTo>
                    <a:pt x="4067049" y="1668810"/>
                  </a:lnTo>
                  <a:lnTo>
                    <a:pt x="4066381" y="1668810"/>
                  </a:lnTo>
                  <a:lnTo>
                    <a:pt x="4065713" y="1668810"/>
                  </a:lnTo>
                  <a:lnTo>
                    <a:pt x="4065045" y="1668810"/>
                  </a:lnTo>
                  <a:lnTo>
                    <a:pt x="4064377" y="1668810"/>
                  </a:lnTo>
                  <a:lnTo>
                    <a:pt x="4063709" y="1668810"/>
                  </a:lnTo>
                  <a:lnTo>
                    <a:pt x="4063041" y="1668810"/>
                  </a:lnTo>
                  <a:lnTo>
                    <a:pt x="4062373" y="1668810"/>
                  </a:lnTo>
                  <a:lnTo>
                    <a:pt x="4061705" y="1668810"/>
                  </a:lnTo>
                  <a:lnTo>
                    <a:pt x="4061037" y="1668810"/>
                  </a:lnTo>
                  <a:lnTo>
                    <a:pt x="4060369" y="1668810"/>
                  </a:lnTo>
                  <a:lnTo>
                    <a:pt x="4059701" y="1668810"/>
                  </a:lnTo>
                  <a:lnTo>
                    <a:pt x="4059033" y="1668810"/>
                  </a:lnTo>
                  <a:lnTo>
                    <a:pt x="4058365" y="1668810"/>
                  </a:lnTo>
                  <a:lnTo>
                    <a:pt x="4057697" y="1668810"/>
                  </a:lnTo>
                  <a:lnTo>
                    <a:pt x="4057029" y="1668810"/>
                  </a:lnTo>
                  <a:lnTo>
                    <a:pt x="4056361" y="1668810"/>
                  </a:lnTo>
                  <a:lnTo>
                    <a:pt x="4055693" y="1668810"/>
                  </a:lnTo>
                  <a:lnTo>
                    <a:pt x="4055025" y="1668810"/>
                  </a:lnTo>
                  <a:lnTo>
                    <a:pt x="4054357" y="1668810"/>
                  </a:lnTo>
                  <a:lnTo>
                    <a:pt x="4053689" y="1668810"/>
                  </a:lnTo>
                  <a:lnTo>
                    <a:pt x="4053021" y="1668810"/>
                  </a:lnTo>
                  <a:lnTo>
                    <a:pt x="4052353" y="1668810"/>
                  </a:lnTo>
                  <a:lnTo>
                    <a:pt x="4051685" y="1668810"/>
                  </a:lnTo>
                  <a:lnTo>
                    <a:pt x="4051017" y="1668810"/>
                  </a:lnTo>
                  <a:lnTo>
                    <a:pt x="4050349" y="1668810"/>
                  </a:lnTo>
                  <a:lnTo>
                    <a:pt x="4049681" y="1668810"/>
                  </a:lnTo>
                  <a:lnTo>
                    <a:pt x="4049013" y="1668810"/>
                  </a:lnTo>
                  <a:lnTo>
                    <a:pt x="4048345" y="1668810"/>
                  </a:lnTo>
                  <a:lnTo>
                    <a:pt x="4047677" y="1668810"/>
                  </a:lnTo>
                  <a:lnTo>
                    <a:pt x="4047009" y="1668810"/>
                  </a:lnTo>
                  <a:lnTo>
                    <a:pt x="4046341" y="1668810"/>
                  </a:lnTo>
                  <a:lnTo>
                    <a:pt x="4045673" y="1668810"/>
                  </a:lnTo>
                  <a:lnTo>
                    <a:pt x="4045005" y="1668810"/>
                  </a:lnTo>
                  <a:lnTo>
                    <a:pt x="4044336" y="1668810"/>
                  </a:lnTo>
                  <a:lnTo>
                    <a:pt x="4043668" y="1668810"/>
                  </a:lnTo>
                  <a:lnTo>
                    <a:pt x="4043000" y="1668810"/>
                  </a:lnTo>
                  <a:lnTo>
                    <a:pt x="4042332" y="1668810"/>
                  </a:lnTo>
                  <a:lnTo>
                    <a:pt x="4041664" y="1668810"/>
                  </a:lnTo>
                  <a:lnTo>
                    <a:pt x="4040996" y="1668810"/>
                  </a:lnTo>
                  <a:lnTo>
                    <a:pt x="4040328" y="1668810"/>
                  </a:lnTo>
                  <a:lnTo>
                    <a:pt x="4039660" y="1668810"/>
                  </a:lnTo>
                  <a:lnTo>
                    <a:pt x="4038992" y="1668810"/>
                  </a:lnTo>
                  <a:lnTo>
                    <a:pt x="4038324" y="1668810"/>
                  </a:lnTo>
                  <a:lnTo>
                    <a:pt x="4037656" y="1668810"/>
                  </a:lnTo>
                  <a:lnTo>
                    <a:pt x="4036988" y="1668810"/>
                  </a:lnTo>
                  <a:lnTo>
                    <a:pt x="4036320" y="1668810"/>
                  </a:lnTo>
                  <a:lnTo>
                    <a:pt x="4035652" y="1668810"/>
                  </a:lnTo>
                  <a:lnTo>
                    <a:pt x="4034984" y="1668810"/>
                  </a:lnTo>
                  <a:lnTo>
                    <a:pt x="4034316" y="1668810"/>
                  </a:lnTo>
                  <a:lnTo>
                    <a:pt x="4033648" y="1668810"/>
                  </a:lnTo>
                  <a:lnTo>
                    <a:pt x="4032980" y="1668810"/>
                  </a:lnTo>
                  <a:lnTo>
                    <a:pt x="4032312" y="1668810"/>
                  </a:lnTo>
                  <a:lnTo>
                    <a:pt x="4031644" y="1668810"/>
                  </a:lnTo>
                  <a:lnTo>
                    <a:pt x="4030976" y="1668810"/>
                  </a:lnTo>
                  <a:lnTo>
                    <a:pt x="4030308" y="1668810"/>
                  </a:lnTo>
                  <a:lnTo>
                    <a:pt x="4029640" y="1668810"/>
                  </a:lnTo>
                  <a:lnTo>
                    <a:pt x="4028972" y="1668810"/>
                  </a:lnTo>
                  <a:lnTo>
                    <a:pt x="4028304" y="1668810"/>
                  </a:lnTo>
                  <a:lnTo>
                    <a:pt x="4027636" y="1668810"/>
                  </a:lnTo>
                  <a:lnTo>
                    <a:pt x="4026968" y="1668810"/>
                  </a:lnTo>
                  <a:lnTo>
                    <a:pt x="4026300" y="1668810"/>
                  </a:lnTo>
                  <a:lnTo>
                    <a:pt x="4025632" y="1668810"/>
                  </a:lnTo>
                  <a:lnTo>
                    <a:pt x="4024964" y="1668810"/>
                  </a:lnTo>
                  <a:lnTo>
                    <a:pt x="4024296" y="1668810"/>
                  </a:lnTo>
                  <a:lnTo>
                    <a:pt x="4023628" y="1668810"/>
                  </a:lnTo>
                  <a:lnTo>
                    <a:pt x="4022960" y="1668810"/>
                  </a:lnTo>
                  <a:lnTo>
                    <a:pt x="4022292" y="1668810"/>
                  </a:lnTo>
                  <a:lnTo>
                    <a:pt x="4021624" y="1668810"/>
                  </a:lnTo>
                  <a:lnTo>
                    <a:pt x="4020956" y="1668810"/>
                  </a:lnTo>
                  <a:lnTo>
                    <a:pt x="4020288" y="1668810"/>
                  </a:lnTo>
                  <a:lnTo>
                    <a:pt x="4019619" y="1668810"/>
                  </a:lnTo>
                  <a:lnTo>
                    <a:pt x="4018951" y="1668810"/>
                  </a:lnTo>
                  <a:lnTo>
                    <a:pt x="4018283" y="1668810"/>
                  </a:lnTo>
                  <a:lnTo>
                    <a:pt x="4017615" y="1668810"/>
                  </a:lnTo>
                  <a:lnTo>
                    <a:pt x="4016947" y="1668810"/>
                  </a:lnTo>
                  <a:lnTo>
                    <a:pt x="4016279" y="1668810"/>
                  </a:lnTo>
                  <a:lnTo>
                    <a:pt x="4015611" y="1668810"/>
                  </a:lnTo>
                  <a:lnTo>
                    <a:pt x="4014943" y="1668810"/>
                  </a:lnTo>
                  <a:lnTo>
                    <a:pt x="4014275" y="1668810"/>
                  </a:lnTo>
                  <a:lnTo>
                    <a:pt x="4013607" y="1668810"/>
                  </a:lnTo>
                  <a:lnTo>
                    <a:pt x="4012939" y="1668810"/>
                  </a:lnTo>
                  <a:lnTo>
                    <a:pt x="4012271" y="1668810"/>
                  </a:lnTo>
                  <a:lnTo>
                    <a:pt x="4011603" y="1668810"/>
                  </a:lnTo>
                  <a:lnTo>
                    <a:pt x="4010935" y="1668810"/>
                  </a:lnTo>
                  <a:lnTo>
                    <a:pt x="4010267" y="1668810"/>
                  </a:lnTo>
                  <a:lnTo>
                    <a:pt x="4009599" y="1668810"/>
                  </a:lnTo>
                  <a:lnTo>
                    <a:pt x="4008931" y="1668810"/>
                  </a:lnTo>
                  <a:lnTo>
                    <a:pt x="4008263" y="1668810"/>
                  </a:lnTo>
                  <a:lnTo>
                    <a:pt x="4007595" y="1668810"/>
                  </a:lnTo>
                  <a:lnTo>
                    <a:pt x="4006927" y="1668810"/>
                  </a:lnTo>
                  <a:lnTo>
                    <a:pt x="4006259" y="1668810"/>
                  </a:lnTo>
                  <a:lnTo>
                    <a:pt x="4005591" y="1668810"/>
                  </a:lnTo>
                  <a:lnTo>
                    <a:pt x="4004923" y="1668810"/>
                  </a:lnTo>
                  <a:lnTo>
                    <a:pt x="4004255" y="1668810"/>
                  </a:lnTo>
                  <a:lnTo>
                    <a:pt x="4003587" y="1668810"/>
                  </a:lnTo>
                  <a:lnTo>
                    <a:pt x="4002919" y="1668810"/>
                  </a:lnTo>
                  <a:lnTo>
                    <a:pt x="4002251" y="1668810"/>
                  </a:lnTo>
                  <a:lnTo>
                    <a:pt x="4001583" y="1668810"/>
                  </a:lnTo>
                  <a:lnTo>
                    <a:pt x="4000915" y="1668810"/>
                  </a:lnTo>
                  <a:lnTo>
                    <a:pt x="4000247" y="1668810"/>
                  </a:lnTo>
                  <a:lnTo>
                    <a:pt x="3999579" y="1668810"/>
                  </a:lnTo>
                  <a:lnTo>
                    <a:pt x="3998911" y="1668810"/>
                  </a:lnTo>
                  <a:lnTo>
                    <a:pt x="3998243" y="1668810"/>
                  </a:lnTo>
                  <a:lnTo>
                    <a:pt x="3997575" y="1668810"/>
                  </a:lnTo>
                  <a:lnTo>
                    <a:pt x="3996907" y="1668810"/>
                  </a:lnTo>
                  <a:lnTo>
                    <a:pt x="3996239" y="1668810"/>
                  </a:lnTo>
                  <a:lnTo>
                    <a:pt x="3995570" y="1668810"/>
                  </a:lnTo>
                  <a:lnTo>
                    <a:pt x="3994902" y="1668810"/>
                  </a:lnTo>
                  <a:lnTo>
                    <a:pt x="3994234" y="1668810"/>
                  </a:lnTo>
                  <a:lnTo>
                    <a:pt x="3993566" y="1668810"/>
                  </a:lnTo>
                  <a:lnTo>
                    <a:pt x="3992898" y="1668810"/>
                  </a:lnTo>
                  <a:lnTo>
                    <a:pt x="3992230" y="1668810"/>
                  </a:lnTo>
                  <a:lnTo>
                    <a:pt x="3991562" y="1668810"/>
                  </a:lnTo>
                  <a:lnTo>
                    <a:pt x="3990894" y="1668810"/>
                  </a:lnTo>
                  <a:lnTo>
                    <a:pt x="3990226" y="1668810"/>
                  </a:lnTo>
                  <a:lnTo>
                    <a:pt x="3989558" y="1668810"/>
                  </a:lnTo>
                  <a:lnTo>
                    <a:pt x="3988890" y="1668810"/>
                  </a:lnTo>
                  <a:lnTo>
                    <a:pt x="3988222" y="1668810"/>
                  </a:lnTo>
                  <a:lnTo>
                    <a:pt x="3987554" y="1668810"/>
                  </a:lnTo>
                  <a:lnTo>
                    <a:pt x="3986886" y="1668810"/>
                  </a:lnTo>
                  <a:lnTo>
                    <a:pt x="3986218" y="1668810"/>
                  </a:lnTo>
                  <a:lnTo>
                    <a:pt x="3985550" y="1668810"/>
                  </a:lnTo>
                  <a:lnTo>
                    <a:pt x="3984882" y="1668810"/>
                  </a:lnTo>
                  <a:lnTo>
                    <a:pt x="3984214" y="1668810"/>
                  </a:lnTo>
                  <a:lnTo>
                    <a:pt x="3983546" y="1668810"/>
                  </a:lnTo>
                  <a:lnTo>
                    <a:pt x="3982878" y="1668810"/>
                  </a:lnTo>
                  <a:lnTo>
                    <a:pt x="3982210" y="1668810"/>
                  </a:lnTo>
                  <a:lnTo>
                    <a:pt x="3981542" y="1668810"/>
                  </a:lnTo>
                  <a:lnTo>
                    <a:pt x="3980874" y="1668810"/>
                  </a:lnTo>
                  <a:lnTo>
                    <a:pt x="3980206" y="1668810"/>
                  </a:lnTo>
                  <a:lnTo>
                    <a:pt x="3979538" y="1668810"/>
                  </a:lnTo>
                  <a:lnTo>
                    <a:pt x="3978870" y="1668810"/>
                  </a:lnTo>
                  <a:lnTo>
                    <a:pt x="3978202" y="1668810"/>
                  </a:lnTo>
                  <a:lnTo>
                    <a:pt x="3977534" y="1668810"/>
                  </a:lnTo>
                  <a:lnTo>
                    <a:pt x="3976866" y="1668810"/>
                  </a:lnTo>
                  <a:lnTo>
                    <a:pt x="3976198" y="1668810"/>
                  </a:lnTo>
                  <a:lnTo>
                    <a:pt x="3975530" y="1668810"/>
                  </a:lnTo>
                  <a:lnTo>
                    <a:pt x="3974862" y="1668810"/>
                  </a:lnTo>
                  <a:lnTo>
                    <a:pt x="3974194" y="1668810"/>
                  </a:lnTo>
                  <a:lnTo>
                    <a:pt x="3973526" y="1668810"/>
                  </a:lnTo>
                  <a:lnTo>
                    <a:pt x="3972858" y="1668810"/>
                  </a:lnTo>
                  <a:lnTo>
                    <a:pt x="3972190" y="1668810"/>
                  </a:lnTo>
                  <a:lnTo>
                    <a:pt x="3971522" y="1668810"/>
                  </a:lnTo>
                  <a:lnTo>
                    <a:pt x="3970853" y="1668810"/>
                  </a:lnTo>
                  <a:lnTo>
                    <a:pt x="3970185" y="1668810"/>
                  </a:lnTo>
                  <a:lnTo>
                    <a:pt x="3969517" y="1668810"/>
                  </a:lnTo>
                  <a:lnTo>
                    <a:pt x="3968849" y="1668810"/>
                  </a:lnTo>
                  <a:lnTo>
                    <a:pt x="3968181" y="1668810"/>
                  </a:lnTo>
                  <a:lnTo>
                    <a:pt x="3967513" y="1668810"/>
                  </a:lnTo>
                  <a:lnTo>
                    <a:pt x="3966845" y="1668810"/>
                  </a:lnTo>
                  <a:lnTo>
                    <a:pt x="3966177" y="1668810"/>
                  </a:lnTo>
                  <a:lnTo>
                    <a:pt x="3965509" y="1668810"/>
                  </a:lnTo>
                  <a:lnTo>
                    <a:pt x="3964841" y="1668810"/>
                  </a:lnTo>
                  <a:lnTo>
                    <a:pt x="3964173" y="1668810"/>
                  </a:lnTo>
                  <a:lnTo>
                    <a:pt x="3963505" y="1668810"/>
                  </a:lnTo>
                  <a:lnTo>
                    <a:pt x="3962837" y="1668810"/>
                  </a:lnTo>
                  <a:lnTo>
                    <a:pt x="3962169" y="1668810"/>
                  </a:lnTo>
                  <a:lnTo>
                    <a:pt x="3961501" y="1668810"/>
                  </a:lnTo>
                  <a:lnTo>
                    <a:pt x="3960833" y="1668810"/>
                  </a:lnTo>
                  <a:lnTo>
                    <a:pt x="3960165" y="1668810"/>
                  </a:lnTo>
                  <a:lnTo>
                    <a:pt x="3959497" y="1668810"/>
                  </a:lnTo>
                  <a:lnTo>
                    <a:pt x="3958829" y="1668810"/>
                  </a:lnTo>
                  <a:lnTo>
                    <a:pt x="3958161" y="1668810"/>
                  </a:lnTo>
                  <a:lnTo>
                    <a:pt x="3957493" y="1668810"/>
                  </a:lnTo>
                  <a:lnTo>
                    <a:pt x="3956825" y="1668810"/>
                  </a:lnTo>
                  <a:lnTo>
                    <a:pt x="3956157" y="1668810"/>
                  </a:lnTo>
                  <a:lnTo>
                    <a:pt x="3955489" y="1668810"/>
                  </a:lnTo>
                  <a:lnTo>
                    <a:pt x="3954821" y="1668810"/>
                  </a:lnTo>
                  <a:lnTo>
                    <a:pt x="3954153" y="1668810"/>
                  </a:lnTo>
                  <a:lnTo>
                    <a:pt x="3953485" y="1668810"/>
                  </a:lnTo>
                  <a:lnTo>
                    <a:pt x="3952817" y="1668810"/>
                  </a:lnTo>
                  <a:lnTo>
                    <a:pt x="3952149" y="1668810"/>
                  </a:lnTo>
                  <a:lnTo>
                    <a:pt x="3951481" y="1668810"/>
                  </a:lnTo>
                  <a:lnTo>
                    <a:pt x="3950813" y="1668810"/>
                  </a:lnTo>
                  <a:lnTo>
                    <a:pt x="3950145" y="1668810"/>
                  </a:lnTo>
                  <a:lnTo>
                    <a:pt x="3949477" y="1668810"/>
                  </a:lnTo>
                  <a:lnTo>
                    <a:pt x="3948809" y="1668810"/>
                  </a:lnTo>
                  <a:lnTo>
                    <a:pt x="3948141" y="1668810"/>
                  </a:lnTo>
                  <a:lnTo>
                    <a:pt x="3947473" y="1668810"/>
                  </a:lnTo>
                  <a:lnTo>
                    <a:pt x="3946805" y="1668810"/>
                  </a:lnTo>
                  <a:lnTo>
                    <a:pt x="3946136" y="1668810"/>
                  </a:lnTo>
                  <a:lnTo>
                    <a:pt x="3945468" y="1668810"/>
                  </a:lnTo>
                  <a:lnTo>
                    <a:pt x="3944800" y="1668810"/>
                  </a:lnTo>
                  <a:lnTo>
                    <a:pt x="3944132" y="1668810"/>
                  </a:lnTo>
                  <a:lnTo>
                    <a:pt x="3943464" y="1668810"/>
                  </a:lnTo>
                  <a:lnTo>
                    <a:pt x="3942796" y="1668810"/>
                  </a:lnTo>
                  <a:lnTo>
                    <a:pt x="3942128" y="1668810"/>
                  </a:lnTo>
                  <a:lnTo>
                    <a:pt x="3941460" y="1668810"/>
                  </a:lnTo>
                  <a:lnTo>
                    <a:pt x="3940792" y="1668810"/>
                  </a:lnTo>
                  <a:lnTo>
                    <a:pt x="3940124" y="1668810"/>
                  </a:lnTo>
                  <a:lnTo>
                    <a:pt x="3939456" y="1668810"/>
                  </a:lnTo>
                  <a:lnTo>
                    <a:pt x="3938788" y="1668810"/>
                  </a:lnTo>
                  <a:lnTo>
                    <a:pt x="3938120" y="1668810"/>
                  </a:lnTo>
                  <a:lnTo>
                    <a:pt x="3937452" y="1668810"/>
                  </a:lnTo>
                  <a:lnTo>
                    <a:pt x="3936784" y="1668810"/>
                  </a:lnTo>
                  <a:lnTo>
                    <a:pt x="3936116" y="1668810"/>
                  </a:lnTo>
                  <a:lnTo>
                    <a:pt x="3935448" y="1668810"/>
                  </a:lnTo>
                  <a:lnTo>
                    <a:pt x="3934780" y="1668810"/>
                  </a:lnTo>
                  <a:lnTo>
                    <a:pt x="3934112" y="1668810"/>
                  </a:lnTo>
                  <a:lnTo>
                    <a:pt x="3933444" y="1668810"/>
                  </a:lnTo>
                  <a:lnTo>
                    <a:pt x="3932776" y="1668810"/>
                  </a:lnTo>
                  <a:lnTo>
                    <a:pt x="3932108" y="1668810"/>
                  </a:lnTo>
                  <a:lnTo>
                    <a:pt x="3931440" y="1668810"/>
                  </a:lnTo>
                  <a:lnTo>
                    <a:pt x="3930772" y="1668810"/>
                  </a:lnTo>
                  <a:lnTo>
                    <a:pt x="3930104" y="1668810"/>
                  </a:lnTo>
                  <a:lnTo>
                    <a:pt x="3929436" y="1668810"/>
                  </a:lnTo>
                  <a:lnTo>
                    <a:pt x="3928768" y="1668810"/>
                  </a:lnTo>
                  <a:lnTo>
                    <a:pt x="3928100" y="1668810"/>
                  </a:lnTo>
                  <a:lnTo>
                    <a:pt x="3927432" y="1668810"/>
                  </a:lnTo>
                  <a:lnTo>
                    <a:pt x="3926764" y="1668810"/>
                  </a:lnTo>
                  <a:lnTo>
                    <a:pt x="3926096" y="1668810"/>
                  </a:lnTo>
                  <a:lnTo>
                    <a:pt x="3925428" y="1668810"/>
                  </a:lnTo>
                  <a:lnTo>
                    <a:pt x="3924760" y="1668810"/>
                  </a:lnTo>
                  <a:lnTo>
                    <a:pt x="3924092" y="1668810"/>
                  </a:lnTo>
                  <a:lnTo>
                    <a:pt x="3923424" y="1668810"/>
                  </a:lnTo>
                  <a:lnTo>
                    <a:pt x="3922756" y="1668810"/>
                  </a:lnTo>
                  <a:lnTo>
                    <a:pt x="3922088" y="1668810"/>
                  </a:lnTo>
                  <a:lnTo>
                    <a:pt x="3921419" y="1668810"/>
                  </a:lnTo>
                  <a:lnTo>
                    <a:pt x="3920751" y="1668810"/>
                  </a:lnTo>
                  <a:lnTo>
                    <a:pt x="3920083" y="1668810"/>
                  </a:lnTo>
                  <a:lnTo>
                    <a:pt x="3919415" y="1668810"/>
                  </a:lnTo>
                  <a:lnTo>
                    <a:pt x="3918747" y="1668810"/>
                  </a:lnTo>
                  <a:lnTo>
                    <a:pt x="3918079" y="1668810"/>
                  </a:lnTo>
                  <a:lnTo>
                    <a:pt x="3917411" y="1668810"/>
                  </a:lnTo>
                  <a:lnTo>
                    <a:pt x="3916743" y="1668810"/>
                  </a:lnTo>
                  <a:lnTo>
                    <a:pt x="3916075" y="1668810"/>
                  </a:lnTo>
                  <a:lnTo>
                    <a:pt x="3915407" y="1668810"/>
                  </a:lnTo>
                  <a:lnTo>
                    <a:pt x="3914739" y="1668810"/>
                  </a:lnTo>
                  <a:lnTo>
                    <a:pt x="3914071" y="1668810"/>
                  </a:lnTo>
                  <a:lnTo>
                    <a:pt x="3913403" y="1668810"/>
                  </a:lnTo>
                  <a:lnTo>
                    <a:pt x="3912735" y="1668810"/>
                  </a:lnTo>
                  <a:lnTo>
                    <a:pt x="3912067" y="1668810"/>
                  </a:lnTo>
                  <a:lnTo>
                    <a:pt x="3911399" y="1668810"/>
                  </a:lnTo>
                  <a:lnTo>
                    <a:pt x="3910731" y="1668810"/>
                  </a:lnTo>
                  <a:lnTo>
                    <a:pt x="3910063" y="1668810"/>
                  </a:lnTo>
                  <a:lnTo>
                    <a:pt x="3909395" y="1668810"/>
                  </a:lnTo>
                  <a:lnTo>
                    <a:pt x="3908727" y="1668810"/>
                  </a:lnTo>
                  <a:lnTo>
                    <a:pt x="3908059" y="1668810"/>
                  </a:lnTo>
                  <a:lnTo>
                    <a:pt x="3907391" y="1668810"/>
                  </a:lnTo>
                  <a:lnTo>
                    <a:pt x="3906723" y="1668810"/>
                  </a:lnTo>
                  <a:lnTo>
                    <a:pt x="3906055" y="1668810"/>
                  </a:lnTo>
                  <a:lnTo>
                    <a:pt x="3905387" y="1668810"/>
                  </a:lnTo>
                  <a:lnTo>
                    <a:pt x="3904719" y="1668810"/>
                  </a:lnTo>
                  <a:lnTo>
                    <a:pt x="3904051" y="1668810"/>
                  </a:lnTo>
                  <a:lnTo>
                    <a:pt x="3903383" y="1668810"/>
                  </a:lnTo>
                  <a:lnTo>
                    <a:pt x="3902715" y="1668810"/>
                  </a:lnTo>
                  <a:lnTo>
                    <a:pt x="3902047" y="1668810"/>
                  </a:lnTo>
                  <a:lnTo>
                    <a:pt x="3901379" y="1668810"/>
                  </a:lnTo>
                  <a:lnTo>
                    <a:pt x="3900711" y="1668810"/>
                  </a:lnTo>
                  <a:lnTo>
                    <a:pt x="3900043" y="1668810"/>
                  </a:lnTo>
                  <a:lnTo>
                    <a:pt x="3899375" y="1668810"/>
                  </a:lnTo>
                  <a:lnTo>
                    <a:pt x="3898707" y="1668810"/>
                  </a:lnTo>
                  <a:lnTo>
                    <a:pt x="3898039" y="1668810"/>
                  </a:lnTo>
                  <a:lnTo>
                    <a:pt x="3897370" y="1668810"/>
                  </a:lnTo>
                  <a:lnTo>
                    <a:pt x="3896702" y="1668810"/>
                  </a:lnTo>
                  <a:lnTo>
                    <a:pt x="3896034" y="1668810"/>
                  </a:lnTo>
                  <a:lnTo>
                    <a:pt x="3895366" y="1668810"/>
                  </a:lnTo>
                  <a:lnTo>
                    <a:pt x="3894698" y="1668810"/>
                  </a:lnTo>
                  <a:lnTo>
                    <a:pt x="3894030" y="1668810"/>
                  </a:lnTo>
                  <a:lnTo>
                    <a:pt x="3893362" y="1668810"/>
                  </a:lnTo>
                  <a:lnTo>
                    <a:pt x="3892694" y="1668810"/>
                  </a:lnTo>
                  <a:lnTo>
                    <a:pt x="3892026" y="1668810"/>
                  </a:lnTo>
                  <a:lnTo>
                    <a:pt x="3891358" y="1668810"/>
                  </a:lnTo>
                  <a:lnTo>
                    <a:pt x="3890690" y="1668810"/>
                  </a:lnTo>
                  <a:lnTo>
                    <a:pt x="3890022" y="1668810"/>
                  </a:lnTo>
                  <a:lnTo>
                    <a:pt x="3889354" y="1668810"/>
                  </a:lnTo>
                  <a:lnTo>
                    <a:pt x="3888686" y="1668810"/>
                  </a:lnTo>
                  <a:lnTo>
                    <a:pt x="3888018" y="1668810"/>
                  </a:lnTo>
                  <a:lnTo>
                    <a:pt x="3887350" y="1668810"/>
                  </a:lnTo>
                  <a:lnTo>
                    <a:pt x="3886682" y="1668810"/>
                  </a:lnTo>
                  <a:lnTo>
                    <a:pt x="3886014" y="1668810"/>
                  </a:lnTo>
                  <a:lnTo>
                    <a:pt x="3885346" y="1668810"/>
                  </a:lnTo>
                  <a:lnTo>
                    <a:pt x="3884678" y="1668810"/>
                  </a:lnTo>
                  <a:lnTo>
                    <a:pt x="3884010" y="1668810"/>
                  </a:lnTo>
                  <a:lnTo>
                    <a:pt x="3883342" y="1668810"/>
                  </a:lnTo>
                  <a:lnTo>
                    <a:pt x="3882674" y="1668810"/>
                  </a:lnTo>
                  <a:lnTo>
                    <a:pt x="3882006" y="1668810"/>
                  </a:lnTo>
                  <a:lnTo>
                    <a:pt x="3881338" y="1668810"/>
                  </a:lnTo>
                  <a:lnTo>
                    <a:pt x="3880670" y="1668810"/>
                  </a:lnTo>
                  <a:lnTo>
                    <a:pt x="3880002" y="1668810"/>
                  </a:lnTo>
                  <a:lnTo>
                    <a:pt x="3879334" y="1668810"/>
                  </a:lnTo>
                  <a:lnTo>
                    <a:pt x="3878666" y="1668810"/>
                  </a:lnTo>
                  <a:lnTo>
                    <a:pt x="3877998" y="1668810"/>
                  </a:lnTo>
                  <a:lnTo>
                    <a:pt x="3877330" y="1668810"/>
                  </a:lnTo>
                  <a:lnTo>
                    <a:pt x="3876662" y="1668810"/>
                  </a:lnTo>
                  <a:lnTo>
                    <a:pt x="3875994" y="1668810"/>
                  </a:lnTo>
                  <a:lnTo>
                    <a:pt x="3875326" y="1668810"/>
                  </a:lnTo>
                  <a:lnTo>
                    <a:pt x="3874658" y="1668810"/>
                  </a:lnTo>
                  <a:lnTo>
                    <a:pt x="3873990" y="1668810"/>
                  </a:lnTo>
                  <a:lnTo>
                    <a:pt x="3873322" y="1668810"/>
                  </a:lnTo>
                  <a:lnTo>
                    <a:pt x="3872653" y="1668810"/>
                  </a:lnTo>
                  <a:lnTo>
                    <a:pt x="3871985" y="1668810"/>
                  </a:lnTo>
                  <a:lnTo>
                    <a:pt x="3871317" y="1668810"/>
                  </a:lnTo>
                  <a:lnTo>
                    <a:pt x="3870649" y="1668810"/>
                  </a:lnTo>
                  <a:lnTo>
                    <a:pt x="3869981" y="1668810"/>
                  </a:lnTo>
                  <a:lnTo>
                    <a:pt x="3869313" y="1668810"/>
                  </a:lnTo>
                  <a:lnTo>
                    <a:pt x="3868645" y="1668810"/>
                  </a:lnTo>
                  <a:lnTo>
                    <a:pt x="3867977" y="1668810"/>
                  </a:lnTo>
                  <a:lnTo>
                    <a:pt x="3867309" y="1668810"/>
                  </a:lnTo>
                  <a:lnTo>
                    <a:pt x="3866641" y="1668810"/>
                  </a:lnTo>
                  <a:lnTo>
                    <a:pt x="3865973" y="1668810"/>
                  </a:lnTo>
                  <a:lnTo>
                    <a:pt x="3865305" y="1668810"/>
                  </a:lnTo>
                  <a:lnTo>
                    <a:pt x="3864637" y="1668810"/>
                  </a:lnTo>
                  <a:lnTo>
                    <a:pt x="3863969" y="1668810"/>
                  </a:lnTo>
                  <a:lnTo>
                    <a:pt x="3863301" y="1668810"/>
                  </a:lnTo>
                  <a:lnTo>
                    <a:pt x="3862633" y="1668810"/>
                  </a:lnTo>
                  <a:lnTo>
                    <a:pt x="3861965" y="1668810"/>
                  </a:lnTo>
                  <a:lnTo>
                    <a:pt x="3861297" y="1668810"/>
                  </a:lnTo>
                  <a:lnTo>
                    <a:pt x="3860629" y="1668810"/>
                  </a:lnTo>
                  <a:lnTo>
                    <a:pt x="3859961" y="1668810"/>
                  </a:lnTo>
                  <a:lnTo>
                    <a:pt x="3859293" y="1668810"/>
                  </a:lnTo>
                  <a:lnTo>
                    <a:pt x="3858625" y="1668810"/>
                  </a:lnTo>
                  <a:lnTo>
                    <a:pt x="3857957" y="1668810"/>
                  </a:lnTo>
                  <a:lnTo>
                    <a:pt x="3857289" y="1668810"/>
                  </a:lnTo>
                  <a:lnTo>
                    <a:pt x="3856621" y="1668810"/>
                  </a:lnTo>
                  <a:lnTo>
                    <a:pt x="3855953" y="1668810"/>
                  </a:lnTo>
                  <a:lnTo>
                    <a:pt x="3855285" y="1668810"/>
                  </a:lnTo>
                  <a:lnTo>
                    <a:pt x="3854617" y="1668810"/>
                  </a:lnTo>
                  <a:lnTo>
                    <a:pt x="3853949" y="1668810"/>
                  </a:lnTo>
                  <a:lnTo>
                    <a:pt x="3853281" y="1668810"/>
                  </a:lnTo>
                  <a:lnTo>
                    <a:pt x="3852613" y="1668810"/>
                  </a:lnTo>
                  <a:lnTo>
                    <a:pt x="3851945" y="1668810"/>
                  </a:lnTo>
                  <a:lnTo>
                    <a:pt x="3851277" y="1668810"/>
                  </a:lnTo>
                  <a:lnTo>
                    <a:pt x="3850609" y="1668810"/>
                  </a:lnTo>
                  <a:lnTo>
                    <a:pt x="3849941" y="1668810"/>
                  </a:lnTo>
                  <a:lnTo>
                    <a:pt x="3849273" y="1668810"/>
                  </a:lnTo>
                  <a:lnTo>
                    <a:pt x="3848605" y="1668810"/>
                  </a:lnTo>
                  <a:lnTo>
                    <a:pt x="3847936" y="1668810"/>
                  </a:lnTo>
                  <a:lnTo>
                    <a:pt x="3847268" y="1668810"/>
                  </a:lnTo>
                  <a:lnTo>
                    <a:pt x="3846600" y="1668810"/>
                  </a:lnTo>
                  <a:lnTo>
                    <a:pt x="3845932" y="1668810"/>
                  </a:lnTo>
                  <a:lnTo>
                    <a:pt x="3845264" y="1668810"/>
                  </a:lnTo>
                  <a:lnTo>
                    <a:pt x="3844596" y="1668810"/>
                  </a:lnTo>
                  <a:lnTo>
                    <a:pt x="3843928" y="1668810"/>
                  </a:lnTo>
                  <a:lnTo>
                    <a:pt x="3843260" y="1668810"/>
                  </a:lnTo>
                  <a:lnTo>
                    <a:pt x="3842592" y="1668810"/>
                  </a:lnTo>
                  <a:lnTo>
                    <a:pt x="3841924" y="1668810"/>
                  </a:lnTo>
                  <a:lnTo>
                    <a:pt x="3841256" y="1668810"/>
                  </a:lnTo>
                  <a:lnTo>
                    <a:pt x="3840588" y="1668810"/>
                  </a:lnTo>
                  <a:lnTo>
                    <a:pt x="3839920" y="1668810"/>
                  </a:lnTo>
                  <a:lnTo>
                    <a:pt x="3839252" y="1668810"/>
                  </a:lnTo>
                  <a:lnTo>
                    <a:pt x="3838584" y="1668810"/>
                  </a:lnTo>
                  <a:lnTo>
                    <a:pt x="3837916" y="1668810"/>
                  </a:lnTo>
                  <a:lnTo>
                    <a:pt x="3837248" y="1668810"/>
                  </a:lnTo>
                  <a:lnTo>
                    <a:pt x="3836580" y="1668810"/>
                  </a:lnTo>
                  <a:lnTo>
                    <a:pt x="3835912" y="1668810"/>
                  </a:lnTo>
                  <a:lnTo>
                    <a:pt x="3835244" y="1668810"/>
                  </a:lnTo>
                  <a:lnTo>
                    <a:pt x="3834576" y="1668810"/>
                  </a:lnTo>
                  <a:lnTo>
                    <a:pt x="3833908" y="1668810"/>
                  </a:lnTo>
                  <a:lnTo>
                    <a:pt x="3833240" y="1668810"/>
                  </a:lnTo>
                  <a:lnTo>
                    <a:pt x="3832572" y="1668810"/>
                  </a:lnTo>
                  <a:lnTo>
                    <a:pt x="3831904" y="1668810"/>
                  </a:lnTo>
                  <a:lnTo>
                    <a:pt x="3831236" y="1668810"/>
                  </a:lnTo>
                  <a:lnTo>
                    <a:pt x="3830568" y="1668810"/>
                  </a:lnTo>
                  <a:lnTo>
                    <a:pt x="3829900" y="1668810"/>
                  </a:lnTo>
                  <a:lnTo>
                    <a:pt x="3829232" y="1668810"/>
                  </a:lnTo>
                  <a:lnTo>
                    <a:pt x="3828564" y="1668810"/>
                  </a:lnTo>
                  <a:lnTo>
                    <a:pt x="3827896" y="1668810"/>
                  </a:lnTo>
                  <a:lnTo>
                    <a:pt x="3827228" y="1668810"/>
                  </a:lnTo>
                  <a:lnTo>
                    <a:pt x="3826560" y="1668810"/>
                  </a:lnTo>
                  <a:lnTo>
                    <a:pt x="3825892" y="1668810"/>
                  </a:lnTo>
                  <a:lnTo>
                    <a:pt x="3825224" y="1668810"/>
                  </a:lnTo>
                  <a:lnTo>
                    <a:pt x="3824556" y="1668810"/>
                  </a:lnTo>
                  <a:lnTo>
                    <a:pt x="3823887" y="1668810"/>
                  </a:lnTo>
                  <a:lnTo>
                    <a:pt x="3823219" y="1668810"/>
                  </a:lnTo>
                  <a:lnTo>
                    <a:pt x="3822551" y="1668810"/>
                  </a:lnTo>
                  <a:lnTo>
                    <a:pt x="3821883" y="1668810"/>
                  </a:lnTo>
                  <a:lnTo>
                    <a:pt x="3821215" y="1668810"/>
                  </a:lnTo>
                  <a:lnTo>
                    <a:pt x="3820547" y="1668810"/>
                  </a:lnTo>
                  <a:lnTo>
                    <a:pt x="3819879" y="1668810"/>
                  </a:lnTo>
                  <a:lnTo>
                    <a:pt x="3819211" y="1668810"/>
                  </a:lnTo>
                  <a:lnTo>
                    <a:pt x="3818543" y="1668810"/>
                  </a:lnTo>
                  <a:lnTo>
                    <a:pt x="3817875" y="1668810"/>
                  </a:lnTo>
                  <a:lnTo>
                    <a:pt x="3817207" y="1668810"/>
                  </a:lnTo>
                  <a:lnTo>
                    <a:pt x="3816539" y="1668810"/>
                  </a:lnTo>
                  <a:lnTo>
                    <a:pt x="3815871" y="1668810"/>
                  </a:lnTo>
                  <a:lnTo>
                    <a:pt x="3815203" y="1668810"/>
                  </a:lnTo>
                  <a:lnTo>
                    <a:pt x="3814535" y="1668810"/>
                  </a:lnTo>
                  <a:lnTo>
                    <a:pt x="3813867" y="1668810"/>
                  </a:lnTo>
                  <a:lnTo>
                    <a:pt x="3813199" y="1668810"/>
                  </a:lnTo>
                  <a:lnTo>
                    <a:pt x="3812531" y="1668810"/>
                  </a:lnTo>
                  <a:lnTo>
                    <a:pt x="3811863" y="1668810"/>
                  </a:lnTo>
                  <a:lnTo>
                    <a:pt x="3811195" y="1668810"/>
                  </a:lnTo>
                  <a:lnTo>
                    <a:pt x="3810527" y="1668810"/>
                  </a:lnTo>
                  <a:lnTo>
                    <a:pt x="3809859" y="1668810"/>
                  </a:lnTo>
                  <a:lnTo>
                    <a:pt x="3809191" y="1668810"/>
                  </a:lnTo>
                  <a:lnTo>
                    <a:pt x="3808523" y="1668810"/>
                  </a:lnTo>
                  <a:lnTo>
                    <a:pt x="3807855" y="1668810"/>
                  </a:lnTo>
                  <a:lnTo>
                    <a:pt x="3807187" y="1668810"/>
                  </a:lnTo>
                  <a:lnTo>
                    <a:pt x="3806519" y="1668810"/>
                  </a:lnTo>
                  <a:lnTo>
                    <a:pt x="3805851" y="1668810"/>
                  </a:lnTo>
                  <a:lnTo>
                    <a:pt x="3805183" y="1668810"/>
                  </a:lnTo>
                  <a:lnTo>
                    <a:pt x="3804515" y="1668810"/>
                  </a:lnTo>
                  <a:lnTo>
                    <a:pt x="3803847" y="1668810"/>
                  </a:lnTo>
                  <a:lnTo>
                    <a:pt x="3803179" y="1668810"/>
                  </a:lnTo>
                  <a:lnTo>
                    <a:pt x="3802511" y="1668810"/>
                  </a:lnTo>
                  <a:lnTo>
                    <a:pt x="3801843" y="1668810"/>
                  </a:lnTo>
                  <a:lnTo>
                    <a:pt x="3801175" y="1668810"/>
                  </a:lnTo>
                  <a:lnTo>
                    <a:pt x="3800507" y="1668810"/>
                  </a:lnTo>
                  <a:lnTo>
                    <a:pt x="3799839" y="1668810"/>
                  </a:lnTo>
                  <a:lnTo>
                    <a:pt x="3799170" y="1668810"/>
                  </a:lnTo>
                  <a:lnTo>
                    <a:pt x="3798502" y="1668810"/>
                  </a:lnTo>
                  <a:lnTo>
                    <a:pt x="3797834" y="1668810"/>
                  </a:lnTo>
                  <a:lnTo>
                    <a:pt x="3797166" y="1668810"/>
                  </a:lnTo>
                  <a:lnTo>
                    <a:pt x="3796498" y="1668810"/>
                  </a:lnTo>
                  <a:lnTo>
                    <a:pt x="3795830" y="1668810"/>
                  </a:lnTo>
                  <a:lnTo>
                    <a:pt x="3795162" y="1668810"/>
                  </a:lnTo>
                  <a:lnTo>
                    <a:pt x="3794494" y="1668810"/>
                  </a:lnTo>
                  <a:lnTo>
                    <a:pt x="3793826" y="1668810"/>
                  </a:lnTo>
                  <a:lnTo>
                    <a:pt x="3793158" y="1668810"/>
                  </a:lnTo>
                  <a:lnTo>
                    <a:pt x="3792490" y="1668810"/>
                  </a:lnTo>
                  <a:lnTo>
                    <a:pt x="3791822" y="1668810"/>
                  </a:lnTo>
                  <a:lnTo>
                    <a:pt x="3791154" y="1668810"/>
                  </a:lnTo>
                  <a:lnTo>
                    <a:pt x="3790486" y="1668810"/>
                  </a:lnTo>
                  <a:lnTo>
                    <a:pt x="3789818" y="1668810"/>
                  </a:lnTo>
                  <a:lnTo>
                    <a:pt x="3789150" y="1668810"/>
                  </a:lnTo>
                  <a:lnTo>
                    <a:pt x="3788482" y="1668810"/>
                  </a:lnTo>
                  <a:lnTo>
                    <a:pt x="3787814" y="1668810"/>
                  </a:lnTo>
                  <a:lnTo>
                    <a:pt x="3787146" y="1668810"/>
                  </a:lnTo>
                  <a:lnTo>
                    <a:pt x="3786478" y="1668810"/>
                  </a:lnTo>
                  <a:lnTo>
                    <a:pt x="3785810" y="1668810"/>
                  </a:lnTo>
                  <a:lnTo>
                    <a:pt x="3785142" y="1668810"/>
                  </a:lnTo>
                  <a:lnTo>
                    <a:pt x="3784474" y="1668810"/>
                  </a:lnTo>
                  <a:lnTo>
                    <a:pt x="3783806" y="1668810"/>
                  </a:lnTo>
                  <a:lnTo>
                    <a:pt x="3783138" y="1668810"/>
                  </a:lnTo>
                  <a:lnTo>
                    <a:pt x="3782470" y="1668810"/>
                  </a:lnTo>
                  <a:lnTo>
                    <a:pt x="3781802" y="1668810"/>
                  </a:lnTo>
                  <a:lnTo>
                    <a:pt x="3781134" y="1668810"/>
                  </a:lnTo>
                  <a:lnTo>
                    <a:pt x="3780466" y="1668810"/>
                  </a:lnTo>
                  <a:lnTo>
                    <a:pt x="3779798" y="1668810"/>
                  </a:lnTo>
                  <a:lnTo>
                    <a:pt x="3779130" y="1668810"/>
                  </a:lnTo>
                  <a:lnTo>
                    <a:pt x="3778462" y="1668810"/>
                  </a:lnTo>
                  <a:lnTo>
                    <a:pt x="3777794" y="1668810"/>
                  </a:lnTo>
                  <a:lnTo>
                    <a:pt x="3777126" y="1668810"/>
                  </a:lnTo>
                  <a:lnTo>
                    <a:pt x="3776458" y="1668810"/>
                  </a:lnTo>
                  <a:lnTo>
                    <a:pt x="3775790" y="1668810"/>
                  </a:lnTo>
                  <a:lnTo>
                    <a:pt x="3775122" y="1668810"/>
                  </a:lnTo>
                  <a:lnTo>
                    <a:pt x="3774453" y="1668810"/>
                  </a:lnTo>
                  <a:lnTo>
                    <a:pt x="3773785" y="1668810"/>
                  </a:lnTo>
                  <a:lnTo>
                    <a:pt x="3773117" y="1668810"/>
                  </a:lnTo>
                  <a:lnTo>
                    <a:pt x="3772449" y="1668810"/>
                  </a:lnTo>
                  <a:lnTo>
                    <a:pt x="3771781" y="1668810"/>
                  </a:lnTo>
                  <a:lnTo>
                    <a:pt x="3771113" y="1668810"/>
                  </a:lnTo>
                  <a:lnTo>
                    <a:pt x="3770445" y="1668810"/>
                  </a:lnTo>
                  <a:lnTo>
                    <a:pt x="3769777" y="1668810"/>
                  </a:lnTo>
                  <a:lnTo>
                    <a:pt x="3769109" y="1668810"/>
                  </a:lnTo>
                  <a:lnTo>
                    <a:pt x="3768441" y="1668810"/>
                  </a:lnTo>
                  <a:lnTo>
                    <a:pt x="3767773" y="1668810"/>
                  </a:lnTo>
                  <a:lnTo>
                    <a:pt x="3767105" y="1668810"/>
                  </a:lnTo>
                  <a:lnTo>
                    <a:pt x="3766437" y="1668810"/>
                  </a:lnTo>
                  <a:lnTo>
                    <a:pt x="3765769" y="1668810"/>
                  </a:lnTo>
                  <a:lnTo>
                    <a:pt x="3765101" y="1668810"/>
                  </a:lnTo>
                  <a:lnTo>
                    <a:pt x="3764433" y="1668810"/>
                  </a:lnTo>
                  <a:lnTo>
                    <a:pt x="3763765" y="1668810"/>
                  </a:lnTo>
                  <a:lnTo>
                    <a:pt x="3763097" y="1668810"/>
                  </a:lnTo>
                  <a:lnTo>
                    <a:pt x="3762429" y="1668810"/>
                  </a:lnTo>
                  <a:lnTo>
                    <a:pt x="3761761" y="1668810"/>
                  </a:lnTo>
                  <a:lnTo>
                    <a:pt x="3761093" y="1668810"/>
                  </a:lnTo>
                  <a:lnTo>
                    <a:pt x="3760425" y="1668810"/>
                  </a:lnTo>
                  <a:lnTo>
                    <a:pt x="3759757" y="1668810"/>
                  </a:lnTo>
                  <a:lnTo>
                    <a:pt x="3759089" y="1668810"/>
                  </a:lnTo>
                  <a:lnTo>
                    <a:pt x="3758421" y="1668810"/>
                  </a:lnTo>
                  <a:lnTo>
                    <a:pt x="3757753" y="1668810"/>
                  </a:lnTo>
                  <a:lnTo>
                    <a:pt x="3757085" y="1668810"/>
                  </a:lnTo>
                  <a:lnTo>
                    <a:pt x="3756417" y="1668810"/>
                  </a:lnTo>
                  <a:lnTo>
                    <a:pt x="3755749" y="1668810"/>
                  </a:lnTo>
                  <a:lnTo>
                    <a:pt x="3755081" y="1668810"/>
                  </a:lnTo>
                  <a:lnTo>
                    <a:pt x="3754413" y="1668810"/>
                  </a:lnTo>
                  <a:lnTo>
                    <a:pt x="3753745" y="1668810"/>
                  </a:lnTo>
                  <a:lnTo>
                    <a:pt x="3753077" y="1668810"/>
                  </a:lnTo>
                  <a:lnTo>
                    <a:pt x="3752409" y="1668810"/>
                  </a:lnTo>
                  <a:lnTo>
                    <a:pt x="3751741" y="1668810"/>
                  </a:lnTo>
                  <a:lnTo>
                    <a:pt x="3751073" y="1668810"/>
                  </a:lnTo>
                  <a:lnTo>
                    <a:pt x="3750405" y="1668810"/>
                  </a:lnTo>
                  <a:lnTo>
                    <a:pt x="3749736" y="1668810"/>
                  </a:lnTo>
                  <a:lnTo>
                    <a:pt x="3749068" y="1668810"/>
                  </a:lnTo>
                  <a:lnTo>
                    <a:pt x="3748400" y="1668810"/>
                  </a:lnTo>
                  <a:lnTo>
                    <a:pt x="3747732" y="1668810"/>
                  </a:lnTo>
                  <a:lnTo>
                    <a:pt x="3747064" y="1668810"/>
                  </a:lnTo>
                  <a:lnTo>
                    <a:pt x="3746396" y="1668810"/>
                  </a:lnTo>
                  <a:lnTo>
                    <a:pt x="3745728" y="1668810"/>
                  </a:lnTo>
                  <a:lnTo>
                    <a:pt x="3745060" y="1668810"/>
                  </a:lnTo>
                  <a:lnTo>
                    <a:pt x="3744392" y="1668810"/>
                  </a:lnTo>
                  <a:lnTo>
                    <a:pt x="3743724" y="1668810"/>
                  </a:lnTo>
                  <a:lnTo>
                    <a:pt x="3743056" y="1668810"/>
                  </a:lnTo>
                  <a:lnTo>
                    <a:pt x="3742388" y="1668810"/>
                  </a:lnTo>
                  <a:lnTo>
                    <a:pt x="3741720" y="1668810"/>
                  </a:lnTo>
                  <a:lnTo>
                    <a:pt x="3741052" y="1668810"/>
                  </a:lnTo>
                  <a:lnTo>
                    <a:pt x="3740384" y="1668810"/>
                  </a:lnTo>
                  <a:lnTo>
                    <a:pt x="3739716" y="1668810"/>
                  </a:lnTo>
                  <a:lnTo>
                    <a:pt x="3739048" y="1668810"/>
                  </a:lnTo>
                  <a:lnTo>
                    <a:pt x="3738380" y="1668810"/>
                  </a:lnTo>
                  <a:lnTo>
                    <a:pt x="3737712" y="1668810"/>
                  </a:lnTo>
                  <a:lnTo>
                    <a:pt x="3737044" y="1668810"/>
                  </a:lnTo>
                  <a:lnTo>
                    <a:pt x="3736376" y="1668810"/>
                  </a:lnTo>
                  <a:lnTo>
                    <a:pt x="3735708" y="1668810"/>
                  </a:lnTo>
                  <a:lnTo>
                    <a:pt x="3735040" y="1668810"/>
                  </a:lnTo>
                  <a:lnTo>
                    <a:pt x="3734372" y="1668810"/>
                  </a:lnTo>
                  <a:lnTo>
                    <a:pt x="3733704" y="1668810"/>
                  </a:lnTo>
                  <a:lnTo>
                    <a:pt x="3733036" y="1668810"/>
                  </a:lnTo>
                  <a:lnTo>
                    <a:pt x="3732368" y="1668810"/>
                  </a:lnTo>
                  <a:lnTo>
                    <a:pt x="3731700" y="1668810"/>
                  </a:lnTo>
                  <a:lnTo>
                    <a:pt x="3731032" y="1668810"/>
                  </a:lnTo>
                  <a:lnTo>
                    <a:pt x="3730364" y="1668810"/>
                  </a:lnTo>
                  <a:lnTo>
                    <a:pt x="3729696" y="1668810"/>
                  </a:lnTo>
                  <a:lnTo>
                    <a:pt x="3729028" y="1668810"/>
                  </a:lnTo>
                  <a:lnTo>
                    <a:pt x="3728360" y="1668810"/>
                  </a:lnTo>
                  <a:lnTo>
                    <a:pt x="3727692" y="1668810"/>
                  </a:lnTo>
                  <a:lnTo>
                    <a:pt x="3727024" y="1668810"/>
                  </a:lnTo>
                  <a:lnTo>
                    <a:pt x="3726356" y="1668810"/>
                  </a:lnTo>
                  <a:lnTo>
                    <a:pt x="3725687" y="1668810"/>
                  </a:lnTo>
                  <a:lnTo>
                    <a:pt x="3725019" y="1668810"/>
                  </a:lnTo>
                  <a:lnTo>
                    <a:pt x="3724351" y="1668810"/>
                  </a:lnTo>
                  <a:lnTo>
                    <a:pt x="3723683" y="1668810"/>
                  </a:lnTo>
                  <a:lnTo>
                    <a:pt x="3723015" y="1668810"/>
                  </a:lnTo>
                  <a:lnTo>
                    <a:pt x="3722347" y="1668810"/>
                  </a:lnTo>
                  <a:lnTo>
                    <a:pt x="3721679" y="1668810"/>
                  </a:lnTo>
                  <a:lnTo>
                    <a:pt x="3721011" y="1668810"/>
                  </a:lnTo>
                  <a:lnTo>
                    <a:pt x="3720343" y="1668810"/>
                  </a:lnTo>
                  <a:lnTo>
                    <a:pt x="3719675" y="1668810"/>
                  </a:lnTo>
                  <a:lnTo>
                    <a:pt x="3719007" y="1668810"/>
                  </a:lnTo>
                  <a:lnTo>
                    <a:pt x="3718339" y="1668810"/>
                  </a:lnTo>
                  <a:lnTo>
                    <a:pt x="3717671" y="1668810"/>
                  </a:lnTo>
                  <a:lnTo>
                    <a:pt x="3717003" y="1668810"/>
                  </a:lnTo>
                  <a:lnTo>
                    <a:pt x="3716335" y="1668810"/>
                  </a:lnTo>
                  <a:lnTo>
                    <a:pt x="3715667" y="1668810"/>
                  </a:lnTo>
                  <a:lnTo>
                    <a:pt x="3714999" y="1668810"/>
                  </a:lnTo>
                  <a:lnTo>
                    <a:pt x="3714331" y="1668810"/>
                  </a:lnTo>
                  <a:lnTo>
                    <a:pt x="3713663" y="1668810"/>
                  </a:lnTo>
                  <a:lnTo>
                    <a:pt x="3712995" y="1668810"/>
                  </a:lnTo>
                  <a:lnTo>
                    <a:pt x="3712327" y="1668810"/>
                  </a:lnTo>
                  <a:lnTo>
                    <a:pt x="3711659" y="1668810"/>
                  </a:lnTo>
                  <a:lnTo>
                    <a:pt x="3710991" y="1668810"/>
                  </a:lnTo>
                  <a:lnTo>
                    <a:pt x="3710323" y="1668810"/>
                  </a:lnTo>
                  <a:lnTo>
                    <a:pt x="3709655" y="1668810"/>
                  </a:lnTo>
                  <a:lnTo>
                    <a:pt x="3708987" y="1668810"/>
                  </a:lnTo>
                  <a:lnTo>
                    <a:pt x="3708319" y="1668810"/>
                  </a:lnTo>
                  <a:lnTo>
                    <a:pt x="3707651" y="1668810"/>
                  </a:lnTo>
                  <a:lnTo>
                    <a:pt x="3706983" y="1668810"/>
                  </a:lnTo>
                  <a:lnTo>
                    <a:pt x="3706315" y="1668810"/>
                  </a:lnTo>
                  <a:lnTo>
                    <a:pt x="3705647" y="1668810"/>
                  </a:lnTo>
                  <a:lnTo>
                    <a:pt x="3704979" y="1668810"/>
                  </a:lnTo>
                  <a:lnTo>
                    <a:pt x="3704311" y="1668810"/>
                  </a:lnTo>
                  <a:lnTo>
                    <a:pt x="3703643" y="1668810"/>
                  </a:lnTo>
                  <a:lnTo>
                    <a:pt x="3702975" y="1668810"/>
                  </a:lnTo>
                  <a:lnTo>
                    <a:pt x="3702307" y="1668810"/>
                  </a:lnTo>
                  <a:lnTo>
                    <a:pt x="3701639" y="1668810"/>
                  </a:lnTo>
                  <a:lnTo>
                    <a:pt x="3700970" y="1668810"/>
                  </a:lnTo>
                  <a:lnTo>
                    <a:pt x="3700302" y="1668810"/>
                  </a:lnTo>
                  <a:lnTo>
                    <a:pt x="3699634" y="1668810"/>
                  </a:lnTo>
                  <a:lnTo>
                    <a:pt x="3698966" y="1668810"/>
                  </a:lnTo>
                  <a:lnTo>
                    <a:pt x="3698298" y="1668810"/>
                  </a:lnTo>
                  <a:lnTo>
                    <a:pt x="3697630" y="1668810"/>
                  </a:lnTo>
                  <a:lnTo>
                    <a:pt x="3696962" y="1668810"/>
                  </a:lnTo>
                  <a:lnTo>
                    <a:pt x="3696294" y="1668810"/>
                  </a:lnTo>
                  <a:lnTo>
                    <a:pt x="3695626" y="1668810"/>
                  </a:lnTo>
                  <a:lnTo>
                    <a:pt x="3694958" y="1668810"/>
                  </a:lnTo>
                  <a:lnTo>
                    <a:pt x="3694290" y="1668810"/>
                  </a:lnTo>
                  <a:lnTo>
                    <a:pt x="3693622" y="1668810"/>
                  </a:lnTo>
                  <a:lnTo>
                    <a:pt x="3692954" y="1668810"/>
                  </a:lnTo>
                  <a:lnTo>
                    <a:pt x="3692286" y="1668810"/>
                  </a:lnTo>
                  <a:lnTo>
                    <a:pt x="3691618" y="1668810"/>
                  </a:lnTo>
                  <a:lnTo>
                    <a:pt x="3690950" y="1668810"/>
                  </a:lnTo>
                  <a:lnTo>
                    <a:pt x="3690282" y="1668810"/>
                  </a:lnTo>
                  <a:lnTo>
                    <a:pt x="3689614" y="1668810"/>
                  </a:lnTo>
                  <a:lnTo>
                    <a:pt x="3688946" y="1668810"/>
                  </a:lnTo>
                  <a:lnTo>
                    <a:pt x="3688278" y="1668810"/>
                  </a:lnTo>
                  <a:lnTo>
                    <a:pt x="3687610" y="1668810"/>
                  </a:lnTo>
                  <a:lnTo>
                    <a:pt x="3686942" y="1668810"/>
                  </a:lnTo>
                  <a:lnTo>
                    <a:pt x="3686274" y="1668810"/>
                  </a:lnTo>
                  <a:lnTo>
                    <a:pt x="3685606" y="1668810"/>
                  </a:lnTo>
                  <a:lnTo>
                    <a:pt x="3684938" y="1668810"/>
                  </a:lnTo>
                  <a:lnTo>
                    <a:pt x="3684270" y="1668810"/>
                  </a:lnTo>
                  <a:lnTo>
                    <a:pt x="3683602" y="1668810"/>
                  </a:lnTo>
                  <a:lnTo>
                    <a:pt x="3682934" y="1668810"/>
                  </a:lnTo>
                  <a:lnTo>
                    <a:pt x="3682266" y="1668810"/>
                  </a:lnTo>
                  <a:lnTo>
                    <a:pt x="3681598" y="1668810"/>
                  </a:lnTo>
                  <a:lnTo>
                    <a:pt x="3680930" y="1668810"/>
                  </a:lnTo>
                  <a:lnTo>
                    <a:pt x="3680262" y="1668810"/>
                  </a:lnTo>
                  <a:lnTo>
                    <a:pt x="3679594" y="1668810"/>
                  </a:lnTo>
                  <a:lnTo>
                    <a:pt x="3678926" y="1668810"/>
                  </a:lnTo>
                  <a:lnTo>
                    <a:pt x="3678258" y="1668810"/>
                  </a:lnTo>
                  <a:lnTo>
                    <a:pt x="3677590" y="1668810"/>
                  </a:lnTo>
                  <a:lnTo>
                    <a:pt x="3676922" y="1668810"/>
                  </a:lnTo>
                  <a:lnTo>
                    <a:pt x="3676253" y="1668810"/>
                  </a:lnTo>
                  <a:lnTo>
                    <a:pt x="3675585" y="1668810"/>
                  </a:lnTo>
                  <a:lnTo>
                    <a:pt x="3674917" y="1668810"/>
                  </a:lnTo>
                  <a:lnTo>
                    <a:pt x="3674249" y="1668810"/>
                  </a:lnTo>
                  <a:lnTo>
                    <a:pt x="3673581" y="1668810"/>
                  </a:lnTo>
                  <a:lnTo>
                    <a:pt x="3672913" y="1668810"/>
                  </a:lnTo>
                  <a:lnTo>
                    <a:pt x="3672245" y="1668810"/>
                  </a:lnTo>
                  <a:lnTo>
                    <a:pt x="3671577" y="1668810"/>
                  </a:lnTo>
                  <a:lnTo>
                    <a:pt x="3670909" y="1668810"/>
                  </a:lnTo>
                  <a:lnTo>
                    <a:pt x="3670241" y="1668810"/>
                  </a:lnTo>
                  <a:lnTo>
                    <a:pt x="3669573" y="1668810"/>
                  </a:lnTo>
                  <a:lnTo>
                    <a:pt x="3668905" y="1668810"/>
                  </a:lnTo>
                  <a:lnTo>
                    <a:pt x="3668237" y="1668810"/>
                  </a:lnTo>
                  <a:lnTo>
                    <a:pt x="3667569" y="1668810"/>
                  </a:lnTo>
                  <a:lnTo>
                    <a:pt x="3666901" y="1668810"/>
                  </a:lnTo>
                  <a:lnTo>
                    <a:pt x="3666233" y="1668810"/>
                  </a:lnTo>
                  <a:lnTo>
                    <a:pt x="3665565" y="1668810"/>
                  </a:lnTo>
                  <a:lnTo>
                    <a:pt x="3664897" y="1668810"/>
                  </a:lnTo>
                  <a:lnTo>
                    <a:pt x="3664229" y="1668810"/>
                  </a:lnTo>
                  <a:lnTo>
                    <a:pt x="3663561" y="1668810"/>
                  </a:lnTo>
                  <a:lnTo>
                    <a:pt x="3662893" y="1668810"/>
                  </a:lnTo>
                  <a:lnTo>
                    <a:pt x="3662225" y="1668810"/>
                  </a:lnTo>
                  <a:lnTo>
                    <a:pt x="3661557" y="1668810"/>
                  </a:lnTo>
                  <a:lnTo>
                    <a:pt x="3660889" y="1668810"/>
                  </a:lnTo>
                  <a:lnTo>
                    <a:pt x="3660221" y="1668810"/>
                  </a:lnTo>
                  <a:lnTo>
                    <a:pt x="3659553" y="1668810"/>
                  </a:lnTo>
                  <a:lnTo>
                    <a:pt x="3658885" y="1668810"/>
                  </a:lnTo>
                  <a:lnTo>
                    <a:pt x="3658217" y="1668810"/>
                  </a:lnTo>
                  <a:lnTo>
                    <a:pt x="3657549" y="1668810"/>
                  </a:lnTo>
                  <a:lnTo>
                    <a:pt x="3656881" y="1668810"/>
                  </a:lnTo>
                  <a:lnTo>
                    <a:pt x="3656213" y="1668810"/>
                  </a:lnTo>
                  <a:lnTo>
                    <a:pt x="3655545" y="1668810"/>
                  </a:lnTo>
                  <a:lnTo>
                    <a:pt x="3654877" y="1668810"/>
                  </a:lnTo>
                  <a:lnTo>
                    <a:pt x="3654209" y="1668810"/>
                  </a:lnTo>
                  <a:lnTo>
                    <a:pt x="3653541" y="1668810"/>
                  </a:lnTo>
                  <a:lnTo>
                    <a:pt x="3652873" y="1668810"/>
                  </a:lnTo>
                  <a:lnTo>
                    <a:pt x="3652205" y="1668810"/>
                  </a:lnTo>
                  <a:lnTo>
                    <a:pt x="3651536" y="1668810"/>
                  </a:lnTo>
                  <a:lnTo>
                    <a:pt x="3650868" y="1668810"/>
                  </a:lnTo>
                  <a:lnTo>
                    <a:pt x="3650200" y="1668810"/>
                  </a:lnTo>
                  <a:lnTo>
                    <a:pt x="3649532" y="1668810"/>
                  </a:lnTo>
                  <a:lnTo>
                    <a:pt x="3648864" y="1668810"/>
                  </a:lnTo>
                  <a:lnTo>
                    <a:pt x="3648196" y="1668810"/>
                  </a:lnTo>
                  <a:lnTo>
                    <a:pt x="3647528" y="1668810"/>
                  </a:lnTo>
                  <a:lnTo>
                    <a:pt x="3646860" y="1668810"/>
                  </a:lnTo>
                  <a:lnTo>
                    <a:pt x="3646192" y="1668810"/>
                  </a:lnTo>
                  <a:lnTo>
                    <a:pt x="3645524" y="1668810"/>
                  </a:lnTo>
                  <a:lnTo>
                    <a:pt x="3644856" y="1668810"/>
                  </a:lnTo>
                  <a:lnTo>
                    <a:pt x="3644188" y="1668810"/>
                  </a:lnTo>
                  <a:lnTo>
                    <a:pt x="3643520" y="1668810"/>
                  </a:lnTo>
                  <a:lnTo>
                    <a:pt x="3642852" y="1668810"/>
                  </a:lnTo>
                  <a:lnTo>
                    <a:pt x="3642184" y="1668810"/>
                  </a:lnTo>
                  <a:lnTo>
                    <a:pt x="3641516" y="1668810"/>
                  </a:lnTo>
                  <a:lnTo>
                    <a:pt x="3640848" y="1668810"/>
                  </a:lnTo>
                  <a:lnTo>
                    <a:pt x="3640180" y="1668810"/>
                  </a:lnTo>
                  <a:lnTo>
                    <a:pt x="3639512" y="1668810"/>
                  </a:lnTo>
                  <a:lnTo>
                    <a:pt x="3638844" y="1668810"/>
                  </a:lnTo>
                  <a:lnTo>
                    <a:pt x="3638176" y="1668810"/>
                  </a:lnTo>
                  <a:lnTo>
                    <a:pt x="3637508" y="1668810"/>
                  </a:lnTo>
                  <a:lnTo>
                    <a:pt x="3636840" y="1668810"/>
                  </a:lnTo>
                  <a:lnTo>
                    <a:pt x="3636172" y="1668810"/>
                  </a:lnTo>
                  <a:lnTo>
                    <a:pt x="3635504" y="1668810"/>
                  </a:lnTo>
                  <a:lnTo>
                    <a:pt x="3634836" y="1668810"/>
                  </a:lnTo>
                  <a:lnTo>
                    <a:pt x="3634168" y="1668810"/>
                  </a:lnTo>
                  <a:lnTo>
                    <a:pt x="3633500" y="1668810"/>
                  </a:lnTo>
                  <a:lnTo>
                    <a:pt x="3632832" y="1668810"/>
                  </a:lnTo>
                  <a:lnTo>
                    <a:pt x="3632164" y="1668810"/>
                  </a:lnTo>
                  <a:lnTo>
                    <a:pt x="3631496" y="1668810"/>
                  </a:lnTo>
                  <a:lnTo>
                    <a:pt x="3630828" y="1668810"/>
                  </a:lnTo>
                  <a:lnTo>
                    <a:pt x="3630160" y="1668810"/>
                  </a:lnTo>
                  <a:lnTo>
                    <a:pt x="3629492" y="1668810"/>
                  </a:lnTo>
                  <a:lnTo>
                    <a:pt x="3628824" y="1668810"/>
                  </a:lnTo>
                  <a:lnTo>
                    <a:pt x="3628156" y="1668810"/>
                  </a:lnTo>
                  <a:lnTo>
                    <a:pt x="3627487" y="1668810"/>
                  </a:lnTo>
                  <a:lnTo>
                    <a:pt x="3626819" y="1668810"/>
                  </a:lnTo>
                  <a:lnTo>
                    <a:pt x="3626151" y="1668810"/>
                  </a:lnTo>
                  <a:lnTo>
                    <a:pt x="3625483" y="1668810"/>
                  </a:lnTo>
                  <a:lnTo>
                    <a:pt x="3624815" y="1668810"/>
                  </a:lnTo>
                  <a:lnTo>
                    <a:pt x="3624147" y="1668810"/>
                  </a:lnTo>
                  <a:lnTo>
                    <a:pt x="3623479" y="1668810"/>
                  </a:lnTo>
                  <a:lnTo>
                    <a:pt x="3622811" y="1668810"/>
                  </a:lnTo>
                  <a:lnTo>
                    <a:pt x="3622143" y="1668810"/>
                  </a:lnTo>
                  <a:lnTo>
                    <a:pt x="3621475" y="1668810"/>
                  </a:lnTo>
                  <a:lnTo>
                    <a:pt x="3620807" y="1668810"/>
                  </a:lnTo>
                  <a:lnTo>
                    <a:pt x="3620139" y="1668810"/>
                  </a:lnTo>
                  <a:lnTo>
                    <a:pt x="3619471" y="1668810"/>
                  </a:lnTo>
                  <a:lnTo>
                    <a:pt x="3618803" y="1668810"/>
                  </a:lnTo>
                  <a:lnTo>
                    <a:pt x="3618135" y="1668810"/>
                  </a:lnTo>
                  <a:lnTo>
                    <a:pt x="3617467" y="1668810"/>
                  </a:lnTo>
                  <a:lnTo>
                    <a:pt x="3616799" y="1668810"/>
                  </a:lnTo>
                  <a:lnTo>
                    <a:pt x="3616131" y="1668810"/>
                  </a:lnTo>
                  <a:lnTo>
                    <a:pt x="3615463" y="1668810"/>
                  </a:lnTo>
                  <a:lnTo>
                    <a:pt x="3614795" y="1668810"/>
                  </a:lnTo>
                  <a:lnTo>
                    <a:pt x="3614127" y="1668810"/>
                  </a:lnTo>
                  <a:lnTo>
                    <a:pt x="3613459" y="1668810"/>
                  </a:lnTo>
                  <a:lnTo>
                    <a:pt x="3612791" y="1668810"/>
                  </a:lnTo>
                  <a:lnTo>
                    <a:pt x="3612123" y="1668810"/>
                  </a:lnTo>
                  <a:lnTo>
                    <a:pt x="3611455" y="1668810"/>
                  </a:lnTo>
                  <a:lnTo>
                    <a:pt x="3610787" y="1668810"/>
                  </a:lnTo>
                  <a:lnTo>
                    <a:pt x="3610119" y="1668810"/>
                  </a:lnTo>
                  <a:lnTo>
                    <a:pt x="3609451" y="1668810"/>
                  </a:lnTo>
                  <a:lnTo>
                    <a:pt x="3608783" y="1668810"/>
                  </a:lnTo>
                  <a:lnTo>
                    <a:pt x="3608115" y="1668810"/>
                  </a:lnTo>
                  <a:lnTo>
                    <a:pt x="3607447" y="1668810"/>
                  </a:lnTo>
                  <a:lnTo>
                    <a:pt x="3606779" y="1668810"/>
                  </a:lnTo>
                  <a:lnTo>
                    <a:pt x="3606111" y="1668810"/>
                  </a:lnTo>
                  <a:lnTo>
                    <a:pt x="3605443" y="1668810"/>
                  </a:lnTo>
                  <a:lnTo>
                    <a:pt x="3604775" y="1668810"/>
                  </a:lnTo>
                  <a:lnTo>
                    <a:pt x="3604107" y="1668810"/>
                  </a:lnTo>
                  <a:lnTo>
                    <a:pt x="3603439" y="1668810"/>
                  </a:lnTo>
                  <a:lnTo>
                    <a:pt x="3602770" y="1668810"/>
                  </a:lnTo>
                  <a:lnTo>
                    <a:pt x="3602102" y="1668810"/>
                  </a:lnTo>
                  <a:lnTo>
                    <a:pt x="3601434" y="1668810"/>
                  </a:lnTo>
                  <a:lnTo>
                    <a:pt x="3600766" y="1668810"/>
                  </a:lnTo>
                  <a:lnTo>
                    <a:pt x="3600098" y="1668810"/>
                  </a:lnTo>
                  <a:lnTo>
                    <a:pt x="3599430" y="1668810"/>
                  </a:lnTo>
                  <a:lnTo>
                    <a:pt x="3598762" y="1668810"/>
                  </a:lnTo>
                  <a:lnTo>
                    <a:pt x="3598094" y="1668810"/>
                  </a:lnTo>
                  <a:lnTo>
                    <a:pt x="3597426" y="1668810"/>
                  </a:lnTo>
                  <a:lnTo>
                    <a:pt x="3596758" y="1668810"/>
                  </a:lnTo>
                  <a:lnTo>
                    <a:pt x="3596090" y="1668810"/>
                  </a:lnTo>
                  <a:lnTo>
                    <a:pt x="3595422" y="1668810"/>
                  </a:lnTo>
                  <a:lnTo>
                    <a:pt x="3594754" y="1668810"/>
                  </a:lnTo>
                  <a:lnTo>
                    <a:pt x="3594086" y="1668810"/>
                  </a:lnTo>
                  <a:lnTo>
                    <a:pt x="3593418" y="1668810"/>
                  </a:lnTo>
                  <a:lnTo>
                    <a:pt x="3592750" y="1668810"/>
                  </a:lnTo>
                  <a:lnTo>
                    <a:pt x="3592082" y="1668810"/>
                  </a:lnTo>
                  <a:lnTo>
                    <a:pt x="3591414" y="1668810"/>
                  </a:lnTo>
                  <a:lnTo>
                    <a:pt x="3590746" y="1668810"/>
                  </a:lnTo>
                  <a:lnTo>
                    <a:pt x="3590078" y="1668810"/>
                  </a:lnTo>
                  <a:lnTo>
                    <a:pt x="3589410" y="1668810"/>
                  </a:lnTo>
                  <a:lnTo>
                    <a:pt x="3588742" y="1668810"/>
                  </a:lnTo>
                  <a:lnTo>
                    <a:pt x="3588074" y="1668810"/>
                  </a:lnTo>
                  <a:lnTo>
                    <a:pt x="3587406" y="1668810"/>
                  </a:lnTo>
                  <a:lnTo>
                    <a:pt x="3586738" y="1668810"/>
                  </a:lnTo>
                  <a:lnTo>
                    <a:pt x="3586070" y="1668810"/>
                  </a:lnTo>
                  <a:lnTo>
                    <a:pt x="3585402" y="1668810"/>
                  </a:lnTo>
                  <a:lnTo>
                    <a:pt x="3584734" y="1668810"/>
                  </a:lnTo>
                  <a:lnTo>
                    <a:pt x="3584066" y="1668810"/>
                  </a:lnTo>
                  <a:lnTo>
                    <a:pt x="3583398" y="1668810"/>
                  </a:lnTo>
                  <a:lnTo>
                    <a:pt x="3582730" y="1668810"/>
                  </a:lnTo>
                  <a:lnTo>
                    <a:pt x="3582062" y="1668810"/>
                  </a:lnTo>
                  <a:lnTo>
                    <a:pt x="3581394" y="1668810"/>
                  </a:lnTo>
                  <a:lnTo>
                    <a:pt x="3580726" y="1668810"/>
                  </a:lnTo>
                  <a:lnTo>
                    <a:pt x="3580058" y="1668810"/>
                  </a:lnTo>
                  <a:lnTo>
                    <a:pt x="3579390" y="1668810"/>
                  </a:lnTo>
                  <a:lnTo>
                    <a:pt x="3578722" y="1668810"/>
                  </a:lnTo>
                  <a:lnTo>
                    <a:pt x="3578053" y="1668810"/>
                  </a:lnTo>
                  <a:lnTo>
                    <a:pt x="3577385" y="1668810"/>
                  </a:lnTo>
                  <a:lnTo>
                    <a:pt x="3576717" y="1668810"/>
                  </a:lnTo>
                  <a:lnTo>
                    <a:pt x="3576049" y="1668810"/>
                  </a:lnTo>
                  <a:lnTo>
                    <a:pt x="3575381" y="1668810"/>
                  </a:lnTo>
                  <a:lnTo>
                    <a:pt x="3574713" y="1668810"/>
                  </a:lnTo>
                  <a:lnTo>
                    <a:pt x="3574045" y="1668810"/>
                  </a:lnTo>
                  <a:lnTo>
                    <a:pt x="3573377" y="1668810"/>
                  </a:lnTo>
                  <a:lnTo>
                    <a:pt x="3572709" y="1668810"/>
                  </a:lnTo>
                  <a:lnTo>
                    <a:pt x="3572041" y="1668810"/>
                  </a:lnTo>
                  <a:lnTo>
                    <a:pt x="3571373" y="1668810"/>
                  </a:lnTo>
                  <a:lnTo>
                    <a:pt x="3570705" y="1668810"/>
                  </a:lnTo>
                  <a:lnTo>
                    <a:pt x="3570037" y="1668810"/>
                  </a:lnTo>
                  <a:lnTo>
                    <a:pt x="3569369" y="1668810"/>
                  </a:lnTo>
                  <a:lnTo>
                    <a:pt x="3568701" y="1668810"/>
                  </a:lnTo>
                  <a:lnTo>
                    <a:pt x="3568033" y="1668810"/>
                  </a:lnTo>
                  <a:lnTo>
                    <a:pt x="3567365" y="1668810"/>
                  </a:lnTo>
                  <a:lnTo>
                    <a:pt x="3566697" y="1668810"/>
                  </a:lnTo>
                  <a:lnTo>
                    <a:pt x="3566029" y="1668810"/>
                  </a:lnTo>
                  <a:lnTo>
                    <a:pt x="3565361" y="1668810"/>
                  </a:lnTo>
                  <a:lnTo>
                    <a:pt x="3564693" y="1668810"/>
                  </a:lnTo>
                  <a:lnTo>
                    <a:pt x="3564025" y="1668810"/>
                  </a:lnTo>
                  <a:lnTo>
                    <a:pt x="3563357" y="1668810"/>
                  </a:lnTo>
                  <a:lnTo>
                    <a:pt x="3562689" y="1668810"/>
                  </a:lnTo>
                  <a:lnTo>
                    <a:pt x="3562021" y="1668810"/>
                  </a:lnTo>
                  <a:lnTo>
                    <a:pt x="3561353" y="1668810"/>
                  </a:lnTo>
                  <a:lnTo>
                    <a:pt x="3560685" y="1668810"/>
                  </a:lnTo>
                  <a:lnTo>
                    <a:pt x="3560017" y="1668810"/>
                  </a:lnTo>
                  <a:lnTo>
                    <a:pt x="3559349" y="1668810"/>
                  </a:lnTo>
                  <a:lnTo>
                    <a:pt x="3558681" y="1668810"/>
                  </a:lnTo>
                  <a:lnTo>
                    <a:pt x="3558013" y="1668810"/>
                  </a:lnTo>
                  <a:lnTo>
                    <a:pt x="3557345" y="1668810"/>
                  </a:lnTo>
                  <a:lnTo>
                    <a:pt x="3556677" y="1668810"/>
                  </a:lnTo>
                  <a:lnTo>
                    <a:pt x="3556009" y="1668810"/>
                  </a:lnTo>
                  <a:lnTo>
                    <a:pt x="3555341" y="1668810"/>
                  </a:lnTo>
                  <a:lnTo>
                    <a:pt x="3554673" y="1668810"/>
                  </a:lnTo>
                  <a:lnTo>
                    <a:pt x="3554005" y="1668810"/>
                  </a:lnTo>
                  <a:lnTo>
                    <a:pt x="3553336" y="1668810"/>
                  </a:lnTo>
                  <a:lnTo>
                    <a:pt x="3552668" y="1668810"/>
                  </a:lnTo>
                  <a:lnTo>
                    <a:pt x="3552000" y="1668810"/>
                  </a:lnTo>
                  <a:lnTo>
                    <a:pt x="3551332" y="1668810"/>
                  </a:lnTo>
                  <a:lnTo>
                    <a:pt x="3550664" y="1668810"/>
                  </a:lnTo>
                  <a:lnTo>
                    <a:pt x="3549996" y="1668810"/>
                  </a:lnTo>
                  <a:lnTo>
                    <a:pt x="3549328" y="1668810"/>
                  </a:lnTo>
                  <a:lnTo>
                    <a:pt x="3548660" y="1668810"/>
                  </a:lnTo>
                  <a:lnTo>
                    <a:pt x="3547992" y="1668810"/>
                  </a:lnTo>
                  <a:lnTo>
                    <a:pt x="3547324" y="1668810"/>
                  </a:lnTo>
                  <a:lnTo>
                    <a:pt x="3546656" y="1668810"/>
                  </a:lnTo>
                  <a:lnTo>
                    <a:pt x="3545988" y="1668810"/>
                  </a:lnTo>
                  <a:lnTo>
                    <a:pt x="3545320" y="1668810"/>
                  </a:lnTo>
                  <a:lnTo>
                    <a:pt x="3544652" y="1668810"/>
                  </a:lnTo>
                  <a:lnTo>
                    <a:pt x="3543984" y="1668810"/>
                  </a:lnTo>
                  <a:lnTo>
                    <a:pt x="3543316" y="1668810"/>
                  </a:lnTo>
                  <a:lnTo>
                    <a:pt x="3542648" y="1668810"/>
                  </a:lnTo>
                  <a:lnTo>
                    <a:pt x="3541980" y="1668810"/>
                  </a:lnTo>
                  <a:lnTo>
                    <a:pt x="3541312" y="1668810"/>
                  </a:lnTo>
                  <a:lnTo>
                    <a:pt x="3540644" y="1668810"/>
                  </a:lnTo>
                  <a:lnTo>
                    <a:pt x="3539976" y="1668810"/>
                  </a:lnTo>
                  <a:lnTo>
                    <a:pt x="3539308" y="1668810"/>
                  </a:lnTo>
                  <a:lnTo>
                    <a:pt x="3538640" y="1668810"/>
                  </a:lnTo>
                  <a:lnTo>
                    <a:pt x="3537972" y="1668810"/>
                  </a:lnTo>
                  <a:lnTo>
                    <a:pt x="3537304" y="1668810"/>
                  </a:lnTo>
                  <a:lnTo>
                    <a:pt x="3536636" y="1668810"/>
                  </a:lnTo>
                  <a:lnTo>
                    <a:pt x="3535968" y="1668810"/>
                  </a:lnTo>
                  <a:lnTo>
                    <a:pt x="3535300" y="1668810"/>
                  </a:lnTo>
                  <a:lnTo>
                    <a:pt x="3534632" y="1668810"/>
                  </a:lnTo>
                  <a:lnTo>
                    <a:pt x="3533964" y="1668810"/>
                  </a:lnTo>
                  <a:lnTo>
                    <a:pt x="3533296" y="1668810"/>
                  </a:lnTo>
                  <a:lnTo>
                    <a:pt x="3532628" y="1668810"/>
                  </a:lnTo>
                  <a:lnTo>
                    <a:pt x="3531960" y="1668810"/>
                  </a:lnTo>
                  <a:lnTo>
                    <a:pt x="3531292" y="1668810"/>
                  </a:lnTo>
                  <a:lnTo>
                    <a:pt x="3530624" y="1668810"/>
                  </a:lnTo>
                  <a:lnTo>
                    <a:pt x="3529956" y="1668810"/>
                  </a:lnTo>
                  <a:lnTo>
                    <a:pt x="3529287" y="1668810"/>
                  </a:lnTo>
                  <a:lnTo>
                    <a:pt x="3528619" y="1668810"/>
                  </a:lnTo>
                  <a:lnTo>
                    <a:pt x="3527951" y="1668810"/>
                  </a:lnTo>
                  <a:lnTo>
                    <a:pt x="3527283" y="1668810"/>
                  </a:lnTo>
                  <a:lnTo>
                    <a:pt x="3526615" y="1668810"/>
                  </a:lnTo>
                  <a:lnTo>
                    <a:pt x="3525947" y="1668810"/>
                  </a:lnTo>
                  <a:lnTo>
                    <a:pt x="3525279" y="1668810"/>
                  </a:lnTo>
                  <a:lnTo>
                    <a:pt x="3524611" y="1668810"/>
                  </a:lnTo>
                  <a:lnTo>
                    <a:pt x="3523943" y="1668810"/>
                  </a:lnTo>
                  <a:lnTo>
                    <a:pt x="3523275" y="1668810"/>
                  </a:lnTo>
                  <a:lnTo>
                    <a:pt x="3522607" y="1668810"/>
                  </a:lnTo>
                  <a:lnTo>
                    <a:pt x="3521939" y="1668810"/>
                  </a:lnTo>
                  <a:lnTo>
                    <a:pt x="3521271" y="1668810"/>
                  </a:lnTo>
                  <a:lnTo>
                    <a:pt x="3520603" y="1668810"/>
                  </a:lnTo>
                  <a:lnTo>
                    <a:pt x="3519935" y="1668810"/>
                  </a:lnTo>
                  <a:lnTo>
                    <a:pt x="3519267" y="1668810"/>
                  </a:lnTo>
                  <a:lnTo>
                    <a:pt x="3518599" y="1668810"/>
                  </a:lnTo>
                  <a:lnTo>
                    <a:pt x="3517931" y="1668810"/>
                  </a:lnTo>
                  <a:lnTo>
                    <a:pt x="3517263" y="1668810"/>
                  </a:lnTo>
                  <a:lnTo>
                    <a:pt x="3516595" y="1668810"/>
                  </a:lnTo>
                  <a:lnTo>
                    <a:pt x="3515927" y="1668810"/>
                  </a:lnTo>
                  <a:lnTo>
                    <a:pt x="3515259" y="1668810"/>
                  </a:lnTo>
                  <a:lnTo>
                    <a:pt x="3514591" y="1668810"/>
                  </a:lnTo>
                  <a:lnTo>
                    <a:pt x="3513923" y="1668810"/>
                  </a:lnTo>
                  <a:lnTo>
                    <a:pt x="3513255" y="1668810"/>
                  </a:lnTo>
                  <a:lnTo>
                    <a:pt x="3512587" y="1668810"/>
                  </a:lnTo>
                  <a:lnTo>
                    <a:pt x="3511919" y="1668810"/>
                  </a:lnTo>
                  <a:lnTo>
                    <a:pt x="3511251" y="1668810"/>
                  </a:lnTo>
                  <a:lnTo>
                    <a:pt x="3510583" y="1668810"/>
                  </a:lnTo>
                  <a:lnTo>
                    <a:pt x="3509915" y="1668810"/>
                  </a:lnTo>
                  <a:lnTo>
                    <a:pt x="3509247" y="1668810"/>
                  </a:lnTo>
                  <a:lnTo>
                    <a:pt x="3508579" y="1668810"/>
                  </a:lnTo>
                  <a:lnTo>
                    <a:pt x="3507911" y="1668810"/>
                  </a:lnTo>
                  <a:lnTo>
                    <a:pt x="3507243" y="1668810"/>
                  </a:lnTo>
                  <a:lnTo>
                    <a:pt x="3506575" y="1668810"/>
                  </a:lnTo>
                  <a:lnTo>
                    <a:pt x="3505907" y="1668810"/>
                  </a:lnTo>
                  <a:lnTo>
                    <a:pt x="3505239" y="1668810"/>
                  </a:lnTo>
                  <a:lnTo>
                    <a:pt x="3504570" y="1668810"/>
                  </a:lnTo>
                  <a:lnTo>
                    <a:pt x="3503902" y="1668810"/>
                  </a:lnTo>
                  <a:lnTo>
                    <a:pt x="3503234" y="1668810"/>
                  </a:lnTo>
                  <a:lnTo>
                    <a:pt x="3502566" y="1668810"/>
                  </a:lnTo>
                  <a:lnTo>
                    <a:pt x="3501898" y="1668810"/>
                  </a:lnTo>
                  <a:lnTo>
                    <a:pt x="3501230" y="1668810"/>
                  </a:lnTo>
                  <a:lnTo>
                    <a:pt x="3500562" y="1668810"/>
                  </a:lnTo>
                  <a:lnTo>
                    <a:pt x="3499894" y="1668810"/>
                  </a:lnTo>
                  <a:lnTo>
                    <a:pt x="3499226" y="1668810"/>
                  </a:lnTo>
                  <a:lnTo>
                    <a:pt x="3498558" y="1668810"/>
                  </a:lnTo>
                  <a:lnTo>
                    <a:pt x="3497890" y="1668810"/>
                  </a:lnTo>
                  <a:lnTo>
                    <a:pt x="3497222" y="1668810"/>
                  </a:lnTo>
                  <a:lnTo>
                    <a:pt x="3496554" y="1668810"/>
                  </a:lnTo>
                  <a:lnTo>
                    <a:pt x="3495886" y="1668810"/>
                  </a:lnTo>
                  <a:lnTo>
                    <a:pt x="3495218" y="1668810"/>
                  </a:lnTo>
                  <a:lnTo>
                    <a:pt x="3494550" y="1668810"/>
                  </a:lnTo>
                  <a:lnTo>
                    <a:pt x="3493882" y="1668810"/>
                  </a:lnTo>
                  <a:lnTo>
                    <a:pt x="3493214" y="1668810"/>
                  </a:lnTo>
                  <a:lnTo>
                    <a:pt x="3492546" y="1668810"/>
                  </a:lnTo>
                  <a:lnTo>
                    <a:pt x="3491878" y="1668810"/>
                  </a:lnTo>
                  <a:lnTo>
                    <a:pt x="3491210" y="1668810"/>
                  </a:lnTo>
                  <a:lnTo>
                    <a:pt x="3490542" y="1668810"/>
                  </a:lnTo>
                  <a:lnTo>
                    <a:pt x="3489874" y="1668810"/>
                  </a:lnTo>
                  <a:lnTo>
                    <a:pt x="3489206" y="1668810"/>
                  </a:lnTo>
                  <a:lnTo>
                    <a:pt x="3488538" y="1668810"/>
                  </a:lnTo>
                  <a:lnTo>
                    <a:pt x="3487870" y="1668810"/>
                  </a:lnTo>
                  <a:lnTo>
                    <a:pt x="3487202" y="1668810"/>
                  </a:lnTo>
                  <a:lnTo>
                    <a:pt x="3486534" y="1668810"/>
                  </a:lnTo>
                  <a:lnTo>
                    <a:pt x="3485866" y="1668810"/>
                  </a:lnTo>
                  <a:lnTo>
                    <a:pt x="3485198" y="1668810"/>
                  </a:lnTo>
                  <a:lnTo>
                    <a:pt x="3484530" y="1668810"/>
                  </a:lnTo>
                  <a:lnTo>
                    <a:pt x="3483862" y="1668810"/>
                  </a:lnTo>
                  <a:lnTo>
                    <a:pt x="3483194" y="1668810"/>
                  </a:lnTo>
                  <a:lnTo>
                    <a:pt x="3482526" y="1668810"/>
                  </a:lnTo>
                  <a:lnTo>
                    <a:pt x="3481858" y="1668810"/>
                  </a:lnTo>
                  <a:lnTo>
                    <a:pt x="3481190" y="1668810"/>
                  </a:lnTo>
                  <a:lnTo>
                    <a:pt x="3480522" y="1668810"/>
                  </a:lnTo>
                  <a:lnTo>
                    <a:pt x="3479853" y="1668810"/>
                  </a:lnTo>
                  <a:lnTo>
                    <a:pt x="3479185" y="1668810"/>
                  </a:lnTo>
                  <a:lnTo>
                    <a:pt x="3478517" y="1668810"/>
                  </a:lnTo>
                  <a:lnTo>
                    <a:pt x="3477849" y="1668810"/>
                  </a:lnTo>
                  <a:lnTo>
                    <a:pt x="3477181" y="1668810"/>
                  </a:lnTo>
                  <a:lnTo>
                    <a:pt x="3476513" y="1668810"/>
                  </a:lnTo>
                  <a:lnTo>
                    <a:pt x="3475845" y="1668810"/>
                  </a:lnTo>
                  <a:lnTo>
                    <a:pt x="3475177" y="1668810"/>
                  </a:lnTo>
                  <a:lnTo>
                    <a:pt x="3474509" y="1668810"/>
                  </a:lnTo>
                  <a:lnTo>
                    <a:pt x="3473841" y="1668810"/>
                  </a:lnTo>
                  <a:lnTo>
                    <a:pt x="3473173" y="1668810"/>
                  </a:lnTo>
                  <a:lnTo>
                    <a:pt x="3472505" y="1668810"/>
                  </a:lnTo>
                  <a:lnTo>
                    <a:pt x="3471837" y="1668810"/>
                  </a:lnTo>
                  <a:lnTo>
                    <a:pt x="3471169" y="1668810"/>
                  </a:lnTo>
                  <a:lnTo>
                    <a:pt x="3470501" y="1668810"/>
                  </a:lnTo>
                  <a:lnTo>
                    <a:pt x="3469833" y="1668810"/>
                  </a:lnTo>
                  <a:lnTo>
                    <a:pt x="3469165" y="1668810"/>
                  </a:lnTo>
                  <a:lnTo>
                    <a:pt x="3468497" y="1668810"/>
                  </a:lnTo>
                  <a:lnTo>
                    <a:pt x="3467829" y="1668810"/>
                  </a:lnTo>
                  <a:lnTo>
                    <a:pt x="3467161" y="1668810"/>
                  </a:lnTo>
                  <a:lnTo>
                    <a:pt x="3466493" y="1668810"/>
                  </a:lnTo>
                  <a:lnTo>
                    <a:pt x="3465825" y="1668810"/>
                  </a:lnTo>
                  <a:lnTo>
                    <a:pt x="3465157" y="1668810"/>
                  </a:lnTo>
                  <a:lnTo>
                    <a:pt x="3464489" y="1668810"/>
                  </a:lnTo>
                  <a:lnTo>
                    <a:pt x="3463821" y="1668810"/>
                  </a:lnTo>
                  <a:lnTo>
                    <a:pt x="3463153" y="1668810"/>
                  </a:lnTo>
                  <a:lnTo>
                    <a:pt x="3462485" y="1668810"/>
                  </a:lnTo>
                  <a:lnTo>
                    <a:pt x="3461817" y="1668810"/>
                  </a:lnTo>
                  <a:lnTo>
                    <a:pt x="3461149" y="1668810"/>
                  </a:lnTo>
                  <a:lnTo>
                    <a:pt x="3460481" y="1668810"/>
                  </a:lnTo>
                  <a:lnTo>
                    <a:pt x="3459813" y="1668810"/>
                  </a:lnTo>
                  <a:lnTo>
                    <a:pt x="3459145" y="1668810"/>
                  </a:lnTo>
                  <a:lnTo>
                    <a:pt x="3458477" y="1668810"/>
                  </a:lnTo>
                  <a:lnTo>
                    <a:pt x="3457809" y="1668810"/>
                  </a:lnTo>
                  <a:lnTo>
                    <a:pt x="3457141" y="1668810"/>
                  </a:lnTo>
                  <a:lnTo>
                    <a:pt x="3456473" y="1668810"/>
                  </a:lnTo>
                  <a:lnTo>
                    <a:pt x="3455805" y="1668810"/>
                  </a:lnTo>
                  <a:lnTo>
                    <a:pt x="3455136" y="1668810"/>
                  </a:lnTo>
                  <a:lnTo>
                    <a:pt x="3454468" y="1668810"/>
                  </a:lnTo>
                  <a:lnTo>
                    <a:pt x="3453800" y="1668810"/>
                  </a:lnTo>
                  <a:lnTo>
                    <a:pt x="3453132" y="1668810"/>
                  </a:lnTo>
                  <a:lnTo>
                    <a:pt x="3452464" y="1668810"/>
                  </a:lnTo>
                  <a:lnTo>
                    <a:pt x="3451796" y="1668810"/>
                  </a:lnTo>
                  <a:lnTo>
                    <a:pt x="3451128" y="1668810"/>
                  </a:lnTo>
                  <a:lnTo>
                    <a:pt x="3450460" y="1668810"/>
                  </a:lnTo>
                  <a:lnTo>
                    <a:pt x="3449792" y="1668810"/>
                  </a:lnTo>
                  <a:lnTo>
                    <a:pt x="3449124" y="1668810"/>
                  </a:lnTo>
                  <a:lnTo>
                    <a:pt x="3448456" y="1668810"/>
                  </a:lnTo>
                  <a:lnTo>
                    <a:pt x="3447788" y="1668810"/>
                  </a:lnTo>
                  <a:lnTo>
                    <a:pt x="3447120" y="1668810"/>
                  </a:lnTo>
                  <a:lnTo>
                    <a:pt x="3446452" y="1668810"/>
                  </a:lnTo>
                  <a:lnTo>
                    <a:pt x="3445784" y="1668810"/>
                  </a:lnTo>
                  <a:lnTo>
                    <a:pt x="3445116" y="1668810"/>
                  </a:lnTo>
                  <a:lnTo>
                    <a:pt x="3444448" y="1668810"/>
                  </a:lnTo>
                  <a:lnTo>
                    <a:pt x="3443780" y="1668810"/>
                  </a:lnTo>
                  <a:lnTo>
                    <a:pt x="3443112" y="1668810"/>
                  </a:lnTo>
                  <a:lnTo>
                    <a:pt x="3442444" y="1668810"/>
                  </a:lnTo>
                  <a:lnTo>
                    <a:pt x="3441776" y="1668810"/>
                  </a:lnTo>
                  <a:lnTo>
                    <a:pt x="3441108" y="1668810"/>
                  </a:lnTo>
                  <a:lnTo>
                    <a:pt x="3440440" y="1668810"/>
                  </a:lnTo>
                  <a:lnTo>
                    <a:pt x="3439772" y="1668810"/>
                  </a:lnTo>
                  <a:lnTo>
                    <a:pt x="3439104" y="1668810"/>
                  </a:lnTo>
                  <a:lnTo>
                    <a:pt x="3438436" y="1668810"/>
                  </a:lnTo>
                  <a:lnTo>
                    <a:pt x="3437768" y="1668810"/>
                  </a:lnTo>
                  <a:lnTo>
                    <a:pt x="3437100" y="1668810"/>
                  </a:lnTo>
                  <a:lnTo>
                    <a:pt x="3436432" y="1668810"/>
                  </a:lnTo>
                  <a:lnTo>
                    <a:pt x="3435764" y="1668810"/>
                  </a:lnTo>
                  <a:lnTo>
                    <a:pt x="3435096" y="1668810"/>
                  </a:lnTo>
                  <a:lnTo>
                    <a:pt x="3434428" y="1668810"/>
                  </a:lnTo>
                  <a:lnTo>
                    <a:pt x="3433760" y="1668810"/>
                  </a:lnTo>
                  <a:lnTo>
                    <a:pt x="3433092" y="1668810"/>
                  </a:lnTo>
                  <a:lnTo>
                    <a:pt x="3432424" y="1668810"/>
                  </a:lnTo>
                  <a:lnTo>
                    <a:pt x="3431756" y="1668810"/>
                  </a:lnTo>
                  <a:lnTo>
                    <a:pt x="3431087" y="1668810"/>
                  </a:lnTo>
                  <a:lnTo>
                    <a:pt x="3430419" y="1668810"/>
                  </a:lnTo>
                  <a:lnTo>
                    <a:pt x="3429751" y="1668810"/>
                  </a:lnTo>
                  <a:lnTo>
                    <a:pt x="3429083" y="1668810"/>
                  </a:lnTo>
                  <a:lnTo>
                    <a:pt x="3428415" y="1668810"/>
                  </a:lnTo>
                  <a:lnTo>
                    <a:pt x="3427747" y="1668810"/>
                  </a:lnTo>
                  <a:lnTo>
                    <a:pt x="3427079" y="1668810"/>
                  </a:lnTo>
                  <a:lnTo>
                    <a:pt x="3426411" y="1668810"/>
                  </a:lnTo>
                  <a:lnTo>
                    <a:pt x="3425743" y="1668810"/>
                  </a:lnTo>
                  <a:lnTo>
                    <a:pt x="3425075" y="1668810"/>
                  </a:lnTo>
                  <a:lnTo>
                    <a:pt x="3424407" y="1668810"/>
                  </a:lnTo>
                  <a:lnTo>
                    <a:pt x="3423739" y="1668810"/>
                  </a:lnTo>
                  <a:lnTo>
                    <a:pt x="3423071" y="1668810"/>
                  </a:lnTo>
                  <a:lnTo>
                    <a:pt x="3422403" y="1668810"/>
                  </a:lnTo>
                  <a:lnTo>
                    <a:pt x="3421735" y="1668810"/>
                  </a:lnTo>
                  <a:lnTo>
                    <a:pt x="3421067" y="1668810"/>
                  </a:lnTo>
                  <a:lnTo>
                    <a:pt x="3420399" y="1668810"/>
                  </a:lnTo>
                  <a:lnTo>
                    <a:pt x="3419731" y="1668810"/>
                  </a:lnTo>
                  <a:lnTo>
                    <a:pt x="3419063" y="1668810"/>
                  </a:lnTo>
                  <a:lnTo>
                    <a:pt x="3418395" y="1668810"/>
                  </a:lnTo>
                  <a:lnTo>
                    <a:pt x="3417727" y="1668810"/>
                  </a:lnTo>
                  <a:lnTo>
                    <a:pt x="3417059" y="1668810"/>
                  </a:lnTo>
                  <a:lnTo>
                    <a:pt x="3416391" y="1668810"/>
                  </a:lnTo>
                  <a:lnTo>
                    <a:pt x="3415723" y="1668810"/>
                  </a:lnTo>
                  <a:lnTo>
                    <a:pt x="3415055" y="1668810"/>
                  </a:lnTo>
                  <a:lnTo>
                    <a:pt x="3414387" y="1668810"/>
                  </a:lnTo>
                  <a:lnTo>
                    <a:pt x="3413719" y="1668810"/>
                  </a:lnTo>
                  <a:lnTo>
                    <a:pt x="3413051" y="1668810"/>
                  </a:lnTo>
                  <a:lnTo>
                    <a:pt x="3412383" y="1668810"/>
                  </a:lnTo>
                  <a:lnTo>
                    <a:pt x="3411715" y="1668810"/>
                  </a:lnTo>
                  <a:lnTo>
                    <a:pt x="3411047" y="1668810"/>
                  </a:lnTo>
                  <a:lnTo>
                    <a:pt x="3410379" y="1668810"/>
                  </a:lnTo>
                  <a:lnTo>
                    <a:pt x="3409711" y="1668810"/>
                  </a:lnTo>
                  <a:lnTo>
                    <a:pt x="3409043" y="1668810"/>
                  </a:lnTo>
                  <a:lnTo>
                    <a:pt x="3408375" y="1668810"/>
                  </a:lnTo>
                  <a:lnTo>
                    <a:pt x="3407707" y="1668810"/>
                  </a:lnTo>
                  <a:lnTo>
                    <a:pt x="3407039" y="1668810"/>
                  </a:lnTo>
                  <a:lnTo>
                    <a:pt x="3406370" y="1668810"/>
                  </a:lnTo>
                  <a:lnTo>
                    <a:pt x="3405702" y="1668810"/>
                  </a:lnTo>
                  <a:lnTo>
                    <a:pt x="3405034" y="1668810"/>
                  </a:lnTo>
                  <a:lnTo>
                    <a:pt x="3404366" y="1668810"/>
                  </a:lnTo>
                  <a:lnTo>
                    <a:pt x="3403698" y="1668810"/>
                  </a:lnTo>
                  <a:lnTo>
                    <a:pt x="3403030" y="1668810"/>
                  </a:lnTo>
                  <a:lnTo>
                    <a:pt x="3402362" y="1668810"/>
                  </a:lnTo>
                  <a:lnTo>
                    <a:pt x="3401694" y="1668810"/>
                  </a:lnTo>
                  <a:lnTo>
                    <a:pt x="3401026" y="1668810"/>
                  </a:lnTo>
                  <a:lnTo>
                    <a:pt x="3400358" y="1668810"/>
                  </a:lnTo>
                  <a:lnTo>
                    <a:pt x="3399690" y="1668810"/>
                  </a:lnTo>
                  <a:lnTo>
                    <a:pt x="3399022" y="1668810"/>
                  </a:lnTo>
                  <a:lnTo>
                    <a:pt x="3398354" y="1668810"/>
                  </a:lnTo>
                  <a:lnTo>
                    <a:pt x="3397686" y="1668810"/>
                  </a:lnTo>
                  <a:lnTo>
                    <a:pt x="3397018" y="1668810"/>
                  </a:lnTo>
                  <a:lnTo>
                    <a:pt x="3396350" y="1668810"/>
                  </a:lnTo>
                  <a:lnTo>
                    <a:pt x="3395682" y="1668810"/>
                  </a:lnTo>
                  <a:lnTo>
                    <a:pt x="3395014" y="1668810"/>
                  </a:lnTo>
                  <a:lnTo>
                    <a:pt x="3394346" y="1668810"/>
                  </a:lnTo>
                  <a:lnTo>
                    <a:pt x="3393678" y="1668810"/>
                  </a:lnTo>
                  <a:lnTo>
                    <a:pt x="3393010" y="1668810"/>
                  </a:lnTo>
                  <a:lnTo>
                    <a:pt x="3392342" y="1668810"/>
                  </a:lnTo>
                  <a:lnTo>
                    <a:pt x="3391674" y="1668810"/>
                  </a:lnTo>
                  <a:lnTo>
                    <a:pt x="3391006" y="1668810"/>
                  </a:lnTo>
                  <a:lnTo>
                    <a:pt x="3390338" y="1668810"/>
                  </a:lnTo>
                  <a:lnTo>
                    <a:pt x="3389670" y="1668810"/>
                  </a:lnTo>
                  <a:lnTo>
                    <a:pt x="3389002" y="1668810"/>
                  </a:lnTo>
                  <a:lnTo>
                    <a:pt x="3388334" y="1668810"/>
                  </a:lnTo>
                  <a:lnTo>
                    <a:pt x="3387666" y="1668810"/>
                  </a:lnTo>
                  <a:lnTo>
                    <a:pt x="3386998" y="1668810"/>
                  </a:lnTo>
                  <a:lnTo>
                    <a:pt x="3386330" y="1668810"/>
                  </a:lnTo>
                  <a:lnTo>
                    <a:pt x="3385662" y="1668810"/>
                  </a:lnTo>
                  <a:lnTo>
                    <a:pt x="3384994" y="1668810"/>
                  </a:lnTo>
                  <a:lnTo>
                    <a:pt x="3384326" y="1668810"/>
                  </a:lnTo>
                  <a:lnTo>
                    <a:pt x="3383658" y="1668810"/>
                  </a:lnTo>
                  <a:lnTo>
                    <a:pt x="3382990" y="1668810"/>
                  </a:lnTo>
                  <a:lnTo>
                    <a:pt x="3382322" y="1668810"/>
                  </a:lnTo>
                  <a:lnTo>
                    <a:pt x="3381653" y="1668810"/>
                  </a:lnTo>
                  <a:lnTo>
                    <a:pt x="3380985" y="1668810"/>
                  </a:lnTo>
                  <a:lnTo>
                    <a:pt x="3380317" y="1668810"/>
                  </a:lnTo>
                  <a:lnTo>
                    <a:pt x="3379649" y="1668810"/>
                  </a:lnTo>
                  <a:lnTo>
                    <a:pt x="3378981" y="1668810"/>
                  </a:lnTo>
                  <a:lnTo>
                    <a:pt x="3378313" y="1668810"/>
                  </a:lnTo>
                  <a:lnTo>
                    <a:pt x="3377645" y="1668810"/>
                  </a:lnTo>
                  <a:lnTo>
                    <a:pt x="3376977" y="1668810"/>
                  </a:lnTo>
                  <a:lnTo>
                    <a:pt x="3376309" y="1668810"/>
                  </a:lnTo>
                  <a:lnTo>
                    <a:pt x="3375641" y="1668810"/>
                  </a:lnTo>
                  <a:lnTo>
                    <a:pt x="3374973" y="1668810"/>
                  </a:lnTo>
                  <a:lnTo>
                    <a:pt x="3374305" y="1668810"/>
                  </a:lnTo>
                  <a:lnTo>
                    <a:pt x="3373637" y="1668810"/>
                  </a:lnTo>
                  <a:lnTo>
                    <a:pt x="3372969" y="1668810"/>
                  </a:lnTo>
                  <a:lnTo>
                    <a:pt x="3372301" y="1668810"/>
                  </a:lnTo>
                  <a:lnTo>
                    <a:pt x="3371633" y="1668810"/>
                  </a:lnTo>
                  <a:lnTo>
                    <a:pt x="3370965" y="1668810"/>
                  </a:lnTo>
                  <a:lnTo>
                    <a:pt x="3370297" y="1668810"/>
                  </a:lnTo>
                  <a:lnTo>
                    <a:pt x="3369629" y="1668810"/>
                  </a:lnTo>
                  <a:lnTo>
                    <a:pt x="3368961" y="1668810"/>
                  </a:lnTo>
                  <a:lnTo>
                    <a:pt x="3368293" y="1668810"/>
                  </a:lnTo>
                  <a:lnTo>
                    <a:pt x="3367625" y="1668810"/>
                  </a:lnTo>
                  <a:lnTo>
                    <a:pt x="3366957" y="1668810"/>
                  </a:lnTo>
                  <a:lnTo>
                    <a:pt x="3366289" y="1668810"/>
                  </a:lnTo>
                  <a:lnTo>
                    <a:pt x="3365621" y="1668810"/>
                  </a:lnTo>
                  <a:lnTo>
                    <a:pt x="3364953" y="1668810"/>
                  </a:lnTo>
                  <a:lnTo>
                    <a:pt x="3364285" y="1668810"/>
                  </a:lnTo>
                  <a:lnTo>
                    <a:pt x="3363617" y="1668810"/>
                  </a:lnTo>
                  <a:lnTo>
                    <a:pt x="3362949" y="1668810"/>
                  </a:lnTo>
                  <a:lnTo>
                    <a:pt x="3362281" y="1668810"/>
                  </a:lnTo>
                  <a:lnTo>
                    <a:pt x="3361613" y="1668810"/>
                  </a:lnTo>
                  <a:lnTo>
                    <a:pt x="3360945" y="1668810"/>
                  </a:lnTo>
                  <a:lnTo>
                    <a:pt x="3360277" y="1668810"/>
                  </a:lnTo>
                  <a:lnTo>
                    <a:pt x="3359609" y="1668810"/>
                  </a:lnTo>
                  <a:lnTo>
                    <a:pt x="3358941" y="1668810"/>
                  </a:lnTo>
                  <a:lnTo>
                    <a:pt x="3358273" y="1668810"/>
                  </a:lnTo>
                  <a:lnTo>
                    <a:pt x="3357605" y="1668810"/>
                  </a:lnTo>
                  <a:lnTo>
                    <a:pt x="3356936" y="1668810"/>
                  </a:lnTo>
                  <a:lnTo>
                    <a:pt x="3356268" y="1668810"/>
                  </a:lnTo>
                  <a:lnTo>
                    <a:pt x="3355600" y="1668810"/>
                  </a:lnTo>
                  <a:lnTo>
                    <a:pt x="3354932" y="1668810"/>
                  </a:lnTo>
                  <a:lnTo>
                    <a:pt x="3354264" y="1668810"/>
                  </a:lnTo>
                  <a:lnTo>
                    <a:pt x="3353596" y="1668810"/>
                  </a:lnTo>
                  <a:lnTo>
                    <a:pt x="3352928" y="1668810"/>
                  </a:lnTo>
                  <a:lnTo>
                    <a:pt x="3352260" y="1668810"/>
                  </a:lnTo>
                  <a:lnTo>
                    <a:pt x="3351592" y="1668810"/>
                  </a:lnTo>
                  <a:lnTo>
                    <a:pt x="3350924" y="1668810"/>
                  </a:lnTo>
                  <a:lnTo>
                    <a:pt x="3350256" y="1668810"/>
                  </a:lnTo>
                  <a:lnTo>
                    <a:pt x="3349588" y="1668810"/>
                  </a:lnTo>
                  <a:lnTo>
                    <a:pt x="3348920" y="1668810"/>
                  </a:lnTo>
                  <a:lnTo>
                    <a:pt x="3348252" y="1668810"/>
                  </a:lnTo>
                  <a:lnTo>
                    <a:pt x="3347584" y="1668810"/>
                  </a:lnTo>
                  <a:lnTo>
                    <a:pt x="3346916" y="1668810"/>
                  </a:lnTo>
                  <a:lnTo>
                    <a:pt x="3346248" y="1668810"/>
                  </a:lnTo>
                  <a:lnTo>
                    <a:pt x="3345580" y="1668810"/>
                  </a:lnTo>
                  <a:lnTo>
                    <a:pt x="3344912" y="1668810"/>
                  </a:lnTo>
                  <a:lnTo>
                    <a:pt x="3344244" y="1668810"/>
                  </a:lnTo>
                  <a:lnTo>
                    <a:pt x="3343576" y="1668810"/>
                  </a:lnTo>
                  <a:lnTo>
                    <a:pt x="3342908" y="1668810"/>
                  </a:lnTo>
                  <a:lnTo>
                    <a:pt x="3342240" y="1668810"/>
                  </a:lnTo>
                  <a:lnTo>
                    <a:pt x="3341572" y="1668810"/>
                  </a:lnTo>
                  <a:lnTo>
                    <a:pt x="3340904" y="1668810"/>
                  </a:lnTo>
                  <a:lnTo>
                    <a:pt x="3340236" y="1668810"/>
                  </a:lnTo>
                  <a:lnTo>
                    <a:pt x="3339568" y="1668810"/>
                  </a:lnTo>
                  <a:lnTo>
                    <a:pt x="3338900" y="1668810"/>
                  </a:lnTo>
                  <a:lnTo>
                    <a:pt x="3338232" y="1668810"/>
                  </a:lnTo>
                  <a:lnTo>
                    <a:pt x="3337564" y="1668810"/>
                  </a:lnTo>
                  <a:lnTo>
                    <a:pt x="3336896" y="1668810"/>
                  </a:lnTo>
                  <a:lnTo>
                    <a:pt x="3336228" y="1668810"/>
                  </a:lnTo>
                  <a:lnTo>
                    <a:pt x="3335560" y="1668810"/>
                  </a:lnTo>
                  <a:lnTo>
                    <a:pt x="3334892" y="1668810"/>
                  </a:lnTo>
                  <a:lnTo>
                    <a:pt x="3334224" y="1668810"/>
                  </a:lnTo>
                  <a:lnTo>
                    <a:pt x="3333556" y="1668810"/>
                  </a:lnTo>
                  <a:lnTo>
                    <a:pt x="3332887" y="1668810"/>
                  </a:lnTo>
                  <a:lnTo>
                    <a:pt x="3332219" y="1668810"/>
                  </a:lnTo>
                  <a:lnTo>
                    <a:pt x="3331551" y="1668810"/>
                  </a:lnTo>
                  <a:lnTo>
                    <a:pt x="3330883" y="1668810"/>
                  </a:lnTo>
                  <a:lnTo>
                    <a:pt x="3330215" y="1668810"/>
                  </a:lnTo>
                  <a:lnTo>
                    <a:pt x="3329547" y="1668810"/>
                  </a:lnTo>
                  <a:lnTo>
                    <a:pt x="3328879" y="1668810"/>
                  </a:lnTo>
                  <a:lnTo>
                    <a:pt x="3328211" y="1668810"/>
                  </a:lnTo>
                  <a:lnTo>
                    <a:pt x="3327543" y="1668810"/>
                  </a:lnTo>
                  <a:lnTo>
                    <a:pt x="3326875" y="1668810"/>
                  </a:lnTo>
                  <a:lnTo>
                    <a:pt x="3326207" y="1668810"/>
                  </a:lnTo>
                  <a:lnTo>
                    <a:pt x="3325539" y="1668810"/>
                  </a:lnTo>
                  <a:lnTo>
                    <a:pt x="3324871" y="1668810"/>
                  </a:lnTo>
                  <a:lnTo>
                    <a:pt x="3324203" y="1668810"/>
                  </a:lnTo>
                  <a:lnTo>
                    <a:pt x="3323535" y="1668810"/>
                  </a:lnTo>
                  <a:lnTo>
                    <a:pt x="3322867" y="1668810"/>
                  </a:lnTo>
                  <a:lnTo>
                    <a:pt x="3322199" y="1668810"/>
                  </a:lnTo>
                  <a:lnTo>
                    <a:pt x="3321531" y="1668810"/>
                  </a:lnTo>
                  <a:lnTo>
                    <a:pt x="3320863" y="1668810"/>
                  </a:lnTo>
                  <a:lnTo>
                    <a:pt x="3320195" y="1668810"/>
                  </a:lnTo>
                  <a:lnTo>
                    <a:pt x="3319527" y="1668810"/>
                  </a:lnTo>
                  <a:lnTo>
                    <a:pt x="3318859" y="1668810"/>
                  </a:lnTo>
                  <a:lnTo>
                    <a:pt x="3318191" y="1668810"/>
                  </a:lnTo>
                  <a:lnTo>
                    <a:pt x="3317523" y="1668810"/>
                  </a:lnTo>
                  <a:lnTo>
                    <a:pt x="3316855" y="1668810"/>
                  </a:lnTo>
                  <a:lnTo>
                    <a:pt x="3316187" y="1668810"/>
                  </a:lnTo>
                  <a:lnTo>
                    <a:pt x="3315519" y="1668810"/>
                  </a:lnTo>
                  <a:lnTo>
                    <a:pt x="3314851" y="1668810"/>
                  </a:lnTo>
                  <a:lnTo>
                    <a:pt x="3314183" y="1668810"/>
                  </a:lnTo>
                  <a:lnTo>
                    <a:pt x="3313515" y="1668810"/>
                  </a:lnTo>
                  <a:lnTo>
                    <a:pt x="3312847" y="1668810"/>
                  </a:lnTo>
                  <a:lnTo>
                    <a:pt x="3312179" y="1668810"/>
                  </a:lnTo>
                  <a:lnTo>
                    <a:pt x="3311511" y="1668810"/>
                  </a:lnTo>
                  <a:lnTo>
                    <a:pt x="3310843" y="1668810"/>
                  </a:lnTo>
                  <a:lnTo>
                    <a:pt x="3310175" y="1668810"/>
                  </a:lnTo>
                  <a:lnTo>
                    <a:pt x="3309507" y="1668810"/>
                  </a:lnTo>
                  <a:lnTo>
                    <a:pt x="3308839" y="1668810"/>
                  </a:lnTo>
                  <a:lnTo>
                    <a:pt x="3308170" y="1668810"/>
                  </a:lnTo>
                  <a:lnTo>
                    <a:pt x="3307502" y="1668810"/>
                  </a:lnTo>
                  <a:lnTo>
                    <a:pt x="3306834" y="1668810"/>
                  </a:lnTo>
                  <a:lnTo>
                    <a:pt x="3306166" y="1668810"/>
                  </a:lnTo>
                  <a:lnTo>
                    <a:pt x="3305498" y="1668810"/>
                  </a:lnTo>
                  <a:lnTo>
                    <a:pt x="3304830" y="1668810"/>
                  </a:lnTo>
                  <a:lnTo>
                    <a:pt x="3304162" y="1668810"/>
                  </a:lnTo>
                  <a:lnTo>
                    <a:pt x="3303494" y="1668810"/>
                  </a:lnTo>
                  <a:lnTo>
                    <a:pt x="3302826" y="1668810"/>
                  </a:lnTo>
                  <a:lnTo>
                    <a:pt x="3302158" y="1668810"/>
                  </a:lnTo>
                  <a:lnTo>
                    <a:pt x="3301490" y="1668810"/>
                  </a:lnTo>
                  <a:lnTo>
                    <a:pt x="3300822" y="1668810"/>
                  </a:lnTo>
                  <a:lnTo>
                    <a:pt x="3300154" y="1668810"/>
                  </a:lnTo>
                  <a:lnTo>
                    <a:pt x="3299486" y="1668810"/>
                  </a:lnTo>
                  <a:lnTo>
                    <a:pt x="3298818" y="1668810"/>
                  </a:lnTo>
                  <a:lnTo>
                    <a:pt x="3298150" y="1668810"/>
                  </a:lnTo>
                  <a:lnTo>
                    <a:pt x="3297482" y="1668810"/>
                  </a:lnTo>
                  <a:lnTo>
                    <a:pt x="3296814" y="1668810"/>
                  </a:lnTo>
                  <a:lnTo>
                    <a:pt x="3296146" y="1668810"/>
                  </a:lnTo>
                  <a:lnTo>
                    <a:pt x="3295478" y="1668810"/>
                  </a:lnTo>
                  <a:lnTo>
                    <a:pt x="3294810" y="1668810"/>
                  </a:lnTo>
                  <a:lnTo>
                    <a:pt x="3294142" y="1668810"/>
                  </a:lnTo>
                  <a:lnTo>
                    <a:pt x="3293474" y="1668810"/>
                  </a:lnTo>
                  <a:lnTo>
                    <a:pt x="3292806" y="1668810"/>
                  </a:lnTo>
                  <a:lnTo>
                    <a:pt x="3292138" y="1668810"/>
                  </a:lnTo>
                  <a:lnTo>
                    <a:pt x="3291470" y="1668810"/>
                  </a:lnTo>
                  <a:lnTo>
                    <a:pt x="3290802" y="1668810"/>
                  </a:lnTo>
                  <a:lnTo>
                    <a:pt x="3290134" y="1668810"/>
                  </a:lnTo>
                  <a:lnTo>
                    <a:pt x="3289466" y="1668810"/>
                  </a:lnTo>
                  <a:lnTo>
                    <a:pt x="3288798" y="1668810"/>
                  </a:lnTo>
                  <a:lnTo>
                    <a:pt x="3288130" y="1668810"/>
                  </a:lnTo>
                  <a:lnTo>
                    <a:pt x="3287462" y="1668810"/>
                  </a:lnTo>
                  <a:lnTo>
                    <a:pt x="3286794" y="1668810"/>
                  </a:lnTo>
                  <a:lnTo>
                    <a:pt x="3286126" y="1668810"/>
                  </a:lnTo>
                  <a:lnTo>
                    <a:pt x="3285458" y="1668810"/>
                  </a:lnTo>
                  <a:lnTo>
                    <a:pt x="3284790" y="1668810"/>
                  </a:lnTo>
                  <a:lnTo>
                    <a:pt x="3284122" y="1668810"/>
                  </a:lnTo>
                  <a:lnTo>
                    <a:pt x="3283453" y="1668810"/>
                  </a:lnTo>
                  <a:lnTo>
                    <a:pt x="3282785" y="1668810"/>
                  </a:lnTo>
                  <a:lnTo>
                    <a:pt x="3282117" y="1668810"/>
                  </a:lnTo>
                  <a:lnTo>
                    <a:pt x="3281449" y="1668810"/>
                  </a:lnTo>
                  <a:lnTo>
                    <a:pt x="3280781" y="1668810"/>
                  </a:lnTo>
                  <a:lnTo>
                    <a:pt x="3280113" y="1668810"/>
                  </a:lnTo>
                  <a:lnTo>
                    <a:pt x="3279445" y="1668810"/>
                  </a:lnTo>
                  <a:lnTo>
                    <a:pt x="3278777" y="1668810"/>
                  </a:lnTo>
                  <a:lnTo>
                    <a:pt x="3278109" y="1668810"/>
                  </a:lnTo>
                  <a:lnTo>
                    <a:pt x="3277441" y="1668810"/>
                  </a:lnTo>
                  <a:lnTo>
                    <a:pt x="3276773" y="1668810"/>
                  </a:lnTo>
                  <a:lnTo>
                    <a:pt x="3276105" y="1668810"/>
                  </a:lnTo>
                  <a:lnTo>
                    <a:pt x="3275437" y="1668810"/>
                  </a:lnTo>
                  <a:lnTo>
                    <a:pt x="3274769" y="1668810"/>
                  </a:lnTo>
                  <a:lnTo>
                    <a:pt x="3274101" y="1668810"/>
                  </a:lnTo>
                  <a:lnTo>
                    <a:pt x="3273433" y="1668810"/>
                  </a:lnTo>
                  <a:lnTo>
                    <a:pt x="3272765" y="1668810"/>
                  </a:lnTo>
                  <a:lnTo>
                    <a:pt x="3272097" y="1668810"/>
                  </a:lnTo>
                  <a:lnTo>
                    <a:pt x="3271429" y="1668810"/>
                  </a:lnTo>
                  <a:lnTo>
                    <a:pt x="3270761" y="1668810"/>
                  </a:lnTo>
                  <a:lnTo>
                    <a:pt x="3270093" y="1668810"/>
                  </a:lnTo>
                  <a:lnTo>
                    <a:pt x="3269425" y="1668810"/>
                  </a:lnTo>
                  <a:lnTo>
                    <a:pt x="3268757" y="1668810"/>
                  </a:lnTo>
                  <a:lnTo>
                    <a:pt x="3268089" y="1668810"/>
                  </a:lnTo>
                  <a:lnTo>
                    <a:pt x="3267421" y="1668810"/>
                  </a:lnTo>
                  <a:lnTo>
                    <a:pt x="3266753" y="1668810"/>
                  </a:lnTo>
                  <a:lnTo>
                    <a:pt x="3266085" y="1668810"/>
                  </a:lnTo>
                  <a:lnTo>
                    <a:pt x="3265417" y="1668810"/>
                  </a:lnTo>
                  <a:lnTo>
                    <a:pt x="3264749" y="1668810"/>
                  </a:lnTo>
                  <a:lnTo>
                    <a:pt x="3264081" y="1668810"/>
                  </a:lnTo>
                  <a:lnTo>
                    <a:pt x="3263413" y="1668810"/>
                  </a:lnTo>
                  <a:lnTo>
                    <a:pt x="3262745" y="1668810"/>
                  </a:lnTo>
                  <a:lnTo>
                    <a:pt x="3262077" y="1668810"/>
                  </a:lnTo>
                  <a:lnTo>
                    <a:pt x="3261409" y="1668810"/>
                  </a:lnTo>
                  <a:lnTo>
                    <a:pt x="3260741" y="1668810"/>
                  </a:lnTo>
                  <a:lnTo>
                    <a:pt x="3260073" y="1668810"/>
                  </a:lnTo>
                  <a:lnTo>
                    <a:pt x="3259405" y="1668810"/>
                  </a:lnTo>
                  <a:lnTo>
                    <a:pt x="3258736" y="1668810"/>
                  </a:lnTo>
                  <a:lnTo>
                    <a:pt x="3258068" y="1668810"/>
                  </a:lnTo>
                  <a:lnTo>
                    <a:pt x="3257400" y="1668810"/>
                  </a:lnTo>
                  <a:lnTo>
                    <a:pt x="3256732" y="1668810"/>
                  </a:lnTo>
                  <a:lnTo>
                    <a:pt x="3256064" y="1668810"/>
                  </a:lnTo>
                  <a:lnTo>
                    <a:pt x="3255396" y="1668810"/>
                  </a:lnTo>
                  <a:lnTo>
                    <a:pt x="3254728" y="1668810"/>
                  </a:lnTo>
                  <a:lnTo>
                    <a:pt x="3254060" y="1668810"/>
                  </a:lnTo>
                  <a:lnTo>
                    <a:pt x="3253392" y="1668810"/>
                  </a:lnTo>
                  <a:lnTo>
                    <a:pt x="3252724" y="1668810"/>
                  </a:lnTo>
                  <a:lnTo>
                    <a:pt x="3252056" y="1668810"/>
                  </a:lnTo>
                  <a:lnTo>
                    <a:pt x="3251388" y="1668810"/>
                  </a:lnTo>
                  <a:lnTo>
                    <a:pt x="3250720" y="1668810"/>
                  </a:lnTo>
                  <a:lnTo>
                    <a:pt x="3250052" y="1668810"/>
                  </a:lnTo>
                  <a:lnTo>
                    <a:pt x="3249384" y="1668810"/>
                  </a:lnTo>
                  <a:lnTo>
                    <a:pt x="3248716" y="1668810"/>
                  </a:lnTo>
                  <a:lnTo>
                    <a:pt x="3248048" y="1668810"/>
                  </a:lnTo>
                  <a:lnTo>
                    <a:pt x="3247380" y="1668810"/>
                  </a:lnTo>
                  <a:lnTo>
                    <a:pt x="3246712" y="1668810"/>
                  </a:lnTo>
                  <a:lnTo>
                    <a:pt x="3246044" y="1668810"/>
                  </a:lnTo>
                  <a:lnTo>
                    <a:pt x="3245376" y="1668810"/>
                  </a:lnTo>
                  <a:lnTo>
                    <a:pt x="3244708" y="1668810"/>
                  </a:lnTo>
                  <a:lnTo>
                    <a:pt x="3244040" y="1668810"/>
                  </a:lnTo>
                  <a:lnTo>
                    <a:pt x="3243372" y="1668810"/>
                  </a:lnTo>
                  <a:lnTo>
                    <a:pt x="3242704" y="1668810"/>
                  </a:lnTo>
                  <a:lnTo>
                    <a:pt x="3242036" y="1668810"/>
                  </a:lnTo>
                  <a:lnTo>
                    <a:pt x="3241368" y="1668810"/>
                  </a:lnTo>
                  <a:lnTo>
                    <a:pt x="3240700" y="1668810"/>
                  </a:lnTo>
                  <a:lnTo>
                    <a:pt x="3240032" y="1668810"/>
                  </a:lnTo>
                  <a:lnTo>
                    <a:pt x="3239364" y="1668810"/>
                  </a:lnTo>
                  <a:lnTo>
                    <a:pt x="3238696" y="1668810"/>
                  </a:lnTo>
                  <a:lnTo>
                    <a:pt x="3238028" y="1668810"/>
                  </a:lnTo>
                  <a:lnTo>
                    <a:pt x="3237360" y="1668810"/>
                  </a:lnTo>
                  <a:lnTo>
                    <a:pt x="3236692" y="1668810"/>
                  </a:lnTo>
                  <a:lnTo>
                    <a:pt x="3236024" y="1668810"/>
                  </a:lnTo>
                  <a:lnTo>
                    <a:pt x="3235356" y="1668810"/>
                  </a:lnTo>
                  <a:lnTo>
                    <a:pt x="3234687" y="1668810"/>
                  </a:lnTo>
                  <a:lnTo>
                    <a:pt x="3234019" y="1668810"/>
                  </a:lnTo>
                  <a:lnTo>
                    <a:pt x="3233351" y="1668810"/>
                  </a:lnTo>
                  <a:lnTo>
                    <a:pt x="3232683" y="1668810"/>
                  </a:lnTo>
                  <a:lnTo>
                    <a:pt x="3232015" y="1668810"/>
                  </a:lnTo>
                  <a:lnTo>
                    <a:pt x="3231347" y="1668810"/>
                  </a:lnTo>
                  <a:lnTo>
                    <a:pt x="3230679" y="1668810"/>
                  </a:lnTo>
                  <a:lnTo>
                    <a:pt x="3230011" y="1668810"/>
                  </a:lnTo>
                  <a:lnTo>
                    <a:pt x="3229343" y="1668810"/>
                  </a:lnTo>
                  <a:lnTo>
                    <a:pt x="3228675" y="1668810"/>
                  </a:lnTo>
                  <a:lnTo>
                    <a:pt x="3228007" y="1668810"/>
                  </a:lnTo>
                  <a:lnTo>
                    <a:pt x="3227339" y="1668810"/>
                  </a:lnTo>
                  <a:lnTo>
                    <a:pt x="3226671" y="1668810"/>
                  </a:lnTo>
                  <a:lnTo>
                    <a:pt x="3226003" y="1668810"/>
                  </a:lnTo>
                  <a:lnTo>
                    <a:pt x="3225335" y="1668810"/>
                  </a:lnTo>
                  <a:lnTo>
                    <a:pt x="3224667" y="1668810"/>
                  </a:lnTo>
                  <a:lnTo>
                    <a:pt x="3223999" y="1668810"/>
                  </a:lnTo>
                  <a:lnTo>
                    <a:pt x="3223331" y="1668810"/>
                  </a:lnTo>
                  <a:lnTo>
                    <a:pt x="3222663" y="1668810"/>
                  </a:lnTo>
                  <a:lnTo>
                    <a:pt x="3221995" y="1668810"/>
                  </a:lnTo>
                  <a:lnTo>
                    <a:pt x="3221327" y="1668810"/>
                  </a:lnTo>
                  <a:lnTo>
                    <a:pt x="3220659" y="1668810"/>
                  </a:lnTo>
                  <a:lnTo>
                    <a:pt x="3219991" y="1668810"/>
                  </a:lnTo>
                  <a:lnTo>
                    <a:pt x="3219323" y="1668810"/>
                  </a:lnTo>
                  <a:lnTo>
                    <a:pt x="3218655" y="1668810"/>
                  </a:lnTo>
                  <a:lnTo>
                    <a:pt x="3217987" y="1668810"/>
                  </a:lnTo>
                  <a:lnTo>
                    <a:pt x="3217319" y="1668810"/>
                  </a:lnTo>
                  <a:lnTo>
                    <a:pt x="3216651" y="1668810"/>
                  </a:lnTo>
                  <a:lnTo>
                    <a:pt x="3215983" y="1668810"/>
                  </a:lnTo>
                  <a:lnTo>
                    <a:pt x="3215315" y="1668810"/>
                  </a:lnTo>
                  <a:lnTo>
                    <a:pt x="3214647" y="1668810"/>
                  </a:lnTo>
                  <a:lnTo>
                    <a:pt x="3213979" y="1668810"/>
                  </a:lnTo>
                  <a:lnTo>
                    <a:pt x="3213311" y="1668810"/>
                  </a:lnTo>
                  <a:lnTo>
                    <a:pt x="3212643" y="1668810"/>
                  </a:lnTo>
                  <a:lnTo>
                    <a:pt x="3211975" y="1668810"/>
                  </a:lnTo>
                  <a:lnTo>
                    <a:pt x="3211307" y="1668810"/>
                  </a:lnTo>
                  <a:lnTo>
                    <a:pt x="3210639" y="1668810"/>
                  </a:lnTo>
                  <a:lnTo>
                    <a:pt x="3209970" y="1668810"/>
                  </a:lnTo>
                  <a:lnTo>
                    <a:pt x="3209302" y="1668810"/>
                  </a:lnTo>
                  <a:lnTo>
                    <a:pt x="3208634" y="1668810"/>
                  </a:lnTo>
                  <a:lnTo>
                    <a:pt x="3207966" y="1668810"/>
                  </a:lnTo>
                  <a:lnTo>
                    <a:pt x="3207298" y="1668810"/>
                  </a:lnTo>
                  <a:lnTo>
                    <a:pt x="3206630" y="1668810"/>
                  </a:lnTo>
                  <a:lnTo>
                    <a:pt x="3205962" y="1668810"/>
                  </a:lnTo>
                  <a:lnTo>
                    <a:pt x="3205294" y="1668810"/>
                  </a:lnTo>
                  <a:lnTo>
                    <a:pt x="3204626" y="1668810"/>
                  </a:lnTo>
                  <a:lnTo>
                    <a:pt x="3203958" y="1668810"/>
                  </a:lnTo>
                  <a:lnTo>
                    <a:pt x="3203290" y="1668810"/>
                  </a:lnTo>
                  <a:lnTo>
                    <a:pt x="3202622" y="1668810"/>
                  </a:lnTo>
                  <a:lnTo>
                    <a:pt x="3201954" y="1668810"/>
                  </a:lnTo>
                  <a:lnTo>
                    <a:pt x="3201286" y="1668810"/>
                  </a:lnTo>
                  <a:lnTo>
                    <a:pt x="3200618" y="1668810"/>
                  </a:lnTo>
                  <a:lnTo>
                    <a:pt x="3199950" y="1668810"/>
                  </a:lnTo>
                  <a:lnTo>
                    <a:pt x="3199282" y="1668810"/>
                  </a:lnTo>
                  <a:lnTo>
                    <a:pt x="3198614" y="1668810"/>
                  </a:lnTo>
                  <a:lnTo>
                    <a:pt x="3197946" y="1668810"/>
                  </a:lnTo>
                  <a:lnTo>
                    <a:pt x="3197278" y="1668810"/>
                  </a:lnTo>
                  <a:lnTo>
                    <a:pt x="3196610" y="1668810"/>
                  </a:lnTo>
                  <a:lnTo>
                    <a:pt x="3195942" y="1668810"/>
                  </a:lnTo>
                  <a:lnTo>
                    <a:pt x="3195274" y="1668810"/>
                  </a:lnTo>
                  <a:lnTo>
                    <a:pt x="3194606" y="1668810"/>
                  </a:lnTo>
                  <a:lnTo>
                    <a:pt x="3193938" y="1668810"/>
                  </a:lnTo>
                  <a:lnTo>
                    <a:pt x="3193270" y="1668810"/>
                  </a:lnTo>
                  <a:lnTo>
                    <a:pt x="3192602" y="1668810"/>
                  </a:lnTo>
                  <a:lnTo>
                    <a:pt x="3191934" y="1668810"/>
                  </a:lnTo>
                  <a:lnTo>
                    <a:pt x="3191266" y="1668810"/>
                  </a:lnTo>
                  <a:lnTo>
                    <a:pt x="3190598" y="1668810"/>
                  </a:lnTo>
                  <a:lnTo>
                    <a:pt x="3189930" y="1668810"/>
                  </a:lnTo>
                  <a:lnTo>
                    <a:pt x="3189262" y="1668810"/>
                  </a:lnTo>
                  <a:lnTo>
                    <a:pt x="3188594" y="1668810"/>
                  </a:lnTo>
                  <a:lnTo>
                    <a:pt x="3187926" y="1668810"/>
                  </a:lnTo>
                  <a:lnTo>
                    <a:pt x="3187258" y="1668810"/>
                  </a:lnTo>
                  <a:lnTo>
                    <a:pt x="3186590" y="1668810"/>
                  </a:lnTo>
                  <a:lnTo>
                    <a:pt x="3185922" y="1668810"/>
                  </a:lnTo>
                  <a:lnTo>
                    <a:pt x="3185253" y="1668810"/>
                  </a:lnTo>
                  <a:lnTo>
                    <a:pt x="3184585" y="1668810"/>
                  </a:lnTo>
                  <a:lnTo>
                    <a:pt x="3183917" y="1668810"/>
                  </a:lnTo>
                  <a:lnTo>
                    <a:pt x="3183249" y="1668810"/>
                  </a:lnTo>
                  <a:lnTo>
                    <a:pt x="3182581" y="1668810"/>
                  </a:lnTo>
                  <a:lnTo>
                    <a:pt x="3181913" y="1668810"/>
                  </a:lnTo>
                  <a:lnTo>
                    <a:pt x="3181245" y="1668810"/>
                  </a:lnTo>
                  <a:lnTo>
                    <a:pt x="3180577" y="1668810"/>
                  </a:lnTo>
                  <a:lnTo>
                    <a:pt x="3179909" y="1668810"/>
                  </a:lnTo>
                  <a:lnTo>
                    <a:pt x="3179241" y="1668810"/>
                  </a:lnTo>
                  <a:lnTo>
                    <a:pt x="3178573" y="1668810"/>
                  </a:lnTo>
                  <a:lnTo>
                    <a:pt x="3177905" y="1668810"/>
                  </a:lnTo>
                  <a:lnTo>
                    <a:pt x="3177237" y="1668810"/>
                  </a:lnTo>
                  <a:lnTo>
                    <a:pt x="3176569" y="1668810"/>
                  </a:lnTo>
                  <a:lnTo>
                    <a:pt x="3175901" y="1668810"/>
                  </a:lnTo>
                  <a:lnTo>
                    <a:pt x="3175233" y="1668810"/>
                  </a:lnTo>
                  <a:lnTo>
                    <a:pt x="3174565" y="1668810"/>
                  </a:lnTo>
                  <a:lnTo>
                    <a:pt x="3173897" y="1668810"/>
                  </a:lnTo>
                  <a:lnTo>
                    <a:pt x="3173229" y="1668810"/>
                  </a:lnTo>
                  <a:lnTo>
                    <a:pt x="3172561" y="1668810"/>
                  </a:lnTo>
                  <a:lnTo>
                    <a:pt x="3171893" y="1668810"/>
                  </a:lnTo>
                  <a:lnTo>
                    <a:pt x="3171225" y="1668810"/>
                  </a:lnTo>
                  <a:lnTo>
                    <a:pt x="3170557" y="1668810"/>
                  </a:lnTo>
                  <a:lnTo>
                    <a:pt x="3169889" y="1668810"/>
                  </a:lnTo>
                  <a:lnTo>
                    <a:pt x="3169221" y="1668810"/>
                  </a:lnTo>
                  <a:lnTo>
                    <a:pt x="3168553" y="1668810"/>
                  </a:lnTo>
                  <a:lnTo>
                    <a:pt x="3167885" y="1668810"/>
                  </a:lnTo>
                  <a:lnTo>
                    <a:pt x="3167217" y="1668810"/>
                  </a:lnTo>
                  <a:lnTo>
                    <a:pt x="3166549" y="1668810"/>
                  </a:lnTo>
                  <a:lnTo>
                    <a:pt x="3165881" y="1668810"/>
                  </a:lnTo>
                  <a:lnTo>
                    <a:pt x="3165213" y="1668810"/>
                  </a:lnTo>
                  <a:lnTo>
                    <a:pt x="3164545" y="1668810"/>
                  </a:lnTo>
                  <a:lnTo>
                    <a:pt x="3163877" y="1668810"/>
                  </a:lnTo>
                  <a:lnTo>
                    <a:pt x="3163209" y="1668810"/>
                  </a:lnTo>
                  <a:lnTo>
                    <a:pt x="3162541" y="1668810"/>
                  </a:lnTo>
                  <a:lnTo>
                    <a:pt x="3161873" y="1668810"/>
                  </a:lnTo>
                  <a:lnTo>
                    <a:pt x="3161204" y="1668810"/>
                  </a:lnTo>
                  <a:lnTo>
                    <a:pt x="3160536" y="1668810"/>
                  </a:lnTo>
                  <a:lnTo>
                    <a:pt x="3159868" y="1668810"/>
                  </a:lnTo>
                  <a:lnTo>
                    <a:pt x="3159200" y="1668810"/>
                  </a:lnTo>
                  <a:lnTo>
                    <a:pt x="3158532" y="1668810"/>
                  </a:lnTo>
                  <a:lnTo>
                    <a:pt x="3157864" y="1668810"/>
                  </a:lnTo>
                  <a:lnTo>
                    <a:pt x="3157196" y="1668810"/>
                  </a:lnTo>
                  <a:lnTo>
                    <a:pt x="3156528" y="1668810"/>
                  </a:lnTo>
                  <a:lnTo>
                    <a:pt x="3155860" y="1668810"/>
                  </a:lnTo>
                  <a:lnTo>
                    <a:pt x="3155192" y="1668810"/>
                  </a:lnTo>
                  <a:lnTo>
                    <a:pt x="3154524" y="1668810"/>
                  </a:lnTo>
                  <a:lnTo>
                    <a:pt x="3153856" y="1668810"/>
                  </a:lnTo>
                  <a:lnTo>
                    <a:pt x="3153188" y="1668810"/>
                  </a:lnTo>
                  <a:lnTo>
                    <a:pt x="3152520" y="1668810"/>
                  </a:lnTo>
                  <a:lnTo>
                    <a:pt x="3151852" y="1668810"/>
                  </a:lnTo>
                  <a:lnTo>
                    <a:pt x="3151184" y="1668810"/>
                  </a:lnTo>
                  <a:lnTo>
                    <a:pt x="3150516" y="1668810"/>
                  </a:lnTo>
                  <a:lnTo>
                    <a:pt x="3149848" y="1668810"/>
                  </a:lnTo>
                  <a:lnTo>
                    <a:pt x="3149180" y="1668810"/>
                  </a:lnTo>
                  <a:lnTo>
                    <a:pt x="3148512" y="1668810"/>
                  </a:lnTo>
                  <a:lnTo>
                    <a:pt x="3147844" y="1668810"/>
                  </a:lnTo>
                  <a:lnTo>
                    <a:pt x="3147176" y="1668810"/>
                  </a:lnTo>
                  <a:lnTo>
                    <a:pt x="3146508" y="1668810"/>
                  </a:lnTo>
                  <a:lnTo>
                    <a:pt x="3145840" y="1668810"/>
                  </a:lnTo>
                  <a:lnTo>
                    <a:pt x="3145172" y="1668810"/>
                  </a:lnTo>
                  <a:lnTo>
                    <a:pt x="3144504" y="1668810"/>
                  </a:lnTo>
                  <a:lnTo>
                    <a:pt x="3143836" y="1668810"/>
                  </a:lnTo>
                  <a:lnTo>
                    <a:pt x="3143168" y="1668810"/>
                  </a:lnTo>
                  <a:lnTo>
                    <a:pt x="3142500" y="1668810"/>
                  </a:lnTo>
                  <a:lnTo>
                    <a:pt x="3141832" y="1668810"/>
                  </a:lnTo>
                  <a:lnTo>
                    <a:pt x="3141164" y="1668810"/>
                  </a:lnTo>
                  <a:lnTo>
                    <a:pt x="3140496" y="1668810"/>
                  </a:lnTo>
                  <a:lnTo>
                    <a:pt x="3139828" y="1668810"/>
                  </a:lnTo>
                  <a:lnTo>
                    <a:pt x="3139160" y="1668810"/>
                  </a:lnTo>
                  <a:lnTo>
                    <a:pt x="3138492" y="1668810"/>
                  </a:lnTo>
                  <a:lnTo>
                    <a:pt x="3137824" y="1668810"/>
                  </a:lnTo>
                  <a:lnTo>
                    <a:pt x="3137156" y="1668810"/>
                  </a:lnTo>
                  <a:lnTo>
                    <a:pt x="3136487" y="1668810"/>
                  </a:lnTo>
                  <a:lnTo>
                    <a:pt x="3135819" y="1668810"/>
                  </a:lnTo>
                  <a:lnTo>
                    <a:pt x="3135151" y="1668810"/>
                  </a:lnTo>
                  <a:lnTo>
                    <a:pt x="3134483" y="1668810"/>
                  </a:lnTo>
                  <a:lnTo>
                    <a:pt x="3133815" y="1668810"/>
                  </a:lnTo>
                  <a:lnTo>
                    <a:pt x="3133147" y="1668810"/>
                  </a:lnTo>
                  <a:lnTo>
                    <a:pt x="3132479" y="1668810"/>
                  </a:lnTo>
                  <a:lnTo>
                    <a:pt x="3131811" y="1668810"/>
                  </a:lnTo>
                  <a:lnTo>
                    <a:pt x="3131143" y="1668810"/>
                  </a:lnTo>
                  <a:lnTo>
                    <a:pt x="3130475" y="1668810"/>
                  </a:lnTo>
                  <a:lnTo>
                    <a:pt x="3129807" y="1668810"/>
                  </a:lnTo>
                  <a:lnTo>
                    <a:pt x="3129139" y="1668810"/>
                  </a:lnTo>
                  <a:lnTo>
                    <a:pt x="3128471" y="1668810"/>
                  </a:lnTo>
                  <a:lnTo>
                    <a:pt x="3127803" y="1668810"/>
                  </a:lnTo>
                  <a:lnTo>
                    <a:pt x="3127135" y="1668810"/>
                  </a:lnTo>
                  <a:lnTo>
                    <a:pt x="3126467" y="1668810"/>
                  </a:lnTo>
                  <a:lnTo>
                    <a:pt x="3125799" y="1668810"/>
                  </a:lnTo>
                  <a:lnTo>
                    <a:pt x="3125131" y="1668810"/>
                  </a:lnTo>
                  <a:lnTo>
                    <a:pt x="3124463" y="1668810"/>
                  </a:lnTo>
                  <a:lnTo>
                    <a:pt x="3123795" y="1668810"/>
                  </a:lnTo>
                  <a:lnTo>
                    <a:pt x="3123127" y="1668810"/>
                  </a:lnTo>
                  <a:lnTo>
                    <a:pt x="3122459" y="1668810"/>
                  </a:lnTo>
                  <a:lnTo>
                    <a:pt x="3121791" y="1668810"/>
                  </a:lnTo>
                  <a:lnTo>
                    <a:pt x="3121123" y="1668810"/>
                  </a:lnTo>
                  <a:lnTo>
                    <a:pt x="3120455" y="1668810"/>
                  </a:lnTo>
                  <a:lnTo>
                    <a:pt x="3119787" y="1668810"/>
                  </a:lnTo>
                  <a:lnTo>
                    <a:pt x="3119119" y="1668810"/>
                  </a:lnTo>
                  <a:lnTo>
                    <a:pt x="3118451" y="1668810"/>
                  </a:lnTo>
                  <a:lnTo>
                    <a:pt x="3117783" y="1668810"/>
                  </a:lnTo>
                  <a:lnTo>
                    <a:pt x="3117115" y="1668810"/>
                  </a:lnTo>
                  <a:lnTo>
                    <a:pt x="3116447" y="1668810"/>
                  </a:lnTo>
                  <a:lnTo>
                    <a:pt x="3115779" y="1668810"/>
                  </a:lnTo>
                  <a:lnTo>
                    <a:pt x="3115111" y="1668810"/>
                  </a:lnTo>
                  <a:lnTo>
                    <a:pt x="3114443" y="1668810"/>
                  </a:lnTo>
                  <a:lnTo>
                    <a:pt x="3113775" y="1668810"/>
                  </a:lnTo>
                  <a:lnTo>
                    <a:pt x="3113107" y="1668810"/>
                  </a:lnTo>
                  <a:lnTo>
                    <a:pt x="3112439" y="1668810"/>
                  </a:lnTo>
                  <a:lnTo>
                    <a:pt x="3111770" y="1668810"/>
                  </a:lnTo>
                  <a:lnTo>
                    <a:pt x="3111102" y="1668810"/>
                  </a:lnTo>
                  <a:lnTo>
                    <a:pt x="3110434" y="1668810"/>
                  </a:lnTo>
                  <a:lnTo>
                    <a:pt x="3109766" y="1668810"/>
                  </a:lnTo>
                  <a:lnTo>
                    <a:pt x="3109098" y="1668810"/>
                  </a:lnTo>
                  <a:lnTo>
                    <a:pt x="3108430" y="1668810"/>
                  </a:lnTo>
                  <a:lnTo>
                    <a:pt x="3107762" y="1668810"/>
                  </a:lnTo>
                  <a:lnTo>
                    <a:pt x="3107094" y="1668810"/>
                  </a:lnTo>
                  <a:lnTo>
                    <a:pt x="3106426" y="1668810"/>
                  </a:lnTo>
                  <a:lnTo>
                    <a:pt x="3105758" y="1668810"/>
                  </a:lnTo>
                  <a:lnTo>
                    <a:pt x="3105090" y="1668810"/>
                  </a:lnTo>
                  <a:lnTo>
                    <a:pt x="3104422" y="1668810"/>
                  </a:lnTo>
                  <a:lnTo>
                    <a:pt x="3103754" y="1668810"/>
                  </a:lnTo>
                  <a:lnTo>
                    <a:pt x="3103086" y="1668810"/>
                  </a:lnTo>
                  <a:lnTo>
                    <a:pt x="3102418" y="1668810"/>
                  </a:lnTo>
                  <a:lnTo>
                    <a:pt x="3101750" y="1668810"/>
                  </a:lnTo>
                  <a:lnTo>
                    <a:pt x="3101082" y="1668810"/>
                  </a:lnTo>
                  <a:lnTo>
                    <a:pt x="3100414" y="1668810"/>
                  </a:lnTo>
                  <a:lnTo>
                    <a:pt x="3099746" y="1668810"/>
                  </a:lnTo>
                  <a:lnTo>
                    <a:pt x="3099078" y="1668810"/>
                  </a:lnTo>
                  <a:lnTo>
                    <a:pt x="3098410" y="1668810"/>
                  </a:lnTo>
                  <a:lnTo>
                    <a:pt x="3097742" y="1668810"/>
                  </a:lnTo>
                  <a:lnTo>
                    <a:pt x="3097074" y="1668810"/>
                  </a:lnTo>
                  <a:lnTo>
                    <a:pt x="3096406" y="1668810"/>
                  </a:lnTo>
                  <a:lnTo>
                    <a:pt x="3095738" y="1668810"/>
                  </a:lnTo>
                  <a:lnTo>
                    <a:pt x="3095070" y="1668810"/>
                  </a:lnTo>
                  <a:lnTo>
                    <a:pt x="3094402" y="1668810"/>
                  </a:lnTo>
                  <a:lnTo>
                    <a:pt x="3093734" y="1668810"/>
                  </a:lnTo>
                  <a:lnTo>
                    <a:pt x="3093066" y="1668810"/>
                  </a:lnTo>
                  <a:lnTo>
                    <a:pt x="3092398" y="1668810"/>
                  </a:lnTo>
                  <a:lnTo>
                    <a:pt x="3091730" y="1668810"/>
                  </a:lnTo>
                  <a:lnTo>
                    <a:pt x="3091062" y="1668810"/>
                  </a:lnTo>
                  <a:lnTo>
                    <a:pt x="3090394" y="1668810"/>
                  </a:lnTo>
                  <a:lnTo>
                    <a:pt x="3089726" y="1668810"/>
                  </a:lnTo>
                  <a:lnTo>
                    <a:pt x="3089058" y="1668810"/>
                  </a:lnTo>
                  <a:lnTo>
                    <a:pt x="3088390" y="1668810"/>
                  </a:lnTo>
                  <a:lnTo>
                    <a:pt x="3087722" y="1668810"/>
                  </a:lnTo>
                  <a:lnTo>
                    <a:pt x="3087053" y="1668810"/>
                  </a:lnTo>
                  <a:lnTo>
                    <a:pt x="3086385" y="1668810"/>
                  </a:lnTo>
                  <a:lnTo>
                    <a:pt x="3085717" y="1668810"/>
                  </a:lnTo>
                  <a:lnTo>
                    <a:pt x="3085049" y="1668810"/>
                  </a:lnTo>
                  <a:lnTo>
                    <a:pt x="3084381" y="1668810"/>
                  </a:lnTo>
                  <a:lnTo>
                    <a:pt x="3083713" y="1668810"/>
                  </a:lnTo>
                  <a:lnTo>
                    <a:pt x="3083045" y="1668810"/>
                  </a:lnTo>
                  <a:lnTo>
                    <a:pt x="3082377" y="1668810"/>
                  </a:lnTo>
                  <a:lnTo>
                    <a:pt x="3081709" y="1668810"/>
                  </a:lnTo>
                  <a:lnTo>
                    <a:pt x="3081041" y="1668810"/>
                  </a:lnTo>
                  <a:lnTo>
                    <a:pt x="3080373" y="1668810"/>
                  </a:lnTo>
                  <a:lnTo>
                    <a:pt x="3079705" y="1668810"/>
                  </a:lnTo>
                  <a:lnTo>
                    <a:pt x="3079037" y="1668810"/>
                  </a:lnTo>
                  <a:lnTo>
                    <a:pt x="3078369" y="1668810"/>
                  </a:lnTo>
                  <a:lnTo>
                    <a:pt x="3077701" y="1668810"/>
                  </a:lnTo>
                  <a:lnTo>
                    <a:pt x="3077033" y="1668810"/>
                  </a:lnTo>
                  <a:lnTo>
                    <a:pt x="3076365" y="1668810"/>
                  </a:lnTo>
                  <a:lnTo>
                    <a:pt x="3075697" y="1668810"/>
                  </a:lnTo>
                  <a:lnTo>
                    <a:pt x="3075029" y="1668810"/>
                  </a:lnTo>
                  <a:lnTo>
                    <a:pt x="3074361" y="1668810"/>
                  </a:lnTo>
                  <a:lnTo>
                    <a:pt x="3073693" y="1668810"/>
                  </a:lnTo>
                  <a:lnTo>
                    <a:pt x="3073025" y="1668810"/>
                  </a:lnTo>
                  <a:lnTo>
                    <a:pt x="3072357" y="1668810"/>
                  </a:lnTo>
                  <a:lnTo>
                    <a:pt x="3071689" y="1668810"/>
                  </a:lnTo>
                  <a:lnTo>
                    <a:pt x="3071021" y="1668810"/>
                  </a:lnTo>
                  <a:lnTo>
                    <a:pt x="3070353" y="1668810"/>
                  </a:lnTo>
                  <a:lnTo>
                    <a:pt x="3069685" y="1668810"/>
                  </a:lnTo>
                  <a:lnTo>
                    <a:pt x="3069017" y="1668810"/>
                  </a:lnTo>
                  <a:lnTo>
                    <a:pt x="3068349" y="1668810"/>
                  </a:lnTo>
                  <a:lnTo>
                    <a:pt x="3067681" y="1668810"/>
                  </a:lnTo>
                  <a:lnTo>
                    <a:pt x="3067013" y="1668810"/>
                  </a:lnTo>
                  <a:lnTo>
                    <a:pt x="3066345" y="1668810"/>
                  </a:lnTo>
                  <a:lnTo>
                    <a:pt x="3065677" y="1668810"/>
                  </a:lnTo>
                  <a:lnTo>
                    <a:pt x="3065009" y="1668810"/>
                  </a:lnTo>
                  <a:lnTo>
                    <a:pt x="3064341" y="1668810"/>
                  </a:lnTo>
                  <a:lnTo>
                    <a:pt x="3063673" y="1668810"/>
                  </a:lnTo>
                  <a:lnTo>
                    <a:pt x="3063004" y="1668810"/>
                  </a:lnTo>
                  <a:lnTo>
                    <a:pt x="3062336" y="1668810"/>
                  </a:lnTo>
                  <a:lnTo>
                    <a:pt x="3061668" y="1668810"/>
                  </a:lnTo>
                  <a:lnTo>
                    <a:pt x="3061000" y="1668810"/>
                  </a:lnTo>
                  <a:lnTo>
                    <a:pt x="3060332" y="1668810"/>
                  </a:lnTo>
                  <a:lnTo>
                    <a:pt x="3059664" y="1668810"/>
                  </a:lnTo>
                  <a:lnTo>
                    <a:pt x="3058996" y="1668810"/>
                  </a:lnTo>
                  <a:lnTo>
                    <a:pt x="3058328" y="1668810"/>
                  </a:lnTo>
                  <a:lnTo>
                    <a:pt x="3057660" y="1668810"/>
                  </a:lnTo>
                  <a:lnTo>
                    <a:pt x="3056992" y="1668810"/>
                  </a:lnTo>
                  <a:lnTo>
                    <a:pt x="3056324" y="1668810"/>
                  </a:lnTo>
                  <a:lnTo>
                    <a:pt x="3055656" y="1668810"/>
                  </a:lnTo>
                  <a:lnTo>
                    <a:pt x="3054988" y="1668810"/>
                  </a:lnTo>
                  <a:lnTo>
                    <a:pt x="3054320" y="1668810"/>
                  </a:lnTo>
                  <a:lnTo>
                    <a:pt x="3053652" y="1668810"/>
                  </a:lnTo>
                  <a:lnTo>
                    <a:pt x="3052984" y="1668810"/>
                  </a:lnTo>
                  <a:lnTo>
                    <a:pt x="3052316" y="1668810"/>
                  </a:lnTo>
                  <a:lnTo>
                    <a:pt x="3051648" y="1668810"/>
                  </a:lnTo>
                  <a:lnTo>
                    <a:pt x="3050980" y="1668810"/>
                  </a:lnTo>
                  <a:lnTo>
                    <a:pt x="3050312" y="1668810"/>
                  </a:lnTo>
                  <a:lnTo>
                    <a:pt x="3049644" y="1668810"/>
                  </a:lnTo>
                  <a:lnTo>
                    <a:pt x="3048976" y="1668810"/>
                  </a:lnTo>
                  <a:lnTo>
                    <a:pt x="3048308" y="1668810"/>
                  </a:lnTo>
                  <a:lnTo>
                    <a:pt x="3047640" y="1668810"/>
                  </a:lnTo>
                  <a:lnTo>
                    <a:pt x="3046972" y="1668810"/>
                  </a:lnTo>
                  <a:lnTo>
                    <a:pt x="3046304" y="1668810"/>
                  </a:lnTo>
                  <a:lnTo>
                    <a:pt x="3045636" y="1668810"/>
                  </a:lnTo>
                  <a:lnTo>
                    <a:pt x="3044968" y="1668810"/>
                  </a:lnTo>
                  <a:lnTo>
                    <a:pt x="3044300" y="1668810"/>
                  </a:lnTo>
                  <a:lnTo>
                    <a:pt x="3043632" y="1668810"/>
                  </a:lnTo>
                  <a:lnTo>
                    <a:pt x="3042964" y="1668810"/>
                  </a:lnTo>
                  <a:lnTo>
                    <a:pt x="3042296" y="1668810"/>
                  </a:lnTo>
                  <a:lnTo>
                    <a:pt x="3041628" y="1668810"/>
                  </a:lnTo>
                  <a:lnTo>
                    <a:pt x="3040960" y="1668810"/>
                  </a:lnTo>
                  <a:lnTo>
                    <a:pt x="3040292" y="1668810"/>
                  </a:lnTo>
                  <a:lnTo>
                    <a:pt x="3039624" y="1668810"/>
                  </a:lnTo>
                  <a:lnTo>
                    <a:pt x="3038956" y="1668810"/>
                  </a:lnTo>
                  <a:lnTo>
                    <a:pt x="3038287" y="1668810"/>
                  </a:lnTo>
                  <a:lnTo>
                    <a:pt x="3037619" y="1668810"/>
                  </a:lnTo>
                  <a:lnTo>
                    <a:pt x="3036951" y="1668810"/>
                  </a:lnTo>
                  <a:lnTo>
                    <a:pt x="3036283" y="1668810"/>
                  </a:lnTo>
                  <a:lnTo>
                    <a:pt x="3035615" y="1668810"/>
                  </a:lnTo>
                  <a:lnTo>
                    <a:pt x="3034947" y="1668810"/>
                  </a:lnTo>
                  <a:lnTo>
                    <a:pt x="3034279" y="1668810"/>
                  </a:lnTo>
                  <a:lnTo>
                    <a:pt x="3033611" y="1668810"/>
                  </a:lnTo>
                  <a:lnTo>
                    <a:pt x="3032943" y="1668810"/>
                  </a:lnTo>
                  <a:lnTo>
                    <a:pt x="3032275" y="1668810"/>
                  </a:lnTo>
                  <a:lnTo>
                    <a:pt x="3031607" y="1668810"/>
                  </a:lnTo>
                  <a:lnTo>
                    <a:pt x="3030939" y="1668810"/>
                  </a:lnTo>
                  <a:lnTo>
                    <a:pt x="3030271" y="1668810"/>
                  </a:lnTo>
                  <a:lnTo>
                    <a:pt x="3029603" y="1668810"/>
                  </a:lnTo>
                  <a:lnTo>
                    <a:pt x="3028935" y="1668810"/>
                  </a:lnTo>
                  <a:lnTo>
                    <a:pt x="3028267" y="1668810"/>
                  </a:lnTo>
                  <a:lnTo>
                    <a:pt x="3027599" y="1668810"/>
                  </a:lnTo>
                  <a:lnTo>
                    <a:pt x="3026931" y="1668810"/>
                  </a:lnTo>
                  <a:lnTo>
                    <a:pt x="3026263" y="1668810"/>
                  </a:lnTo>
                  <a:lnTo>
                    <a:pt x="3025595" y="1668810"/>
                  </a:lnTo>
                  <a:lnTo>
                    <a:pt x="3024927" y="1668810"/>
                  </a:lnTo>
                  <a:lnTo>
                    <a:pt x="3024259" y="1668810"/>
                  </a:lnTo>
                  <a:lnTo>
                    <a:pt x="3023591" y="1668810"/>
                  </a:lnTo>
                  <a:lnTo>
                    <a:pt x="3022923" y="1668810"/>
                  </a:lnTo>
                  <a:lnTo>
                    <a:pt x="3022255" y="1668810"/>
                  </a:lnTo>
                  <a:lnTo>
                    <a:pt x="3021587" y="1668810"/>
                  </a:lnTo>
                  <a:lnTo>
                    <a:pt x="3020919" y="1668810"/>
                  </a:lnTo>
                  <a:lnTo>
                    <a:pt x="3020251" y="1668810"/>
                  </a:lnTo>
                  <a:lnTo>
                    <a:pt x="3019583" y="1668810"/>
                  </a:lnTo>
                  <a:lnTo>
                    <a:pt x="3018915" y="1668810"/>
                  </a:lnTo>
                  <a:lnTo>
                    <a:pt x="3018247" y="1668810"/>
                  </a:lnTo>
                  <a:lnTo>
                    <a:pt x="3017579" y="1668810"/>
                  </a:lnTo>
                  <a:lnTo>
                    <a:pt x="3016911" y="1668810"/>
                  </a:lnTo>
                  <a:lnTo>
                    <a:pt x="3016243" y="1668810"/>
                  </a:lnTo>
                  <a:lnTo>
                    <a:pt x="3015575" y="1668810"/>
                  </a:lnTo>
                  <a:lnTo>
                    <a:pt x="3014907" y="1668810"/>
                  </a:lnTo>
                  <a:lnTo>
                    <a:pt x="3014239" y="1668810"/>
                  </a:lnTo>
                  <a:lnTo>
                    <a:pt x="3013570" y="1668810"/>
                  </a:lnTo>
                  <a:lnTo>
                    <a:pt x="3012902" y="1668810"/>
                  </a:lnTo>
                  <a:lnTo>
                    <a:pt x="3012234" y="1668810"/>
                  </a:lnTo>
                  <a:lnTo>
                    <a:pt x="3011566" y="1668810"/>
                  </a:lnTo>
                  <a:lnTo>
                    <a:pt x="3010898" y="1668810"/>
                  </a:lnTo>
                  <a:lnTo>
                    <a:pt x="3010230" y="1668810"/>
                  </a:lnTo>
                  <a:lnTo>
                    <a:pt x="3009562" y="1668810"/>
                  </a:lnTo>
                  <a:lnTo>
                    <a:pt x="3008894" y="1668810"/>
                  </a:lnTo>
                  <a:lnTo>
                    <a:pt x="3008226" y="1668810"/>
                  </a:lnTo>
                  <a:lnTo>
                    <a:pt x="3007558" y="1668810"/>
                  </a:lnTo>
                  <a:lnTo>
                    <a:pt x="3006890" y="1668810"/>
                  </a:lnTo>
                  <a:lnTo>
                    <a:pt x="3006222" y="1668810"/>
                  </a:lnTo>
                  <a:lnTo>
                    <a:pt x="3005554" y="1668810"/>
                  </a:lnTo>
                  <a:lnTo>
                    <a:pt x="3004886" y="1668810"/>
                  </a:lnTo>
                  <a:lnTo>
                    <a:pt x="3004218" y="1668810"/>
                  </a:lnTo>
                  <a:lnTo>
                    <a:pt x="3003550" y="1668810"/>
                  </a:lnTo>
                  <a:lnTo>
                    <a:pt x="3002882" y="1668810"/>
                  </a:lnTo>
                  <a:lnTo>
                    <a:pt x="3002214" y="1668810"/>
                  </a:lnTo>
                  <a:lnTo>
                    <a:pt x="3001546" y="1668810"/>
                  </a:lnTo>
                  <a:lnTo>
                    <a:pt x="3000878" y="1668810"/>
                  </a:lnTo>
                  <a:lnTo>
                    <a:pt x="3000210" y="1668810"/>
                  </a:lnTo>
                  <a:lnTo>
                    <a:pt x="2999542" y="1668810"/>
                  </a:lnTo>
                  <a:lnTo>
                    <a:pt x="2998874" y="1668810"/>
                  </a:lnTo>
                  <a:lnTo>
                    <a:pt x="2998206" y="1668810"/>
                  </a:lnTo>
                  <a:lnTo>
                    <a:pt x="2997538" y="1668810"/>
                  </a:lnTo>
                  <a:lnTo>
                    <a:pt x="2996870" y="1668810"/>
                  </a:lnTo>
                  <a:lnTo>
                    <a:pt x="2996202" y="1668810"/>
                  </a:lnTo>
                  <a:lnTo>
                    <a:pt x="2995534" y="1668810"/>
                  </a:lnTo>
                  <a:lnTo>
                    <a:pt x="2994866" y="1668810"/>
                  </a:lnTo>
                  <a:lnTo>
                    <a:pt x="2994198" y="1668810"/>
                  </a:lnTo>
                  <a:lnTo>
                    <a:pt x="2993530" y="1668810"/>
                  </a:lnTo>
                  <a:lnTo>
                    <a:pt x="2992862" y="1668810"/>
                  </a:lnTo>
                  <a:lnTo>
                    <a:pt x="2992194" y="1668810"/>
                  </a:lnTo>
                  <a:lnTo>
                    <a:pt x="2991526" y="1668810"/>
                  </a:lnTo>
                  <a:lnTo>
                    <a:pt x="2990858" y="1668810"/>
                  </a:lnTo>
                  <a:lnTo>
                    <a:pt x="2990190" y="1668810"/>
                  </a:lnTo>
                  <a:lnTo>
                    <a:pt x="2989522" y="1668810"/>
                  </a:lnTo>
                  <a:lnTo>
                    <a:pt x="2988853" y="1668810"/>
                  </a:lnTo>
                  <a:lnTo>
                    <a:pt x="2988185" y="1668810"/>
                  </a:lnTo>
                  <a:lnTo>
                    <a:pt x="2987517" y="1668810"/>
                  </a:lnTo>
                  <a:lnTo>
                    <a:pt x="2986849" y="1668810"/>
                  </a:lnTo>
                  <a:lnTo>
                    <a:pt x="2986181" y="1668810"/>
                  </a:lnTo>
                  <a:lnTo>
                    <a:pt x="2985513" y="1668810"/>
                  </a:lnTo>
                  <a:lnTo>
                    <a:pt x="2984845" y="1668810"/>
                  </a:lnTo>
                  <a:lnTo>
                    <a:pt x="2984177" y="1668810"/>
                  </a:lnTo>
                  <a:lnTo>
                    <a:pt x="2983509" y="1668810"/>
                  </a:lnTo>
                  <a:lnTo>
                    <a:pt x="2982841" y="1668810"/>
                  </a:lnTo>
                  <a:lnTo>
                    <a:pt x="2982173" y="1668810"/>
                  </a:lnTo>
                  <a:lnTo>
                    <a:pt x="2981505" y="1668810"/>
                  </a:lnTo>
                  <a:lnTo>
                    <a:pt x="2980837" y="1668810"/>
                  </a:lnTo>
                  <a:lnTo>
                    <a:pt x="2980169" y="1668810"/>
                  </a:lnTo>
                  <a:lnTo>
                    <a:pt x="2979501" y="1668810"/>
                  </a:lnTo>
                  <a:lnTo>
                    <a:pt x="2978833" y="1668810"/>
                  </a:lnTo>
                  <a:lnTo>
                    <a:pt x="2978165" y="1668810"/>
                  </a:lnTo>
                  <a:lnTo>
                    <a:pt x="2977497" y="1668810"/>
                  </a:lnTo>
                  <a:lnTo>
                    <a:pt x="2976829" y="1668810"/>
                  </a:lnTo>
                  <a:lnTo>
                    <a:pt x="2976161" y="1668810"/>
                  </a:lnTo>
                  <a:lnTo>
                    <a:pt x="2975493" y="1668810"/>
                  </a:lnTo>
                  <a:lnTo>
                    <a:pt x="2974825" y="1668810"/>
                  </a:lnTo>
                  <a:lnTo>
                    <a:pt x="2974157" y="1668810"/>
                  </a:lnTo>
                  <a:lnTo>
                    <a:pt x="2973489" y="1668810"/>
                  </a:lnTo>
                  <a:lnTo>
                    <a:pt x="2972821" y="1668810"/>
                  </a:lnTo>
                  <a:lnTo>
                    <a:pt x="2972153" y="1668810"/>
                  </a:lnTo>
                  <a:lnTo>
                    <a:pt x="2971485" y="1668810"/>
                  </a:lnTo>
                  <a:lnTo>
                    <a:pt x="2970817" y="1668810"/>
                  </a:lnTo>
                  <a:lnTo>
                    <a:pt x="2970149" y="1668810"/>
                  </a:lnTo>
                  <a:lnTo>
                    <a:pt x="2969481" y="1668810"/>
                  </a:lnTo>
                  <a:lnTo>
                    <a:pt x="2968813" y="1668810"/>
                  </a:lnTo>
                  <a:lnTo>
                    <a:pt x="2968145" y="1668810"/>
                  </a:lnTo>
                  <a:lnTo>
                    <a:pt x="2967477" y="1668810"/>
                  </a:lnTo>
                  <a:lnTo>
                    <a:pt x="2966809" y="1668810"/>
                  </a:lnTo>
                  <a:lnTo>
                    <a:pt x="2966141" y="1668810"/>
                  </a:lnTo>
                  <a:lnTo>
                    <a:pt x="2965473" y="1668810"/>
                  </a:lnTo>
                  <a:lnTo>
                    <a:pt x="2964804" y="1668810"/>
                  </a:lnTo>
                  <a:lnTo>
                    <a:pt x="2964136" y="1668810"/>
                  </a:lnTo>
                  <a:lnTo>
                    <a:pt x="2963468" y="1668810"/>
                  </a:lnTo>
                  <a:lnTo>
                    <a:pt x="2962800" y="1668810"/>
                  </a:lnTo>
                  <a:lnTo>
                    <a:pt x="2962132" y="1668810"/>
                  </a:lnTo>
                  <a:lnTo>
                    <a:pt x="2961464" y="1668810"/>
                  </a:lnTo>
                  <a:lnTo>
                    <a:pt x="2960796" y="1668810"/>
                  </a:lnTo>
                  <a:lnTo>
                    <a:pt x="2960128" y="1668810"/>
                  </a:lnTo>
                  <a:lnTo>
                    <a:pt x="2959460" y="1668810"/>
                  </a:lnTo>
                  <a:lnTo>
                    <a:pt x="2958792" y="1668810"/>
                  </a:lnTo>
                  <a:lnTo>
                    <a:pt x="2958124" y="1668810"/>
                  </a:lnTo>
                  <a:lnTo>
                    <a:pt x="2957456" y="1668810"/>
                  </a:lnTo>
                  <a:lnTo>
                    <a:pt x="2956788" y="1668810"/>
                  </a:lnTo>
                  <a:lnTo>
                    <a:pt x="2956120" y="1668810"/>
                  </a:lnTo>
                  <a:lnTo>
                    <a:pt x="2955452" y="1668810"/>
                  </a:lnTo>
                  <a:lnTo>
                    <a:pt x="2954784" y="1668810"/>
                  </a:lnTo>
                  <a:lnTo>
                    <a:pt x="2954116" y="1668810"/>
                  </a:lnTo>
                  <a:lnTo>
                    <a:pt x="2953448" y="1668810"/>
                  </a:lnTo>
                  <a:lnTo>
                    <a:pt x="2952780" y="1668810"/>
                  </a:lnTo>
                  <a:lnTo>
                    <a:pt x="2952112" y="1668810"/>
                  </a:lnTo>
                  <a:lnTo>
                    <a:pt x="2951444" y="1668810"/>
                  </a:lnTo>
                  <a:lnTo>
                    <a:pt x="2950776" y="1668810"/>
                  </a:lnTo>
                  <a:lnTo>
                    <a:pt x="2950108" y="1668810"/>
                  </a:lnTo>
                  <a:lnTo>
                    <a:pt x="2949440" y="1668810"/>
                  </a:lnTo>
                  <a:lnTo>
                    <a:pt x="2948772" y="1668810"/>
                  </a:lnTo>
                  <a:lnTo>
                    <a:pt x="2948104" y="1668810"/>
                  </a:lnTo>
                  <a:lnTo>
                    <a:pt x="2947436" y="1668810"/>
                  </a:lnTo>
                  <a:lnTo>
                    <a:pt x="2946768" y="1668810"/>
                  </a:lnTo>
                  <a:lnTo>
                    <a:pt x="2946100" y="1668810"/>
                  </a:lnTo>
                  <a:lnTo>
                    <a:pt x="2945432" y="1668810"/>
                  </a:lnTo>
                  <a:lnTo>
                    <a:pt x="2944764" y="1668810"/>
                  </a:lnTo>
                  <a:lnTo>
                    <a:pt x="2944096" y="1668810"/>
                  </a:lnTo>
                  <a:lnTo>
                    <a:pt x="2943428" y="1668810"/>
                  </a:lnTo>
                  <a:lnTo>
                    <a:pt x="2942760" y="1668810"/>
                  </a:lnTo>
                  <a:lnTo>
                    <a:pt x="2942092" y="1668810"/>
                  </a:lnTo>
                  <a:lnTo>
                    <a:pt x="2941424" y="1668810"/>
                  </a:lnTo>
                  <a:lnTo>
                    <a:pt x="2940756" y="1668810"/>
                  </a:lnTo>
                  <a:lnTo>
                    <a:pt x="2940087" y="1668810"/>
                  </a:lnTo>
                  <a:lnTo>
                    <a:pt x="2939419" y="1668810"/>
                  </a:lnTo>
                  <a:lnTo>
                    <a:pt x="2938751" y="1668810"/>
                  </a:lnTo>
                  <a:lnTo>
                    <a:pt x="2938083" y="1668810"/>
                  </a:lnTo>
                  <a:lnTo>
                    <a:pt x="2937415" y="1668810"/>
                  </a:lnTo>
                  <a:lnTo>
                    <a:pt x="2936747" y="1668810"/>
                  </a:lnTo>
                  <a:lnTo>
                    <a:pt x="2936079" y="1668810"/>
                  </a:lnTo>
                  <a:lnTo>
                    <a:pt x="2935411" y="1668810"/>
                  </a:lnTo>
                  <a:lnTo>
                    <a:pt x="2934743" y="1668810"/>
                  </a:lnTo>
                  <a:lnTo>
                    <a:pt x="2934075" y="1668810"/>
                  </a:lnTo>
                  <a:lnTo>
                    <a:pt x="2933407" y="1668810"/>
                  </a:lnTo>
                  <a:lnTo>
                    <a:pt x="2932739" y="1668810"/>
                  </a:lnTo>
                  <a:lnTo>
                    <a:pt x="2932071" y="1668810"/>
                  </a:lnTo>
                  <a:lnTo>
                    <a:pt x="2931403" y="1668810"/>
                  </a:lnTo>
                  <a:lnTo>
                    <a:pt x="2930735" y="1668810"/>
                  </a:lnTo>
                  <a:lnTo>
                    <a:pt x="2930067" y="1668810"/>
                  </a:lnTo>
                  <a:lnTo>
                    <a:pt x="2929399" y="1668810"/>
                  </a:lnTo>
                  <a:lnTo>
                    <a:pt x="2928731" y="1668810"/>
                  </a:lnTo>
                  <a:lnTo>
                    <a:pt x="2928063" y="1668810"/>
                  </a:lnTo>
                  <a:lnTo>
                    <a:pt x="2927395" y="1668810"/>
                  </a:lnTo>
                  <a:lnTo>
                    <a:pt x="2926727" y="1668810"/>
                  </a:lnTo>
                  <a:lnTo>
                    <a:pt x="2926059" y="1668810"/>
                  </a:lnTo>
                  <a:lnTo>
                    <a:pt x="2925391" y="1668810"/>
                  </a:lnTo>
                  <a:lnTo>
                    <a:pt x="2924723" y="1668810"/>
                  </a:lnTo>
                  <a:lnTo>
                    <a:pt x="2924055" y="1668810"/>
                  </a:lnTo>
                  <a:lnTo>
                    <a:pt x="2923387" y="1668810"/>
                  </a:lnTo>
                  <a:lnTo>
                    <a:pt x="2922719" y="1668810"/>
                  </a:lnTo>
                  <a:lnTo>
                    <a:pt x="2922051" y="1668810"/>
                  </a:lnTo>
                  <a:lnTo>
                    <a:pt x="2921383" y="1668810"/>
                  </a:lnTo>
                  <a:lnTo>
                    <a:pt x="2920715" y="1668810"/>
                  </a:lnTo>
                  <a:lnTo>
                    <a:pt x="2920047" y="1668810"/>
                  </a:lnTo>
                  <a:lnTo>
                    <a:pt x="2919379" y="1668810"/>
                  </a:lnTo>
                  <a:lnTo>
                    <a:pt x="2918711" y="1668810"/>
                  </a:lnTo>
                  <a:lnTo>
                    <a:pt x="2918043" y="1668810"/>
                  </a:lnTo>
                  <a:lnTo>
                    <a:pt x="2917375" y="1668810"/>
                  </a:lnTo>
                  <a:lnTo>
                    <a:pt x="2916707" y="1668810"/>
                  </a:lnTo>
                  <a:lnTo>
                    <a:pt x="2916039" y="1668810"/>
                  </a:lnTo>
                  <a:lnTo>
                    <a:pt x="2915370" y="1668810"/>
                  </a:lnTo>
                  <a:lnTo>
                    <a:pt x="2914702" y="1668810"/>
                  </a:lnTo>
                  <a:lnTo>
                    <a:pt x="2914034" y="1668810"/>
                  </a:lnTo>
                  <a:lnTo>
                    <a:pt x="2913366" y="1668810"/>
                  </a:lnTo>
                  <a:lnTo>
                    <a:pt x="2912698" y="1668810"/>
                  </a:lnTo>
                  <a:lnTo>
                    <a:pt x="2912030" y="1668810"/>
                  </a:lnTo>
                  <a:lnTo>
                    <a:pt x="2911362" y="1668810"/>
                  </a:lnTo>
                  <a:lnTo>
                    <a:pt x="2910694" y="1668810"/>
                  </a:lnTo>
                  <a:lnTo>
                    <a:pt x="2910026" y="1668810"/>
                  </a:lnTo>
                  <a:lnTo>
                    <a:pt x="2909358" y="1668810"/>
                  </a:lnTo>
                  <a:lnTo>
                    <a:pt x="2908690" y="1668810"/>
                  </a:lnTo>
                  <a:lnTo>
                    <a:pt x="2908022" y="1668810"/>
                  </a:lnTo>
                  <a:lnTo>
                    <a:pt x="2907354" y="1668810"/>
                  </a:lnTo>
                  <a:lnTo>
                    <a:pt x="2906686" y="1668810"/>
                  </a:lnTo>
                  <a:lnTo>
                    <a:pt x="2906018" y="1668810"/>
                  </a:lnTo>
                  <a:lnTo>
                    <a:pt x="2905350" y="1668810"/>
                  </a:lnTo>
                  <a:lnTo>
                    <a:pt x="2904682" y="1668810"/>
                  </a:lnTo>
                  <a:lnTo>
                    <a:pt x="2904014" y="1668810"/>
                  </a:lnTo>
                  <a:lnTo>
                    <a:pt x="2903346" y="1668810"/>
                  </a:lnTo>
                  <a:lnTo>
                    <a:pt x="2902678" y="1668810"/>
                  </a:lnTo>
                  <a:lnTo>
                    <a:pt x="2902010" y="1668810"/>
                  </a:lnTo>
                  <a:lnTo>
                    <a:pt x="2901342" y="1668810"/>
                  </a:lnTo>
                  <a:lnTo>
                    <a:pt x="2900674" y="1668810"/>
                  </a:lnTo>
                  <a:lnTo>
                    <a:pt x="2900006" y="1668810"/>
                  </a:lnTo>
                  <a:lnTo>
                    <a:pt x="2899338" y="1668810"/>
                  </a:lnTo>
                  <a:lnTo>
                    <a:pt x="2898670" y="1668810"/>
                  </a:lnTo>
                  <a:lnTo>
                    <a:pt x="2898002" y="1668810"/>
                  </a:lnTo>
                  <a:lnTo>
                    <a:pt x="2897334" y="1668810"/>
                  </a:lnTo>
                  <a:lnTo>
                    <a:pt x="2896666" y="1668810"/>
                  </a:lnTo>
                  <a:lnTo>
                    <a:pt x="2895998" y="1668810"/>
                  </a:lnTo>
                  <a:lnTo>
                    <a:pt x="2895330" y="1668810"/>
                  </a:lnTo>
                  <a:lnTo>
                    <a:pt x="2894662" y="1668810"/>
                  </a:lnTo>
                  <a:lnTo>
                    <a:pt x="2893994" y="1668810"/>
                  </a:lnTo>
                  <a:lnTo>
                    <a:pt x="2893326" y="1668810"/>
                  </a:lnTo>
                  <a:lnTo>
                    <a:pt x="2892658" y="1668810"/>
                  </a:lnTo>
                  <a:lnTo>
                    <a:pt x="2891990" y="1668810"/>
                  </a:lnTo>
                  <a:lnTo>
                    <a:pt x="2891322" y="1668810"/>
                  </a:lnTo>
                  <a:lnTo>
                    <a:pt x="2890653" y="1668810"/>
                  </a:lnTo>
                  <a:lnTo>
                    <a:pt x="2889985" y="1668810"/>
                  </a:lnTo>
                  <a:lnTo>
                    <a:pt x="2889317" y="1668810"/>
                  </a:lnTo>
                  <a:lnTo>
                    <a:pt x="2888649" y="1668810"/>
                  </a:lnTo>
                  <a:lnTo>
                    <a:pt x="2887981" y="1668810"/>
                  </a:lnTo>
                  <a:lnTo>
                    <a:pt x="2887313" y="1668810"/>
                  </a:lnTo>
                  <a:lnTo>
                    <a:pt x="2886645" y="1668810"/>
                  </a:lnTo>
                  <a:lnTo>
                    <a:pt x="2885977" y="1668810"/>
                  </a:lnTo>
                  <a:lnTo>
                    <a:pt x="2885309" y="1668810"/>
                  </a:lnTo>
                  <a:lnTo>
                    <a:pt x="2884641" y="1668810"/>
                  </a:lnTo>
                  <a:lnTo>
                    <a:pt x="2883973" y="1668810"/>
                  </a:lnTo>
                  <a:lnTo>
                    <a:pt x="2883305" y="1668810"/>
                  </a:lnTo>
                  <a:lnTo>
                    <a:pt x="2882637" y="1668810"/>
                  </a:lnTo>
                  <a:lnTo>
                    <a:pt x="2881969" y="1668810"/>
                  </a:lnTo>
                  <a:lnTo>
                    <a:pt x="2881301" y="1668810"/>
                  </a:lnTo>
                  <a:lnTo>
                    <a:pt x="2880633" y="1668810"/>
                  </a:lnTo>
                  <a:lnTo>
                    <a:pt x="2879965" y="1668810"/>
                  </a:lnTo>
                  <a:lnTo>
                    <a:pt x="2879297" y="1668810"/>
                  </a:lnTo>
                  <a:lnTo>
                    <a:pt x="2878629" y="1668810"/>
                  </a:lnTo>
                  <a:lnTo>
                    <a:pt x="2877961" y="1668810"/>
                  </a:lnTo>
                  <a:lnTo>
                    <a:pt x="2877293" y="1668810"/>
                  </a:lnTo>
                  <a:lnTo>
                    <a:pt x="2876625" y="1668810"/>
                  </a:lnTo>
                  <a:lnTo>
                    <a:pt x="2875957" y="1668810"/>
                  </a:lnTo>
                  <a:lnTo>
                    <a:pt x="2875289" y="1668810"/>
                  </a:lnTo>
                  <a:lnTo>
                    <a:pt x="2874621" y="1668810"/>
                  </a:lnTo>
                  <a:lnTo>
                    <a:pt x="2873953" y="1668810"/>
                  </a:lnTo>
                  <a:lnTo>
                    <a:pt x="2873285" y="1668810"/>
                  </a:lnTo>
                  <a:lnTo>
                    <a:pt x="2872617" y="1668810"/>
                  </a:lnTo>
                  <a:lnTo>
                    <a:pt x="2871949" y="1668810"/>
                  </a:lnTo>
                  <a:lnTo>
                    <a:pt x="2871281" y="1668810"/>
                  </a:lnTo>
                  <a:lnTo>
                    <a:pt x="2870613" y="1668810"/>
                  </a:lnTo>
                  <a:lnTo>
                    <a:pt x="2869945" y="1668810"/>
                  </a:lnTo>
                  <a:lnTo>
                    <a:pt x="2869277" y="1668810"/>
                  </a:lnTo>
                  <a:lnTo>
                    <a:pt x="2868609" y="1668810"/>
                  </a:lnTo>
                  <a:lnTo>
                    <a:pt x="2867941" y="1668810"/>
                  </a:lnTo>
                  <a:lnTo>
                    <a:pt x="2867273" y="1668810"/>
                  </a:lnTo>
                  <a:lnTo>
                    <a:pt x="2866604" y="1668810"/>
                  </a:lnTo>
                  <a:lnTo>
                    <a:pt x="2865936" y="1668810"/>
                  </a:lnTo>
                  <a:lnTo>
                    <a:pt x="2865268" y="1668810"/>
                  </a:lnTo>
                  <a:lnTo>
                    <a:pt x="2864600" y="1668810"/>
                  </a:lnTo>
                  <a:lnTo>
                    <a:pt x="2863932" y="1668810"/>
                  </a:lnTo>
                  <a:lnTo>
                    <a:pt x="2863264" y="1668810"/>
                  </a:lnTo>
                  <a:lnTo>
                    <a:pt x="2862596" y="1668810"/>
                  </a:lnTo>
                  <a:lnTo>
                    <a:pt x="2861928" y="1668810"/>
                  </a:lnTo>
                  <a:lnTo>
                    <a:pt x="2861260" y="1668810"/>
                  </a:lnTo>
                  <a:lnTo>
                    <a:pt x="2860592" y="1668810"/>
                  </a:lnTo>
                  <a:lnTo>
                    <a:pt x="2859924" y="1668810"/>
                  </a:lnTo>
                  <a:lnTo>
                    <a:pt x="2859256" y="1668810"/>
                  </a:lnTo>
                  <a:lnTo>
                    <a:pt x="2858588" y="1668810"/>
                  </a:lnTo>
                  <a:lnTo>
                    <a:pt x="2857920" y="1668810"/>
                  </a:lnTo>
                  <a:lnTo>
                    <a:pt x="2857252" y="1668810"/>
                  </a:lnTo>
                  <a:lnTo>
                    <a:pt x="2856584" y="1668810"/>
                  </a:lnTo>
                  <a:lnTo>
                    <a:pt x="2855916" y="1668810"/>
                  </a:lnTo>
                  <a:lnTo>
                    <a:pt x="2855248" y="1668810"/>
                  </a:lnTo>
                  <a:lnTo>
                    <a:pt x="2854580" y="1668810"/>
                  </a:lnTo>
                  <a:lnTo>
                    <a:pt x="2853912" y="1668810"/>
                  </a:lnTo>
                  <a:lnTo>
                    <a:pt x="2853244" y="1668810"/>
                  </a:lnTo>
                  <a:lnTo>
                    <a:pt x="2852576" y="1668810"/>
                  </a:lnTo>
                  <a:lnTo>
                    <a:pt x="2851908" y="1668810"/>
                  </a:lnTo>
                  <a:lnTo>
                    <a:pt x="2851240" y="1668810"/>
                  </a:lnTo>
                  <a:lnTo>
                    <a:pt x="2850572" y="1668810"/>
                  </a:lnTo>
                  <a:lnTo>
                    <a:pt x="2849904" y="1668810"/>
                  </a:lnTo>
                  <a:lnTo>
                    <a:pt x="2849236" y="1668810"/>
                  </a:lnTo>
                  <a:lnTo>
                    <a:pt x="2848568" y="1668810"/>
                  </a:lnTo>
                  <a:lnTo>
                    <a:pt x="2847900" y="1668810"/>
                  </a:lnTo>
                  <a:lnTo>
                    <a:pt x="2847232" y="1668810"/>
                  </a:lnTo>
                  <a:lnTo>
                    <a:pt x="2846564" y="1668810"/>
                  </a:lnTo>
                  <a:lnTo>
                    <a:pt x="2845896" y="1668810"/>
                  </a:lnTo>
                  <a:lnTo>
                    <a:pt x="2845228" y="1668810"/>
                  </a:lnTo>
                  <a:lnTo>
                    <a:pt x="2844560" y="1668810"/>
                  </a:lnTo>
                  <a:lnTo>
                    <a:pt x="2843892" y="1668810"/>
                  </a:lnTo>
                  <a:lnTo>
                    <a:pt x="2843224" y="1668810"/>
                  </a:lnTo>
                  <a:lnTo>
                    <a:pt x="2842556" y="1668810"/>
                  </a:lnTo>
                  <a:lnTo>
                    <a:pt x="2841887" y="1668810"/>
                  </a:lnTo>
                  <a:lnTo>
                    <a:pt x="2841219" y="1668810"/>
                  </a:lnTo>
                  <a:lnTo>
                    <a:pt x="2840551" y="1668810"/>
                  </a:lnTo>
                  <a:lnTo>
                    <a:pt x="2839883" y="1668810"/>
                  </a:lnTo>
                  <a:lnTo>
                    <a:pt x="2839215" y="1668810"/>
                  </a:lnTo>
                  <a:lnTo>
                    <a:pt x="2838547" y="1668810"/>
                  </a:lnTo>
                  <a:lnTo>
                    <a:pt x="2837879" y="1668810"/>
                  </a:lnTo>
                  <a:lnTo>
                    <a:pt x="2837211" y="1668810"/>
                  </a:lnTo>
                  <a:lnTo>
                    <a:pt x="2836543" y="1668810"/>
                  </a:lnTo>
                  <a:lnTo>
                    <a:pt x="2835875" y="1668810"/>
                  </a:lnTo>
                  <a:lnTo>
                    <a:pt x="2835207" y="1668810"/>
                  </a:lnTo>
                  <a:lnTo>
                    <a:pt x="2834539" y="1668810"/>
                  </a:lnTo>
                  <a:lnTo>
                    <a:pt x="2833871" y="1668810"/>
                  </a:lnTo>
                  <a:lnTo>
                    <a:pt x="2833203" y="1668810"/>
                  </a:lnTo>
                  <a:lnTo>
                    <a:pt x="2832535" y="1668810"/>
                  </a:lnTo>
                  <a:lnTo>
                    <a:pt x="2831867" y="1668810"/>
                  </a:lnTo>
                  <a:lnTo>
                    <a:pt x="2831199" y="1668810"/>
                  </a:lnTo>
                  <a:lnTo>
                    <a:pt x="2830531" y="1668810"/>
                  </a:lnTo>
                  <a:lnTo>
                    <a:pt x="2829863" y="1668810"/>
                  </a:lnTo>
                  <a:lnTo>
                    <a:pt x="2829195" y="1668810"/>
                  </a:lnTo>
                  <a:lnTo>
                    <a:pt x="2828527" y="1668810"/>
                  </a:lnTo>
                  <a:lnTo>
                    <a:pt x="2827859" y="1668810"/>
                  </a:lnTo>
                  <a:lnTo>
                    <a:pt x="2827191" y="1668810"/>
                  </a:lnTo>
                  <a:lnTo>
                    <a:pt x="2826523" y="1668810"/>
                  </a:lnTo>
                  <a:lnTo>
                    <a:pt x="2825855" y="1668810"/>
                  </a:lnTo>
                  <a:lnTo>
                    <a:pt x="2825187" y="1668810"/>
                  </a:lnTo>
                  <a:lnTo>
                    <a:pt x="2824519" y="1668810"/>
                  </a:lnTo>
                  <a:lnTo>
                    <a:pt x="2823851" y="1668810"/>
                  </a:lnTo>
                  <a:lnTo>
                    <a:pt x="2823183" y="1668810"/>
                  </a:lnTo>
                  <a:lnTo>
                    <a:pt x="2822515" y="1668810"/>
                  </a:lnTo>
                  <a:lnTo>
                    <a:pt x="2821847" y="1668810"/>
                  </a:lnTo>
                  <a:lnTo>
                    <a:pt x="2821179" y="1668810"/>
                  </a:lnTo>
                  <a:lnTo>
                    <a:pt x="2820511" y="1668810"/>
                  </a:lnTo>
                  <a:lnTo>
                    <a:pt x="2819843" y="1668810"/>
                  </a:lnTo>
                  <a:lnTo>
                    <a:pt x="2819175" y="1668810"/>
                  </a:lnTo>
                  <a:lnTo>
                    <a:pt x="2818507" y="1668810"/>
                  </a:lnTo>
                  <a:lnTo>
                    <a:pt x="2817839" y="1668810"/>
                  </a:lnTo>
                  <a:lnTo>
                    <a:pt x="2817170" y="1668810"/>
                  </a:lnTo>
                  <a:lnTo>
                    <a:pt x="2816502" y="1668810"/>
                  </a:lnTo>
                  <a:lnTo>
                    <a:pt x="2815834" y="1668810"/>
                  </a:lnTo>
                  <a:lnTo>
                    <a:pt x="2815166" y="1668810"/>
                  </a:lnTo>
                  <a:lnTo>
                    <a:pt x="2814498" y="1668810"/>
                  </a:lnTo>
                  <a:lnTo>
                    <a:pt x="2813830" y="1668810"/>
                  </a:lnTo>
                  <a:lnTo>
                    <a:pt x="2813162" y="1668810"/>
                  </a:lnTo>
                  <a:lnTo>
                    <a:pt x="2812494" y="1668810"/>
                  </a:lnTo>
                  <a:lnTo>
                    <a:pt x="2811826" y="1668810"/>
                  </a:lnTo>
                  <a:lnTo>
                    <a:pt x="2811158" y="1668810"/>
                  </a:lnTo>
                  <a:lnTo>
                    <a:pt x="2810490" y="1668810"/>
                  </a:lnTo>
                  <a:lnTo>
                    <a:pt x="2809822" y="1668810"/>
                  </a:lnTo>
                  <a:lnTo>
                    <a:pt x="2809154" y="1668810"/>
                  </a:lnTo>
                  <a:lnTo>
                    <a:pt x="2808486" y="1668810"/>
                  </a:lnTo>
                  <a:lnTo>
                    <a:pt x="2807818" y="1668810"/>
                  </a:lnTo>
                  <a:lnTo>
                    <a:pt x="2807150" y="1668810"/>
                  </a:lnTo>
                  <a:lnTo>
                    <a:pt x="2806482" y="1668810"/>
                  </a:lnTo>
                  <a:lnTo>
                    <a:pt x="2805814" y="1668810"/>
                  </a:lnTo>
                  <a:lnTo>
                    <a:pt x="2805146" y="1668810"/>
                  </a:lnTo>
                  <a:lnTo>
                    <a:pt x="2804478" y="1668810"/>
                  </a:lnTo>
                  <a:lnTo>
                    <a:pt x="2803810" y="1668810"/>
                  </a:lnTo>
                  <a:lnTo>
                    <a:pt x="2803142" y="1668810"/>
                  </a:lnTo>
                  <a:lnTo>
                    <a:pt x="2802474" y="1668810"/>
                  </a:lnTo>
                  <a:lnTo>
                    <a:pt x="2801806" y="1668810"/>
                  </a:lnTo>
                  <a:lnTo>
                    <a:pt x="2801138" y="1668810"/>
                  </a:lnTo>
                  <a:lnTo>
                    <a:pt x="2800470" y="1668810"/>
                  </a:lnTo>
                  <a:lnTo>
                    <a:pt x="2799802" y="1668810"/>
                  </a:lnTo>
                  <a:lnTo>
                    <a:pt x="2799134" y="1668810"/>
                  </a:lnTo>
                  <a:lnTo>
                    <a:pt x="2798466" y="1668810"/>
                  </a:lnTo>
                  <a:lnTo>
                    <a:pt x="2797798" y="1668810"/>
                  </a:lnTo>
                  <a:lnTo>
                    <a:pt x="2797130" y="1668810"/>
                  </a:lnTo>
                  <a:lnTo>
                    <a:pt x="2796462" y="1668810"/>
                  </a:lnTo>
                  <a:lnTo>
                    <a:pt x="2795794" y="1668810"/>
                  </a:lnTo>
                  <a:lnTo>
                    <a:pt x="2795126" y="1668810"/>
                  </a:lnTo>
                  <a:lnTo>
                    <a:pt x="2794458" y="1668810"/>
                  </a:lnTo>
                  <a:lnTo>
                    <a:pt x="2793790" y="1668810"/>
                  </a:lnTo>
                  <a:lnTo>
                    <a:pt x="2793122" y="1668810"/>
                  </a:lnTo>
                  <a:lnTo>
                    <a:pt x="2792453" y="1668810"/>
                  </a:lnTo>
                  <a:lnTo>
                    <a:pt x="2791785" y="1668810"/>
                  </a:lnTo>
                  <a:lnTo>
                    <a:pt x="2791117" y="1668810"/>
                  </a:lnTo>
                  <a:lnTo>
                    <a:pt x="2790449" y="1668810"/>
                  </a:lnTo>
                  <a:lnTo>
                    <a:pt x="2789781" y="1668810"/>
                  </a:lnTo>
                  <a:lnTo>
                    <a:pt x="2789113" y="1668810"/>
                  </a:lnTo>
                  <a:lnTo>
                    <a:pt x="2788445" y="1668810"/>
                  </a:lnTo>
                  <a:lnTo>
                    <a:pt x="2787777" y="1668810"/>
                  </a:lnTo>
                  <a:lnTo>
                    <a:pt x="2787109" y="1668810"/>
                  </a:lnTo>
                  <a:lnTo>
                    <a:pt x="2786441" y="1668810"/>
                  </a:lnTo>
                  <a:lnTo>
                    <a:pt x="2785773" y="1668810"/>
                  </a:lnTo>
                  <a:lnTo>
                    <a:pt x="2785105" y="1668810"/>
                  </a:lnTo>
                  <a:lnTo>
                    <a:pt x="2784437" y="1668810"/>
                  </a:lnTo>
                  <a:lnTo>
                    <a:pt x="2783769" y="1668810"/>
                  </a:lnTo>
                  <a:lnTo>
                    <a:pt x="2783101" y="1668810"/>
                  </a:lnTo>
                  <a:lnTo>
                    <a:pt x="2782433" y="1668810"/>
                  </a:lnTo>
                  <a:lnTo>
                    <a:pt x="2781765" y="1668810"/>
                  </a:lnTo>
                  <a:lnTo>
                    <a:pt x="2781097" y="1668810"/>
                  </a:lnTo>
                  <a:lnTo>
                    <a:pt x="2780429" y="1668810"/>
                  </a:lnTo>
                  <a:lnTo>
                    <a:pt x="2779761" y="1668810"/>
                  </a:lnTo>
                  <a:lnTo>
                    <a:pt x="2779093" y="1668810"/>
                  </a:lnTo>
                  <a:lnTo>
                    <a:pt x="2778425" y="1668810"/>
                  </a:lnTo>
                  <a:lnTo>
                    <a:pt x="2777757" y="1668810"/>
                  </a:lnTo>
                  <a:lnTo>
                    <a:pt x="2777089" y="1668810"/>
                  </a:lnTo>
                  <a:lnTo>
                    <a:pt x="2776421" y="1668810"/>
                  </a:lnTo>
                  <a:lnTo>
                    <a:pt x="2775753" y="1668810"/>
                  </a:lnTo>
                  <a:lnTo>
                    <a:pt x="2775085" y="1668810"/>
                  </a:lnTo>
                  <a:lnTo>
                    <a:pt x="2774417" y="1668810"/>
                  </a:lnTo>
                  <a:lnTo>
                    <a:pt x="2773749" y="1668810"/>
                  </a:lnTo>
                  <a:lnTo>
                    <a:pt x="2773081" y="1668810"/>
                  </a:lnTo>
                  <a:lnTo>
                    <a:pt x="2772413" y="1668810"/>
                  </a:lnTo>
                  <a:lnTo>
                    <a:pt x="2771745" y="1668810"/>
                  </a:lnTo>
                  <a:lnTo>
                    <a:pt x="2771077" y="1668810"/>
                  </a:lnTo>
                  <a:lnTo>
                    <a:pt x="2770409" y="1668810"/>
                  </a:lnTo>
                  <a:lnTo>
                    <a:pt x="2769741" y="1668810"/>
                  </a:lnTo>
                  <a:lnTo>
                    <a:pt x="2769073" y="1668810"/>
                  </a:lnTo>
                  <a:lnTo>
                    <a:pt x="2768404" y="1668810"/>
                  </a:lnTo>
                  <a:lnTo>
                    <a:pt x="2767736" y="1668810"/>
                  </a:lnTo>
                  <a:lnTo>
                    <a:pt x="2767068" y="1668810"/>
                  </a:lnTo>
                  <a:lnTo>
                    <a:pt x="2766400" y="1668810"/>
                  </a:lnTo>
                  <a:lnTo>
                    <a:pt x="2765732" y="1668810"/>
                  </a:lnTo>
                  <a:lnTo>
                    <a:pt x="2765064" y="1668810"/>
                  </a:lnTo>
                  <a:lnTo>
                    <a:pt x="2764396" y="1668810"/>
                  </a:lnTo>
                  <a:lnTo>
                    <a:pt x="2763728" y="1668810"/>
                  </a:lnTo>
                  <a:lnTo>
                    <a:pt x="2763060" y="1668810"/>
                  </a:lnTo>
                  <a:lnTo>
                    <a:pt x="2762392" y="1668810"/>
                  </a:lnTo>
                  <a:lnTo>
                    <a:pt x="2761724" y="1668810"/>
                  </a:lnTo>
                  <a:lnTo>
                    <a:pt x="2761056" y="1668810"/>
                  </a:lnTo>
                  <a:lnTo>
                    <a:pt x="2760388" y="1668810"/>
                  </a:lnTo>
                  <a:lnTo>
                    <a:pt x="2759720" y="1668810"/>
                  </a:lnTo>
                  <a:lnTo>
                    <a:pt x="2759052" y="1668810"/>
                  </a:lnTo>
                  <a:lnTo>
                    <a:pt x="2758384" y="1668810"/>
                  </a:lnTo>
                  <a:lnTo>
                    <a:pt x="2757716" y="1668810"/>
                  </a:lnTo>
                  <a:lnTo>
                    <a:pt x="2757048" y="1668810"/>
                  </a:lnTo>
                  <a:lnTo>
                    <a:pt x="2756380" y="1668810"/>
                  </a:lnTo>
                  <a:lnTo>
                    <a:pt x="2755712" y="1668810"/>
                  </a:lnTo>
                  <a:lnTo>
                    <a:pt x="2755044" y="1668810"/>
                  </a:lnTo>
                  <a:lnTo>
                    <a:pt x="2754376" y="1668810"/>
                  </a:lnTo>
                  <a:lnTo>
                    <a:pt x="2753708" y="1668810"/>
                  </a:lnTo>
                  <a:lnTo>
                    <a:pt x="2753040" y="1668810"/>
                  </a:lnTo>
                  <a:lnTo>
                    <a:pt x="2752372" y="1668810"/>
                  </a:lnTo>
                  <a:lnTo>
                    <a:pt x="2751704" y="1668810"/>
                  </a:lnTo>
                  <a:lnTo>
                    <a:pt x="2751036" y="1668810"/>
                  </a:lnTo>
                  <a:lnTo>
                    <a:pt x="2750368" y="1668810"/>
                  </a:lnTo>
                  <a:lnTo>
                    <a:pt x="2749700" y="1668810"/>
                  </a:lnTo>
                  <a:lnTo>
                    <a:pt x="2749032" y="1668810"/>
                  </a:lnTo>
                  <a:lnTo>
                    <a:pt x="2748364" y="1668810"/>
                  </a:lnTo>
                  <a:lnTo>
                    <a:pt x="2747696" y="1668810"/>
                  </a:lnTo>
                  <a:lnTo>
                    <a:pt x="2747028" y="1668810"/>
                  </a:lnTo>
                  <a:lnTo>
                    <a:pt x="2746360" y="1668810"/>
                  </a:lnTo>
                  <a:lnTo>
                    <a:pt x="2745692" y="1668810"/>
                  </a:lnTo>
                  <a:lnTo>
                    <a:pt x="2745024" y="1668810"/>
                  </a:lnTo>
                  <a:lnTo>
                    <a:pt x="2744356" y="1668810"/>
                  </a:lnTo>
                  <a:lnTo>
                    <a:pt x="2743687" y="1668810"/>
                  </a:lnTo>
                  <a:lnTo>
                    <a:pt x="2743019" y="1668810"/>
                  </a:lnTo>
                  <a:lnTo>
                    <a:pt x="2742351" y="1668810"/>
                  </a:lnTo>
                  <a:lnTo>
                    <a:pt x="2741683" y="1668810"/>
                  </a:lnTo>
                  <a:lnTo>
                    <a:pt x="2741015" y="1668810"/>
                  </a:lnTo>
                  <a:lnTo>
                    <a:pt x="2740347" y="1668810"/>
                  </a:lnTo>
                  <a:lnTo>
                    <a:pt x="2739679" y="1668810"/>
                  </a:lnTo>
                  <a:lnTo>
                    <a:pt x="2739011" y="1668810"/>
                  </a:lnTo>
                  <a:lnTo>
                    <a:pt x="2738343" y="1668810"/>
                  </a:lnTo>
                  <a:lnTo>
                    <a:pt x="2737675" y="1668810"/>
                  </a:lnTo>
                  <a:lnTo>
                    <a:pt x="2737007" y="1668810"/>
                  </a:lnTo>
                  <a:lnTo>
                    <a:pt x="2736339" y="1668810"/>
                  </a:lnTo>
                  <a:lnTo>
                    <a:pt x="2735671" y="1668810"/>
                  </a:lnTo>
                  <a:lnTo>
                    <a:pt x="2735003" y="1668810"/>
                  </a:lnTo>
                  <a:lnTo>
                    <a:pt x="2734335" y="1668810"/>
                  </a:lnTo>
                  <a:lnTo>
                    <a:pt x="2733667" y="1668810"/>
                  </a:lnTo>
                  <a:lnTo>
                    <a:pt x="2732999" y="1668810"/>
                  </a:lnTo>
                  <a:lnTo>
                    <a:pt x="2732331" y="1668810"/>
                  </a:lnTo>
                  <a:lnTo>
                    <a:pt x="2731663" y="1668810"/>
                  </a:lnTo>
                  <a:lnTo>
                    <a:pt x="2730995" y="1668810"/>
                  </a:lnTo>
                  <a:lnTo>
                    <a:pt x="2730327" y="1668810"/>
                  </a:lnTo>
                  <a:lnTo>
                    <a:pt x="2729659" y="1668810"/>
                  </a:lnTo>
                  <a:lnTo>
                    <a:pt x="2728991" y="1668810"/>
                  </a:lnTo>
                  <a:lnTo>
                    <a:pt x="2728323" y="1668810"/>
                  </a:lnTo>
                  <a:lnTo>
                    <a:pt x="2727655" y="1668810"/>
                  </a:lnTo>
                  <a:lnTo>
                    <a:pt x="2726987" y="1668810"/>
                  </a:lnTo>
                  <a:lnTo>
                    <a:pt x="2726319" y="1668810"/>
                  </a:lnTo>
                  <a:lnTo>
                    <a:pt x="2725651" y="1668810"/>
                  </a:lnTo>
                  <a:lnTo>
                    <a:pt x="2724983" y="1668810"/>
                  </a:lnTo>
                  <a:lnTo>
                    <a:pt x="2724315" y="1668810"/>
                  </a:lnTo>
                  <a:lnTo>
                    <a:pt x="2723647" y="1668810"/>
                  </a:lnTo>
                  <a:lnTo>
                    <a:pt x="2722979" y="1668810"/>
                  </a:lnTo>
                  <a:lnTo>
                    <a:pt x="2722311" y="1668810"/>
                  </a:lnTo>
                  <a:lnTo>
                    <a:pt x="2721643" y="1668810"/>
                  </a:lnTo>
                  <a:lnTo>
                    <a:pt x="2720975" y="1668810"/>
                  </a:lnTo>
                  <a:lnTo>
                    <a:pt x="2720307" y="1668810"/>
                  </a:lnTo>
                  <a:lnTo>
                    <a:pt x="2719639" y="1668810"/>
                  </a:lnTo>
                  <a:lnTo>
                    <a:pt x="2718970" y="1668810"/>
                  </a:lnTo>
                  <a:lnTo>
                    <a:pt x="2718302" y="1668810"/>
                  </a:lnTo>
                  <a:lnTo>
                    <a:pt x="2717634" y="1668810"/>
                  </a:lnTo>
                  <a:lnTo>
                    <a:pt x="2716966" y="1668810"/>
                  </a:lnTo>
                  <a:lnTo>
                    <a:pt x="2716298" y="1668810"/>
                  </a:lnTo>
                  <a:lnTo>
                    <a:pt x="2715630" y="1668810"/>
                  </a:lnTo>
                  <a:lnTo>
                    <a:pt x="2714962" y="1668810"/>
                  </a:lnTo>
                  <a:lnTo>
                    <a:pt x="2714294" y="1668810"/>
                  </a:lnTo>
                  <a:lnTo>
                    <a:pt x="2713626" y="1668810"/>
                  </a:lnTo>
                  <a:lnTo>
                    <a:pt x="2712958" y="1668810"/>
                  </a:lnTo>
                  <a:lnTo>
                    <a:pt x="2712290" y="1668810"/>
                  </a:lnTo>
                  <a:lnTo>
                    <a:pt x="2711622" y="1668810"/>
                  </a:lnTo>
                  <a:lnTo>
                    <a:pt x="2710954" y="1668810"/>
                  </a:lnTo>
                  <a:lnTo>
                    <a:pt x="2710286" y="1668810"/>
                  </a:lnTo>
                  <a:lnTo>
                    <a:pt x="2709618" y="1668810"/>
                  </a:lnTo>
                  <a:lnTo>
                    <a:pt x="2708950" y="1668810"/>
                  </a:lnTo>
                  <a:lnTo>
                    <a:pt x="2708282" y="1668810"/>
                  </a:lnTo>
                  <a:lnTo>
                    <a:pt x="2707614" y="1668810"/>
                  </a:lnTo>
                  <a:lnTo>
                    <a:pt x="2706946" y="1668810"/>
                  </a:lnTo>
                  <a:lnTo>
                    <a:pt x="2706278" y="1668810"/>
                  </a:lnTo>
                  <a:lnTo>
                    <a:pt x="2705610" y="1668810"/>
                  </a:lnTo>
                  <a:lnTo>
                    <a:pt x="2704942" y="1668810"/>
                  </a:lnTo>
                  <a:lnTo>
                    <a:pt x="2704274" y="1668810"/>
                  </a:lnTo>
                  <a:lnTo>
                    <a:pt x="2703606" y="1668810"/>
                  </a:lnTo>
                  <a:lnTo>
                    <a:pt x="2702938" y="1668810"/>
                  </a:lnTo>
                  <a:lnTo>
                    <a:pt x="2702270" y="1668810"/>
                  </a:lnTo>
                  <a:lnTo>
                    <a:pt x="2701602" y="1668810"/>
                  </a:lnTo>
                  <a:lnTo>
                    <a:pt x="2700934" y="1668810"/>
                  </a:lnTo>
                  <a:lnTo>
                    <a:pt x="2700266" y="1668810"/>
                  </a:lnTo>
                  <a:lnTo>
                    <a:pt x="2699598" y="1668810"/>
                  </a:lnTo>
                  <a:lnTo>
                    <a:pt x="2698930" y="1668810"/>
                  </a:lnTo>
                  <a:lnTo>
                    <a:pt x="2698262" y="1668810"/>
                  </a:lnTo>
                  <a:lnTo>
                    <a:pt x="2697594" y="1668810"/>
                  </a:lnTo>
                  <a:lnTo>
                    <a:pt x="2696926" y="1668810"/>
                  </a:lnTo>
                  <a:lnTo>
                    <a:pt x="2696258" y="1668810"/>
                  </a:lnTo>
                  <a:lnTo>
                    <a:pt x="2695590" y="1668810"/>
                  </a:lnTo>
                  <a:lnTo>
                    <a:pt x="2694922" y="1668810"/>
                  </a:lnTo>
                  <a:lnTo>
                    <a:pt x="2694253" y="1668810"/>
                  </a:lnTo>
                  <a:lnTo>
                    <a:pt x="2693585" y="1668810"/>
                  </a:lnTo>
                  <a:lnTo>
                    <a:pt x="2692917" y="1668810"/>
                  </a:lnTo>
                  <a:lnTo>
                    <a:pt x="2692249" y="1668810"/>
                  </a:lnTo>
                  <a:lnTo>
                    <a:pt x="2691581" y="1668810"/>
                  </a:lnTo>
                  <a:lnTo>
                    <a:pt x="2690913" y="1668810"/>
                  </a:lnTo>
                  <a:lnTo>
                    <a:pt x="2690245" y="1668810"/>
                  </a:lnTo>
                  <a:lnTo>
                    <a:pt x="2689577" y="1668810"/>
                  </a:lnTo>
                  <a:lnTo>
                    <a:pt x="2688909" y="1668810"/>
                  </a:lnTo>
                  <a:lnTo>
                    <a:pt x="2688241" y="1668810"/>
                  </a:lnTo>
                  <a:lnTo>
                    <a:pt x="2687573" y="1668810"/>
                  </a:lnTo>
                  <a:lnTo>
                    <a:pt x="2686905" y="1668810"/>
                  </a:lnTo>
                  <a:lnTo>
                    <a:pt x="2686237" y="1668810"/>
                  </a:lnTo>
                  <a:lnTo>
                    <a:pt x="2685569" y="1668810"/>
                  </a:lnTo>
                  <a:lnTo>
                    <a:pt x="2684901" y="1668810"/>
                  </a:lnTo>
                  <a:lnTo>
                    <a:pt x="2684233" y="1668810"/>
                  </a:lnTo>
                  <a:lnTo>
                    <a:pt x="2683565" y="1668810"/>
                  </a:lnTo>
                  <a:lnTo>
                    <a:pt x="2682897" y="1668810"/>
                  </a:lnTo>
                  <a:lnTo>
                    <a:pt x="2682229" y="1668810"/>
                  </a:lnTo>
                  <a:lnTo>
                    <a:pt x="2681561" y="1668810"/>
                  </a:lnTo>
                  <a:lnTo>
                    <a:pt x="2680893" y="1668810"/>
                  </a:lnTo>
                  <a:lnTo>
                    <a:pt x="2680225" y="1668810"/>
                  </a:lnTo>
                  <a:lnTo>
                    <a:pt x="2679557" y="1668810"/>
                  </a:lnTo>
                  <a:lnTo>
                    <a:pt x="2678889" y="1668810"/>
                  </a:lnTo>
                  <a:lnTo>
                    <a:pt x="2678221" y="1668810"/>
                  </a:lnTo>
                  <a:lnTo>
                    <a:pt x="2677553" y="1668810"/>
                  </a:lnTo>
                  <a:lnTo>
                    <a:pt x="2676885" y="1668810"/>
                  </a:lnTo>
                  <a:lnTo>
                    <a:pt x="2676217" y="1668810"/>
                  </a:lnTo>
                  <a:lnTo>
                    <a:pt x="2675549" y="1668810"/>
                  </a:lnTo>
                  <a:lnTo>
                    <a:pt x="2674881" y="1668810"/>
                  </a:lnTo>
                  <a:lnTo>
                    <a:pt x="2674213" y="1668810"/>
                  </a:lnTo>
                  <a:lnTo>
                    <a:pt x="2673545" y="1668810"/>
                  </a:lnTo>
                  <a:lnTo>
                    <a:pt x="2672877" y="1668810"/>
                  </a:lnTo>
                  <a:lnTo>
                    <a:pt x="2672209" y="1668810"/>
                  </a:lnTo>
                  <a:lnTo>
                    <a:pt x="2671541" y="1668810"/>
                  </a:lnTo>
                  <a:lnTo>
                    <a:pt x="2670873" y="1668810"/>
                  </a:lnTo>
                  <a:lnTo>
                    <a:pt x="2670204" y="1668810"/>
                  </a:lnTo>
                  <a:lnTo>
                    <a:pt x="2669536" y="1668810"/>
                  </a:lnTo>
                  <a:lnTo>
                    <a:pt x="2668868" y="1668810"/>
                  </a:lnTo>
                  <a:lnTo>
                    <a:pt x="2668200" y="1668810"/>
                  </a:lnTo>
                  <a:lnTo>
                    <a:pt x="2667532" y="1668810"/>
                  </a:lnTo>
                  <a:lnTo>
                    <a:pt x="2666864" y="1668810"/>
                  </a:lnTo>
                  <a:lnTo>
                    <a:pt x="2666196" y="1668810"/>
                  </a:lnTo>
                  <a:lnTo>
                    <a:pt x="2665528" y="1668810"/>
                  </a:lnTo>
                  <a:lnTo>
                    <a:pt x="2664860" y="1668810"/>
                  </a:lnTo>
                  <a:lnTo>
                    <a:pt x="2664192" y="1668810"/>
                  </a:lnTo>
                  <a:lnTo>
                    <a:pt x="2663524" y="1668810"/>
                  </a:lnTo>
                  <a:lnTo>
                    <a:pt x="2662856" y="1668810"/>
                  </a:lnTo>
                  <a:lnTo>
                    <a:pt x="2662188" y="1668810"/>
                  </a:lnTo>
                  <a:lnTo>
                    <a:pt x="2661520" y="1668810"/>
                  </a:lnTo>
                  <a:lnTo>
                    <a:pt x="2660852" y="1668810"/>
                  </a:lnTo>
                  <a:lnTo>
                    <a:pt x="2660184" y="1668810"/>
                  </a:lnTo>
                  <a:lnTo>
                    <a:pt x="2659516" y="1668810"/>
                  </a:lnTo>
                  <a:lnTo>
                    <a:pt x="2658848" y="1668810"/>
                  </a:lnTo>
                  <a:lnTo>
                    <a:pt x="2658180" y="1668810"/>
                  </a:lnTo>
                  <a:lnTo>
                    <a:pt x="2657512" y="1668810"/>
                  </a:lnTo>
                  <a:lnTo>
                    <a:pt x="2656844" y="1668810"/>
                  </a:lnTo>
                  <a:lnTo>
                    <a:pt x="2656176" y="1668810"/>
                  </a:lnTo>
                  <a:lnTo>
                    <a:pt x="2655508" y="1668810"/>
                  </a:lnTo>
                  <a:lnTo>
                    <a:pt x="2654840" y="1668810"/>
                  </a:lnTo>
                  <a:lnTo>
                    <a:pt x="2654172" y="1668810"/>
                  </a:lnTo>
                  <a:lnTo>
                    <a:pt x="2653504" y="1668810"/>
                  </a:lnTo>
                  <a:lnTo>
                    <a:pt x="2652836" y="1668810"/>
                  </a:lnTo>
                  <a:lnTo>
                    <a:pt x="2652168" y="1668810"/>
                  </a:lnTo>
                  <a:lnTo>
                    <a:pt x="2651500" y="1668810"/>
                  </a:lnTo>
                  <a:lnTo>
                    <a:pt x="2650832" y="1668810"/>
                  </a:lnTo>
                  <a:lnTo>
                    <a:pt x="2650164" y="1668810"/>
                  </a:lnTo>
                  <a:lnTo>
                    <a:pt x="2649496" y="1668810"/>
                  </a:lnTo>
                  <a:lnTo>
                    <a:pt x="2648828" y="1668810"/>
                  </a:lnTo>
                  <a:lnTo>
                    <a:pt x="2648160" y="1668810"/>
                  </a:lnTo>
                  <a:lnTo>
                    <a:pt x="2647492" y="1668810"/>
                  </a:lnTo>
                  <a:lnTo>
                    <a:pt x="2646824" y="1668810"/>
                  </a:lnTo>
                  <a:lnTo>
                    <a:pt x="2646156" y="1668810"/>
                  </a:lnTo>
                  <a:lnTo>
                    <a:pt x="2645487" y="1668810"/>
                  </a:lnTo>
                  <a:lnTo>
                    <a:pt x="2644819" y="1668810"/>
                  </a:lnTo>
                  <a:lnTo>
                    <a:pt x="2644151" y="1668810"/>
                  </a:lnTo>
                  <a:lnTo>
                    <a:pt x="2643483" y="1668810"/>
                  </a:lnTo>
                  <a:lnTo>
                    <a:pt x="2642815" y="1668810"/>
                  </a:lnTo>
                  <a:lnTo>
                    <a:pt x="2642147" y="1668810"/>
                  </a:lnTo>
                  <a:lnTo>
                    <a:pt x="2641479" y="1668810"/>
                  </a:lnTo>
                  <a:lnTo>
                    <a:pt x="2640811" y="1668810"/>
                  </a:lnTo>
                  <a:lnTo>
                    <a:pt x="2640143" y="1668810"/>
                  </a:lnTo>
                  <a:lnTo>
                    <a:pt x="2639475" y="1668810"/>
                  </a:lnTo>
                  <a:lnTo>
                    <a:pt x="2638807" y="1668810"/>
                  </a:lnTo>
                  <a:lnTo>
                    <a:pt x="2638139" y="1668810"/>
                  </a:lnTo>
                  <a:lnTo>
                    <a:pt x="2637471" y="1668810"/>
                  </a:lnTo>
                  <a:lnTo>
                    <a:pt x="2636803" y="1668810"/>
                  </a:lnTo>
                  <a:lnTo>
                    <a:pt x="2636135" y="1668810"/>
                  </a:lnTo>
                  <a:lnTo>
                    <a:pt x="2635467" y="1668810"/>
                  </a:lnTo>
                  <a:lnTo>
                    <a:pt x="2634799" y="1668810"/>
                  </a:lnTo>
                  <a:lnTo>
                    <a:pt x="2634131" y="1668810"/>
                  </a:lnTo>
                  <a:lnTo>
                    <a:pt x="2633463" y="1668810"/>
                  </a:lnTo>
                  <a:lnTo>
                    <a:pt x="2632795" y="1668810"/>
                  </a:lnTo>
                  <a:lnTo>
                    <a:pt x="2632127" y="1668810"/>
                  </a:lnTo>
                  <a:lnTo>
                    <a:pt x="2631459" y="1668810"/>
                  </a:lnTo>
                  <a:lnTo>
                    <a:pt x="2630791" y="1668810"/>
                  </a:lnTo>
                  <a:lnTo>
                    <a:pt x="2630123" y="1668810"/>
                  </a:lnTo>
                  <a:lnTo>
                    <a:pt x="2629455" y="1668810"/>
                  </a:lnTo>
                  <a:lnTo>
                    <a:pt x="2628787" y="1668810"/>
                  </a:lnTo>
                  <a:lnTo>
                    <a:pt x="2628119" y="1668810"/>
                  </a:lnTo>
                  <a:lnTo>
                    <a:pt x="2627451" y="1668810"/>
                  </a:lnTo>
                  <a:lnTo>
                    <a:pt x="2626783" y="1668810"/>
                  </a:lnTo>
                  <a:lnTo>
                    <a:pt x="2626115" y="1668810"/>
                  </a:lnTo>
                  <a:lnTo>
                    <a:pt x="2625447" y="1668810"/>
                  </a:lnTo>
                  <a:lnTo>
                    <a:pt x="2624779" y="1668810"/>
                  </a:lnTo>
                  <a:lnTo>
                    <a:pt x="2624111" y="1668810"/>
                  </a:lnTo>
                  <a:lnTo>
                    <a:pt x="2623443" y="1668810"/>
                  </a:lnTo>
                  <a:lnTo>
                    <a:pt x="2622775" y="1668810"/>
                  </a:lnTo>
                  <a:lnTo>
                    <a:pt x="2622107" y="1668810"/>
                  </a:lnTo>
                  <a:lnTo>
                    <a:pt x="2621439" y="1668810"/>
                  </a:lnTo>
                  <a:lnTo>
                    <a:pt x="2620770" y="1668810"/>
                  </a:lnTo>
                  <a:lnTo>
                    <a:pt x="2620102" y="1668810"/>
                  </a:lnTo>
                  <a:lnTo>
                    <a:pt x="2619434" y="1668810"/>
                  </a:lnTo>
                  <a:lnTo>
                    <a:pt x="2618766" y="1668810"/>
                  </a:lnTo>
                  <a:lnTo>
                    <a:pt x="2618098" y="1668810"/>
                  </a:lnTo>
                  <a:lnTo>
                    <a:pt x="2617430" y="1668810"/>
                  </a:lnTo>
                  <a:lnTo>
                    <a:pt x="2616762" y="1668810"/>
                  </a:lnTo>
                  <a:lnTo>
                    <a:pt x="2616094" y="1668810"/>
                  </a:lnTo>
                  <a:lnTo>
                    <a:pt x="2615426" y="1668810"/>
                  </a:lnTo>
                  <a:lnTo>
                    <a:pt x="2614758" y="1668810"/>
                  </a:lnTo>
                  <a:lnTo>
                    <a:pt x="2614090" y="1668810"/>
                  </a:lnTo>
                  <a:lnTo>
                    <a:pt x="2613422" y="1668810"/>
                  </a:lnTo>
                  <a:lnTo>
                    <a:pt x="2612754" y="1668810"/>
                  </a:lnTo>
                  <a:lnTo>
                    <a:pt x="2612086" y="1668810"/>
                  </a:lnTo>
                  <a:lnTo>
                    <a:pt x="2611418" y="1668810"/>
                  </a:lnTo>
                  <a:lnTo>
                    <a:pt x="2610750" y="1668810"/>
                  </a:lnTo>
                  <a:lnTo>
                    <a:pt x="2610082" y="1668810"/>
                  </a:lnTo>
                  <a:lnTo>
                    <a:pt x="2609414" y="1668810"/>
                  </a:lnTo>
                  <a:lnTo>
                    <a:pt x="2608746" y="1668810"/>
                  </a:lnTo>
                  <a:lnTo>
                    <a:pt x="2608078" y="1668810"/>
                  </a:lnTo>
                  <a:lnTo>
                    <a:pt x="2607410" y="1668810"/>
                  </a:lnTo>
                  <a:lnTo>
                    <a:pt x="2606742" y="1668810"/>
                  </a:lnTo>
                  <a:lnTo>
                    <a:pt x="2606074" y="1668810"/>
                  </a:lnTo>
                  <a:lnTo>
                    <a:pt x="2605406" y="1668810"/>
                  </a:lnTo>
                  <a:lnTo>
                    <a:pt x="2604738" y="1668810"/>
                  </a:lnTo>
                  <a:lnTo>
                    <a:pt x="2604070" y="1668810"/>
                  </a:lnTo>
                  <a:lnTo>
                    <a:pt x="2603402" y="1668810"/>
                  </a:lnTo>
                  <a:lnTo>
                    <a:pt x="2602734" y="1668810"/>
                  </a:lnTo>
                  <a:lnTo>
                    <a:pt x="2602066" y="1668810"/>
                  </a:lnTo>
                  <a:lnTo>
                    <a:pt x="2601398" y="1668810"/>
                  </a:lnTo>
                  <a:lnTo>
                    <a:pt x="2600730" y="1668810"/>
                  </a:lnTo>
                  <a:lnTo>
                    <a:pt x="2600062" y="1668810"/>
                  </a:lnTo>
                  <a:lnTo>
                    <a:pt x="2599394" y="1668810"/>
                  </a:lnTo>
                  <a:lnTo>
                    <a:pt x="2598726" y="1668810"/>
                  </a:lnTo>
                  <a:lnTo>
                    <a:pt x="2598058" y="1668810"/>
                  </a:lnTo>
                  <a:lnTo>
                    <a:pt x="2597390" y="1668810"/>
                  </a:lnTo>
                  <a:lnTo>
                    <a:pt x="2596722" y="1668810"/>
                  </a:lnTo>
                  <a:lnTo>
                    <a:pt x="2596053" y="1668810"/>
                  </a:lnTo>
                  <a:lnTo>
                    <a:pt x="2595385" y="1668810"/>
                  </a:lnTo>
                  <a:lnTo>
                    <a:pt x="2594717" y="1668810"/>
                  </a:lnTo>
                  <a:lnTo>
                    <a:pt x="2594049" y="1668810"/>
                  </a:lnTo>
                  <a:lnTo>
                    <a:pt x="2593381" y="1668810"/>
                  </a:lnTo>
                  <a:lnTo>
                    <a:pt x="2592713" y="1668810"/>
                  </a:lnTo>
                  <a:lnTo>
                    <a:pt x="2592045" y="1668810"/>
                  </a:lnTo>
                  <a:lnTo>
                    <a:pt x="2591377" y="1668810"/>
                  </a:lnTo>
                  <a:lnTo>
                    <a:pt x="2590709" y="1668810"/>
                  </a:lnTo>
                  <a:lnTo>
                    <a:pt x="2590041" y="1668810"/>
                  </a:lnTo>
                  <a:lnTo>
                    <a:pt x="2589373" y="1668810"/>
                  </a:lnTo>
                  <a:lnTo>
                    <a:pt x="2588705" y="1668810"/>
                  </a:lnTo>
                  <a:lnTo>
                    <a:pt x="2588037" y="1668810"/>
                  </a:lnTo>
                  <a:lnTo>
                    <a:pt x="2587369" y="1668810"/>
                  </a:lnTo>
                  <a:lnTo>
                    <a:pt x="2586701" y="1668810"/>
                  </a:lnTo>
                  <a:lnTo>
                    <a:pt x="2586033" y="1668810"/>
                  </a:lnTo>
                  <a:lnTo>
                    <a:pt x="2585365" y="1668810"/>
                  </a:lnTo>
                  <a:lnTo>
                    <a:pt x="2584697" y="1668810"/>
                  </a:lnTo>
                  <a:lnTo>
                    <a:pt x="2584029" y="1668810"/>
                  </a:lnTo>
                  <a:lnTo>
                    <a:pt x="2583361" y="1668810"/>
                  </a:lnTo>
                  <a:lnTo>
                    <a:pt x="2582693" y="1668810"/>
                  </a:lnTo>
                  <a:lnTo>
                    <a:pt x="2582025" y="1668810"/>
                  </a:lnTo>
                  <a:lnTo>
                    <a:pt x="2581357" y="1668810"/>
                  </a:lnTo>
                  <a:lnTo>
                    <a:pt x="2580689" y="1668810"/>
                  </a:lnTo>
                  <a:lnTo>
                    <a:pt x="2580021" y="1668810"/>
                  </a:lnTo>
                  <a:lnTo>
                    <a:pt x="2579353" y="1668810"/>
                  </a:lnTo>
                  <a:lnTo>
                    <a:pt x="2578685" y="1668810"/>
                  </a:lnTo>
                  <a:lnTo>
                    <a:pt x="2578017" y="1668810"/>
                  </a:lnTo>
                  <a:lnTo>
                    <a:pt x="2577349" y="1668810"/>
                  </a:lnTo>
                  <a:lnTo>
                    <a:pt x="2576681" y="1668810"/>
                  </a:lnTo>
                  <a:lnTo>
                    <a:pt x="2576013" y="1668810"/>
                  </a:lnTo>
                  <a:lnTo>
                    <a:pt x="2575345" y="1668810"/>
                  </a:lnTo>
                  <a:lnTo>
                    <a:pt x="2574677" y="1668810"/>
                  </a:lnTo>
                  <a:lnTo>
                    <a:pt x="2574009" y="1668810"/>
                  </a:lnTo>
                  <a:lnTo>
                    <a:pt x="2573341" y="1668810"/>
                  </a:lnTo>
                  <a:lnTo>
                    <a:pt x="2572673" y="1668810"/>
                  </a:lnTo>
                  <a:lnTo>
                    <a:pt x="2572004" y="1668810"/>
                  </a:lnTo>
                  <a:lnTo>
                    <a:pt x="2571336" y="1668810"/>
                  </a:lnTo>
                  <a:lnTo>
                    <a:pt x="2570668" y="1668810"/>
                  </a:lnTo>
                  <a:lnTo>
                    <a:pt x="2570000" y="1668810"/>
                  </a:lnTo>
                  <a:lnTo>
                    <a:pt x="2569332" y="1668810"/>
                  </a:lnTo>
                  <a:lnTo>
                    <a:pt x="2568664" y="1668810"/>
                  </a:lnTo>
                  <a:lnTo>
                    <a:pt x="2567996" y="1668810"/>
                  </a:lnTo>
                  <a:lnTo>
                    <a:pt x="2567328" y="1668810"/>
                  </a:lnTo>
                  <a:lnTo>
                    <a:pt x="2566660" y="1668810"/>
                  </a:lnTo>
                  <a:lnTo>
                    <a:pt x="2565992" y="1668810"/>
                  </a:lnTo>
                  <a:lnTo>
                    <a:pt x="2565324" y="1668810"/>
                  </a:lnTo>
                  <a:lnTo>
                    <a:pt x="2564656" y="1668810"/>
                  </a:lnTo>
                  <a:lnTo>
                    <a:pt x="2563988" y="1668810"/>
                  </a:lnTo>
                  <a:lnTo>
                    <a:pt x="2563320" y="1668810"/>
                  </a:lnTo>
                  <a:lnTo>
                    <a:pt x="2562652" y="1668810"/>
                  </a:lnTo>
                  <a:lnTo>
                    <a:pt x="2561984" y="1668810"/>
                  </a:lnTo>
                  <a:lnTo>
                    <a:pt x="2561316" y="1668810"/>
                  </a:lnTo>
                  <a:lnTo>
                    <a:pt x="2560648" y="1668810"/>
                  </a:lnTo>
                  <a:lnTo>
                    <a:pt x="2559980" y="1668810"/>
                  </a:lnTo>
                  <a:lnTo>
                    <a:pt x="2559312" y="1668810"/>
                  </a:lnTo>
                  <a:lnTo>
                    <a:pt x="2558644" y="1668810"/>
                  </a:lnTo>
                  <a:lnTo>
                    <a:pt x="2557976" y="1668810"/>
                  </a:lnTo>
                  <a:lnTo>
                    <a:pt x="2557308" y="1668810"/>
                  </a:lnTo>
                  <a:lnTo>
                    <a:pt x="2556640" y="1668810"/>
                  </a:lnTo>
                  <a:lnTo>
                    <a:pt x="2555972" y="1668810"/>
                  </a:lnTo>
                  <a:lnTo>
                    <a:pt x="2555304" y="1668810"/>
                  </a:lnTo>
                  <a:lnTo>
                    <a:pt x="2554636" y="1668810"/>
                  </a:lnTo>
                  <a:lnTo>
                    <a:pt x="2553968" y="1668810"/>
                  </a:lnTo>
                  <a:lnTo>
                    <a:pt x="2553300" y="1668810"/>
                  </a:lnTo>
                  <a:lnTo>
                    <a:pt x="2552632" y="1668810"/>
                  </a:lnTo>
                  <a:lnTo>
                    <a:pt x="2551964" y="1668810"/>
                  </a:lnTo>
                  <a:lnTo>
                    <a:pt x="2551296" y="1668810"/>
                  </a:lnTo>
                  <a:lnTo>
                    <a:pt x="2550628" y="1668810"/>
                  </a:lnTo>
                  <a:lnTo>
                    <a:pt x="2549960" y="1668810"/>
                  </a:lnTo>
                  <a:lnTo>
                    <a:pt x="2549292" y="1668810"/>
                  </a:lnTo>
                  <a:lnTo>
                    <a:pt x="2548624" y="1668810"/>
                  </a:lnTo>
                  <a:lnTo>
                    <a:pt x="2547956" y="1668810"/>
                  </a:lnTo>
                  <a:lnTo>
                    <a:pt x="2547287" y="1668810"/>
                  </a:lnTo>
                  <a:lnTo>
                    <a:pt x="2546619" y="1668810"/>
                  </a:lnTo>
                  <a:lnTo>
                    <a:pt x="2545951" y="1668810"/>
                  </a:lnTo>
                  <a:lnTo>
                    <a:pt x="2545283" y="1668810"/>
                  </a:lnTo>
                  <a:lnTo>
                    <a:pt x="2544615" y="1668810"/>
                  </a:lnTo>
                  <a:lnTo>
                    <a:pt x="2543947" y="1668810"/>
                  </a:lnTo>
                  <a:lnTo>
                    <a:pt x="2543279" y="1668810"/>
                  </a:lnTo>
                  <a:lnTo>
                    <a:pt x="2542611" y="1668810"/>
                  </a:lnTo>
                  <a:lnTo>
                    <a:pt x="2541943" y="1668810"/>
                  </a:lnTo>
                  <a:lnTo>
                    <a:pt x="2541275" y="1668810"/>
                  </a:lnTo>
                  <a:lnTo>
                    <a:pt x="2540607" y="1668810"/>
                  </a:lnTo>
                  <a:lnTo>
                    <a:pt x="2539939" y="1668810"/>
                  </a:lnTo>
                  <a:lnTo>
                    <a:pt x="2539271" y="1668810"/>
                  </a:lnTo>
                  <a:lnTo>
                    <a:pt x="2538603" y="1668810"/>
                  </a:lnTo>
                  <a:lnTo>
                    <a:pt x="2537935" y="1668810"/>
                  </a:lnTo>
                  <a:lnTo>
                    <a:pt x="2537267" y="1668810"/>
                  </a:lnTo>
                  <a:lnTo>
                    <a:pt x="2536599" y="1668810"/>
                  </a:lnTo>
                  <a:lnTo>
                    <a:pt x="2535931" y="1668810"/>
                  </a:lnTo>
                  <a:lnTo>
                    <a:pt x="2535263" y="1668810"/>
                  </a:lnTo>
                  <a:lnTo>
                    <a:pt x="2534595" y="1668810"/>
                  </a:lnTo>
                  <a:lnTo>
                    <a:pt x="2533927" y="1668810"/>
                  </a:lnTo>
                  <a:lnTo>
                    <a:pt x="2533259" y="1668810"/>
                  </a:lnTo>
                  <a:lnTo>
                    <a:pt x="2532591" y="1668810"/>
                  </a:lnTo>
                  <a:lnTo>
                    <a:pt x="2531923" y="1668810"/>
                  </a:lnTo>
                  <a:lnTo>
                    <a:pt x="2531255" y="1668810"/>
                  </a:lnTo>
                  <a:lnTo>
                    <a:pt x="2530587" y="1668810"/>
                  </a:lnTo>
                  <a:lnTo>
                    <a:pt x="2529919" y="1668810"/>
                  </a:lnTo>
                  <a:lnTo>
                    <a:pt x="2529251" y="1668810"/>
                  </a:lnTo>
                  <a:lnTo>
                    <a:pt x="2528583" y="1668810"/>
                  </a:lnTo>
                  <a:lnTo>
                    <a:pt x="2527915" y="1668810"/>
                  </a:lnTo>
                  <a:lnTo>
                    <a:pt x="2527247" y="1668810"/>
                  </a:lnTo>
                  <a:lnTo>
                    <a:pt x="2526579" y="1668810"/>
                  </a:lnTo>
                  <a:lnTo>
                    <a:pt x="2525911" y="1668810"/>
                  </a:lnTo>
                  <a:lnTo>
                    <a:pt x="2525243" y="1668810"/>
                  </a:lnTo>
                  <a:lnTo>
                    <a:pt x="2524575" y="1668810"/>
                  </a:lnTo>
                  <a:lnTo>
                    <a:pt x="2523907" y="1668810"/>
                  </a:lnTo>
                  <a:lnTo>
                    <a:pt x="2523239" y="1668810"/>
                  </a:lnTo>
                  <a:lnTo>
                    <a:pt x="2522570" y="1668810"/>
                  </a:lnTo>
                  <a:lnTo>
                    <a:pt x="2521902" y="1668810"/>
                  </a:lnTo>
                  <a:lnTo>
                    <a:pt x="2521234" y="1668810"/>
                  </a:lnTo>
                  <a:lnTo>
                    <a:pt x="2520566" y="1668810"/>
                  </a:lnTo>
                  <a:lnTo>
                    <a:pt x="2519898" y="1668810"/>
                  </a:lnTo>
                  <a:lnTo>
                    <a:pt x="2519230" y="1668810"/>
                  </a:lnTo>
                  <a:lnTo>
                    <a:pt x="2518562" y="1668810"/>
                  </a:lnTo>
                  <a:lnTo>
                    <a:pt x="2517894" y="1668810"/>
                  </a:lnTo>
                  <a:lnTo>
                    <a:pt x="2517226" y="1668810"/>
                  </a:lnTo>
                  <a:lnTo>
                    <a:pt x="2516558" y="1668810"/>
                  </a:lnTo>
                  <a:lnTo>
                    <a:pt x="2515890" y="1668810"/>
                  </a:lnTo>
                  <a:lnTo>
                    <a:pt x="2515222" y="1668810"/>
                  </a:lnTo>
                  <a:lnTo>
                    <a:pt x="2514554" y="1668810"/>
                  </a:lnTo>
                  <a:lnTo>
                    <a:pt x="2513886" y="1668810"/>
                  </a:lnTo>
                  <a:lnTo>
                    <a:pt x="2513218" y="1668810"/>
                  </a:lnTo>
                  <a:lnTo>
                    <a:pt x="2512550" y="1668810"/>
                  </a:lnTo>
                  <a:lnTo>
                    <a:pt x="2511882" y="1668810"/>
                  </a:lnTo>
                  <a:lnTo>
                    <a:pt x="2511214" y="1668810"/>
                  </a:lnTo>
                  <a:lnTo>
                    <a:pt x="2510546" y="1668810"/>
                  </a:lnTo>
                  <a:lnTo>
                    <a:pt x="2509878" y="1668810"/>
                  </a:lnTo>
                  <a:lnTo>
                    <a:pt x="2509210" y="1668810"/>
                  </a:lnTo>
                  <a:lnTo>
                    <a:pt x="2508542" y="1668810"/>
                  </a:lnTo>
                  <a:lnTo>
                    <a:pt x="2507874" y="1668810"/>
                  </a:lnTo>
                  <a:lnTo>
                    <a:pt x="2507206" y="1668810"/>
                  </a:lnTo>
                  <a:lnTo>
                    <a:pt x="2506538" y="1668810"/>
                  </a:lnTo>
                  <a:lnTo>
                    <a:pt x="2505870" y="1668810"/>
                  </a:lnTo>
                  <a:lnTo>
                    <a:pt x="2505202" y="1668810"/>
                  </a:lnTo>
                  <a:lnTo>
                    <a:pt x="2504534" y="1668810"/>
                  </a:lnTo>
                  <a:lnTo>
                    <a:pt x="2503866" y="1668810"/>
                  </a:lnTo>
                  <a:lnTo>
                    <a:pt x="2503198" y="1668810"/>
                  </a:lnTo>
                  <a:lnTo>
                    <a:pt x="2502530" y="1668810"/>
                  </a:lnTo>
                  <a:lnTo>
                    <a:pt x="2501862" y="1668810"/>
                  </a:lnTo>
                  <a:lnTo>
                    <a:pt x="2501194" y="1668810"/>
                  </a:lnTo>
                  <a:lnTo>
                    <a:pt x="2500526" y="1668810"/>
                  </a:lnTo>
                  <a:lnTo>
                    <a:pt x="2499858" y="1668810"/>
                  </a:lnTo>
                  <a:lnTo>
                    <a:pt x="2499190" y="1668810"/>
                  </a:lnTo>
                  <a:lnTo>
                    <a:pt x="2498521" y="1668810"/>
                  </a:lnTo>
                  <a:lnTo>
                    <a:pt x="2497853" y="1668810"/>
                  </a:lnTo>
                  <a:lnTo>
                    <a:pt x="2497185" y="1668810"/>
                  </a:lnTo>
                  <a:lnTo>
                    <a:pt x="2496517" y="1668810"/>
                  </a:lnTo>
                  <a:lnTo>
                    <a:pt x="2495849" y="1668810"/>
                  </a:lnTo>
                  <a:lnTo>
                    <a:pt x="2495181" y="1668810"/>
                  </a:lnTo>
                  <a:lnTo>
                    <a:pt x="2494513" y="1668810"/>
                  </a:lnTo>
                  <a:lnTo>
                    <a:pt x="2493845" y="1668810"/>
                  </a:lnTo>
                  <a:lnTo>
                    <a:pt x="2493177" y="1668810"/>
                  </a:lnTo>
                  <a:lnTo>
                    <a:pt x="2492509" y="1668810"/>
                  </a:lnTo>
                  <a:lnTo>
                    <a:pt x="2491841" y="1668810"/>
                  </a:lnTo>
                  <a:lnTo>
                    <a:pt x="2491173" y="1668810"/>
                  </a:lnTo>
                  <a:lnTo>
                    <a:pt x="2490505" y="1668810"/>
                  </a:lnTo>
                  <a:lnTo>
                    <a:pt x="2489837" y="1668810"/>
                  </a:lnTo>
                  <a:lnTo>
                    <a:pt x="2489169" y="1668810"/>
                  </a:lnTo>
                  <a:lnTo>
                    <a:pt x="2488501" y="1668810"/>
                  </a:lnTo>
                  <a:lnTo>
                    <a:pt x="2487833" y="1668810"/>
                  </a:lnTo>
                  <a:lnTo>
                    <a:pt x="2487165" y="1668810"/>
                  </a:lnTo>
                  <a:lnTo>
                    <a:pt x="2486497" y="1668810"/>
                  </a:lnTo>
                  <a:lnTo>
                    <a:pt x="2485829" y="1668810"/>
                  </a:lnTo>
                  <a:lnTo>
                    <a:pt x="2485161" y="1668810"/>
                  </a:lnTo>
                  <a:lnTo>
                    <a:pt x="2484493" y="1668810"/>
                  </a:lnTo>
                  <a:lnTo>
                    <a:pt x="2483825" y="1668810"/>
                  </a:lnTo>
                  <a:lnTo>
                    <a:pt x="2483157" y="1668810"/>
                  </a:lnTo>
                  <a:lnTo>
                    <a:pt x="2482489" y="1668810"/>
                  </a:lnTo>
                  <a:lnTo>
                    <a:pt x="2481821" y="1668810"/>
                  </a:lnTo>
                  <a:lnTo>
                    <a:pt x="2481153" y="1668810"/>
                  </a:lnTo>
                  <a:lnTo>
                    <a:pt x="2480485" y="1668810"/>
                  </a:lnTo>
                  <a:lnTo>
                    <a:pt x="2479817" y="1668810"/>
                  </a:lnTo>
                  <a:lnTo>
                    <a:pt x="2479149" y="1668810"/>
                  </a:lnTo>
                  <a:lnTo>
                    <a:pt x="2478481" y="1668810"/>
                  </a:lnTo>
                  <a:lnTo>
                    <a:pt x="2477813" y="1668810"/>
                  </a:lnTo>
                  <a:lnTo>
                    <a:pt x="2477145" y="1668810"/>
                  </a:lnTo>
                  <a:lnTo>
                    <a:pt x="2476477" y="1668810"/>
                  </a:lnTo>
                  <a:lnTo>
                    <a:pt x="2475809" y="1668810"/>
                  </a:lnTo>
                  <a:lnTo>
                    <a:pt x="2475141" y="1668810"/>
                  </a:lnTo>
                  <a:lnTo>
                    <a:pt x="2474473" y="1668810"/>
                  </a:lnTo>
                  <a:lnTo>
                    <a:pt x="2473804" y="1668810"/>
                  </a:lnTo>
                  <a:lnTo>
                    <a:pt x="2473136" y="1668810"/>
                  </a:lnTo>
                  <a:lnTo>
                    <a:pt x="2472468" y="1668810"/>
                  </a:lnTo>
                  <a:lnTo>
                    <a:pt x="2471800" y="1668810"/>
                  </a:lnTo>
                  <a:lnTo>
                    <a:pt x="2471132" y="1668810"/>
                  </a:lnTo>
                  <a:lnTo>
                    <a:pt x="2470464" y="1668810"/>
                  </a:lnTo>
                  <a:lnTo>
                    <a:pt x="2469796" y="1668810"/>
                  </a:lnTo>
                  <a:lnTo>
                    <a:pt x="2469128" y="1668810"/>
                  </a:lnTo>
                  <a:lnTo>
                    <a:pt x="2468460" y="1668810"/>
                  </a:lnTo>
                  <a:lnTo>
                    <a:pt x="2467792" y="1668810"/>
                  </a:lnTo>
                  <a:lnTo>
                    <a:pt x="2467124" y="1668810"/>
                  </a:lnTo>
                  <a:lnTo>
                    <a:pt x="2466456" y="1668810"/>
                  </a:lnTo>
                  <a:lnTo>
                    <a:pt x="2465788" y="1668810"/>
                  </a:lnTo>
                  <a:lnTo>
                    <a:pt x="2465120" y="1668810"/>
                  </a:lnTo>
                  <a:lnTo>
                    <a:pt x="2464452" y="1668810"/>
                  </a:lnTo>
                  <a:lnTo>
                    <a:pt x="2463784" y="1668810"/>
                  </a:lnTo>
                  <a:lnTo>
                    <a:pt x="2463116" y="1668810"/>
                  </a:lnTo>
                  <a:lnTo>
                    <a:pt x="2462448" y="1668810"/>
                  </a:lnTo>
                  <a:lnTo>
                    <a:pt x="2461780" y="1668810"/>
                  </a:lnTo>
                  <a:lnTo>
                    <a:pt x="2461112" y="1668810"/>
                  </a:lnTo>
                  <a:lnTo>
                    <a:pt x="2460444" y="1668810"/>
                  </a:lnTo>
                  <a:lnTo>
                    <a:pt x="2459776" y="1668810"/>
                  </a:lnTo>
                  <a:lnTo>
                    <a:pt x="2459108" y="1668810"/>
                  </a:lnTo>
                  <a:lnTo>
                    <a:pt x="2458440" y="1668810"/>
                  </a:lnTo>
                  <a:lnTo>
                    <a:pt x="2457772" y="1668810"/>
                  </a:lnTo>
                  <a:lnTo>
                    <a:pt x="2457104" y="1668810"/>
                  </a:lnTo>
                  <a:lnTo>
                    <a:pt x="2456436" y="1668810"/>
                  </a:lnTo>
                  <a:lnTo>
                    <a:pt x="2455768" y="1668810"/>
                  </a:lnTo>
                  <a:lnTo>
                    <a:pt x="2455100" y="1668810"/>
                  </a:lnTo>
                  <a:lnTo>
                    <a:pt x="2454432" y="1668810"/>
                  </a:lnTo>
                  <a:lnTo>
                    <a:pt x="2453764" y="1668810"/>
                  </a:lnTo>
                  <a:lnTo>
                    <a:pt x="2453096" y="1668810"/>
                  </a:lnTo>
                  <a:lnTo>
                    <a:pt x="2452428" y="1668810"/>
                  </a:lnTo>
                  <a:lnTo>
                    <a:pt x="2451760" y="1668810"/>
                  </a:lnTo>
                  <a:lnTo>
                    <a:pt x="2451092" y="1668810"/>
                  </a:lnTo>
                  <a:lnTo>
                    <a:pt x="2450424" y="1668810"/>
                  </a:lnTo>
                  <a:lnTo>
                    <a:pt x="2449756" y="1668810"/>
                  </a:lnTo>
                  <a:lnTo>
                    <a:pt x="2449087" y="1668810"/>
                  </a:lnTo>
                  <a:lnTo>
                    <a:pt x="2448419" y="1668810"/>
                  </a:lnTo>
                  <a:lnTo>
                    <a:pt x="2447751" y="1668810"/>
                  </a:lnTo>
                  <a:lnTo>
                    <a:pt x="2447083" y="1668810"/>
                  </a:lnTo>
                  <a:lnTo>
                    <a:pt x="2446415" y="1668810"/>
                  </a:lnTo>
                  <a:lnTo>
                    <a:pt x="2445747" y="1668810"/>
                  </a:lnTo>
                  <a:lnTo>
                    <a:pt x="2445079" y="1668810"/>
                  </a:lnTo>
                  <a:lnTo>
                    <a:pt x="2444411" y="1668810"/>
                  </a:lnTo>
                  <a:lnTo>
                    <a:pt x="2443743" y="1668810"/>
                  </a:lnTo>
                  <a:lnTo>
                    <a:pt x="2443075" y="1668810"/>
                  </a:lnTo>
                  <a:lnTo>
                    <a:pt x="2442407" y="1668810"/>
                  </a:lnTo>
                  <a:lnTo>
                    <a:pt x="2441739" y="1668810"/>
                  </a:lnTo>
                  <a:lnTo>
                    <a:pt x="2441071" y="1668810"/>
                  </a:lnTo>
                  <a:lnTo>
                    <a:pt x="2440403" y="1668810"/>
                  </a:lnTo>
                  <a:lnTo>
                    <a:pt x="2439735" y="1668810"/>
                  </a:lnTo>
                  <a:lnTo>
                    <a:pt x="2439067" y="1668810"/>
                  </a:lnTo>
                  <a:lnTo>
                    <a:pt x="2438399" y="1668810"/>
                  </a:lnTo>
                  <a:lnTo>
                    <a:pt x="2437731" y="1668810"/>
                  </a:lnTo>
                  <a:lnTo>
                    <a:pt x="2437063" y="1668810"/>
                  </a:lnTo>
                  <a:lnTo>
                    <a:pt x="2436395" y="1668810"/>
                  </a:lnTo>
                  <a:lnTo>
                    <a:pt x="2435727" y="1668810"/>
                  </a:lnTo>
                  <a:lnTo>
                    <a:pt x="2435059" y="1668810"/>
                  </a:lnTo>
                  <a:lnTo>
                    <a:pt x="2434391" y="1668810"/>
                  </a:lnTo>
                  <a:lnTo>
                    <a:pt x="2433723" y="1668810"/>
                  </a:lnTo>
                  <a:lnTo>
                    <a:pt x="2433055" y="1668810"/>
                  </a:lnTo>
                  <a:lnTo>
                    <a:pt x="2432387" y="1668810"/>
                  </a:lnTo>
                  <a:lnTo>
                    <a:pt x="2431719" y="1668810"/>
                  </a:lnTo>
                  <a:lnTo>
                    <a:pt x="2431051" y="1668810"/>
                  </a:lnTo>
                  <a:lnTo>
                    <a:pt x="2430383" y="1668810"/>
                  </a:lnTo>
                  <a:lnTo>
                    <a:pt x="2429715" y="1668810"/>
                  </a:lnTo>
                  <a:lnTo>
                    <a:pt x="2429047" y="1668810"/>
                  </a:lnTo>
                  <a:lnTo>
                    <a:pt x="2428379" y="1668810"/>
                  </a:lnTo>
                  <a:lnTo>
                    <a:pt x="2427711" y="1668810"/>
                  </a:lnTo>
                  <a:lnTo>
                    <a:pt x="2427043" y="1668810"/>
                  </a:lnTo>
                  <a:lnTo>
                    <a:pt x="2426375" y="1668810"/>
                  </a:lnTo>
                  <a:lnTo>
                    <a:pt x="2425707" y="1668810"/>
                  </a:lnTo>
                  <a:lnTo>
                    <a:pt x="2425039" y="1668810"/>
                  </a:lnTo>
                  <a:lnTo>
                    <a:pt x="2424370" y="1668810"/>
                  </a:lnTo>
                  <a:lnTo>
                    <a:pt x="2423702" y="1668810"/>
                  </a:lnTo>
                  <a:lnTo>
                    <a:pt x="2423034" y="1668810"/>
                  </a:lnTo>
                  <a:lnTo>
                    <a:pt x="2422366" y="1668810"/>
                  </a:lnTo>
                  <a:lnTo>
                    <a:pt x="2421698" y="1668810"/>
                  </a:lnTo>
                  <a:lnTo>
                    <a:pt x="2421030" y="1668810"/>
                  </a:lnTo>
                  <a:lnTo>
                    <a:pt x="2420362" y="1668810"/>
                  </a:lnTo>
                  <a:lnTo>
                    <a:pt x="2419694" y="1668810"/>
                  </a:lnTo>
                  <a:lnTo>
                    <a:pt x="2419026" y="1668810"/>
                  </a:lnTo>
                  <a:lnTo>
                    <a:pt x="2418358" y="1668810"/>
                  </a:lnTo>
                  <a:lnTo>
                    <a:pt x="2417690" y="1668810"/>
                  </a:lnTo>
                  <a:lnTo>
                    <a:pt x="2417022" y="1668810"/>
                  </a:lnTo>
                  <a:lnTo>
                    <a:pt x="2416354" y="1668810"/>
                  </a:lnTo>
                  <a:lnTo>
                    <a:pt x="2415686" y="1668810"/>
                  </a:lnTo>
                  <a:lnTo>
                    <a:pt x="2415018" y="1668810"/>
                  </a:lnTo>
                  <a:lnTo>
                    <a:pt x="2414350" y="1668810"/>
                  </a:lnTo>
                  <a:lnTo>
                    <a:pt x="2413682" y="1668810"/>
                  </a:lnTo>
                  <a:lnTo>
                    <a:pt x="2413014" y="1668810"/>
                  </a:lnTo>
                  <a:lnTo>
                    <a:pt x="2412346" y="1668810"/>
                  </a:lnTo>
                  <a:lnTo>
                    <a:pt x="2411678" y="1668810"/>
                  </a:lnTo>
                  <a:lnTo>
                    <a:pt x="2411010" y="1668810"/>
                  </a:lnTo>
                  <a:lnTo>
                    <a:pt x="2410342" y="1668810"/>
                  </a:lnTo>
                  <a:lnTo>
                    <a:pt x="2409674" y="1668810"/>
                  </a:lnTo>
                  <a:lnTo>
                    <a:pt x="2409006" y="1668810"/>
                  </a:lnTo>
                  <a:lnTo>
                    <a:pt x="2408338" y="1668810"/>
                  </a:lnTo>
                  <a:lnTo>
                    <a:pt x="2407670" y="1668810"/>
                  </a:lnTo>
                  <a:lnTo>
                    <a:pt x="2407002" y="1668810"/>
                  </a:lnTo>
                  <a:lnTo>
                    <a:pt x="2406334" y="1668810"/>
                  </a:lnTo>
                  <a:lnTo>
                    <a:pt x="2405666" y="1668810"/>
                  </a:lnTo>
                  <a:lnTo>
                    <a:pt x="2404998" y="1668810"/>
                  </a:lnTo>
                  <a:lnTo>
                    <a:pt x="2404330" y="1668810"/>
                  </a:lnTo>
                  <a:lnTo>
                    <a:pt x="2403662" y="1668810"/>
                  </a:lnTo>
                  <a:lnTo>
                    <a:pt x="2402994" y="1668810"/>
                  </a:lnTo>
                  <a:lnTo>
                    <a:pt x="2402326" y="1668810"/>
                  </a:lnTo>
                  <a:lnTo>
                    <a:pt x="2401658" y="1668810"/>
                  </a:lnTo>
                  <a:lnTo>
                    <a:pt x="2400990" y="1668810"/>
                  </a:lnTo>
                  <a:lnTo>
                    <a:pt x="2400321" y="1668810"/>
                  </a:lnTo>
                  <a:lnTo>
                    <a:pt x="2399653" y="1668810"/>
                  </a:lnTo>
                  <a:lnTo>
                    <a:pt x="2398985" y="1668810"/>
                  </a:lnTo>
                  <a:lnTo>
                    <a:pt x="2398317" y="1668810"/>
                  </a:lnTo>
                  <a:lnTo>
                    <a:pt x="2397649" y="1668810"/>
                  </a:lnTo>
                  <a:lnTo>
                    <a:pt x="2396981" y="1668810"/>
                  </a:lnTo>
                  <a:lnTo>
                    <a:pt x="2396313" y="1668810"/>
                  </a:lnTo>
                  <a:lnTo>
                    <a:pt x="2395645" y="1668810"/>
                  </a:lnTo>
                  <a:lnTo>
                    <a:pt x="2394977" y="1668810"/>
                  </a:lnTo>
                  <a:lnTo>
                    <a:pt x="2394309" y="1668810"/>
                  </a:lnTo>
                  <a:lnTo>
                    <a:pt x="2393641" y="1668810"/>
                  </a:lnTo>
                  <a:lnTo>
                    <a:pt x="2392973" y="1668810"/>
                  </a:lnTo>
                  <a:lnTo>
                    <a:pt x="2392305" y="1668810"/>
                  </a:lnTo>
                  <a:lnTo>
                    <a:pt x="2391637" y="1668810"/>
                  </a:lnTo>
                  <a:lnTo>
                    <a:pt x="2390969" y="1668810"/>
                  </a:lnTo>
                  <a:lnTo>
                    <a:pt x="2390301" y="1668810"/>
                  </a:lnTo>
                  <a:lnTo>
                    <a:pt x="2389633" y="1668810"/>
                  </a:lnTo>
                  <a:lnTo>
                    <a:pt x="2388965" y="1668810"/>
                  </a:lnTo>
                  <a:lnTo>
                    <a:pt x="2388297" y="1668810"/>
                  </a:lnTo>
                  <a:lnTo>
                    <a:pt x="2387629" y="1668810"/>
                  </a:lnTo>
                  <a:lnTo>
                    <a:pt x="2386961" y="1668810"/>
                  </a:lnTo>
                  <a:lnTo>
                    <a:pt x="2386293" y="1668810"/>
                  </a:lnTo>
                  <a:lnTo>
                    <a:pt x="2385625" y="1668810"/>
                  </a:lnTo>
                  <a:lnTo>
                    <a:pt x="2384957" y="1668810"/>
                  </a:lnTo>
                  <a:lnTo>
                    <a:pt x="2384289" y="1668810"/>
                  </a:lnTo>
                  <a:lnTo>
                    <a:pt x="2383621" y="1668810"/>
                  </a:lnTo>
                  <a:lnTo>
                    <a:pt x="2382953" y="1668810"/>
                  </a:lnTo>
                  <a:lnTo>
                    <a:pt x="2382285" y="1668810"/>
                  </a:lnTo>
                  <a:lnTo>
                    <a:pt x="2381617" y="1668810"/>
                  </a:lnTo>
                  <a:lnTo>
                    <a:pt x="2380949" y="1668810"/>
                  </a:lnTo>
                  <a:lnTo>
                    <a:pt x="2380281" y="1668810"/>
                  </a:lnTo>
                  <a:lnTo>
                    <a:pt x="2379613" y="1668810"/>
                  </a:lnTo>
                  <a:lnTo>
                    <a:pt x="2378945" y="1668810"/>
                  </a:lnTo>
                  <a:lnTo>
                    <a:pt x="2378277" y="1668810"/>
                  </a:lnTo>
                  <a:lnTo>
                    <a:pt x="2377609" y="1668810"/>
                  </a:lnTo>
                  <a:lnTo>
                    <a:pt x="2376941" y="1668810"/>
                  </a:lnTo>
                  <a:lnTo>
                    <a:pt x="2376273" y="1668810"/>
                  </a:lnTo>
                  <a:lnTo>
                    <a:pt x="2375604" y="1668810"/>
                  </a:lnTo>
                  <a:lnTo>
                    <a:pt x="2374936" y="1668810"/>
                  </a:lnTo>
                  <a:lnTo>
                    <a:pt x="2374268" y="1668810"/>
                  </a:lnTo>
                  <a:lnTo>
                    <a:pt x="2373600" y="1668810"/>
                  </a:lnTo>
                  <a:lnTo>
                    <a:pt x="2372932" y="1668810"/>
                  </a:lnTo>
                  <a:lnTo>
                    <a:pt x="2372264" y="1668810"/>
                  </a:lnTo>
                  <a:lnTo>
                    <a:pt x="2371596" y="1668810"/>
                  </a:lnTo>
                  <a:lnTo>
                    <a:pt x="2370928" y="1668810"/>
                  </a:lnTo>
                  <a:lnTo>
                    <a:pt x="2370260" y="1668810"/>
                  </a:lnTo>
                  <a:lnTo>
                    <a:pt x="2369592" y="1668810"/>
                  </a:lnTo>
                  <a:lnTo>
                    <a:pt x="2368924" y="1668810"/>
                  </a:lnTo>
                  <a:lnTo>
                    <a:pt x="2368256" y="1668810"/>
                  </a:lnTo>
                  <a:lnTo>
                    <a:pt x="2367588" y="1668810"/>
                  </a:lnTo>
                  <a:lnTo>
                    <a:pt x="2366920" y="1668810"/>
                  </a:lnTo>
                  <a:lnTo>
                    <a:pt x="2366252" y="1668810"/>
                  </a:lnTo>
                  <a:lnTo>
                    <a:pt x="2365584" y="1668810"/>
                  </a:lnTo>
                  <a:lnTo>
                    <a:pt x="2364916" y="1668810"/>
                  </a:lnTo>
                  <a:lnTo>
                    <a:pt x="2364248" y="1668810"/>
                  </a:lnTo>
                  <a:lnTo>
                    <a:pt x="2363580" y="1668810"/>
                  </a:lnTo>
                  <a:lnTo>
                    <a:pt x="2362912" y="1668810"/>
                  </a:lnTo>
                  <a:lnTo>
                    <a:pt x="2362244" y="1668810"/>
                  </a:lnTo>
                  <a:lnTo>
                    <a:pt x="2361576" y="1668810"/>
                  </a:lnTo>
                  <a:lnTo>
                    <a:pt x="2360908" y="1668810"/>
                  </a:lnTo>
                  <a:lnTo>
                    <a:pt x="2360240" y="1668810"/>
                  </a:lnTo>
                  <a:lnTo>
                    <a:pt x="2359572" y="1668810"/>
                  </a:lnTo>
                  <a:lnTo>
                    <a:pt x="2358904" y="1668810"/>
                  </a:lnTo>
                  <a:lnTo>
                    <a:pt x="2358236" y="1668810"/>
                  </a:lnTo>
                  <a:lnTo>
                    <a:pt x="2357568" y="1668810"/>
                  </a:lnTo>
                  <a:lnTo>
                    <a:pt x="2356900" y="1668810"/>
                  </a:lnTo>
                  <a:lnTo>
                    <a:pt x="2356232" y="1668810"/>
                  </a:lnTo>
                  <a:lnTo>
                    <a:pt x="2355564" y="1668810"/>
                  </a:lnTo>
                  <a:lnTo>
                    <a:pt x="2354896" y="1668810"/>
                  </a:lnTo>
                  <a:lnTo>
                    <a:pt x="2354228" y="1668810"/>
                  </a:lnTo>
                  <a:lnTo>
                    <a:pt x="2353560" y="1668810"/>
                  </a:lnTo>
                  <a:lnTo>
                    <a:pt x="2352892" y="1668810"/>
                  </a:lnTo>
                  <a:lnTo>
                    <a:pt x="2352224" y="1668810"/>
                  </a:lnTo>
                  <a:lnTo>
                    <a:pt x="2351556" y="1668810"/>
                  </a:lnTo>
                  <a:lnTo>
                    <a:pt x="2350887" y="1668810"/>
                  </a:lnTo>
                  <a:lnTo>
                    <a:pt x="2350219" y="1668810"/>
                  </a:lnTo>
                  <a:lnTo>
                    <a:pt x="2349551" y="1668810"/>
                  </a:lnTo>
                  <a:lnTo>
                    <a:pt x="2348883" y="1668810"/>
                  </a:lnTo>
                  <a:lnTo>
                    <a:pt x="2348215" y="1668810"/>
                  </a:lnTo>
                  <a:lnTo>
                    <a:pt x="2347547" y="1668810"/>
                  </a:lnTo>
                  <a:lnTo>
                    <a:pt x="2346879" y="1668810"/>
                  </a:lnTo>
                  <a:lnTo>
                    <a:pt x="2346211" y="1668810"/>
                  </a:lnTo>
                  <a:lnTo>
                    <a:pt x="2345543" y="1668810"/>
                  </a:lnTo>
                  <a:lnTo>
                    <a:pt x="2344875" y="1668810"/>
                  </a:lnTo>
                  <a:lnTo>
                    <a:pt x="2344207" y="1668810"/>
                  </a:lnTo>
                  <a:lnTo>
                    <a:pt x="2343539" y="1668810"/>
                  </a:lnTo>
                  <a:lnTo>
                    <a:pt x="2342871" y="1668810"/>
                  </a:lnTo>
                  <a:lnTo>
                    <a:pt x="2342203" y="1668810"/>
                  </a:lnTo>
                  <a:lnTo>
                    <a:pt x="2341535" y="1668810"/>
                  </a:lnTo>
                  <a:lnTo>
                    <a:pt x="2340867" y="1668810"/>
                  </a:lnTo>
                  <a:lnTo>
                    <a:pt x="2340199" y="1668810"/>
                  </a:lnTo>
                  <a:lnTo>
                    <a:pt x="2339531" y="1668810"/>
                  </a:lnTo>
                  <a:lnTo>
                    <a:pt x="2338863" y="1668810"/>
                  </a:lnTo>
                  <a:lnTo>
                    <a:pt x="2338195" y="1668810"/>
                  </a:lnTo>
                  <a:lnTo>
                    <a:pt x="2337527" y="1668810"/>
                  </a:lnTo>
                  <a:lnTo>
                    <a:pt x="2336859" y="1668810"/>
                  </a:lnTo>
                  <a:lnTo>
                    <a:pt x="2336191" y="1668810"/>
                  </a:lnTo>
                  <a:lnTo>
                    <a:pt x="2335523" y="1668810"/>
                  </a:lnTo>
                  <a:lnTo>
                    <a:pt x="2334855" y="1668810"/>
                  </a:lnTo>
                  <a:lnTo>
                    <a:pt x="2334187" y="1668810"/>
                  </a:lnTo>
                  <a:lnTo>
                    <a:pt x="2333519" y="1668810"/>
                  </a:lnTo>
                  <a:lnTo>
                    <a:pt x="2332851" y="1668810"/>
                  </a:lnTo>
                  <a:lnTo>
                    <a:pt x="2332183" y="1668810"/>
                  </a:lnTo>
                  <a:lnTo>
                    <a:pt x="2331515" y="1668810"/>
                  </a:lnTo>
                  <a:lnTo>
                    <a:pt x="2330847" y="1668810"/>
                  </a:lnTo>
                  <a:lnTo>
                    <a:pt x="2330179" y="1668810"/>
                  </a:lnTo>
                  <a:lnTo>
                    <a:pt x="2329511" y="1668810"/>
                  </a:lnTo>
                  <a:lnTo>
                    <a:pt x="2328843" y="1668810"/>
                  </a:lnTo>
                  <a:lnTo>
                    <a:pt x="2328175" y="1668810"/>
                  </a:lnTo>
                  <a:lnTo>
                    <a:pt x="2327507" y="1668810"/>
                  </a:lnTo>
                  <a:lnTo>
                    <a:pt x="2326839" y="1668810"/>
                  </a:lnTo>
                  <a:lnTo>
                    <a:pt x="2326170" y="1668810"/>
                  </a:lnTo>
                  <a:lnTo>
                    <a:pt x="2325502" y="1668810"/>
                  </a:lnTo>
                  <a:lnTo>
                    <a:pt x="2324834" y="1668810"/>
                  </a:lnTo>
                  <a:lnTo>
                    <a:pt x="2324166" y="1668810"/>
                  </a:lnTo>
                  <a:lnTo>
                    <a:pt x="2323498" y="1668810"/>
                  </a:lnTo>
                  <a:lnTo>
                    <a:pt x="2322830" y="1668810"/>
                  </a:lnTo>
                  <a:lnTo>
                    <a:pt x="2322162" y="1668810"/>
                  </a:lnTo>
                  <a:lnTo>
                    <a:pt x="2321494" y="1668810"/>
                  </a:lnTo>
                  <a:lnTo>
                    <a:pt x="2320826" y="1668810"/>
                  </a:lnTo>
                  <a:lnTo>
                    <a:pt x="2320158" y="1668810"/>
                  </a:lnTo>
                  <a:lnTo>
                    <a:pt x="2319490" y="1668810"/>
                  </a:lnTo>
                  <a:lnTo>
                    <a:pt x="2318822" y="1668810"/>
                  </a:lnTo>
                  <a:lnTo>
                    <a:pt x="2318154" y="1668810"/>
                  </a:lnTo>
                  <a:lnTo>
                    <a:pt x="2317486" y="1668810"/>
                  </a:lnTo>
                  <a:lnTo>
                    <a:pt x="2316818" y="1668810"/>
                  </a:lnTo>
                  <a:lnTo>
                    <a:pt x="2316150" y="1668810"/>
                  </a:lnTo>
                  <a:lnTo>
                    <a:pt x="2315482" y="1668810"/>
                  </a:lnTo>
                  <a:lnTo>
                    <a:pt x="2314814" y="1668810"/>
                  </a:lnTo>
                  <a:lnTo>
                    <a:pt x="2314146" y="1668810"/>
                  </a:lnTo>
                  <a:lnTo>
                    <a:pt x="2313478" y="1668810"/>
                  </a:lnTo>
                  <a:lnTo>
                    <a:pt x="2312810" y="1668810"/>
                  </a:lnTo>
                  <a:lnTo>
                    <a:pt x="2312142" y="1668810"/>
                  </a:lnTo>
                  <a:lnTo>
                    <a:pt x="2311474" y="1668810"/>
                  </a:lnTo>
                  <a:lnTo>
                    <a:pt x="2310806" y="1668810"/>
                  </a:lnTo>
                  <a:lnTo>
                    <a:pt x="2310138" y="1668810"/>
                  </a:lnTo>
                  <a:lnTo>
                    <a:pt x="2309470" y="1668810"/>
                  </a:lnTo>
                  <a:lnTo>
                    <a:pt x="2308802" y="1668810"/>
                  </a:lnTo>
                  <a:lnTo>
                    <a:pt x="2308134" y="1668810"/>
                  </a:lnTo>
                  <a:lnTo>
                    <a:pt x="2307466" y="1668810"/>
                  </a:lnTo>
                  <a:lnTo>
                    <a:pt x="2306798" y="1668810"/>
                  </a:lnTo>
                  <a:lnTo>
                    <a:pt x="2306130" y="1668810"/>
                  </a:lnTo>
                  <a:lnTo>
                    <a:pt x="2305462" y="1668810"/>
                  </a:lnTo>
                  <a:lnTo>
                    <a:pt x="2304794" y="1668810"/>
                  </a:lnTo>
                  <a:lnTo>
                    <a:pt x="2304126" y="1668810"/>
                  </a:lnTo>
                  <a:lnTo>
                    <a:pt x="2303458" y="1668810"/>
                  </a:lnTo>
                  <a:lnTo>
                    <a:pt x="2302790" y="1668810"/>
                  </a:lnTo>
                  <a:lnTo>
                    <a:pt x="2302121" y="1668810"/>
                  </a:lnTo>
                  <a:lnTo>
                    <a:pt x="2301453" y="1668810"/>
                  </a:lnTo>
                  <a:lnTo>
                    <a:pt x="2300785" y="1668810"/>
                  </a:lnTo>
                  <a:lnTo>
                    <a:pt x="2300117" y="1668810"/>
                  </a:lnTo>
                  <a:lnTo>
                    <a:pt x="2299449" y="1668810"/>
                  </a:lnTo>
                  <a:lnTo>
                    <a:pt x="2298781" y="1668810"/>
                  </a:lnTo>
                  <a:lnTo>
                    <a:pt x="2298113" y="1668810"/>
                  </a:lnTo>
                  <a:lnTo>
                    <a:pt x="2297445" y="1668810"/>
                  </a:lnTo>
                  <a:lnTo>
                    <a:pt x="2296777" y="1668810"/>
                  </a:lnTo>
                  <a:lnTo>
                    <a:pt x="2296109" y="1668810"/>
                  </a:lnTo>
                  <a:lnTo>
                    <a:pt x="2295441" y="1668810"/>
                  </a:lnTo>
                  <a:lnTo>
                    <a:pt x="2294773" y="1668810"/>
                  </a:lnTo>
                  <a:lnTo>
                    <a:pt x="2294105" y="1668810"/>
                  </a:lnTo>
                  <a:lnTo>
                    <a:pt x="2293437" y="1668810"/>
                  </a:lnTo>
                  <a:lnTo>
                    <a:pt x="2292769" y="1668810"/>
                  </a:lnTo>
                  <a:lnTo>
                    <a:pt x="2292101" y="1668810"/>
                  </a:lnTo>
                  <a:lnTo>
                    <a:pt x="2291433" y="1668810"/>
                  </a:lnTo>
                  <a:lnTo>
                    <a:pt x="2290765" y="1668810"/>
                  </a:lnTo>
                  <a:lnTo>
                    <a:pt x="2290097" y="1668810"/>
                  </a:lnTo>
                  <a:lnTo>
                    <a:pt x="2289429" y="1668810"/>
                  </a:lnTo>
                  <a:lnTo>
                    <a:pt x="2288761" y="1668810"/>
                  </a:lnTo>
                  <a:lnTo>
                    <a:pt x="2288093" y="1668810"/>
                  </a:lnTo>
                  <a:lnTo>
                    <a:pt x="2287425" y="1668810"/>
                  </a:lnTo>
                  <a:lnTo>
                    <a:pt x="2286757" y="1668810"/>
                  </a:lnTo>
                  <a:lnTo>
                    <a:pt x="2286089" y="1668810"/>
                  </a:lnTo>
                  <a:lnTo>
                    <a:pt x="2285421" y="1668810"/>
                  </a:lnTo>
                  <a:lnTo>
                    <a:pt x="2284753" y="1668810"/>
                  </a:lnTo>
                  <a:lnTo>
                    <a:pt x="2284085" y="1668810"/>
                  </a:lnTo>
                  <a:lnTo>
                    <a:pt x="2283417" y="1668810"/>
                  </a:lnTo>
                  <a:lnTo>
                    <a:pt x="2282749" y="1668810"/>
                  </a:lnTo>
                  <a:lnTo>
                    <a:pt x="2282081" y="1668810"/>
                  </a:lnTo>
                  <a:lnTo>
                    <a:pt x="2281413" y="1668810"/>
                  </a:lnTo>
                  <a:lnTo>
                    <a:pt x="2280745" y="1668810"/>
                  </a:lnTo>
                  <a:lnTo>
                    <a:pt x="2280077" y="1668810"/>
                  </a:lnTo>
                  <a:lnTo>
                    <a:pt x="2279409" y="1668810"/>
                  </a:lnTo>
                  <a:lnTo>
                    <a:pt x="2278741" y="1668810"/>
                  </a:lnTo>
                  <a:lnTo>
                    <a:pt x="2278073" y="1668810"/>
                  </a:lnTo>
                  <a:lnTo>
                    <a:pt x="2277404" y="1668810"/>
                  </a:lnTo>
                  <a:lnTo>
                    <a:pt x="2276736" y="1668810"/>
                  </a:lnTo>
                  <a:lnTo>
                    <a:pt x="2276068" y="1668810"/>
                  </a:lnTo>
                  <a:lnTo>
                    <a:pt x="2275400" y="1668810"/>
                  </a:lnTo>
                  <a:lnTo>
                    <a:pt x="2274732" y="1668810"/>
                  </a:lnTo>
                  <a:lnTo>
                    <a:pt x="2274064" y="1668810"/>
                  </a:lnTo>
                  <a:lnTo>
                    <a:pt x="2273396" y="1668810"/>
                  </a:lnTo>
                  <a:lnTo>
                    <a:pt x="2272728" y="1668810"/>
                  </a:lnTo>
                  <a:lnTo>
                    <a:pt x="2272060" y="1668810"/>
                  </a:lnTo>
                  <a:lnTo>
                    <a:pt x="2271392" y="1668810"/>
                  </a:lnTo>
                  <a:lnTo>
                    <a:pt x="2270724" y="1668810"/>
                  </a:lnTo>
                  <a:lnTo>
                    <a:pt x="2270056" y="1668810"/>
                  </a:lnTo>
                  <a:lnTo>
                    <a:pt x="2269388" y="1668810"/>
                  </a:lnTo>
                  <a:lnTo>
                    <a:pt x="2268720" y="1668810"/>
                  </a:lnTo>
                  <a:lnTo>
                    <a:pt x="2268052" y="1668810"/>
                  </a:lnTo>
                  <a:lnTo>
                    <a:pt x="2267384" y="1668810"/>
                  </a:lnTo>
                  <a:lnTo>
                    <a:pt x="2266716" y="1668810"/>
                  </a:lnTo>
                  <a:lnTo>
                    <a:pt x="2266048" y="1668810"/>
                  </a:lnTo>
                  <a:lnTo>
                    <a:pt x="2265380" y="1668810"/>
                  </a:lnTo>
                  <a:lnTo>
                    <a:pt x="2264712" y="1668810"/>
                  </a:lnTo>
                  <a:lnTo>
                    <a:pt x="2264044" y="1668810"/>
                  </a:lnTo>
                  <a:lnTo>
                    <a:pt x="2263376" y="1668810"/>
                  </a:lnTo>
                  <a:lnTo>
                    <a:pt x="2262708" y="1668810"/>
                  </a:lnTo>
                  <a:lnTo>
                    <a:pt x="2262040" y="1668810"/>
                  </a:lnTo>
                  <a:lnTo>
                    <a:pt x="2261372" y="1668810"/>
                  </a:lnTo>
                  <a:lnTo>
                    <a:pt x="2260704" y="1668810"/>
                  </a:lnTo>
                  <a:lnTo>
                    <a:pt x="2260036" y="1668810"/>
                  </a:lnTo>
                  <a:lnTo>
                    <a:pt x="2259368" y="1668810"/>
                  </a:lnTo>
                  <a:lnTo>
                    <a:pt x="2258700" y="1668810"/>
                  </a:lnTo>
                  <a:lnTo>
                    <a:pt x="2258032" y="1668810"/>
                  </a:lnTo>
                  <a:lnTo>
                    <a:pt x="2257364" y="1668810"/>
                  </a:lnTo>
                  <a:lnTo>
                    <a:pt x="2256696" y="1668810"/>
                  </a:lnTo>
                  <a:lnTo>
                    <a:pt x="2256028" y="1668810"/>
                  </a:lnTo>
                  <a:lnTo>
                    <a:pt x="2255360" y="1668810"/>
                  </a:lnTo>
                  <a:lnTo>
                    <a:pt x="2254692" y="1668810"/>
                  </a:lnTo>
                  <a:lnTo>
                    <a:pt x="2254024" y="1668810"/>
                  </a:lnTo>
                  <a:lnTo>
                    <a:pt x="2253356" y="1668810"/>
                  </a:lnTo>
                  <a:lnTo>
                    <a:pt x="2252687" y="1668810"/>
                  </a:lnTo>
                  <a:lnTo>
                    <a:pt x="2252019" y="1668810"/>
                  </a:lnTo>
                  <a:lnTo>
                    <a:pt x="2251351" y="1668810"/>
                  </a:lnTo>
                  <a:lnTo>
                    <a:pt x="2250683" y="1668810"/>
                  </a:lnTo>
                  <a:lnTo>
                    <a:pt x="2250015" y="1668810"/>
                  </a:lnTo>
                  <a:lnTo>
                    <a:pt x="2249347" y="1668810"/>
                  </a:lnTo>
                  <a:lnTo>
                    <a:pt x="2248679" y="1668810"/>
                  </a:lnTo>
                  <a:lnTo>
                    <a:pt x="2248011" y="1668810"/>
                  </a:lnTo>
                  <a:lnTo>
                    <a:pt x="2247343" y="1668810"/>
                  </a:lnTo>
                  <a:lnTo>
                    <a:pt x="2246675" y="1668810"/>
                  </a:lnTo>
                  <a:lnTo>
                    <a:pt x="2246007" y="1668810"/>
                  </a:lnTo>
                  <a:lnTo>
                    <a:pt x="2245339" y="1668810"/>
                  </a:lnTo>
                  <a:lnTo>
                    <a:pt x="2244671" y="1668810"/>
                  </a:lnTo>
                  <a:lnTo>
                    <a:pt x="2244003" y="1668810"/>
                  </a:lnTo>
                  <a:lnTo>
                    <a:pt x="2243335" y="1668810"/>
                  </a:lnTo>
                  <a:lnTo>
                    <a:pt x="2242667" y="1668810"/>
                  </a:lnTo>
                  <a:lnTo>
                    <a:pt x="2241999" y="1668810"/>
                  </a:lnTo>
                  <a:lnTo>
                    <a:pt x="2241331" y="1668810"/>
                  </a:lnTo>
                  <a:lnTo>
                    <a:pt x="2240663" y="1668810"/>
                  </a:lnTo>
                  <a:lnTo>
                    <a:pt x="2239995" y="1668810"/>
                  </a:lnTo>
                  <a:lnTo>
                    <a:pt x="2239327" y="1668810"/>
                  </a:lnTo>
                  <a:lnTo>
                    <a:pt x="2238659" y="1668810"/>
                  </a:lnTo>
                  <a:lnTo>
                    <a:pt x="2237991" y="1668810"/>
                  </a:lnTo>
                  <a:lnTo>
                    <a:pt x="2237323" y="1668810"/>
                  </a:lnTo>
                  <a:lnTo>
                    <a:pt x="2236655" y="1668810"/>
                  </a:lnTo>
                  <a:lnTo>
                    <a:pt x="2235987" y="1668810"/>
                  </a:lnTo>
                  <a:lnTo>
                    <a:pt x="2235319" y="1668810"/>
                  </a:lnTo>
                  <a:lnTo>
                    <a:pt x="2234651" y="1668810"/>
                  </a:lnTo>
                  <a:lnTo>
                    <a:pt x="2233983" y="1668810"/>
                  </a:lnTo>
                  <a:lnTo>
                    <a:pt x="2233315" y="1668810"/>
                  </a:lnTo>
                  <a:lnTo>
                    <a:pt x="2232647" y="1668810"/>
                  </a:lnTo>
                  <a:lnTo>
                    <a:pt x="2231979" y="1668810"/>
                  </a:lnTo>
                  <a:lnTo>
                    <a:pt x="2231311" y="1668810"/>
                  </a:lnTo>
                  <a:lnTo>
                    <a:pt x="2230643" y="1668810"/>
                  </a:lnTo>
                  <a:lnTo>
                    <a:pt x="2229975" y="1668810"/>
                  </a:lnTo>
                  <a:lnTo>
                    <a:pt x="2229307" y="1668810"/>
                  </a:lnTo>
                  <a:lnTo>
                    <a:pt x="2228639" y="1668810"/>
                  </a:lnTo>
                  <a:lnTo>
                    <a:pt x="2227970" y="1668810"/>
                  </a:lnTo>
                  <a:lnTo>
                    <a:pt x="2227302" y="1668810"/>
                  </a:lnTo>
                  <a:lnTo>
                    <a:pt x="2226634" y="1668810"/>
                  </a:lnTo>
                  <a:lnTo>
                    <a:pt x="2225966" y="1668810"/>
                  </a:lnTo>
                  <a:lnTo>
                    <a:pt x="2225298" y="1668810"/>
                  </a:lnTo>
                  <a:lnTo>
                    <a:pt x="2224630" y="1668810"/>
                  </a:lnTo>
                  <a:lnTo>
                    <a:pt x="2223962" y="1668810"/>
                  </a:lnTo>
                  <a:lnTo>
                    <a:pt x="2223294" y="1668810"/>
                  </a:lnTo>
                  <a:lnTo>
                    <a:pt x="2222626" y="1668810"/>
                  </a:lnTo>
                  <a:lnTo>
                    <a:pt x="2221958" y="1668810"/>
                  </a:lnTo>
                  <a:lnTo>
                    <a:pt x="2221290" y="1668810"/>
                  </a:lnTo>
                  <a:lnTo>
                    <a:pt x="2220622" y="1668810"/>
                  </a:lnTo>
                  <a:lnTo>
                    <a:pt x="2219954" y="1668810"/>
                  </a:lnTo>
                  <a:lnTo>
                    <a:pt x="2219286" y="1668810"/>
                  </a:lnTo>
                  <a:lnTo>
                    <a:pt x="2218618" y="1668810"/>
                  </a:lnTo>
                  <a:lnTo>
                    <a:pt x="2217950" y="1668810"/>
                  </a:lnTo>
                  <a:lnTo>
                    <a:pt x="2217282" y="1668810"/>
                  </a:lnTo>
                  <a:lnTo>
                    <a:pt x="2216614" y="1668810"/>
                  </a:lnTo>
                  <a:lnTo>
                    <a:pt x="2215946" y="1668810"/>
                  </a:lnTo>
                  <a:lnTo>
                    <a:pt x="2215278" y="1668810"/>
                  </a:lnTo>
                  <a:lnTo>
                    <a:pt x="2214610" y="1668810"/>
                  </a:lnTo>
                  <a:lnTo>
                    <a:pt x="2213942" y="1668810"/>
                  </a:lnTo>
                  <a:lnTo>
                    <a:pt x="2213274" y="1668810"/>
                  </a:lnTo>
                  <a:lnTo>
                    <a:pt x="2212606" y="1668810"/>
                  </a:lnTo>
                  <a:lnTo>
                    <a:pt x="2211938" y="1668810"/>
                  </a:lnTo>
                  <a:lnTo>
                    <a:pt x="2211270" y="1668810"/>
                  </a:lnTo>
                  <a:lnTo>
                    <a:pt x="2210602" y="1668810"/>
                  </a:lnTo>
                  <a:lnTo>
                    <a:pt x="2209934" y="1668810"/>
                  </a:lnTo>
                  <a:lnTo>
                    <a:pt x="2209266" y="1668810"/>
                  </a:lnTo>
                  <a:lnTo>
                    <a:pt x="2208598" y="1668810"/>
                  </a:lnTo>
                  <a:lnTo>
                    <a:pt x="2207930" y="1668810"/>
                  </a:lnTo>
                  <a:lnTo>
                    <a:pt x="2207262" y="1668810"/>
                  </a:lnTo>
                  <a:lnTo>
                    <a:pt x="2206594" y="1668810"/>
                  </a:lnTo>
                  <a:lnTo>
                    <a:pt x="2205926" y="1668810"/>
                  </a:lnTo>
                  <a:lnTo>
                    <a:pt x="2205258" y="1668810"/>
                  </a:lnTo>
                  <a:lnTo>
                    <a:pt x="2204590" y="1668810"/>
                  </a:lnTo>
                  <a:lnTo>
                    <a:pt x="2203921" y="1668810"/>
                  </a:lnTo>
                  <a:lnTo>
                    <a:pt x="2203253" y="1668810"/>
                  </a:lnTo>
                  <a:lnTo>
                    <a:pt x="2202585" y="1668810"/>
                  </a:lnTo>
                  <a:lnTo>
                    <a:pt x="2201917" y="1668810"/>
                  </a:lnTo>
                  <a:lnTo>
                    <a:pt x="2201249" y="1668810"/>
                  </a:lnTo>
                  <a:lnTo>
                    <a:pt x="2200581" y="1668810"/>
                  </a:lnTo>
                  <a:lnTo>
                    <a:pt x="2199913" y="1668810"/>
                  </a:lnTo>
                  <a:lnTo>
                    <a:pt x="2199245" y="1668810"/>
                  </a:lnTo>
                  <a:lnTo>
                    <a:pt x="2198577" y="1668810"/>
                  </a:lnTo>
                  <a:lnTo>
                    <a:pt x="2197909" y="1668810"/>
                  </a:lnTo>
                  <a:lnTo>
                    <a:pt x="2197241" y="1668810"/>
                  </a:lnTo>
                  <a:lnTo>
                    <a:pt x="2196573" y="1668810"/>
                  </a:lnTo>
                  <a:lnTo>
                    <a:pt x="2195905" y="1668810"/>
                  </a:lnTo>
                  <a:lnTo>
                    <a:pt x="2195237" y="1668810"/>
                  </a:lnTo>
                  <a:lnTo>
                    <a:pt x="2194569" y="1668810"/>
                  </a:lnTo>
                  <a:lnTo>
                    <a:pt x="2193901" y="1668810"/>
                  </a:lnTo>
                  <a:lnTo>
                    <a:pt x="2193233" y="1668810"/>
                  </a:lnTo>
                  <a:lnTo>
                    <a:pt x="2192565" y="1668810"/>
                  </a:lnTo>
                  <a:lnTo>
                    <a:pt x="2191897" y="1668810"/>
                  </a:lnTo>
                  <a:lnTo>
                    <a:pt x="2191229" y="1668810"/>
                  </a:lnTo>
                  <a:lnTo>
                    <a:pt x="2190561" y="1668810"/>
                  </a:lnTo>
                  <a:lnTo>
                    <a:pt x="2189893" y="1668810"/>
                  </a:lnTo>
                  <a:lnTo>
                    <a:pt x="2189225" y="1668810"/>
                  </a:lnTo>
                  <a:lnTo>
                    <a:pt x="2188557" y="1668810"/>
                  </a:lnTo>
                  <a:lnTo>
                    <a:pt x="2187889" y="1668810"/>
                  </a:lnTo>
                  <a:lnTo>
                    <a:pt x="2187221" y="1668810"/>
                  </a:lnTo>
                  <a:lnTo>
                    <a:pt x="2186553" y="1668810"/>
                  </a:lnTo>
                  <a:lnTo>
                    <a:pt x="2185885" y="1668810"/>
                  </a:lnTo>
                  <a:lnTo>
                    <a:pt x="2185217" y="1668810"/>
                  </a:lnTo>
                  <a:lnTo>
                    <a:pt x="2184549" y="1668810"/>
                  </a:lnTo>
                  <a:lnTo>
                    <a:pt x="2183881" y="1668810"/>
                  </a:lnTo>
                  <a:lnTo>
                    <a:pt x="2183213" y="1668810"/>
                  </a:lnTo>
                  <a:lnTo>
                    <a:pt x="2182545" y="1668810"/>
                  </a:lnTo>
                  <a:lnTo>
                    <a:pt x="2181877" y="1668810"/>
                  </a:lnTo>
                  <a:lnTo>
                    <a:pt x="2181209" y="1668810"/>
                  </a:lnTo>
                  <a:lnTo>
                    <a:pt x="2180541" y="1668810"/>
                  </a:lnTo>
                  <a:lnTo>
                    <a:pt x="2179873" y="1668810"/>
                  </a:lnTo>
                  <a:lnTo>
                    <a:pt x="2179204" y="1668810"/>
                  </a:lnTo>
                  <a:lnTo>
                    <a:pt x="2178536" y="1668810"/>
                  </a:lnTo>
                  <a:lnTo>
                    <a:pt x="2177868" y="1668810"/>
                  </a:lnTo>
                  <a:lnTo>
                    <a:pt x="2177200" y="1668810"/>
                  </a:lnTo>
                  <a:lnTo>
                    <a:pt x="2176532" y="1668810"/>
                  </a:lnTo>
                  <a:lnTo>
                    <a:pt x="2175864" y="1668810"/>
                  </a:lnTo>
                  <a:lnTo>
                    <a:pt x="2175196" y="1668810"/>
                  </a:lnTo>
                  <a:lnTo>
                    <a:pt x="2174528" y="1668810"/>
                  </a:lnTo>
                  <a:lnTo>
                    <a:pt x="2173860" y="1668810"/>
                  </a:lnTo>
                  <a:lnTo>
                    <a:pt x="2173192" y="1668810"/>
                  </a:lnTo>
                  <a:lnTo>
                    <a:pt x="2172524" y="1668810"/>
                  </a:lnTo>
                  <a:lnTo>
                    <a:pt x="2171856" y="1668810"/>
                  </a:lnTo>
                  <a:lnTo>
                    <a:pt x="2171188" y="1668810"/>
                  </a:lnTo>
                  <a:lnTo>
                    <a:pt x="2170520" y="1668810"/>
                  </a:lnTo>
                  <a:lnTo>
                    <a:pt x="2169852" y="1668810"/>
                  </a:lnTo>
                  <a:lnTo>
                    <a:pt x="2169184" y="1668810"/>
                  </a:lnTo>
                  <a:lnTo>
                    <a:pt x="2168516" y="1668810"/>
                  </a:lnTo>
                  <a:lnTo>
                    <a:pt x="2167848" y="1668810"/>
                  </a:lnTo>
                  <a:lnTo>
                    <a:pt x="2167180" y="1668810"/>
                  </a:lnTo>
                  <a:lnTo>
                    <a:pt x="2166512" y="1668810"/>
                  </a:lnTo>
                  <a:lnTo>
                    <a:pt x="2165844" y="1668810"/>
                  </a:lnTo>
                  <a:lnTo>
                    <a:pt x="2165176" y="1668810"/>
                  </a:lnTo>
                  <a:lnTo>
                    <a:pt x="2164508" y="1668810"/>
                  </a:lnTo>
                  <a:lnTo>
                    <a:pt x="2163840" y="1668810"/>
                  </a:lnTo>
                  <a:lnTo>
                    <a:pt x="2163172" y="1668810"/>
                  </a:lnTo>
                  <a:lnTo>
                    <a:pt x="2162504" y="1668810"/>
                  </a:lnTo>
                  <a:lnTo>
                    <a:pt x="2161836" y="1668810"/>
                  </a:lnTo>
                  <a:lnTo>
                    <a:pt x="2161168" y="1668810"/>
                  </a:lnTo>
                  <a:lnTo>
                    <a:pt x="2160500" y="1668810"/>
                  </a:lnTo>
                  <a:lnTo>
                    <a:pt x="2159832" y="1668810"/>
                  </a:lnTo>
                  <a:lnTo>
                    <a:pt x="2159164" y="1668810"/>
                  </a:lnTo>
                  <a:lnTo>
                    <a:pt x="2158496" y="1668810"/>
                  </a:lnTo>
                  <a:lnTo>
                    <a:pt x="2157828" y="1668810"/>
                  </a:lnTo>
                  <a:lnTo>
                    <a:pt x="2157160" y="1668810"/>
                  </a:lnTo>
                  <a:lnTo>
                    <a:pt x="2156492" y="1668810"/>
                  </a:lnTo>
                  <a:lnTo>
                    <a:pt x="2155824" y="1668810"/>
                  </a:lnTo>
                  <a:lnTo>
                    <a:pt x="2155156" y="1668810"/>
                  </a:lnTo>
                  <a:lnTo>
                    <a:pt x="2154487" y="1668810"/>
                  </a:lnTo>
                  <a:lnTo>
                    <a:pt x="2153819" y="1668810"/>
                  </a:lnTo>
                  <a:lnTo>
                    <a:pt x="2153151" y="1668810"/>
                  </a:lnTo>
                  <a:lnTo>
                    <a:pt x="2152483" y="1668810"/>
                  </a:lnTo>
                  <a:lnTo>
                    <a:pt x="2151815" y="1668810"/>
                  </a:lnTo>
                  <a:lnTo>
                    <a:pt x="2151147" y="1668810"/>
                  </a:lnTo>
                  <a:lnTo>
                    <a:pt x="2150479" y="1668810"/>
                  </a:lnTo>
                  <a:lnTo>
                    <a:pt x="2149811" y="1668810"/>
                  </a:lnTo>
                  <a:lnTo>
                    <a:pt x="2149143" y="1668810"/>
                  </a:lnTo>
                  <a:lnTo>
                    <a:pt x="2148475" y="1668810"/>
                  </a:lnTo>
                  <a:lnTo>
                    <a:pt x="2147807" y="1668810"/>
                  </a:lnTo>
                  <a:lnTo>
                    <a:pt x="2147139" y="1668810"/>
                  </a:lnTo>
                  <a:lnTo>
                    <a:pt x="2146471" y="1668810"/>
                  </a:lnTo>
                  <a:lnTo>
                    <a:pt x="2145803" y="1668810"/>
                  </a:lnTo>
                  <a:lnTo>
                    <a:pt x="2145135" y="1668810"/>
                  </a:lnTo>
                  <a:lnTo>
                    <a:pt x="2144467" y="1668810"/>
                  </a:lnTo>
                  <a:lnTo>
                    <a:pt x="2143799" y="1668810"/>
                  </a:lnTo>
                  <a:lnTo>
                    <a:pt x="2143131" y="1668810"/>
                  </a:lnTo>
                  <a:lnTo>
                    <a:pt x="2142463" y="1668810"/>
                  </a:lnTo>
                  <a:lnTo>
                    <a:pt x="2141795" y="1668810"/>
                  </a:lnTo>
                  <a:lnTo>
                    <a:pt x="2141127" y="1668810"/>
                  </a:lnTo>
                  <a:lnTo>
                    <a:pt x="2140459" y="1668810"/>
                  </a:lnTo>
                  <a:lnTo>
                    <a:pt x="2139791" y="1668810"/>
                  </a:lnTo>
                  <a:lnTo>
                    <a:pt x="2139123" y="1668810"/>
                  </a:lnTo>
                  <a:lnTo>
                    <a:pt x="2138455" y="1668810"/>
                  </a:lnTo>
                  <a:lnTo>
                    <a:pt x="2137787" y="1668810"/>
                  </a:lnTo>
                  <a:lnTo>
                    <a:pt x="2137119" y="1668810"/>
                  </a:lnTo>
                  <a:lnTo>
                    <a:pt x="2136451" y="1668810"/>
                  </a:lnTo>
                  <a:lnTo>
                    <a:pt x="2135783" y="1668810"/>
                  </a:lnTo>
                  <a:lnTo>
                    <a:pt x="2135115" y="1668810"/>
                  </a:lnTo>
                  <a:lnTo>
                    <a:pt x="2134447" y="1668810"/>
                  </a:lnTo>
                  <a:lnTo>
                    <a:pt x="2133779" y="1668810"/>
                  </a:lnTo>
                  <a:lnTo>
                    <a:pt x="2133111" y="1668810"/>
                  </a:lnTo>
                  <a:lnTo>
                    <a:pt x="2132443" y="1668810"/>
                  </a:lnTo>
                  <a:lnTo>
                    <a:pt x="2131775" y="1668810"/>
                  </a:lnTo>
                  <a:lnTo>
                    <a:pt x="2131107" y="1668810"/>
                  </a:lnTo>
                  <a:lnTo>
                    <a:pt x="2130439" y="1668810"/>
                  </a:lnTo>
                  <a:lnTo>
                    <a:pt x="2129770" y="1668810"/>
                  </a:lnTo>
                  <a:lnTo>
                    <a:pt x="2129102" y="1668810"/>
                  </a:lnTo>
                  <a:lnTo>
                    <a:pt x="2128434" y="1668810"/>
                  </a:lnTo>
                  <a:lnTo>
                    <a:pt x="2127766" y="1668810"/>
                  </a:lnTo>
                  <a:lnTo>
                    <a:pt x="2127098" y="1668810"/>
                  </a:lnTo>
                  <a:lnTo>
                    <a:pt x="2126430" y="1668810"/>
                  </a:lnTo>
                  <a:lnTo>
                    <a:pt x="2125762" y="1668810"/>
                  </a:lnTo>
                  <a:lnTo>
                    <a:pt x="2125094" y="1668810"/>
                  </a:lnTo>
                  <a:lnTo>
                    <a:pt x="2124426" y="1668810"/>
                  </a:lnTo>
                  <a:lnTo>
                    <a:pt x="2123758" y="1668810"/>
                  </a:lnTo>
                  <a:lnTo>
                    <a:pt x="2123090" y="1668810"/>
                  </a:lnTo>
                  <a:lnTo>
                    <a:pt x="2122422" y="1668810"/>
                  </a:lnTo>
                  <a:lnTo>
                    <a:pt x="2121754" y="1668810"/>
                  </a:lnTo>
                  <a:lnTo>
                    <a:pt x="2121086" y="1668810"/>
                  </a:lnTo>
                  <a:lnTo>
                    <a:pt x="2120418" y="1668810"/>
                  </a:lnTo>
                  <a:lnTo>
                    <a:pt x="2119750" y="1668810"/>
                  </a:lnTo>
                  <a:lnTo>
                    <a:pt x="2119082" y="1668810"/>
                  </a:lnTo>
                  <a:lnTo>
                    <a:pt x="2118414" y="1668810"/>
                  </a:lnTo>
                  <a:lnTo>
                    <a:pt x="2117746" y="1668810"/>
                  </a:lnTo>
                  <a:lnTo>
                    <a:pt x="2117078" y="1668810"/>
                  </a:lnTo>
                  <a:lnTo>
                    <a:pt x="2116410" y="1668810"/>
                  </a:lnTo>
                  <a:lnTo>
                    <a:pt x="2115742" y="1668810"/>
                  </a:lnTo>
                  <a:lnTo>
                    <a:pt x="2115074" y="1668810"/>
                  </a:lnTo>
                  <a:lnTo>
                    <a:pt x="2114406" y="1668810"/>
                  </a:lnTo>
                  <a:lnTo>
                    <a:pt x="2113738" y="1668810"/>
                  </a:lnTo>
                  <a:lnTo>
                    <a:pt x="2113070" y="1668810"/>
                  </a:lnTo>
                  <a:lnTo>
                    <a:pt x="2112402" y="1668810"/>
                  </a:lnTo>
                  <a:lnTo>
                    <a:pt x="2111734" y="1668810"/>
                  </a:lnTo>
                  <a:lnTo>
                    <a:pt x="2111066" y="1668810"/>
                  </a:lnTo>
                  <a:lnTo>
                    <a:pt x="2110398" y="1668810"/>
                  </a:lnTo>
                  <a:lnTo>
                    <a:pt x="2109730" y="1668810"/>
                  </a:lnTo>
                  <a:lnTo>
                    <a:pt x="2109062" y="1668810"/>
                  </a:lnTo>
                  <a:lnTo>
                    <a:pt x="2108394" y="1668810"/>
                  </a:lnTo>
                  <a:lnTo>
                    <a:pt x="2107726" y="1668810"/>
                  </a:lnTo>
                  <a:lnTo>
                    <a:pt x="2107058" y="1668810"/>
                  </a:lnTo>
                  <a:lnTo>
                    <a:pt x="2106390" y="1668810"/>
                  </a:lnTo>
                  <a:lnTo>
                    <a:pt x="2105721" y="1668810"/>
                  </a:lnTo>
                  <a:lnTo>
                    <a:pt x="2105053" y="1668810"/>
                  </a:lnTo>
                  <a:lnTo>
                    <a:pt x="2104385" y="1668810"/>
                  </a:lnTo>
                  <a:lnTo>
                    <a:pt x="2103717" y="1668810"/>
                  </a:lnTo>
                  <a:lnTo>
                    <a:pt x="2103049" y="1668810"/>
                  </a:lnTo>
                  <a:lnTo>
                    <a:pt x="2102381" y="1668810"/>
                  </a:lnTo>
                  <a:lnTo>
                    <a:pt x="2101713" y="1668810"/>
                  </a:lnTo>
                  <a:lnTo>
                    <a:pt x="2101045" y="1668810"/>
                  </a:lnTo>
                  <a:lnTo>
                    <a:pt x="2100377" y="1668810"/>
                  </a:lnTo>
                  <a:lnTo>
                    <a:pt x="2099709" y="1668810"/>
                  </a:lnTo>
                  <a:lnTo>
                    <a:pt x="2099041" y="1668810"/>
                  </a:lnTo>
                  <a:lnTo>
                    <a:pt x="2098373" y="1668810"/>
                  </a:lnTo>
                  <a:lnTo>
                    <a:pt x="2097705" y="1668810"/>
                  </a:lnTo>
                  <a:lnTo>
                    <a:pt x="2097037" y="1668810"/>
                  </a:lnTo>
                  <a:lnTo>
                    <a:pt x="2096369" y="1668810"/>
                  </a:lnTo>
                  <a:lnTo>
                    <a:pt x="2095701" y="1668810"/>
                  </a:lnTo>
                  <a:lnTo>
                    <a:pt x="2095033" y="1668810"/>
                  </a:lnTo>
                  <a:lnTo>
                    <a:pt x="2094365" y="1668810"/>
                  </a:lnTo>
                  <a:lnTo>
                    <a:pt x="2093697" y="1668810"/>
                  </a:lnTo>
                  <a:lnTo>
                    <a:pt x="2093029" y="1668810"/>
                  </a:lnTo>
                  <a:lnTo>
                    <a:pt x="2092361" y="1668810"/>
                  </a:lnTo>
                  <a:lnTo>
                    <a:pt x="2091693" y="1668810"/>
                  </a:lnTo>
                  <a:lnTo>
                    <a:pt x="2091025" y="1668810"/>
                  </a:lnTo>
                  <a:lnTo>
                    <a:pt x="2090357" y="1668810"/>
                  </a:lnTo>
                  <a:lnTo>
                    <a:pt x="2089689" y="1668810"/>
                  </a:lnTo>
                  <a:lnTo>
                    <a:pt x="2089021" y="1668810"/>
                  </a:lnTo>
                  <a:lnTo>
                    <a:pt x="2088353" y="1668810"/>
                  </a:lnTo>
                  <a:lnTo>
                    <a:pt x="2087685" y="1668810"/>
                  </a:lnTo>
                  <a:lnTo>
                    <a:pt x="2087017" y="1668810"/>
                  </a:lnTo>
                  <a:lnTo>
                    <a:pt x="2086349" y="1668810"/>
                  </a:lnTo>
                  <a:lnTo>
                    <a:pt x="2085681" y="1668810"/>
                  </a:lnTo>
                  <a:lnTo>
                    <a:pt x="2085013" y="1668810"/>
                  </a:lnTo>
                  <a:lnTo>
                    <a:pt x="2084345" y="1668810"/>
                  </a:lnTo>
                  <a:lnTo>
                    <a:pt x="2083677" y="1668810"/>
                  </a:lnTo>
                  <a:lnTo>
                    <a:pt x="2083009" y="1668810"/>
                  </a:lnTo>
                  <a:lnTo>
                    <a:pt x="2082341" y="1668810"/>
                  </a:lnTo>
                  <a:lnTo>
                    <a:pt x="2081673" y="1668810"/>
                  </a:lnTo>
                  <a:lnTo>
                    <a:pt x="2081004" y="1668810"/>
                  </a:lnTo>
                  <a:lnTo>
                    <a:pt x="2080336" y="1668810"/>
                  </a:lnTo>
                  <a:lnTo>
                    <a:pt x="2079668" y="1668810"/>
                  </a:lnTo>
                  <a:lnTo>
                    <a:pt x="2079000" y="1668810"/>
                  </a:lnTo>
                  <a:lnTo>
                    <a:pt x="2078332" y="1668810"/>
                  </a:lnTo>
                  <a:lnTo>
                    <a:pt x="2077664" y="1668810"/>
                  </a:lnTo>
                  <a:lnTo>
                    <a:pt x="2076996" y="1668810"/>
                  </a:lnTo>
                  <a:lnTo>
                    <a:pt x="2076328" y="1668810"/>
                  </a:lnTo>
                  <a:lnTo>
                    <a:pt x="2075660" y="1668810"/>
                  </a:lnTo>
                  <a:lnTo>
                    <a:pt x="2074992" y="1668810"/>
                  </a:lnTo>
                  <a:lnTo>
                    <a:pt x="2074324" y="1668810"/>
                  </a:lnTo>
                  <a:lnTo>
                    <a:pt x="2073656" y="1668810"/>
                  </a:lnTo>
                  <a:lnTo>
                    <a:pt x="2072988" y="1668810"/>
                  </a:lnTo>
                  <a:lnTo>
                    <a:pt x="2072320" y="1668810"/>
                  </a:lnTo>
                  <a:lnTo>
                    <a:pt x="2071652" y="1668810"/>
                  </a:lnTo>
                  <a:lnTo>
                    <a:pt x="2070984" y="1668810"/>
                  </a:lnTo>
                  <a:lnTo>
                    <a:pt x="2070316" y="1668810"/>
                  </a:lnTo>
                  <a:lnTo>
                    <a:pt x="2069648" y="1668810"/>
                  </a:lnTo>
                  <a:lnTo>
                    <a:pt x="2068980" y="1668810"/>
                  </a:lnTo>
                  <a:lnTo>
                    <a:pt x="2068312" y="1668810"/>
                  </a:lnTo>
                  <a:lnTo>
                    <a:pt x="2067644" y="1668810"/>
                  </a:lnTo>
                  <a:lnTo>
                    <a:pt x="2066976" y="1668810"/>
                  </a:lnTo>
                  <a:lnTo>
                    <a:pt x="2066308" y="1668810"/>
                  </a:lnTo>
                  <a:lnTo>
                    <a:pt x="2065640" y="1668810"/>
                  </a:lnTo>
                  <a:lnTo>
                    <a:pt x="2064972" y="1668810"/>
                  </a:lnTo>
                  <a:lnTo>
                    <a:pt x="2064304" y="1668810"/>
                  </a:lnTo>
                  <a:lnTo>
                    <a:pt x="2063636" y="1668810"/>
                  </a:lnTo>
                  <a:lnTo>
                    <a:pt x="2062968" y="1668810"/>
                  </a:lnTo>
                  <a:lnTo>
                    <a:pt x="2062300" y="1668810"/>
                  </a:lnTo>
                  <a:lnTo>
                    <a:pt x="2061632" y="1668810"/>
                  </a:lnTo>
                  <a:lnTo>
                    <a:pt x="2060964" y="1668810"/>
                  </a:lnTo>
                  <a:lnTo>
                    <a:pt x="2060296" y="1668810"/>
                  </a:lnTo>
                  <a:lnTo>
                    <a:pt x="2059628" y="1668810"/>
                  </a:lnTo>
                  <a:lnTo>
                    <a:pt x="2058960" y="1668810"/>
                  </a:lnTo>
                  <a:lnTo>
                    <a:pt x="2058292" y="1668810"/>
                  </a:lnTo>
                  <a:lnTo>
                    <a:pt x="2057624" y="1668810"/>
                  </a:lnTo>
                  <a:lnTo>
                    <a:pt x="2056956" y="1668810"/>
                  </a:lnTo>
                  <a:lnTo>
                    <a:pt x="2056287" y="1668810"/>
                  </a:lnTo>
                  <a:lnTo>
                    <a:pt x="2055619" y="1668810"/>
                  </a:lnTo>
                  <a:lnTo>
                    <a:pt x="2054951" y="1668810"/>
                  </a:lnTo>
                  <a:lnTo>
                    <a:pt x="2054283" y="1668810"/>
                  </a:lnTo>
                  <a:lnTo>
                    <a:pt x="2053615" y="1668810"/>
                  </a:lnTo>
                  <a:lnTo>
                    <a:pt x="2052947" y="1668810"/>
                  </a:lnTo>
                  <a:lnTo>
                    <a:pt x="2052279" y="1668810"/>
                  </a:lnTo>
                  <a:lnTo>
                    <a:pt x="2051611" y="1668810"/>
                  </a:lnTo>
                  <a:lnTo>
                    <a:pt x="2050943" y="1668810"/>
                  </a:lnTo>
                  <a:lnTo>
                    <a:pt x="2050275" y="1668810"/>
                  </a:lnTo>
                  <a:lnTo>
                    <a:pt x="2049607" y="1668810"/>
                  </a:lnTo>
                  <a:lnTo>
                    <a:pt x="2048939" y="1668810"/>
                  </a:lnTo>
                  <a:lnTo>
                    <a:pt x="2048271" y="1668810"/>
                  </a:lnTo>
                  <a:lnTo>
                    <a:pt x="2047603" y="1668810"/>
                  </a:lnTo>
                  <a:lnTo>
                    <a:pt x="2046935" y="1668810"/>
                  </a:lnTo>
                  <a:lnTo>
                    <a:pt x="2046267" y="1668810"/>
                  </a:lnTo>
                  <a:lnTo>
                    <a:pt x="2045599" y="1668810"/>
                  </a:lnTo>
                  <a:lnTo>
                    <a:pt x="2044931" y="1668810"/>
                  </a:lnTo>
                  <a:lnTo>
                    <a:pt x="2044263" y="1668810"/>
                  </a:lnTo>
                  <a:lnTo>
                    <a:pt x="2043595" y="1668810"/>
                  </a:lnTo>
                  <a:lnTo>
                    <a:pt x="2042927" y="1668810"/>
                  </a:lnTo>
                  <a:lnTo>
                    <a:pt x="2042259" y="1668810"/>
                  </a:lnTo>
                  <a:lnTo>
                    <a:pt x="2041591" y="1668810"/>
                  </a:lnTo>
                  <a:lnTo>
                    <a:pt x="2040923" y="1668810"/>
                  </a:lnTo>
                  <a:lnTo>
                    <a:pt x="2040255" y="1668810"/>
                  </a:lnTo>
                  <a:lnTo>
                    <a:pt x="2039587" y="1668810"/>
                  </a:lnTo>
                  <a:lnTo>
                    <a:pt x="2038919" y="1668810"/>
                  </a:lnTo>
                  <a:lnTo>
                    <a:pt x="2038251" y="1668810"/>
                  </a:lnTo>
                  <a:lnTo>
                    <a:pt x="2037583" y="1668810"/>
                  </a:lnTo>
                  <a:lnTo>
                    <a:pt x="2036915" y="1668810"/>
                  </a:lnTo>
                  <a:lnTo>
                    <a:pt x="2036247" y="1668810"/>
                  </a:lnTo>
                  <a:lnTo>
                    <a:pt x="2035579" y="1668810"/>
                  </a:lnTo>
                  <a:lnTo>
                    <a:pt x="2034911" y="1668810"/>
                  </a:lnTo>
                  <a:lnTo>
                    <a:pt x="2034243" y="1668810"/>
                  </a:lnTo>
                  <a:lnTo>
                    <a:pt x="2033575" y="1668810"/>
                  </a:lnTo>
                  <a:lnTo>
                    <a:pt x="2032907" y="1668810"/>
                  </a:lnTo>
                  <a:lnTo>
                    <a:pt x="2032239" y="1668810"/>
                  </a:lnTo>
                  <a:lnTo>
                    <a:pt x="2031570" y="1668810"/>
                  </a:lnTo>
                  <a:lnTo>
                    <a:pt x="2030902" y="1668810"/>
                  </a:lnTo>
                  <a:lnTo>
                    <a:pt x="2030234" y="1668810"/>
                  </a:lnTo>
                  <a:lnTo>
                    <a:pt x="2029566" y="1668810"/>
                  </a:lnTo>
                  <a:lnTo>
                    <a:pt x="2028898" y="1668810"/>
                  </a:lnTo>
                  <a:lnTo>
                    <a:pt x="2028230" y="1668810"/>
                  </a:lnTo>
                  <a:lnTo>
                    <a:pt x="2027562" y="1668810"/>
                  </a:lnTo>
                  <a:lnTo>
                    <a:pt x="2026894" y="1668810"/>
                  </a:lnTo>
                  <a:lnTo>
                    <a:pt x="2026226" y="1668810"/>
                  </a:lnTo>
                  <a:lnTo>
                    <a:pt x="2025558" y="1668810"/>
                  </a:lnTo>
                  <a:lnTo>
                    <a:pt x="2024890" y="1668810"/>
                  </a:lnTo>
                  <a:lnTo>
                    <a:pt x="2024222" y="1668810"/>
                  </a:lnTo>
                  <a:lnTo>
                    <a:pt x="2023554" y="1668810"/>
                  </a:lnTo>
                  <a:lnTo>
                    <a:pt x="2022886" y="1668810"/>
                  </a:lnTo>
                  <a:lnTo>
                    <a:pt x="2022218" y="1668810"/>
                  </a:lnTo>
                  <a:lnTo>
                    <a:pt x="2021550" y="1668810"/>
                  </a:lnTo>
                  <a:lnTo>
                    <a:pt x="2020882" y="1668810"/>
                  </a:lnTo>
                  <a:lnTo>
                    <a:pt x="2020214" y="1668810"/>
                  </a:lnTo>
                  <a:lnTo>
                    <a:pt x="2019546" y="1668810"/>
                  </a:lnTo>
                  <a:lnTo>
                    <a:pt x="2018878" y="1668810"/>
                  </a:lnTo>
                  <a:lnTo>
                    <a:pt x="2018210" y="1668810"/>
                  </a:lnTo>
                  <a:lnTo>
                    <a:pt x="2017542" y="1668810"/>
                  </a:lnTo>
                  <a:lnTo>
                    <a:pt x="2016874" y="1668810"/>
                  </a:lnTo>
                  <a:lnTo>
                    <a:pt x="2016206" y="1668810"/>
                  </a:lnTo>
                  <a:lnTo>
                    <a:pt x="2015538" y="1668810"/>
                  </a:lnTo>
                  <a:lnTo>
                    <a:pt x="2014870" y="1668810"/>
                  </a:lnTo>
                  <a:lnTo>
                    <a:pt x="2014202" y="1668810"/>
                  </a:lnTo>
                  <a:lnTo>
                    <a:pt x="2013534" y="1668810"/>
                  </a:lnTo>
                  <a:lnTo>
                    <a:pt x="2012866" y="1668810"/>
                  </a:lnTo>
                  <a:lnTo>
                    <a:pt x="2012198" y="1668810"/>
                  </a:lnTo>
                  <a:lnTo>
                    <a:pt x="2011530" y="1668810"/>
                  </a:lnTo>
                  <a:lnTo>
                    <a:pt x="2010862" y="1668810"/>
                  </a:lnTo>
                  <a:lnTo>
                    <a:pt x="2010194" y="1668810"/>
                  </a:lnTo>
                  <a:lnTo>
                    <a:pt x="2009526" y="1668810"/>
                  </a:lnTo>
                  <a:lnTo>
                    <a:pt x="2008858" y="1668810"/>
                  </a:lnTo>
                  <a:lnTo>
                    <a:pt x="2008190" y="1668810"/>
                  </a:lnTo>
                  <a:lnTo>
                    <a:pt x="2007521" y="1668810"/>
                  </a:lnTo>
                  <a:lnTo>
                    <a:pt x="2006853" y="1668810"/>
                  </a:lnTo>
                  <a:lnTo>
                    <a:pt x="2006185" y="1668810"/>
                  </a:lnTo>
                  <a:lnTo>
                    <a:pt x="2005517" y="1668810"/>
                  </a:lnTo>
                  <a:lnTo>
                    <a:pt x="2004849" y="1668810"/>
                  </a:lnTo>
                  <a:lnTo>
                    <a:pt x="2004181" y="1668810"/>
                  </a:lnTo>
                  <a:lnTo>
                    <a:pt x="2003513" y="1668810"/>
                  </a:lnTo>
                  <a:lnTo>
                    <a:pt x="2002845" y="1668810"/>
                  </a:lnTo>
                  <a:lnTo>
                    <a:pt x="2002177" y="1668810"/>
                  </a:lnTo>
                  <a:lnTo>
                    <a:pt x="2001509" y="1668810"/>
                  </a:lnTo>
                  <a:lnTo>
                    <a:pt x="2000841" y="1668810"/>
                  </a:lnTo>
                  <a:lnTo>
                    <a:pt x="2000173" y="1668810"/>
                  </a:lnTo>
                  <a:lnTo>
                    <a:pt x="1999505" y="1668810"/>
                  </a:lnTo>
                  <a:lnTo>
                    <a:pt x="1998837" y="1668810"/>
                  </a:lnTo>
                  <a:lnTo>
                    <a:pt x="1998169" y="1668810"/>
                  </a:lnTo>
                  <a:lnTo>
                    <a:pt x="1997501" y="1668810"/>
                  </a:lnTo>
                  <a:lnTo>
                    <a:pt x="1996833" y="1668810"/>
                  </a:lnTo>
                  <a:lnTo>
                    <a:pt x="1996165" y="1668810"/>
                  </a:lnTo>
                  <a:lnTo>
                    <a:pt x="1995497" y="1668810"/>
                  </a:lnTo>
                  <a:lnTo>
                    <a:pt x="1994829" y="1668810"/>
                  </a:lnTo>
                  <a:lnTo>
                    <a:pt x="1994161" y="1668810"/>
                  </a:lnTo>
                  <a:lnTo>
                    <a:pt x="1993493" y="1668810"/>
                  </a:lnTo>
                  <a:lnTo>
                    <a:pt x="1992825" y="1668810"/>
                  </a:lnTo>
                  <a:lnTo>
                    <a:pt x="1992157" y="1668810"/>
                  </a:lnTo>
                  <a:lnTo>
                    <a:pt x="1991489" y="1668810"/>
                  </a:lnTo>
                  <a:lnTo>
                    <a:pt x="1990821" y="1668810"/>
                  </a:lnTo>
                  <a:lnTo>
                    <a:pt x="1990153" y="1668810"/>
                  </a:lnTo>
                  <a:lnTo>
                    <a:pt x="1989485" y="1668810"/>
                  </a:lnTo>
                  <a:lnTo>
                    <a:pt x="1988817" y="1668810"/>
                  </a:lnTo>
                  <a:lnTo>
                    <a:pt x="1988149" y="1668810"/>
                  </a:lnTo>
                  <a:lnTo>
                    <a:pt x="1987481" y="1668810"/>
                  </a:lnTo>
                  <a:lnTo>
                    <a:pt x="1986813" y="1668810"/>
                  </a:lnTo>
                  <a:lnTo>
                    <a:pt x="1986145" y="1668810"/>
                  </a:lnTo>
                  <a:lnTo>
                    <a:pt x="1985477" y="1668810"/>
                  </a:lnTo>
                  <a:lnTo>
                    <a:pt x="1984809" y="1668810"/>
                  </a:lnTo>
                  <a:lnTo>
                    <a:pt x="1984141" y="1668810"/>
                  </a:lnTo>
                  <a:lnTo>
                    <a:pt x="1983473" y="1668810"/>
                  </a:lnTo>
                  <a:lnTo>
                    <a:pt x="1982804" y="1668810"/>
                  </a:lnTo>
                  <a:lnTo>
                    <a:pt x="1982136" y="1668810"/>
                  </a:lnTo>
                  <a:lnTo>
                    <a:pt x="1981468" y="1668810"/>
                  </a:lnTo>
                  <a:lnTo>
                    <a:pt x="1980800" y="1668810"/>
                  </a:lnTo>
                  <a:lnTo>
                    <a:pt x="1980132" y="1668810"/>
                  </a:lnTo>
                  <a:lnTo>
                    <a:pt x="1979464" y="1668810"/>
                  </a:lnTo>
                  <a:lnTo>
                    <a:pt x="1978796" y="1668810"/>
                  </a:lnTo>
                  <a:lnTo>
                    <a:pt x="1978128" y="1668810"/>
                  </a:lnTo>
                  <a:lnTo>
                    <a:pt x="1977460" y="1668810"/>
                  </a:lnTo>
                  <a:lnTo>
                    <a:pt x="1976792" y="1668810"/>
                  </a:lnTo>
                  <a:lnTo>
                    <a:pt x="1976124" y="1668810"/>
                  </a:lnTo>
                  <a:lnTo>
                    <a:pt x="1975456" y="1668810"/>
                  </a:lnTo>
                  <a:lnTo>
                    <a:pt x="1974788" y="1668810"/>
                  </a:lnTo>
                  <a:lnTo>
                    <a:pt x="1974120" y="1668810"/>
                  </a:lnTo>
                  <a:lnTo>
                    <a:pt x="1973452" y="1668810"/>
                  </a:lnTo>
                  <a:lnTo>
                    <a:pt x="1972784" y="1668810"/>
                  </a:lnTo>
                  <a:lnTo>
                    <a:pt x="1972116" y="1668810"/>
                  </a:lnTo>
                  <a:lnTo>
                    <a:pt x="1971448" y="1668810"/>
                  </a:lnTo>
                  <a:lnTo>
                    <a:pt x="1970780" y="1668810"/>
                  </a:lnTo>
                  <a:lnTo>
                    <a:pt x="1970112" y="1668810"/>
                  </a:lnTo>
                  <a:lnTo>
                    <a:pt x="1969444" y="1668810"/>
                  </a:lnTo>
                  <a:lnTo>
                    <a:pt x="1968776" y="1668810"/>
                  </a:lnTo>
                  <a:lnTo>
                    <a:pt x="1968108" y="1668810"/>
                  </a:lnTo>
                  <a:lnTo>
                    <a:pt x="1967440" y="1668810"/>
                  </a:lnTo>
                  <a:lnTo>
                    <a:pt x="1966772" y="1668810"/>
                  </a:lnTo>
                  <a:lnTo>
                    <a:pt x="1966104" y="1668810"/>
                  </a:lnTo>
                  <a:lnTo>
                    <a:pt x="1965436" y="1668810"/>
                  </a:lnTo>
                  <a:lnTo>
                    <a:pt x="1964768" y="1668810"/>
                  </a:lnTo>
                  <a:lnTo>
                    <a:pt x="1964100" y="1668810"/>
                  </a:lnTo>
                  <a:lnTo>
                    <a:pt x="1963432" y="1668810"/>
                  </a:lnTo>
                  <a:lnTo>
                    <a:pt x="1962764" y="1668810"/>
                  </a:lnTo>
                  <a:lnTo>
                    <a:pt x="1962096" y="1668810"/>
                  </a:lnTo>
                  <a:lnTo>
                    <a:pt x="1961428" y="1668810"/>
                  </a:lnTo>
                  <a:lnTo>
                    <a:pt x="1960760" y="1668810"/>
                  </a:lnTo>
                  <a:lnTo>
                    <a:pt x="1960092" y="1668810"/>
                  </a:lnTo>
                  <a:lnTo>
                    <a:pt x="1959424" y="1668810"/>
                  </a:lnTo>
                  <a:lnTo>
                    <a:pt x="1958756" y="1668810"/>
                  </a:lnTo>
                  <a:lnTo>
                    <a:pt x="1958087" y="1668810"/>
                  </a:lnTo>
                  <a:lnTo>
                    <a:pt x="1957419" y="1668810"/>
                  </a:lnTo>
                  <a:lnTo>
                    <a:pt x="1956751" y="1668810"/>
                  </a:lnTo>
                  <a:lnTo>
                    <a:pt x="1956083" y="1668810"/>
                  </a:lnTo>
                  <a:lnTo>
                    <a:pt x="1955415" y="1668810"/>
                  </a:lnTo>
                  <a:lnTo>
                    <a:pt x="1954747" y="1668810"/>
                  </a:lnTo>
                  <a:lnTo>
                    <a:pt x="1954079" y="1668810"/>
                  </a:lnTo>
                  <a:lnTo>
                    <a:pt x="1953411" y="1668810"/>
                  </a:lnTo>
                  <a:lnTo>
                    <a:pt x="1952743" y="1668810"/>
                  </a:lnTo>
                  <a:lnTo>
                    <a:pt x="1952075" y="1668810"/>
                  </a:lnTo>
                  <a:lnTo>
                    <a:pt x="1951407" y="1668810"/>
                  </a:lnTo>
                  <a:lnTo>
                    <a:pt x="1950739" y="1668810"/>
                  </a:lnTo>
                  <a:lnTo>
                    <a:pt x="1950071" y="1668810"/>
                  </a:lnTo>
                  <a:lnTo>
                    <a:pt x="1949403" y="1668810"/>
                  </a:lnTo>
                  <a:lnTo>
                    <a:pt x="1948735" y="1668810"/>
                  </a:lnTo>
                  <a:lnTo>
                    <a:pt x="1948067" y="1668810"/>
                  </a:lnTo>
                  <a:lnTo>
                    <a:pt x="1947399" y="1668810"/>
                  </a:lnTo>
                  <a:lnTo>
                    <a:pt x="1946731" y="1668810"/>
                  </a:lnTo>
                  <a:lnTo>
                    <a:pt x="1946063" y="1668810"/>
                  </a:lnTo>
                  <a:lnTo>
                    <a:pt x="1945395" y="1668810"/>
                  </a:lnTo>
                  <a:lnTo>
                    <a:pt x="1944727" y="1668810"/>
                  </a:lnTo>
                  <a:lnTo>
                    <a:pt x="1944059" y="1668810"/>
                  </a:lnTo>
                  <a:lnTo>
                    <a:pt x="1943391" y="1668810"/>
                  </a:lnTo>
                  <a:lnTo>
                    <a:pt x="1942723" y="1668810"/>
                  </a:lnTo>
                  <a:lnTo>
                    <a:pt x="1942055" y="1668810"/>
                  </a:lnTo>
                  <a:lnTo>
                    <a:pt x="1941387" y="1668810"/>
                  </a:lnTo>
                  <a:lnTo>
                    <a:pt x="1940719" y="1668810"/>
                  </a:lnTo>
                  <a:lnTo>
                    <a:pt x="1940051" y="1668810"/>
                  </a:lnTo>
                  <a:lnTo>
                    <a:pt x="1939383" y="1668810"/>
                  </a:lnTo>
                  <a:lnTo>
                    <a:pt x="1938715" y="1668810"/>
                  </a:lnTo>
                  <a:lnTo>
                    <a:pt x="1938047" y="1668810"/>
                  </a:lnTo>
                  <a:lnTo>
                    <a:pt x="1937379" y="1668810"/>
                  </a:lnTo>
                  <a:lnTo>
                    <a:pt x="1936711" y="1668810"/>
                  </a:lnTo>
                  <a:lnTo>
                    <a:pt x="1936043" y="1668810"/>
                  </a:lnTo>
                  <a:lnTo>
                    <a:pt x="1935375" y="1668810"/>
                  </a:lnTo>
                  <a:lnTo>
                    <a:pt x="1934707" y="1668810"/>
                  </a:lnTo>
                  <a:lnTo>
                    <a:pt x="1934039" y="1668810"/>
                  </a:lnTo>
                  <a:lnTo>
                    <a:pt x="1933370" y="1668810"/>
                  </a:lnTo>
                  <a:lnTo>
                    <a:pt x="1932702" y="1668810"/>
                  </a:lnTo>
                  <a:lnTo>
                    <a:pt x="1932034" y="1668810"/>
                  </a:lnTo>
                  <a:lnTo>
                    <a:pt x="1931366" y="1668810"/>
                  </a:lnTo>
                  <a:lnTo>
                    <a:pt x="1930698" y="1668810"/>
                  </a:lnTo>
                  <a:lnTo>
                    <a:pt x="1930030" y="1668810"/>
                  </a:lnTo>
                  <a:lnTo>
                    <a:pt x="1929362" y="1668810"/>
                  </a:lnTo>
                  <a:lnTo>
                    <a:pt x="1928694" y="1668810"/>
                  </a:lnTo>
                  <a:lnTo>
                    <a:pt x="1928026" y="1668810"/>
                  </a:lnTo>
                  <a:lnTo>
                    <a:pt x="1927358" y="1668810"/>
                  </a:lnTo>
                  <a:lnTo>
                    <a:pt x="1926690" y="1668810"/>
                  </a:lnTo>
                  <a:lnTo>
                    <a:pt x="1926022" y="1668810"/>
                  </a:lnTo>
                  <a:lnTo>
                    <a:pt x="1925354" y="1668810"/>
                  </a:lnTo>
                  <a:lnTo>
                    <a:pt x="1924686" y="1668810"/>
                  </a:lnTo>
                  <a:lnTo>
                    <a:pt x="1924018" y="1668810"/>
                  </a:lnTo>
                  <a:lnTo>
                    <a:pt x="1923350" y="1668810"/>
                  </a:lnTo>
                  <a:lnTo>
                    <a:pt x="1922682" y="1668810"/>
                  </a:lnTo>
                  <a:lnTo>
                    <a:pt x="1922014" y="1668810"/>
                  </a:lnTo>
                  <a:lnTo>
                    <a:pt x="1921346" y="1668810"/>
                  </a:lnTo>
                  <a:lnTo>
                    <a:pt x="1920678" y="1668810"/>
                  </a:lnTo>
                  <a:lnTo>
                    <a:pt x="1920010" y="1668810"/>
                  </a:lnTo>
                  <a:lnTo>
                    <a:pt x="1919342" y="1668810"/>
                  </a:lnTo>
                  <a:lnTo>
                    <a:pt x="1918674" y="1668810"/>
                  </a:lnTo>
                  <a:lnTo>
                    <a:pt x="1918006" y="1668810"/>
                  </a:lnTo>
                  <a:lnTo>
                    <a:pt x="1917338" y="1668810"/>
                  </a:lnTo>
                  <a:lnTo>
                    <a:pt x="1916670" y="1668810"/>
                  </a:lnTo>
                  <a:lnTo>
                    <a:pt x="1916002" y="1668810"/>
                  </a:lnTo>
                  <a:lnTo>
                    <a:pt x="1915334" y="1668810"/>
                  </a:lnTo>
                  <a:lnTo>
                    <a:pt x="1914666" y="1668810"/>
                  </a:lnTo>
                  <a:lnTo>
                    <a:pt x="1913998" y="1668810"/>
                  </a:lnTo>
                  <a:lnTo>
                    <a:pt x="1913330" y="1668810"/>
                  </a:lnTo>
                  <a:lnTo>
                    <a:pt x="1912662" y="1668810"/>
                  </a:lnTo>
                  <a:lnTo>
                    <a:pt x="1911994" y="1668810"/>
                  </a:lnTo>
                  <a:lnTo>
                    <a:pt x="1911326" y="1668810"/>
                  </a:lnTo>
                  <a:lnTo>
                    <a:pt x="1910658" y="1668810"/>
                  </a:lnTo>
                  <a:lnTo>
                    <a:pt x="1909990" y="1668810"/>
                  </a:lnTo>
                  <a:lnTo>
                    <a:pt x="1909321" y="1668810"/>
                  </a:lnTo>
                  <a:lnTo>
                    <a:pt x="1908653" y="1668810"/>
                  </a:lnTo>
                  <a:lnTo>
                    <a:pt x="1907985" y="1668810"/>
                  </a:lnTo>
                  <a:lnTo>
                    <a:pt x="1907317" y="1668810"/>
                  </a:lnTo>
                  <a:lnTo>
                    <a:pt x="1906649" y="1668810"/>
                  </a:lnTo>
                  <a:lnTo>
                    <a:pt x="1905981" y="1668810"/>
                  </a:lnTo>
                  <a:lnTo>
                    <a:pt x="1905313" y="1668810"/>
                  </a:lnTo>
                  <a:lnTo>
                    <a:pt x="1904645" y="1668810"/>
                  </a:lnTo>
                  <a:lnTo>
                    <a:pt x="1903977" y="1668810"/>
                  </a:lnTo>
                  <a:lnTo>
                    <a:pt x="1903309" y="1668810"/>
                  </a:lnTo>
                  <a:lnTo>
                    <a:pt x="1902641" y="1668810"/>
                  </a:lnTo>
                  <a:lnTo>
                    <a:pt x="1901973" y="1668810"/>
                  </a:lnTo>
                  <a:lnTo>
                    <a:pt x="1901305" y="1668810"/>
                  </a:lnTo>
                  <a:lnTo>
                    <a:pt x="1900637" y="1668810"/>
                  </a:lnTo>
                  <a:lnTo>
                    <a:pt x="1899969" y="1668810"/>
                  </a:lnTo>
                  <a:lnTo>
                    <a:pt x="1899301" y="1668810"/>
                  </a:lnTo>
                  <a:lnTo>
                    <a:pt x="1898633" y="1668810"/>
                  </a:lnTo>
                  <a:lnTo>
                    <a:pt x="1897965" y="1668810"/>
                  </a:lnTo>
                  <a:lnTo>
                    <a:pt x="1897297" y="1668810"/>
                  </a:lnTo>
                  <a:lnTo>
                    <a:pt x="1896629" y="1668810"/>
                  </a:lnTo>
                  <a:lnTo>
                    <a:pt x="1895961" y="1668810"/>
                  </a:lnTo>
                  <a:lnTo>
                    <a:pt x="1895293" y="1668810"/>
                  </a:lnTo>
                  <a:lnTo>
                    <a:pt x="1894625" y="1668810"/>
                  </a:lnTo>
                  <a:lnTo>
                    <a:pt x="1893957" y="1668810"/>
                  </a:lnTo>
                  <a:lnTo>
                    <a:pt x="1893289" y="1668810"/>
                  </a:lnTo>
                  <a:lnTo>
                    <a:pt x="1892621" y="1668810"/>
                  </a:lnTo>
                  <a:lnTo>
                    <a:pt x="1891953" y="1668810"/>
                  </a:lnTo>
                  <a:lnTo>
                    <a:pt x="1891285" y="1668810"/>
                  </a:lnTo>
                  <a:lnTo>
                    <a:pt x="1890617" y="1668810"/>
                  </a:lnTo>
                  <a:lnTo>
                    <a:pt x="1889949" y="1668810"/>
                  </a:lnTo>
                  <a:lnTo>
                    <a:pt x="1889281" y="1668810"/>
                  </a:lnTo>
                  <a:lnTo>
                    <a:pt x="1888613" y="1668810"/>
                  </a:lnTo>
                  <a:lnTo>
                    <a:pt x="1887945" y="1668810"/>
                  </a:lnTo>
                  <a:lnTo>
                    <a:pt x="1887277" y="1668810"/>
                  </a:lnTo>
                  <a:lnTo>
                    <a:pt x="1886609" y="1668810"/>
                  </a:lnTo>
                  <a:lnTo>
                    <a:pt x="1885941" y="1668810"/>
                  </a:lnTo>
                  <a:lnTo>
                    <a:pt x="1885273" y="1668810"/>
                  </a:lnTo>
                  <a:lnTo>
                    <a:pt x="1884604" y="1668810"/>
                  </a:lnTo>
                  <a:lnTo>
                    <a:pt x="1883936" y="1668810"/>
                  </a:lnTo>
                  <a:lnTo>
                    <a:pt x="1883268" y="1668810"/>
                  </a:lnTo>
                  <a:lnTo>
                    <a:pt x="1882600" y="1668810"/>
                  </a:lnTo>
                  <a:lnTo>
                    <a:pt x="1881932" y="1668810"/>
                  </a:lnTo>
                  <a:lnTo>
                    <a:pt x="1881264" y="1668810"/>
                  </a:lnTo>
                  <a:lnTo>
                    <a:pt x="1880596" y="1668810"/>
                  </a:lnTo>
                  <a:lnTo>
                    <a:pt x="1879928" y="1668810"/>
                  </a:lnTo>
                  <a:lnTo>
                    <a:pt x="1879260" y="1668810"/>
                  </a:lnTo>
                  <a:lnTo>
                    <a:pt x="1878592" y="1668810"/>
                  </a:lnTo>
                  <a:lnTo>
                    <a:pt x="1877924" y="1668810"/>
                  </a:lnTo>
                  <a:lnTo>
                    <a:pt x="1877256" y="1668810"/>
                  </a:lnTo>
                  <a:lnTo>
                    <a:pt x="1876588" y="1668810"/>
                  </a:lnTo>
                  <a:lnTo>
                    <a:pt x="1875920" y="1668810"/>
                  </a:lnTo>
                  <a:lnTo>
                    <a:pt x="1875252" y="1668810"/>
                  </a:lnTo>
                  <a:lnTo>
                    <a:pt x="1874584" y="1668810"/>
                  </a:lnTo>
                  <a:lnTo>
                    <a:pt x="1873916" y="1668810"/>
                  </a:lnTo>
                  <a:lnTo>
                    <a:pt x="1873248" y="1668810"/>
                  </a:lnTo>
                  <a:lnTo>
                    <a:pt x="1872580" y="1668810"/>
                  </a:lnTo>
                  <a:lnTo>
                    <a:pt x="1871912" y="1668810"/>
                  </a:lnTo>
                  <a:lnTo>
                    <a:pt x="1871244" y="1668810"/>
                  </a:lnTo>
                  <a:lnTo>
                    <a:pt x="1870576" y="1668810"/>
                  </a:lnTo>
                  <a:lnTo>
                    <a:pt x="1869908" y="1668810"/>
                  </a:lnTo>
                  <a:lnTo>
                    <a:pt x="1869240" y="1668810"/>
                  </a:lnTo>
                  <a:lnTo>
                    <a:pt x="1868572" y="1668810"/>
                  </a:lnTo>
                  <a:lnTo>
                    <a:pt x="1867904" y="1668810"/>
                  </a:lnTo>
                  <a:lnTo>
                    <a:pt x="1867236" y="1668810"/>
                  </a:lnTo>
                  <a:lnTo>
                    <a:pt x="1866568" y="1668810"/>
                  </a:lnTo>
                  <a:lnTo>
                    <a:pt x="1865900" y="1668810"/>
                  </a:lnTo>
                  <a:lnTo>
                    <a:pt x="1865232" y="1668810"/>
                  </a:lnTo>
                  <a:lnTo>
                    <a:pt x="1864564" y="1668810"/>
                  </a:lnTo>
                  <a:lnTo>
                    <a:pt x="1863896" y="1668810"/>
                  </a:lnTo>
                  <a:lnTo>
                    <a:pt x="1863228" y="1668810"/>
                  </a:lnTo>
                  <a:lnTo>
                    <a:pt x="1862560" y="1668810"/>
                  </a:lnTo>
                  <a:lnTo>
                    <a:pt x="1861892" y="1668810"/>
                  </a:lnTo>
                  <a:lnTo>
                    <a:pt x="1861224" y="1668810"/>
                  </a:lnTo>
                  <a:lnTo>
                    <a:pt x="1860556" y="1668810"/>
                  </a:lnTo>
                  <a:lnTo>
                    <a:pt x="1859887" y="1668810"/>
                  </a:lnTo>
                  <a:lnTo>
                    <a:pt x="1859219" y="1668810"/>
                  </a:lnTo>
                  <a:lnTo>
                    <a:pt x="1858551" y="1668810"/>
                  </a:lnTo>
                  <a:lnTo>
                    <a:pt x="1857883" y="1668810"/>
                  </a:lnTo>
                  <a:lnTo>
                    <a:pt x="1857215" y="1668810"/>
                  </a:lnTo>
                  <a:lnTo>
                    <a:pt x="1856547" y="1668810"/>
                  </a:lnTo>
                  <a:lnTo>
                    <a:pt x="1855879" y="1668810"/>
                  </a:lnTo>
                  <a:lnTo>
                    <a:pt x="1855211" y="1668810"/>
                  </a:lnTo>
                  <a:lnTo>
                    <a:pt x="1854543" y="1668810"/>
                  </a:lnTo>
                  <a:lnTo>
                    <a:pt x="1853875" y="1668810"/>
                  </a:lnTo>
                  <a:lnTo>
                    <a:pt x="1853207" y="1668810"/>
                  </a:lnTo>
                  <a:lnTo>
                    <a:pt x="1852539" y="1668810"/>
                  </a:lnTo>
                  <a:lnTo>
                    <a:pt x="1851871" y="1668810"/>
                  </a:lnTo>
                  <a:lnTo>
                    <a:pt x="1851203" y="1668810"/>
                  </a:lnTo>
                  <a:lnTo>
                    <a:pt x="1850535" y="1668810"/>
                  </a:lnTo>
                  <a:lnTo>
                    <a:pt x="1849867" y="1668810"/>
                  </a:lnTo>
                  <a:lnTo>
                    <a:pt x="1849199" y="1668810"/>
                  </a:lnTo>
                  <a:lnTo>
                    <a:pt x="1848531" y="1668810"/>
                  </a:lnTo>
                  <a:lnTo>
                    <a:pt x="1847863" y="1668810"/>
                  </a:lnTo>
                  <a:lnTo>
                    <a:pt x="1847195" y="1668810"/>
                  </a:lnTo>
                  <a:lnTo>
                    <a:pt x="1846527" y="1668810"/>
                  </a:lnTo>
                  <a:lnTo>
                    <a:pt x="1845859" y="1668810"/>
                  </a:lnTo>
                  <a:lnTo>
                    <a:pt x="1845191" y="1668810"/>
                  </a:lnTo>
                  <a:lnTo>
                    <a:pt x="1844523" y="1668810"/>
                  </a:lnTo>
                  <a:lnTo>
                    <a:pt x="1843855" y="1668810"/>
                  </a:lnTo>
                  <a:lnTo>
                    <a:pt x="1843187" y="1668810"/>
                  </a:lnTo>
                  <a:lnTo>
                    <a:pt x="1842519" y="1668810"/>
                  </a:lnTo>
                  <a:lnTo>
                    <a:pt x="1841851" y="1668810"/>
                  </a:lnTo>
                  <a:lnTo>
                    <a:pt x="1841183" y="1668810"/>
                  </a:lnTo>
                  <a:lnTo>
                    <a:pt x="1840515" y="1668810"/>
                  </a:lnTo>
                  <a:lnTo>
                    <a:pt x="1839847" y="1668810"/>
                  </a:lnTo>
                  <a:lnTo>
                    <a:pt x="1839179" y="1668810"/>
                  </a:lnTo>
                  <a:lnTo>
                    <a:pt x="1838511" y="1668810"/>
                  </a:lnTo>
                  <a:lnTo>
                    <a:pt x="1837843" y="1668810"/>
                  </a:lnTo>
                  <a:lnTo>
                    <a:pt x="1837175" y="1668810"/>
                  </a:lnTo>
                  <a:lnTo>
                    <a:pt x="1836507" y="1668810"/>
                  </a:lnTo>
                  <a:lnTo>
                    <a:pt x="1835838" y="1668810"/>
                  </a:lnTo>
                  <a:lnTo>
                    <a:pt x="1835170" y="1668810"/>
                  </a:lnTo>
                  <a:lnTo>
                    <a:pt x="1834502" y="1668810"/>
                  </a:lnTo>
                  <a:lnTo>
                    <a:pt x="1833834" y="1668810"/>
                  </a:lnTo>
                  <a:lnTo>
                    <a:pt x="1833166" y="1668810"/>
                  </a:lnTo>
                  <a:lnTo>
                    <a:pt x="1832498" y="1668810"/>
                  </a:lnTo>
                  <a:lnTo>
                    <a:pt x="1831830" y="1668810"/>
                  </a:lnTo>
                  <a:lnTo>
                    <a:pt x="1831162" y="1668810"/>
                  </a:lnTo>
                  <a:lnTo>
                    <a:pt x="1830494" y="1668810"/>
                  </a:lnTo>
                  <a:lnTo>
                    <a:pt x="1829826" y="1668810"/>
                  </a:lnTo>
                  <a:lnTo>
                    <a:pt x="1829158" y="1668810"/>
                  </a:lnTo>
                  <a:lnTo>
                    <a:pt x="1828490" y="1668810"/>
                  </a:lnTo>
                  <a:lnTo>
                    <a:pt x="1827822" y="1668810"/>
                  </a:lnTo>
                  <a:lnTo>
                    <a:pt x="1827154" y="1668810"/>
                  </a:lnTo>
                  <a:lnTo>
                    <a:pt x="1826486" y="1668810"/>
                  </a:lnTo>
                  <a:lnTo>
                    <a:pt x="1825818" y="1668810"/>
                  </a:lnTo>
                  <a:lnTo>
                    <a:pt x="1825150" y="1668810"/>
                  </a:lnTo>
                  <a:lnTo>
                    <a:pt x="1824482" y="1668810"/>
                  </a:lnTo>
                  <a:lnTo>
                    <a:pt x="1823814" y="1668810"/>
                  </a:lnTo>
                  <a:lnTo>
                    <a:pt x="1823146" y="1668810"/>
                  </a:lnTo>
                  <a:lnTo>
                    <a:pt x="1822478" y="1668810"/>
                  </a:lnTo>
                  <a:lnTo>
                    <a:pt x="1821810" y="1668810"/>
                  </a:lnTo>
                  <a:lnTo>
                    <a:pt x="1821142" y="1668810"/>
                  </a:lnTo>
                  <a:lnTo>
                    <a:pt x="1820474" y="1668810"/>
                  </a:lnTo>
                  <a:lnTo>
                    <a:pt x="1819806" y="1668810"/>
                  </a:lnTo>
                  <a:lnTo>
                    <a:pt x="1819138" y="1668810"/>
                  </a:lnTo>
                  <a:lnTo>
                    <a:pt x="1818470" y="1668810"/>
                  </a:lnTo>
                  <a:lnTo>
                    <a:pt x="1817802" y="1668810"/>
                  </a:lnTo>
                  <a:lnTo>
                    <a:pt x="1817134" y="1668810"/>
                  </a:lnTo>
                  <a:lnTo>
                    <a:pt x="1816466" y="1668810"/>
                  </a:lnTo>
                  <a:lnTo>
                    <a:pt x="1815798" y="1668810"/>
                  </a:lnTo>
                  <a:lnTo>
                    <a:pt x="1815130" y="1668810"/>
                  </a:lnTo>
                  <a:lnTo>
                    <a:pt x="1814462" y="1668810"/>
                  </a:lnTo>
                  <a:lnTo>
                    <a:pt x="1813794" y="1668810"/>
                  </a:lnTo>
                  <a:lnTo>
                    <a:pt x="1813126" y="1668810"/>
                  </a:lnTo>
                  <a:lnTo>
                    <a:pt x="1812458" y="1668810"/>
                  </a:lnTo>
                  <a:lnTo>
                    <a:pt x="1811790" y="1668810"/>
                  </a:lnTo>
                  <a:lnTo>
                    <a:pt x="1811121" y="1668810"/>
                  </a:lnTo>
                  <a:lnTo>
                    <a:pt x="1810453" y="1668810"/>
                  </a:lnTo>
                  <a:lnTo>
                    <a:pt x="1809785" y="1668810"/>
                  </a:lnTo>
                  <a:lnTo>
                    <a:pt x="1809117" y="1668810"/>
                  </a:lnTo>
                  <a:lnTo>
                    <a:pt x="1808449" y="1668810"/>
                  </a:lnTo>
                  <a:lnTo>
                    <a:pt x="1807781" y="1668810"/>
                  </a:lnTo>
                  <a:lnTo>
                    <a:pt x="1807113" y="1668810"/>
                  </a:lnTo>
                  <a:lnTo>
                    <a:pt x="1806445" y="1668810"/>
                  </a:lnTo>
                  <a:lnTo>
                    <a:pt x="1805777" y="1668810"/>
                  </a:lnTo>
                  <a:lnTo>
                    <a:pt x="1805109" y="1668810"/>
                  </a:lnTo>
                  <a:lnTo>
                    <a:pt x="1804441" y="1668810"/>
                  </a:lnTo>
                  <a:lnTo>
                    <a:pt x="1803773" y="1668810"/>
                  </a:lnTo>
                  <a:lnTo>
                    <a:pt x="1803105" y="1668810"/>
                  </a:lnTo>
                  <a:lnTo>
                    <a:pt x="1802437" y="1668810"/>
                  </a:lnTo>
                  <a:lnTo>
                    <a:pt x="1801769" y="1668810"/>
                  </a:lnTo>
                  <a:lnTo>
                    <a:pt x="1801101" y="1668810"/>
                  </a:lnTo>
                  <a:lnTo>
                    <a:pt x="1800433" y="1668810"/>
                  </a:lnTo>
                  <a:lnTo>
                    <a:pt x="1799765" y="1668810"/>
                  </a:lnTo>
                  <a:lnTo>
                    <a:pt x="1799097" y="1668810"/>
                  </a:lnTo>
                  <a:lnTo>
                    <a:pt x="1798429" y="1668810"/>
                  </a:lnTo>
                  <a:lnTo>
                    <a:pt x="1797761" y="1668810"/>
                  </a:lnTo>
                  <a:lnTo>
                    <a:pt x="1797093" y="1668810"/>
                  </a:lnTo>
                  <a:lnTo>
                    <a:pt x="1796425" y="1668810"/>
                  </a:lnTo>
                  <a:lnTo>
                    <a:pt x="1795757" y="1668810"/>
                  </a:lnTo>
                  <a:lnTo>
                    <a:pt x="1795089" y="1668810"/>
                  </a:lnTo>
                  <a:lnTo>
                    <a:pt x="1794421" y="1668810"/>
                  </a:lnTo>
                  <a:lnTo>
                    <a:pt x="1793753" y="1668810"/>
                  </a:lnTo>
                  <a:lnTo>
                    <a:pt x="1793085" y="1668810"/>
                  </a:lnTo>
                  <a:lnTo>
                    <a:pt x="1792417" y="1668810"/>
                  </a:lnTo>
                  <a:lnTo>
                    <a:pt x="1791749" y="1668810"/>
                  </a:lnTo>
                  <a:lnTo>
                    <a:pt x="1791081" y="1668810"/>
                  </a:lnTo>
                  <a:lnTo>
                    <a:pt x="1790413" y="1668810"/>
                  </a:lnTo>
                  <a:lnTo>
                    <a:pt x="1789745" y="1668810"/>
                  </a:lnTo>
                  <a:lnTo>
                    <a:pt x="1789077" y="1668810"/>
                  </a:lnTo>
                  <a:lnTo>
                    <a:pt x="1788409" y="1668810"/>
                  </a:lnTo>
                  <a:lnTo>
                    <a:pt x="1787741" y="1668810"/>
                  </a:lnTo>
                  <a:lnTo>
                    <a:pt x="1787073" y="1668810"/>
                  </a:lnTo>
                  <a:lnTo>
                    <a:pt x="1786404" y="1668810"/>
                  </a:lnTo>
                  <a:lnTo>
                    <a:pt x="1785736" y="1668810"/>
                  </a:lnTo>
                  <a:lnTo>
                    <a:pt x="1785068" y="1668810"/>
                  </a:lnTo>
                  <a:lnTo>
                    <a:pt x="1784400" y="1668810"/>
                  </a:lnTo>
                  <a:lnTo>
                    <a:pt x="1783732" y="1668810"/>
                  </a:lnTo>
                  <a:lnTo>
                    <a:pt x="1783064" y="1668810"/>
                  </a:lnTo>
                  <a:lnTo>
                    <a:pt x="1782396" y="1668810"/>
                  </a:lnTo>
                  <a:lnTo>
                    <a:pt x="1781728" y="1668810"/>
                  </a:lnTo>
                  <a:lnTo>
                    <a:pt x="1781060" y="1668810"/>
                  </a:lnTo>
                  <a:lnTo>
                    <a:pt x="1780392" y="1668810"/>
                  </a:lnTo>
                  <a:lnTo>
                    <a:pt x="1779724" y="1668810"/>
                  </a:lnTo>
                  <a:lnTo>
                    <a:pt x="1779056" y="1668810"/>
                  </a:lnTo>
                  <a:lnTo>
                    <a:pt x="1778388" y="1668810"/>
                  </a:lnTo>
                  <a:lnTo>
                    <a:pt x="1777720" y="1668810"/>
                  </a:lnTo>
                  <a:lnTo>
                    <a:pt x="1777052" y="1668810"/>
                  </a:lnTo>
                  <a:lnTo>
                    <a:pt x="1776384" y="1668810"/>
                  </a:lnTo>
                  <a:lnTo>
                    <a:pt x="1775716" y="1668810"/>
                  </a:lnTo>
                  <a:lnTo>
                    <a:pt x="1775048" y="1668810"/>
                  </a:lnTo>
                  <a:lnTo>
                    <a:pt x="1774380" y="1668810"/>
                  </a:lnTo>
                  <a:lnTo>
                    <a:pt x="1773712" y="1668810"/>
                  </a:lnTo>
                  <a:lnTo>
                    <a:pt x="1773044" y="1668810"/>
                  </a:lnTo>
                  <a:lnTo>
                    <a:pt x="1772376" y="1668810"/>
                  </a:lnTo>
                  <a:lnTo>
                    <a:pt x="1771708" y="1668810"/>
                  </a:lnTo>
                  <a:lnTo>
                    <a:pt x="1771040" y="1668810"/>
                  </a:lnTo>
                  <a:lnTo>
                    <a:pt x="1770372" y="1668810"/>
                  </a:lnTo>
                  <a:lnTo>
                    <a:pt x="1769704" y="1668810"/>
                  </a:lnTo>
                  <a:lnTo>
                    <a:pt x="1769036" y="1668810"/>
                  </a:lnTo>
                  <a:lnTo>
                    <a:pt x="1768368" y="1668810"/>
                  </a:lnTo>
                  <a:lnTo>
                    <a:pt x="1767700" y="1668810"/>
                  </a:lnTo>
                  <a:lnTo>
                    <a:pt x="1767032" y="1668810"/>
                  </a:lnTo>
                  <a:lnTo>
                    <a:pt x="1766364" y="1668810"/>
                  </a:lnTo>
                  <a:lnTo>
                    <a:pt x="1765696" y="1668810"/>
                  </a:lnTo>
                  <a:lnTo>
                    <a:pt x="1765028" y="1668810"/>
                  </a:lnTo>
                  <a:lnTo>
                    <a:pt x="1764360" y="1668810"/>
                  </a:lnTo>
                  <a:lnTo>
                    <a:pt x="1763692" y="1668810"/>
                  </a:lnTo>
                  <a:lnTo>
                    <a:pt x="1763024" y="1668810"/>
                  </a:lnTo>
                  <a:lnTo>
                    <a:pt x="1762356" y="1668810"/>
                  </a:lnTo>
                  <a:lnTo>
                    <a:pt x="1761687" y="1668810"/>
                  </a:lnTo>
                  <a:lnTo>
                    <a:pt x="1761019" y="1668810"/>
                  </a:lnTo>
                  <a:lnTo>
                    <a:pt x="1760351" y="1668810"/>
                  </a:lnTo>
                  <a:lnTo>
                    <a:pt x="1759683" y="1668810"/>
                  </a:lnTo>
                  <a:lnTo>
                    <a:pt x="1759015" y="1668810"/>
                  </a:lnTo>
                  <a:lnTo>
                    <a:pt x="1758347" y="1668810"/>
                  </a:lnTo>
                  <a:lnTo>
                    <a:pt x="1757679" y="1668810"/>
                  </a:lnTo>
                  <a:lnTo>
                    <a:pt x="1757011" y="1668810"/>
                  </a:lnTo>
                  <a:lnTo>
                    <a:pt x="1756343" y="1668810"/>
                  </a:lnTo>
                  <a:lnTo>
                    <a:pt x="1755675" y="1668810"/>
                  </a:lnTo>
                  <a:lnTo>
                    <a:pt x="1755007" y="1668810"/>
                  </a:lnTo>
                  <a:lnTo>
                    <a:pt x="1754339" y="1668810"/>
                  </a:lnTo>
                  <a:lnTo>
                    <a:pt x="1753671" y="1668810"/>
                  </a:lnTo>
                  <a:lnTo>
                    <a:pt x="1753003" y="1668810"/>
                  </a:lnTo>
                  <a:lnTo>
                    <a:pt x="1752335" y="1668810"/>
                  </a:lnTo>
                  <a:lnTo>
                    <a:pt x="1751667" y="1668810"/>
                  </a:lnTo>
                  <a:lnTo>
                    <a:pt x="1750999" y="1668810"/>
                  </a:lnTo>
                  <a:lnTo>
                    <a:pt x="1750331" y="1668810"/>
                  </a:lnTo>
                  <a:lnTo>
                    <a:pt x="1749663" y="1668810"/>
                  </a:lnTo>
                  <a:lnTo>
                    <a:pt x="1748995" y="1668810"/>
                  </a:lnTo>
                  <a:lnTo>
                    <a:pt x="1748327" y="1668810"/>
                  </a:lnTo>
                  <a:lnTo>
                    <a:pt x="1747659" y="1668810"/>
                  </a:lnTo>
                  <a:lnTo>
                    <a:pt x="1746991" y="1668810"/>
                  </a:lnTo>
                  <a:lnTo>
                    <a:pt x="1746323" y="1668810"/>
                  </a:lnTo>
                  <a:lnTo>
                    <a:pt x="1745655" y="1668810"/>
                  </a:lnTo>
                  <a:lnTo>
                    <a:pt x="1744987" y="1668810"/>
                  </a:lnTo>
                  <a:lnTo>
                    <a:pt x="1744319" y="1668810"/>
                  </a:lnTo>
                  <a:lnTo>
                    <a:pt x="1743651" y="1668810"/>
                  </a:lnTo>
                  <a:lnTo>
                    <a:pt x="1742983" y="1668810"/>
                  </a:lnTo>
                  <a:lnTo>
                    <a:pt x="1742315" y="1668810"/>
                  </a:lnTo>
                  <a:lnTo>
                    <a:pt x="1741647" y="1668810"/>
                  </a:lnTo>
                  <a:lnTo>
                    <a:pt x="1740979" y="1668810"/>
                  </a:lnTo>
                  <a:lnTo>
                    <a:pt x="1740311" y="1668810"/>
                  </a:lnTo>
                  <a:lnTo>
                    <a:pt x="1739643" y="1668810"/>
                  </a:lnTo>
                  <a:lnTo>
                    <a:pt x="1738975" y="1668810"/>
                  </a:lnTo>
                  <a:lnTo>
                    <a:pt x="1738307" y="1668810"/>
                  </a:lnTo>
                  <a:lnTo>
                    <a:pt x="1737638" y="1668810"/>
                  </a:lnTo>
                  <a:lnTo>
                    <a:pt x="1736970" y="1668810"/>
                  </a:lnTo>
                  <a:lnTo>
                    <a:pt x="1736302" y="1668810"/>
                  </a:lnTo>
                  <a:lnTo>
                    <a:pt x="1735634" y="1668810"/>
                  </a:lnTo>
                  <a:lnTo>
                    <a:pt x="1734966" y="1668810"/>
                  </a:lnTo>
                  <a:lnTo>
                    <a:pt x="1734298" y="1668810"/>
                  </a:lnTo>
                  <a:lnTo>
                    <a:pt x="1733630" y="1668810"/>
                  </a:lnTo>
                  <a:lnTo>
                    <a:pt x="1732962" y="1668810"/>
                  </a:lnTo>
                  <a:lnTo>
                    <a:pt x="1732294" y="1668810"/>
                  </a:lnTo>
                  <a:lnTo>
                    <a:pt x="1731626" y="1668810"/>
                  </a:lnTo>
                  <a:lnTo>
                    <a:pt x="1730958" y="1668810"/>
                  </a:lnTo>
                  <a:lnTo>
                    <a:pt x="1730290" y="1668810"/>
                  </a:lnTo>
                  <a:lnTo>
                    <a:pt x="1729622" y="1668810"/>
                  </a:lnTo>
                  <a:lnTo>
                    <a:pt x="1728954" y="1668810"/>
                  </a:lnTo>
                  <a:lnTo>
                    <a:pt x="1728286" y="1668810"/>
                  </a:lnTo>
                  <a:lnTo>
                    <a:pt x="1727618" y="1668810"/>
                  </a:lnTo>
                  <a:lnTo>
                    <a:pt x="1726950" y="1668810"/>
                  </a:lnTo>
                  <a:lnTo>
                    <a:pt x="1726282" y="1668810"/>
                  </a:lnTo>
                  <a:lnTo>
                    <a:pt x="1725614" y="1668810"/>
                  </a:lnTo>
                  <a:lnTo>
                    <a:pt x="1724946" y="1668810"/>
                  </a:lnTo>
                  <a:lnTo>
                    <a:pt x="1724278" y="1668810"/>
                  </a:lnTo>
                  <a:lnTo>
                    <a:pt x="1723610" y="1668810"/>
                  </a:lnTo>
                  <a:lnTo>
                    <a:pt x="1722942" y="1668810"/>
                  </a:lnTo>
                  <a:lnTo>
                    <a:pt x="1722274" y="1668810"/>
                  </a:lnTo>
                  <a:lnTo>
                    <a:pt x="1721606" y="1668810"/>
                  </a:lnTo>
                  <a:lnTo>
                    <a:pt x="1720938" y="1668810"/>
                  </a:lnTo>
                  <a:lnTo>
                    <a:pt x="1720270" y="1668810"/>
                  </a:lnTo>
                  <a:lnTo>
                    <a:pt x="1719602" y="1668810"/>
                  </a:lnTo>
                  <a:lnTo>
                    <a:pt x="1718934" y="1668810"/>
                  </a:lnTo>
                  <a:lnTo>
                    <a:pt x="1718266" y="1668810"/>
                  </a:lnTo>
                  <a:lnTo>
                    <a:pt x="1717598" y="1668810"/>
                  </a:lnTo>
                  <a:lnTo>
                    <a:pt x="1716930" y="1668810"/>
                  </a:lnTo>
                  <a:lnTo>
                    <a:pt x="1716262" y="1668810"/>
                  </a:lnTo>
                  <a:lnTo>
                    <a:pt x="1715594" y="1668810"/>
                  </a:lnTo>
                  <a:lnTo>
                    <a:pt x="1714926" y="1668810"/>
                  </a:lnTo>
                  <a:lnTo>
                    <a:pt x="1714258" y="1668810"/>
                  </a:lnTo>
                  <a:lnTo>
                    <a:pt x="1713590" y="1668810"/>
                  </a:lnTo>
                  <a:lnTo>
                    <a:pt x="1712921" y="1668810"/>
                  </a:lnTo>
                  <a:lnTo>
                    <a:pt x="1712253" y="1668810"/>
                  </a:lnTo>
                  <a:lnTo>
                    <a:pt x="1711585" y="1668810"/>
                  </a:lnTo>
                  <a:lnTo>
                    <a:pt x="1710917" y="1668810"/>
                  </a:lnTo>
                  <a:lnTo>
                    <a:pt x="1710249" y="1668810"/>
                  </a:lnTo>
                  <a:lnTo>
                    <a:pt x="1709581" y="1668810"/>
                  </a:lnTo>
                  <a:lnTo>
                    <a:pt x="1708913" y="1668810"/>
                  </a:lnTo>
                  <a:lnTo>
                    <a:pt x="1708245" y="1668810"/>
                  </a:lnTo>
                  <a:lnTo>
                    <a:pt x="1707577" y="1668810"/>
                  </a:lnTo>
                  <a:lnTo>
                    <a:pt x="1706909" y="1668810"/>
                  </a:lnTo>
                  <a:lnTo>
                    <a:pt x="1706241" y="1668810"/>
                  </a:lnTo>
                  <a:lnTo>
                    <a:pt x="1705573" y="1668810"/>
                  </a:lnTo>
                  <a:lnTo>
                    <a:pt x="1704905" y="1668810"/>
                  </a:lnTo>
                  <a:lnTo>
                    <a:pt x="1704237" y="1668810"/>
                  </a:lnTo>
                  <a:lnTo>
                    <a:pt x="1703569" y="1668810"/>
                  </a:lnTo>
                  <a:lnTo>
                    <a:pt x="1702901" y="1668810"/>
                  </a:lnTo>
                  <a:lnTo>
                    <a:pt x="1702233" y="1668810"/>
                  </a:lnTo>
                  <a:lnTo>
                    <a:pt x="1701565" y="1668810"/>
                  </a:lnTo>
                  <a:lnTo>
                    <a:pt x="1700897" y="1668810"/>
                  </a:lnTo>
                  <a:lnTo>
                    <a:pt x="1700229" y="1668810"/>
                  </a:lnTo>
                  <a:lnTo>
                    <a:pt x="1699561" y="1668810"/>
                  </a:lnTo>
                  <a:lnTo>
                    <a:pt x="1698893" y="1668810"/>
                  </a:lnTo>
                  <a:lnTo>
                    <a:pt x="1698225" y="1668810"/>
                  </a:lnTo>
                  <a:lnTo>
                    <a:pt x="1697557" y="1668810"/>
                  </a:lnTo>
                  <a:lnTo>
                    <a:pt x="1696889" y="1668810"/>
                  </a:lnTo>
                  <a:lnTo>
                    <a:pt x="1696221" y="1668810"/>
                  </a:lnTo>
                  <a:lnTo>
                    <a:pt x="1695553" y="1668810"/>
                  </a:lnTo>
                  <a:lnTo>
                    <a:pt x="1694885" y="1668810"/>
                  </a:lnTo>
                  <a:lnTo>
                    <a:pt x="1694217" y="1668810"/>
                  </a:lnTo>
                  <a:lnTo>
                    <a:pt x="1693549" y="1668810"/>
                  </a:lnTo>
                  <a:lnTo>
                    <a:pt x="1692881" y="1668810"/>
                  </a:lnTo>
                  <a:lnTo>
                    <a:pt x="1692213" y="1668810"/>
                  </a:lnTo>
                  <a:lnTo>
                    <a:pt x="1691545" y="1668810"/>
                  </a:lnTo>
                  <a:lnTo>
                    <a:pt x="1690877" y="1668810"/>
                  </a:lnTo>
                  <a:lnTo>
                    <a:pt x="1690209" y="1668810"/>
                  </a:lnTo>
                  <a:lnTo>
                    <a:pt x="1689541" y="1668810"/>
                  </a:lnTo>
                  <a:lnTo>
                    <a:pt x="1688873" y="1668810"/>
                  </a:lnTo>
                  <a:lnTo>
                    <a:pt x="1688204" y="1668810"/>
                  </a:lnTo>
                  <a:lnTo>
                    <a:pt x="1687536" y="1668810"/>
                  </a:lnTo>
                  <a:lnTo>
                    <a:pt x="1686868" y="1668810"/>
                  </a:lnTo>
                  <a:lnTo>
                    <a:pt x="1686200" y="1668810"/>
                  </a:lnTo>
                  <a:lnTo>
                    <a:pt x="1685532" y="1668810"/>
                  </a:lnTo>
                  <a:lnTo>
                    <a:pt x="1684864" y="1668810"/>
                  </a:lnTo>
                  <a:lnTo>
                    <a:pt x="1684196" y="1668810"/>
                  </a:lnTo>
                  <a:lnTo>
                    <a:pt x="1683528" y="1668810"/>
                  </a:lnTo>
                  <a:lnTo>
                    <a:pt x="1682860" y="1668810"/>
                  </a:lnTo>
                  <a:lnTo>
                    <a:pt x="1682192" y="1668810"/>
                  </a:lnTo>
                  <a:lnTo>
                    <a:pt x="1681524" y="1668810"/>
                  </a:lnTo>
                  <a:lnTo>
                    <a:pt x="1680856" y="1668810"/>
                  </a:lnTo>
                  <a:lnTo>
                    <a:pt x="1680188" y="1668810"/>
                  </a:lnTo>
                  <a:lnTo>
                    <a:pt x="1679520" y="1668810"/>
                  </a:lnTo>
                  <a:lnTo>
                    <a:pt x="1678852" y="1668810"/>
                  </a:lnTo>
                  <a:lnTo>
                    <a:pt x="1678184" y="1668810"/>
                  </a:lnTo>
                  <a:lnTo>
                    <a:pt x="1677516" y="1668810"/>
                  </a:lnTo>
                  <a:lnTo>
                    <a:pt x="1676848" y="1668810"/>
                  </a:lnTo>
                  <a:lnTo>
                    <a:pt x="1676180" y="1668810"/>
                  </a:lnTo>
                  <a:lnTo>
                    <a:pt x="1675512" y="1668810"/>
                  </a:lnTo>
                  <a:lnTo>
                    <a:pt x="1674844" y="1668810"/>
                  </a:lnTo>
                  <a:lnTo>
                    <a:pt x="1674176" y="1668810"/>
                  </a:lnTo>
                  <a:lnTo>
                    <a:pt x="1673508" y="1668810"/>
                  </a:lnTo>
                  <a:lnTo>
                    <a:pt x="1672840" y="1668810"/>
                  </a:lnTo>
                  <a:lnTo>
                    <a:pt x="1672172" y="1668810"/>
                  </a:lnTo>
                  <a:lnTo>
                    <a:pt x="1671504" y="1668810"/>
                  </a:lnTo>
                  <a:lnTo>
                    <a:pt x="1670836" y="1668810"/>
                  </a:lnTo>
                  <a:lnTo>
                    <a:pt x="1670168" y="1668810"/>
                  </a:lnTo>
                  <a:lnTo>
                    <a:pt x="1669500" y="1668810"/>
                  </a:lnTo>
                  <a:lnTo>
                    <a:pt x="1668832" y="1668810"/>
                  </a:lnTo>
                  <a:lnTo>
                    <a:pt x="1668164" y="1668810"/>
                  </a:lnTo>
                  <a:lnTo>
                    <a:pt x="1667496" y="1668810"/>
                  </a:lnTo>
                  <a:lnTo>
                    <a:pt x="1666828" y="1668810"/>
                  </a:lnTo>
                  <a:lnTo>
                    <a:pt x="1666160" y="1668810"/>
                  </a:lnTo>
                  <a:lnTo>
                    <a:pt x="1665492" y="1668810"/>
                  </a:lnTo>
                  <a:lnTo>
                    <a:pt x="1664824" y="1668810"/>
                  </a:lnTo>
                  <a:lnTo>
                    <a:pt x="1664156" y="1668810"/>
                  </a:lnTo>
                  <a:lnTo>
                    <a:pt x="1663487" y="1668810"/>
                  </a:lnTo>
                  <a:lnTo>
                    <a:pt x="1662819" y="1668810"/>
                  </a:lnTo>
                  <a:lnTo>
                    <a:pt x="1662151" y="1668810"/>
                  </a:lnTo>
                  <a:lnTo>
                    <a:pt x="1661483" y="1668810"/>
                  </a:lnTo>
                  <a:lnTo>
                    <a:pt x="1660815" y="1668810"/>
                  </a:lnTo>
                  <a:lnTo>
                    <a:pt x="1660147" y="1668810"/>
                  </a:lnTo>
                  <a:lnTo>
                    <a:pt x="1659479" y="1668810"/>
                  </a:lnTo>
                  <a:lnTo>
                    <a:pt x="1658811" y="1668810"/>
                  </a:lnTo>
                  <a:lnTo>
                    <a:pt x="1658143" y="1668810"/>
                  </a:lnTo>
                  <a:lnTo>
                    <a:pt x="1657475" y="1668810"/>
                  </a:lnTo>
                  <a:lnTo>
                    <a:pt x="1656807" y="1668810"/>
                  </a:lnTo>
                  <a:lnTo>
                    <a:pt x="1656139" y="1668810"/>
                  </a:lnTo>
                  <a:lnTo>
                    <a:pt x="1655471" y="1668810"/>
                  </a:lnTo>
                  <a:lnTo>
                    <a:pt x="1654803" y="1668810"/>
                  </a:lnTo>
                  <a:lnTo>
                    <a:pt x="1654135" y="1668810"/>
                  </a:lnTo>
                  <a:lnTo>
                    <a:pt x="1653467" y="1668810"/>
                  </a:lnTo>
                  <a:lnTo>
                    <a:pt x="1652799" y="1668810"/>
                  </a:lnTo>
                  <a:lnTo>
                    <a:pt x="1652131" y="1668810"/>
                  </a:lnTo>
                  <a:lnTo>
                    <a:pt x="1651463" y="1668810"/>
                  </a:lnTo>
                  <a:lnTo>
                    <a:pt x="1650795" y="1668810"/>
                  </a:lnTo>
                  <a:lnTo>
                    <a:pt x="1650127" y="1668810"/>
                  </a:lnTo>
                  <a:lnTo>
                    <a:pt x="1649459" y="1668810"/>
                  </a:lnTo>
                  <a:lnTo>
                    <a:pt x="1648791" y="1668810"/>
                  </a:lnTo>
                  <a:lnTo>
                    <a:pt x="1648123" y="1668810"/>
                  </a:lnTo>
                  <a:lnTo>
                    <a:pt x="1647455" y="1668810"/>
                  </a:lnTo>
                  <a:lnTo>
                    <a:pt x="1646787" y="1668810"/>
                  </a:lnTo>
                  <a:lnTo>
                    <a:pt x="1646119" y="1668810"/>
                  </a:lnTo>
                  <a:lnTo>
                    <a:pt x="1645451" y="1668810"/>
                  </a:lnTo>
                  <a:lnTo>
                    <a:pt x="1644783" y="1668810"/>
                  </a:lnTo>
                  <a:lnTo>
                    <a:pt x="1644115" y="1668810"/>
                  </a:lnTo>
                  <a:lnTo>
                    <a:pt x="1643447" y="1668810"/>
                  </a:lnTo>
                  <a:lnTo>
                    <a:pt x="1642779" y="1668810"/>
                  </a:lnTo>
                  <a:lnTo>
                    <a:pt x="1642111" y="1668810"/>
                  </a:lnTo>
                  <a:lnTo>
                    <a:pt x="1641443" y="1668810"/>
                  </a:lnTo>
                  <a:lnTo>
                    <a:pt x="1640775" y="1668810"/>
                  </a:lnTo>
                  <a:lnTo>
                    <a:pt x="1640107" y="1668810"/>
                  </a:lnTo>
                  <a:lnTo>
                    <a:pt x="1639438" y="1668810"/>
                  </a:lnTo>
                  <a:lnTo>
                    <a:pt x="1638770" y="1668810"/>
                  </a:lnTo>
                  <a:lnTo>
                    <a:pt x="1638102" y="1668810"/>
                  </a:lnTo>
                  <a:lnTo>
                    <a:pt x="1637434" y="1668810"/>
                  </a:lnTo>
                  <a:lnTo>
                    <a:pt x="1636766" y="1668810"/>
                  </a:lnTo>
                  <a:lnTo>
                    <a:pt x="1636098" y="1668810"/>
                  </a:lnTo>
                  <a:lnTo>
                    <a:pt x="1635430" y="1668810"/>
                  </a:lnTo>
                  <a:lnTo>
                    <a:pt x="1634762" y="1668810"/>
                  </a:lnTo>
                  <a:lnTo>
                    <a:pt x="1634094" y="1668810"/>
                  </a:lnTo>
                  <a:lnTo>
                    <a:pt x="1633426" y="1668810"/>
                  </a:lnTo>
                  <a:lnTo>
                    <a:pt x="1632758" y="1668810"/>
                  </a:lnTo>
                  <a:lnTo>
                    <a:pt x="1632090" y="1668810"/>
                  </a:lnTo>
                  <a:lnTo>
                    <a:pt x="1631422" y="1668810"/>
                  </a:lnTo>
                  <a:lnTo>
                    <a:pt x="1630754" y="1668810"/>
                  </a:lnTo>
                  <a:lnTo>
                    <a:pt x="1630086" y="1668810"/>
                  </a:lnTo>
                  <a:lnTo>
                    <a:pt x="1629418" y="1668810"/>
                  </a:lnTo>
                  <a:lnTo>
                    <a:pt x="1628750" y="1668810"/>
                  </a:lnTo>
                  <a:lnTo>
                    <a:pt x="1628082" y="1668810"/>
                  </a:lnTo>
                  <a:lnTo>
                    <a:pt x="1627414" y="1668810"/>
                  </a:lnTo>
                  <a:lnTo>
                    <a:pt x="1626746" y="1668810"/>
                  </a:lnTo>
                  <a:lnTo>
                    <a:pt x="1626078" y="1668810"/>
                  </a:lnTo>
                  <a:lnTo>
                    <a:pt x="1625410" y="1668810"/>
                  </a:lnTo>
                  <a:lnTo>
                    <a:pt x="1624742" y="1668810"/>
                  </a:lnTo>
                  <a:lnTo>
                    <a:pt x="1624074" y="1668810"/>
                  </a:lnTo>
                  <a:lnTo>
                    <a:pt x="1623406" y="1668810"/>
                  </a:lnTo>
                  <a:lnTo>
                    <a:pt x="1622738" y="1668810"/>
                  </a:lnTo>
                  <a:lnTo>
                    <a:pt x="1622070" y="1668810"/>
                  </a:lnTo>
                  <a:lnTo>
                    <a:pt x="1621402" y="1668810"/>
                  </a:lnTo>
                  <a:lnTo>
                    <a:pt x="1620734" y="1668810"/>
                  </a:lnTo>
                  <a:lnTo>
                    <a:pt x="1620066" y="1668810"/>
                  </a:lnTo>
                  <a:lnTo>
                    <a:pt x="1619398" y="1668810"/>
                  </a:lnTo>
                  <a:lnTo>
                    <a:pt x="1618730" y="1668810"/>
                  </a:lnTo>
                  <a:lnTo>
                    <a:pt x="1618062" y="1668810"/>
                  </a:lnTo>
                  <a:lnTo>
                    <a:pt x="1617394" y="1668810"/>
                  </a:lnTo>
                  <a:lnTo>
                    <a:pt x="1616726" y="1668810"/>
                  </a:lnTo>
                  <a:lnTo>
                    <a:pt x="1616058" y="1668810"/>
                  </a:lnTo>
                  <a:lnTo>
                    <a:pt x="1615390" y="1668810"/>
                  </a:lnTo>
                  <a:lnTo>
                    <a:pt x="1614721" y="1668810"/>
                  </a:lnTo>
                  <a:lnTo>
                    <a:pt x="1614053" y="1668810"/>
                  </a:lnTo>
                  <a:lnTo>
                    <a:pt x="1613385" y="1668810"/>
                  </a:lnTo>
                  <a:lnTo>
                    <a:pt x="1612717" y="1668810"/>
                  </a:lnTo>
                  <a:lnTo>
                    <a:pt x="1612049" y="1668810"/>
                  </a:lnTo>
                  <a:lnTo>
                    <a:pt x="1611381" y="1668810"/>
                  </a:lnTo>
                  <a:lnTo>
                    <a:pt x="1610713" y="1668810"/>
                  </a:lnTo>
                  <a:lnTo>
                    <a:pt x="1610045" y="1668810"/>
                  </a:lnTo>
                  <a:lnTo>
                    <a:pt x="1609377" y="1668810"/>
                  </a:lnTo>
                  <a:lnTo>
                    <a:pt x="1608709" y="1668810"/>
                  </a:lnTo>
                  <a:lnTo>
                    <a:pt x="1608041" y="1668810"/>
                  </a:lnTo>
                  <a:lnTo>
                    <a:pt x="1607373" y="1668810"/>
                  </a:lnTo>
                  <a:lnTo>
                    <a:pt x="1606705" y="1668810"/>
                  </a:lnTo>
                  <a:lnTo>
                    <a:pt x="1606037" y="1668810"/>
                  </a:lnTo>
                  <a:lnTo>
                    <a:pt x="1605369" y="1668810"/>
                  </a:lnTo>
                  <a:lnTo>
                    <a:pt x="1604701" y="1668810"/>
                  </a:lnTo>
                  <a:lnTo>
                    <a:pt x="1604033" y="1668810"/>
                  </a:lnTo>
                  <a:lnTo>
                    <a:pt x="1603365" y="1668810"/>
                  </a:lnTo>
                  <a:lnTo>
                    <a:pt x="1602697" y="1668810"/>
                  </a:lnTo>
                  <a:lnTo>
                    <a:pt x="1602029" y="1668810"/>
                  </a:lnTo>
                  <a:lnTo>
                    <a:pt x="1601361" y="1668810"/>
                  </a:lnTo>
                  <a:lnTo>
                    <a:pt x="1600693" y="1668810"/>
                  </a:lnTo>
                  <a:lnTo>
                    <a:pt x="1600025" y="1668810"/>
                  </a:lnTo>
                  <a:lnTo>
                    <a:pt x="1599357" y="1668810"/>
                  </a:lnTo>
                  <a:lnTo>
                    <a:pt x="1598689" y="1668810"/>
                  </a:lnTo>
                  <a:lnTo>
                    <a:pt x="1598021" y="1668810"/>
                  </a:lnTo>
                  <a:lnTo>
                    <a:pt x="1597353" y="1668810"/>
                  </a:lnTo>
                  <a:lnTo>
                    <a:pt x="1596685" y="1668810"/>
                  </a:lnTo>
                  <a:lnTo>
                    <a:pt x="1596017" y="1668810"/>
                  </a:lnTo>
                  <a:lnTo>
                    <a:pt x="1595349" y="1668810"/>
                  </a:lnTo>
                  <a:lnTo>
                    <a:pt x="1594681" y="1668810"/>
                  </a:lnTo>
                  <a:lnTo>
                    <a:pt x="1594013" y="1668810"/>
                  </a:lnTo>
                  <a:lnTo>
                    <a:pt x="1593345" y="1668810"/>
                  </a:lnTo>
                  <a:lnTo>
                    <a:pt x="1592677" y="1668810"/>
                  </a:lnTo>
                  <a:lnTo>
                    <a:pt x="1592009" y="1668810"/>
                  </a:lnTo>
                  <a:lnTo>
                    <a:pt x="1591341" y="1668810"/>
                  </a:lnTo>
                  <a:lnTo>
                    <a:pt x="1590673" y="1668810"/>
                  </a:lnTo>
                  <a:lnTo>
                    <a:pt x="1590004" y="1668810"/>
                  </a:lnTo>
                  <a:lnTo>
                    <a:pt x="1589336" y="1668810"/>
                  </a:lnTo>
                  <a:lnTo>
                    <a:pt x="1588668" y="1668810"/>
                  </a:lnTo>
                  <a:lnTo>
                    <a:pt x="1588000" y="1668810"/>
                  </a:lnTo>
                  <a:lnTo>
                    <a:pt x="1587332" y="1668810"/>
                  </a:lnTo>
                  <a:lnTo>
                    <a:pt x="1586664" y="1668810"/>
                  </a:lnTo>
                  <a:lnTo>
                    <a:pt x="1585996" y="1668810"/>
                  </a:lnTo>
                  <a:lnTo>
                    <a:pt x="1585328" y="1668810"/>
                  </a:lnTo>
                  <a:lnTo>
                    <a:pt x="1584660" y="1668810"/>
                  </a:lnTo>
                  <a:lnTo>
                    <a:pt x="1583992" y="1668810"/>
                  </a:lnTo>
                  <a:lnTo>
                    <a:pt x="1583324" y="1668810"/>
                  </a:lnTo>
                  <a:lnTo>
                    <a:pt x="1582656" y="1668810"/>
                  </a:lnTo>
                  <a:lnTo>
                    <a:pt x="1581988" y="1668810"/>
                  </a:lnTo>
                  <a:lnTo>
                    <a:pt x="1581320" y="1668810"/>
                  </a:lnTo>
                  <a:lnTo>
                    <a:pt x="1580652" y="1668810"/>
                  </a:lnTo>
                  <a:lnTo>
                    <a:pt x="1579984" y="1668810"/>
                  </a:lnTo>
                  <a:lnTo>
                    <a:pt x="1579316" y="1668810"/>
                  </a:lnTo>
                  <a:lnTo>
                    <a:pt x="1578648" y="1668810"/>
                  </a:lnTo>
                  <a:lnTo>
                    <a:pt x="1577980" y="1668810"/>
                  </a:lnTo>
                  <a:lnTo>
                    <a:pt x="1577312" y="1668810"/>
                  </a:lnTo>
                  <a:lnTo>
                    <a:pt x="1576644" y="1668810"/>
                  </a:lnTo>
                  <a:lnTo>
                    <a:pt x="1575976" y="1668810"/>
                  </a:lnTo>
                  <a:lnTo>
                    <a:pt x="1575308" y="1668810"/>
                  </a:lnTo>
                  <a:lnTo>
                    <a:pt x="1574640" y="1668810"/>
                  </a:lnTo>
                  <a:lnTo>
                    <a:pt x="1573972" y="1668810"/>
                  </a:lnTo>
                  <a:lnTo>
                    <a:pt x="1573304" y="1668810"/>
                  </a:lnTo>
                  <a:lnTo>
                    <a:pt x="1572636" y="1668810"/>
                  </a:lnTo>
                  <a:lnTo>
                    <a:pt x="1571968" y="1668810"/>
                  </a:lnTo>
                  <a:lnTo>
                    <a:pt x="1571300" y="1668810"/>
                  </a:lnTo>
                  <a:lnTo>
                    <a:pt x="1570632" y="1668810"/>
                  </a:lnTo>
                  <a:lnTo>
                    <a:pt x="1569964" y="1668810"/>
                  </a:lnTo>
                  <a:lnTo>
                    <a:pt x="1569296" y="1668810"/>
                  </a:lnTo>
                  <a:lnTo>
                    <a:pt x="1568628" y="1668810"/>
                  </a:lnTo>
                  <a:lnTo>
                    <a:pt x="1567960" y="1668810"/>
                  </a:lnTo>
                  <a:lnTo>
                    <a:pt x="1567292" y="1668810"/>
                  </a:lnTo>
                  <a:lnTo>
                    <a:pt x="1566624" y="1668810"/>
                  </a:lnTo>
                  <a:lnTo>
                    <a:pt x="1565956" y="1668810"/>
                  </a:lnTo>
                  <a:lnTo>
                    <a:pt x="1565287" y="1668810"/>
                  </a:lnTo>
                  <a:lnTo>
                    <a:pt x="1564619" y="1668810"/>
                  </a:lnTo>
                  <a:lnTo>
                    <a:pt x="1563951" y="1668810"/>
                  </a:lnTo>
                  <a:lnTo>
                    <a:pt x="1563283" y="1668810"/>
                  </a:lnTo>
                  <a:lnTo>
                    <a:pt x="1562615" y="1668810"/>
                  </a:lnTo>
                  <a:lnTo>
                    <a:pt x="1561947" y="1668810"/>
                  </a:lnTo>
                  <a:lnTo>
                    <a:pt x="1561279" y="1668810"/>
                  </a:lnTo>
                  <a:lnTo>
                    <a:pt x="1560611" y="1668810"/>
                  </a:lnTo>
                  <a:lnTo>
                    <a:pt x="1559943" y="1668810"/>
                  </a:lnTo>
                  <a:lnTo>
                    <a:pt x="1559275" y="1668810"/>
                  </a:lnTo>
                  <a:lnTo>
                    <a:pt x="1558607" y="1668810"/>
                  </a:lnTo>
                  <a:lnTo>
                    <a:pt x="1557939" y="1668810"/>
                  </a:lnTo>
                  <a:lnTo>
                    <a:pt x="1557271" y="1668810"/>
                  </a:lnTo>
                  <a:lnTo>
                    <a:pt x="1556603" y="1668810"/>
                  </a:lnTo>
                  <a:lnTo>
                    <a:pt x="1555935" y="1668810"/>
                  </a:lnTo>
                  <a:lnTo>
                    <a:pt x="1555267" y="1668810"/>
                  </a:lnTo>
                  <a:lnTo>
                    <a:pt x="1554599" y="1668810"/>
                  </a:lnTo>
                  <a:lnTo>
                    <a:pt x="1553931" y="1668810"/>
                  </a:lnTo>
                  <a:lnTo>
                    <a:pt x="1553263" y="1668810"/>
                  </a:lnTo>
                  <a:lnTo>
                    <a:pt x="1552595" y="1668810"/>
                  </a:lnTo>
                  <a:lnTo>
                    <a:pt x="1551927" y="1668810"/>
                  </a:lnTo>
                  <a:lnTo>
                    <a:pt x="1551259" y="1668810"/>
                  </a:lnTo>
                  <a:lnTo>
                    <a:pt x="1550591" y="1668810"/>
                  </a:lnTo>
                  <a:lnTo>
                    <a:pt x="1549923" y="1668810"/>
                  </a:lnTo>
                  <a:lnTo>
                    <a:pt x="1549255" y="1668810"/>
                  </a:lnTo>
                  <a:lnTo>
                    <a:pt x="1548587" y="1668810"/>
                  </a:lnTo>
                  <a:lnTo>
                    <a:pt x="1547919" y="1668810"/>
                  </a:lnTo>
                  <a:lnTo>
                    <a:pt x="1547251" y="1668810"/>
                  </a:lnTo>
                  <a:lnTo>
                    <a:pt x="1546583" y="1668810"/>
                  </a:lnTo>
                  <a:lnTo>
                    <a:pt x="1545915" y="1668810"/>
                  </a:lnTo>
                  <a:lnTo>
                    <a:pt x="1545247" y="1668810"/>
                  </a:lnTo>
                  <a:lnTo>
                    <a:pt x="1544579" y="1668810"/>
                  </a:lnTo>
                  <a:lnTo>
                    <a:pt x="1543911" y="1668810"/>
                  </a:lnTo>
                  <a:lnTo>
                    <a:pt x="1543243" y="1668810"/>
                  </a:lnTo>
                  <a:lnTo>
                    <a:pt x="1542575" y="1668810"/>
                  </a:lnTo>
                  <a:lnTo>
                    <a:pt x="1541907" y="1668810"/>
                  </a:lnTo>
                  <a:lnTo>
                    <a:pt x="1541238" y="1668810"/>
                  </a:lnTo>
                  <a:lnTo>
                    <a:pt x="1540570" y="1668810"/>
                  </a:lnTo>
                  <a:lnTo>
                    <a:pt x="1539902" y="1668810"/>
                  </a:lnTo>
                  <a:lnTo>
                    <a:pt x="1539234" y="1668810"/>
                  </a:lnTo>
                  <a:lnTo>
                    <a:pt x="1538566" y="1668810"/>
                  </a:lnTo>
                  <a:lnTo>
                    <a:pt x="1537898" y="1668810"/>
                  </a:lnTo>
                  <a:lnTo>
                    <a:pt x="1537230" y="1668810"/>
                  </a:lnTo>
                  <a:lnTo>
                    <a:pt x="1536562" y="1668810"/>
                  </a:lnTo>
                  <a:lnTo>
                    <a:pt x="1535894" y="1668810"/>
                  </a:lnTo>
                  <a:lnTo>
                    <a:pt x="1535226" y="1668810"/>
                  </a:lnTo>
                  <a:lnTo>
                    <a:pt x="1534558" y="1668810"/>
                  </a:lnTo>
                  <a:lnTo>
                    <a:pt x="1533890" y="1668810"/>
                  </a:lnTo>
                  <a:lnTo>
                    <a:pt x="1533222" y="1668810"/>
                  </a:lnTo>
                  <a:lnTo>
                    <a:pt x="1532554" y="1668810"/>
                  </a:lnTo>
                  <a:lnTo>
                    <a:pt x="1531886" y="1668810"/>
                  </a:lnTo>
                  <a:lnTo>
                    <a:pt x="1531218" y="1668810"/>
                  </a:lnTo>
                  <a:lnTo>
                    <a:pt x="1530550" y="1668810"/>
                  </a:lnTo>
                  <a:lnTo>
                    <a:pt x="1529882" y="1668810"/>
                  </a:lnTo>
                  <a:lnTo>
                    <a:pt x="1529214" y="1668810"/>
                  </a:lnTo>
                  <a:lnTo>
                    <a:pt x="1528546" y="1668810"/>
                  </a:lnTo>
                  <a:lnTo>
                    <a:pt x="1527878" y="1668810"/>
                  </a:lnTo>
                  <a:lnTo>
                    <a:pt x="1527210" y="1668810"/>
                  </a:lnTo>
                  <a:lnTo>
                    <a:pt x="1526542" y="1668810"/>
                  </a:lnTo>
                  <a:lnTo>
                    <a:pt x="1525874" y="1668810"/>
                  </a:lnTo>
                  <a:lnTo>
                    <a:pt x="1525206" y="1668810"/>
                  </a:lnTo>
                  <a:lnTo>
                    <a:pt x="1524538" y="1668810"/>
                  </a:lnTo>
                  <a:lnTo>
                    <a:pt x="1523870" y="1668810"/>
                  </a:lnTo>
                  <a:lnTo>
                    <a:pt x="1523202" y="1668810"/>
                  </a:lnTo>
                  <a:lnTo>
                    <a:pt x="1522534" y="1668810"/>
                  </a:lnTo>
                  <a:lnTo>
                    <a:pt x="1521866" y="1668810"/>
                  </a:lnTo>
                  <a:lnTo>
                    <a:pt x="1521198" y="1668810"/>
                  </a:lnTo>
                  <a:lnTo>
                    <a:pt x="1520530" y="1668810"/>
                  </a:lnTo>
                  <a:lnTo>
                    <a:pt x="1519862" y="1668810"/>
                  </a:lnTo>
                  <a:lnTo>
                    <a:pt x="1519194" y="1668810"/>
                  </a:lnTo>
                  <a:lnTo>
                    <a:pt x="1518526" y="1668810"/>
                  </a:lnTo>
                  <a:lnTo>
                    <a:pt x="1517858" y="1668810"/>
                  </a:lnTo>
                  <a:lnTo>
                    <a:pt x="1517190" y="1668810"/>
                  </a:lnTo>
                  <a:lnTo>
                    <a:pt x="1516521" y="1668810"/>
                  </a:lnTo>
                  <a:lnTo>
                    <a:pt x="1515853" y="1668810"/>
                  </a:lnTo>
                  <a:lnTo>
                    <a:pt x="1515185" y="1668810"/>
                  </a:lnTo>
                  <a:lnTo>
                    <a:pt x="1514517" y="1668810"/>
                  </a:lnTo>
                  <a:lnTo>
                    <a:pt x="1513849" y="1668810"/>
                  </a:lnTo>
                  <a:lnTo>
                    <a:pt x="1513181" y="1668810"/>
                  </a:lnTo>
                  <a:lnTo>
                    <a:pt x="1512513" y="1668810"/>
                  </a:lnTo>
                  <a:lnTo>
                    <a:pt x="1511845" y="1668810"/>
                  </a:lnTo>
                  <a:lnTo>
                    <a:pt x="1511177" y="1668810"/>
                  </a:lnTo>
                  <a:lnTo>
                    <a:pt x="1510509" y="1668810"/>
                  </a:lnTo>
                  <a:lnTo>
                    <a:pt x="1509841" y="1668810"/>
                  </a:lnTo>
                  <a:lnTo>
                    <a:pt x="1509173" y="1668810"/>
                  </a:lnTo>
                  <a:lnTo>
                    <a:pt x="1508505" y="1668810"/>
                  </a:lnTo>
                  <a:lnTo>
                    <a:pt x="1507837" y="1668810"/>
                  </a:lnTo>
                  <a:lnTo>
                    <a:pt x="1507169" y="1668810"/>
                  </a:lnTo>
                  <a:lnTo>
                    <a:pt x="1506501" y="1668810"/>
                  </a:lnTo>
                  <a:lnTo>
                    <a:pt x="1505833" y="1668810"/>
                  </a:lnTo>
                  <a:lnTo>
                    <a:pt x="1505165" y="1668810"/>
                  </a:lnTo>
                  <a:lnTo>
                    <a:pt x="1504497" y="1668810"/>
                  </a:lnTo>
                  <a:lnTo>
                    <a:pt x="1503829" y="1668810"/>
                  </a:lnTo>
                  <a:lnTo>
                    <a:pt x="1503161" y="1668810"/>
                  </a:lnTo>
                  <a:lnTo>
                    <a:pt x="1502493" y="1668810"/>
                  </a:lnTo>
                  <a:lnTo>
                    <a:pt x="1501825" y="1668810"/>
                  </a:lnTo>
                  <a:lnTo>
                    <a:pt x="1501157" y="1668810"/>
                  </a:lnTo>
                  <a:lnTo>
                    <a:pt x="1500489" y="1668810"/>
                  </a:lnTo>
                  <a:lnTo>
                    <a:pt x="1499821" y="1668810"/>
                  </a:lnTo>
                  <a:lnTo>
                    <a:pt x="1499153" y="1668810"/>
                  </a:lnTo>
                  <a:lnTo>
                    <a:pt x="1498485" y="1668810"/>
                  </a:lnTo>
                  <a:lnTo>
                    <a:pt x="1497817" y="1668810"/>
                  </a:lnTo>
                  <a:lnTo>
                    <a:pt x="1497149" y="1668810"/>
                  </a:lnTo>
                  <a:lnTo>
                    <a:pt x="1496481" y="1668810"/>
                  </a:lnTo>
                  <a:lnTo>
                    <a:pt x="1495813" y="1668810"/>
                  </a:lnTo>
                  <a:lnTo>
                    <a:pt x="1495145" y="1668810"/>
                  </a:lnTo>
                  <a:lnTo>
                    <a:pt x="1494477" y="1668810"/>
                  </a:lnTo>
                  <a:lnTo>
                    <a:pt x="1493809" y="1668810"/>
                  </a:lnTo>
                  <a:lnTo>
                    <a:pt x="1493141" y="1668810"/>
                  </a:lnTo>
                  <a:lnTo>
                    <a:pt x="1492473" y="1668810"/>
                  </a:lnTo>
                  <a:lnTo>
                    <a:pt x="1491804" y="1668810"/>
                  </a:lnTo>
                  <a:lnTo>
                    <a:pt x="1491136" y="1668810"/>
                  </a:lnTo>
                  <a:lnTo>
                    <a:pt x="1490468" y="1668810"/>
                  </a:lnTo>
                  <a:lnTo>
                    <a:pt x="1489800" y="1668810"/>
                  </a:lnTo>
                  <a:lnTo>
                    <a:pt x="1489132" y="1668810"/>
                  </a:lnTo>
                  <a:lnTo>
                    <a:pt x="1488464" y="1668810"/>
                  </a:lnTo>
                  <a:lnTo>
                    <a:pt x="1487796" y="1668810"/>
                  </a:lnTo>
                  <a:lnTo>
                    <a:pt x="1487128" y="1668810"/>
                  </a:lnTo>
                  <a:lnTo>
                    <a:pt x="1486460" y="1668810"/>
                  </a:lnTo>
                  <a:lnTo>
                    <a:pt x="1485792" y="1668810"/>
                  </a:lnTo>
                  <a:lnTo>
                    <a:pt x="1485124" y="1668810"/>
                  </a:lnTo>
                  <a:lnTo>
                    <a:pt x="1484456" y="1668810"/>
                  </a:lnTo>
                  <a:lnTo>
                    <a:pt x="1483788" y="1668810"/>
                  </a:lnTo>
                  <a:lnTo>
                    <a:pt x="1483120" y="1668810"/>
                  </a:lnTo>
                  <a:lnTo>
                    <a:pt x="1482452" y="1668810"/>
                  </a:lnTo>
                  <a:lnTo>
                    <a:pt x="1481784" y="1668810"/>
                  </a:lnTo>
                  <a:lnTo>
                    <a:pt x="1481116" y="1668810"/>
                  </a:lnTo>
                  <a:lnTo>
                    <a:pt x="1480448" y="1668810"/>
                  </a:lnTo>
                  <a:lnTo>
                    <a:pt x="1479780" y="1668810"/>
                  </a:lnTo>
                  <a:lnTo>
                    <a:pt x="1479112" y="1668810"/>
                  </a:lnTo>
                  <a:lnTo>
                    <a:pt x="1478444" y="1668810"/>
                  </a:lnTo>
                  <a:lnTo>
                    <a:pt x="1477776" y="1668810"/>
                  </a:lnTo>
                  <a:lnTo>
                    <a:pt x="1477108" y="1668810"/>
                  </a:lnTo>
                  <a:lnTo>
                    <a:pt x="1476440" y="1668810"/>
                  </a:lnTo>
                  <a:lnTo>
                    <a:pt x="1475772" y="1668810"/>
                  </a:lnTo>
                  <a:lnTo>
                    <a:pt x="1475104" y="1668810"/>
                  </a:lnTo>
                  <a:lnTo>
                    <a:pt x="1474436" y="1668810"/>
                  </a:lnTo>
                  <a:lnTo>
                    <a:pt x="1473768" y="1668810"/>
                  </a:lnTo>
                  <a:lnTo>
                    <a:pt x="1473100" y="1668810"/>
                  </a:lnTo>
                  <a:lnTo>
                    <a:pt x="1472432" y="1668810"/>
                  </a:lnTo>
                  <a:lnTo>
                    <a:pt x="1471764" y="1668810"/>
                  </a:lnTo>
                  <a:lnTo>
                    <a:pt x="1471096" y="1668810"/>
                  </a:lnTo>
                  <a:lnTo>
                    <a:pt x="1470428" y="1668810"/>
                  </a:lnTo>
                  <a:lnTo>
                    <a:pt x="1469760" y="1668810"/>
                  </a:lnTo>
                  <a:lnTo>
                    <a:pt x="1469092" y="1668810"/>
                  </a:lnTo>
                  <a:lnTo>
                    <a:pt x="1468424" y="1668810"/>
                  </a:lnTo>
                  <a:lnTo>
                    <a:pt x="1467756" y="1668810"/>
                  </a:lnTo>
                  <a:lnTo>
                    <a:pt x="1467087" y="1668810"/>
                  </a:lnTo>
                  <a:lnTo>
                    <a:pt x="1466419" y="1668810"/>
                  </a:lnTo>
                  <a:lnTo>
                    <a:pt x="1465751" y="1668810"/>
                  </a:lnTo>
                  <a:lnTo>
                    <a:pt x="1465083" y="1668810"/>
                  </a:lnTo>
                  <a:lnTo>
                    <a:pt x="1464415" y="1668810"/>
                  </a:lnTo>
                  <a:lnTo>
                    <a:pt x="1463747" y="1668810"/>
                  </a:lnTo>
                  <a:lnTo>
                    <a:pt x="1463079" y="1668810"/>
                  </a:lnTo>
                  <a:lnTo>
                    <a:pt x="1462411" y="1668810"/>
                  </a:lnTo>
                  <a:lnTo>
                    <a:pt x="1461743" y="1668810"/>
                  </a:lnTo>
                  <a:lnTo>
                    <a:pt x="1461075" y="1668810"/>
                  </a:lnTo>
                  <a:lnTo>
                    <a:pt x="1460407" y="1668810"/>
                  </a:lnTo>
                  <a:lnTo>
                    <a:pt x="1459739" y="1668810"/>
                  </a:lnTo>
                  <a:lnTo>
                    <a:pt x="1459071" y="1668810"/>
                  </a:lnTo>
                  <a:lnTo>
                    <a:pt x="1458403" y="1668810"/>
                  </a:lnTo>
                  <a:lnTo>
                    <a:pt x="1457735" y="1668810"/>
                  </a:lnTo>
                  <a:lnTo>
                    <a:pt x="1457067" y="1668810"/>
                  </a:lnTo>
                  <a:lnTo>
                    <a:pt x="1456399" y="1668810"/>
                  </a:lnTo>
                  <a:lnTo>
                    <a:pt x="1455731" y="1668810"/>
                  </a:lnTo>
                  <a:lnTo>
                    <a:pt x="1455063" y="1668810"/>
                  </a:lnTo>
                  <a:lnTo>
                    <a:pt x="1454395" y="1668810"/>
                  </a:lnTo>
                  <a:lnTo>
                    <a:pt x="1453727" y="1668810"/>
                  </a:lnTo>
                  <a:lnTo>
                    <a:pt x="1453059" y="1668810"/>
                  </a:lnTo>
                  <a:lnTo>
                    <a:pt x="1452391" y="1668810"/>
                  </a:lnTo>
                  <a:lnTo>
                    <a:pt x="1451723" y="1668810"/>
                  </a:lnTo>
                  <a:lnTo>
                    <a:pt x="1451055" y="1668810"/>
                  </a:lnTo>
                  <a:lnTo>
                    <a:pt x="1450387" y="1668810"/>
                  </a:lnTo>
                  <a:lnTo>
                    <a:pt x="1449719" y="1668810"/>
                  </a:lnTo>
                  <a:lnTo>
                    <a:pt x="1449051" y="1668810"/>
                  </a:lnTo>
                  <a:lnTo>
                    <a:pt x="1448383" y="1668810"/>
                  </a:lnTo>
                  <a:lnTo>
                    <a:pt x="1447715" y="1668810"/>
                  </a:lnTo>
                  <a:lnTo>
                    <a:pt x="1447047" y="1668810"/>
                  </a:lnTo>
                  <a:lnTo>
                    <a:pt x="1446379" y="1668810"/>
                  </a:lnTo>
                  <a:lnTo>
                    <a:pt x="1445711" y="1668810"/>
                  </a:lnTo>
                  <a:lnTo>
                    <a:pt x="1445043" y="1668810"/>
                  </a:lnTo>
                  <a:lnTo>
                    <a:pt x="1444375" y="1668810"/>
                  </a:lnTo>
                  <a:lnTo>
                    <a:pt x="1443707" y="1668810"/>
                  </a:lnTo>
                  <a:lnTo>
                    <a:pt x="1443038" y="1668810"/>
                  </a:lnTo>
                  <a:lnTo>
                    <a:pt x="1442370" y="1668810"/>
                  </a:lnTo>
                  <a:lnTo>
                    <a:pt x="1441702" y="1668810"/>
                  </a:lnTo>
                  <a:lnTo>
                    <a:pt x="1441034" y="1668810"/>
                  </a:lnTo>
                  <a:lnTo>
                    <a:pt x="1440366" y="1668810"/>
                  </a:lnTo>
                  <a:lnTo>
                    <a:pt x="1439698" y="1668810"/>
                  </a:lnTo>
                  <a:lnTo>
                    <a:pt x="1439030" y="1668810"/>
                  </a:lnTo>
                  <a:lnTo>
                    <a:pt x="1438362" y="1668810"/>
                  </a:lnTo>
                  <a:lnTo>
                    <a:pt x="1437694" y="1668810"/>
                  </a:lnTo>
                  <a:lnTo>
                    <a:pt x="1437026" y="1668810"/>
                  </a:lnTo>
                  <a:lnTo>
                    <a:pt x="1436358" y="1668810"/>
                  </a:lnTo>
                  <a:lnTo>
                    <a:pt x="1435690" y="1668810"/>
                  </a:lnTo>
                  <a:lnTo>
                    <a:pt x="1435022" y="1668810"/>
                  </a:lnTo>
                  <a:lnTo>
                    <a:pt x="1434354" y="1668810"/>
                  </a:lnTo>
                  <a:lnTo>
                    <a:pt x="1433686" y="1668810"/>
                  </a:lnTo>
                  <a:lnTo>
                    <a:pt x="1433018" y="1668810"/>
                  </a:lnTo>
                  <a:lnTo>
                    <a:pt x="1432350" y="1668810"/>
                  </a:lnTo>
                  <a:lnTo>
                    <a:pt x="1431682" y="1668810"/>
                  </a:lnTo>
                  <a:lnTo>
                    <a:pt x="1431014" y="1668810"/>
                  </a:lnTo>
                  <a:lnTo>
                    <a:pt x="1430346" y="1668810"/>
                  </a:lnTo>
                  <a:lnTo>
                    <a:pt x="1429678" y="1668810"/>
                  </a:lnTo>
                  <a:lnTo>
                    <a:pt x="1429010" y="1668810"/>
                  </a:lnTo>
                  <a:lnTo>
                    <a:pt x="1428342" y="1668810"/>
                  </a:lnTo>
                  <a:lnTo>
                    <a:pt x="1427674" y="1668810"/>
                  </a:lnTo>
                  <a:lnTo>
                    <a:pt x="1427006" y="1668810"/>
                  </a:lnTo>
                  <a:lnTo>
                    <a:pt x="1426338" y="1668810"/>
                  </a:lnTo>
                  <a:lnTo>
                    <a:pt x="1425670" y="1668810"/>
                  </a:lnTo>
                  <a:lnTo>
                    <a:pt x="1425002" y="1668810"/>
                  </a:lnTo>
                  <a:lnTo>
                    <a:pt x="1424334" y="1668810"/>
                  </a:lnTo>
                  <a:lnTo>
                    <a:pt x="1423666" y="1668810"/>
                  </a:lnTo>
                  <a:lnTo>
                    <a:pt x="1422998" y="1668810"/>
                  </a:lnTo>
                  <a:lnTo>
                    <a:pt x="1422330" y="1668810"/>
                  </a:lnTo>
                  <a:lnTo>
                    <a:pt x="1421662" y="1668810"/>
                  </a:lnTo>
                  <a:lnTo>
                    <a:pt x="1420994" y="1668810"/>
                  </a:lnTo>
                  <a:lnTo>
                    <a:pt x="1420326" y="1668810"/>
                  </a:lnTo>
                  <a:lnTo>
                    <a:pt x="1419658" y="1668810"/>
                  </a:lnTo>
                  <a:lnTo>
                    <a:pt x="1418990" y="1668810"/>
                  </a:lnTo>
                  <a:lnTo>
                    <a:pt x="1418321" y="1668810"/>
                  </a:lnTo>
                  <a:lnTo>
                    <a:pt x="1417653" y="1668810"/>
                  </a:lnTo>
                  <a:lnTo>
                    <a:pt x="1416985" y="1668810"/>
                  </a:lnTo>
                  <a:lnTo>
                    <a:pt x="1416317" y="1668810"/>
                  </a:lnTo>
                  <a:lnTo>
                    <a:pt x="1415649" y="1668810"/>
                  </a:lnTo>
                  <a:lnTo>
                    <a:pt x="1414981" y="1668810"/>
                  </a:lnTo>
                  <a:lnTo>
                    <a:pt x="1414313" y="1668810"/>
                  </a:lnTo>
                  <a:lnTo>
                    <a:pt x="1413645" y="1668810"/>
                  </a:lnTo>
                  <a:lnTo>
                    <a:pt x="1412977" y="1668810"/>
                  </a:lnTo>
                  <a:lnTo>
                    <a:pt x="1412309" y="1668810"/>
                  </a:lnTo>
                  <a:lnTo>
                    <a:pt x="1411641" y="1668810"/>
                  </a:lnTo>
                  <a:lnTo>
                    <a:pt x="1410973" y="1668810"/>
                  </a:lnTo>
                  <a:lnTo>
                    <a:pt x="1410305" y="1668810"/>
                  </a:lnTo>
                  <a:lnTo>
                    <a:pt x="1409637" y="1668810"/>
                  </a:lnTo>
                  <a:lnTo>
                    <a:pt x="1408969" y="1668810"/>
                  </a:lnTo>
                  <a:lnTo>
                    <a:pt x="1408301" y="1668810"/>
                  </a:lnTo>
                  <a:lnTo>
                    <a:pt x="1407633" y="1668810"/>
                  </a:lnTo>
                  <a:lnTo>
                    <a:pt x="1406965" y="1668810"/>
                  </a:lnTo>
                  <a:lnTo>
                    <a:pt x="1406297" y="1668810"/>
                  </a:lnTo>
                  <a:lnTo>
                    <a:pt x="1405629" y="1668810"/>
                  </a:lnTo>
                  <a:lnTo>
                    <a:pt x="1404961" y="1668810"/>
                  </a:lnTo>
                  <a:lnTo>
                    <a:pt x="1404293" y="1668810"/>
                  </a:lnTo>
                  <a:lnTo>
                    <a:pt x="1403625" y="1668810"/>
                  </a:lnTo>
                  <a:lnTo>
                    <a:pt x="1402957" y="1668810"/>
                  </a:lnTo>
                  <a:lnTo>
                    <a:pt x="1402289" y="1668810"/>
                  </a:lnTo>
                  <a:lnTo>
                    <a:pt x="1401621" y="1668810"/>
                  </a:lnTo>
                  <a:lnTo>
                    <a:pt x="1400953" y="1668810"/>
                  </a:lnTo>
                  <a:lnTo>
                    <a:pt x="1400285" y="1668810"/>
                  </a:lnTo>
                  <a:lnTo>
                    <a:pt x="1399617" y="1668810"/>
                  </a:lnTo>
                  <a:lnTo>
                    <a:pt x="1398949" y="1668810"/>
                  </a:lnTo>
                  <a:lnTo>
                    <a:pt x="1398281" y="1668810"/>
                  </a:lnTo>
                  <a:lnTo>
                    <a:pt x="1397613" y="1668810"/>
                  </a:lnTo>
                  <a:lnTo>
                    <a:pt x="1396945" y="1668810"/>
                  </a:lnTo>
                  <a:lnTo>
                    <a:pt x="1396277" y="1668810"/>
                  </a:lnTo>
                  <a:lnTo>
                    <a:pt x="1395609" y="1668810"/>
                  </a:lnTo>
                  <a:lnTo>
                    <a:pt x="1394941" y="1668810"/>
                  </a:lnTo>
                  <a:lnTo>
                    <a:pt x="1394273" y="1668810"/>
                  </a:lnTo>
                  <a:lnTo>
                    <a:pt x="1393604" y="1668810"/>
                  </a:lnTo>
                  <a:lnTo>
                    <a:pt x="1392936" y="1668810"/>
                  </a:lnTo>
                  <a:lnTo>
                    <a:pt x="1392268" y="1668810"/>
                  </a:lnTo>
                  <a:lnTo>
                    <a:pt x="1391600" y="1668810"/>
                  </a:lnTo>
                  <a:lnTo>
                    <a:pt x="1390932" y="1668810"/>
                  </a:lnTo>
                  <a:lnTo>
                    <a:pt x="1390264" y="1668810"/>
                  </a:lnTo>
                  <a:lnTo>
                    <a:pt x="1389596" y="1668810"/>
                  </a:lnTo>
                  <a:lnTo>
                    <a:pt x="1388928" y="1668810"/>
                  </a:lnTo>
                  <a:lnTo>
                    <a:pt x="1388260" y="1668810"/>
                  </a:lnTo>
                  <a:lnTo>
                    <a:pt x="1387592" y="1668810"/>
                  </a:lnTo>
                  <a:lnTo>
                    <a:pt x="1386924" y="1668810"/>
                  </a:lnTo>
                  <a:lnTo>
                    <a:pt x="1386256" y="1668810"/>
                  </a:lnTo>
                  <a:lnTo>
                    <a:pt x="1385588" y="1668810"/>
                  </a:lnTo>
                  <a:lnTo>
                    <a:pt x="1384920" y="1668810"/>
                  </a:lnTo>
                  <a:lnTo>
                    <a:pt x="1384252" y="1668810"/>
                  </a:lnTo>
                  <a:lnTo>
                    <a:pt x="1383584" y="1668810"/>
                  </a:lnTo>
                  <a:lnTo>
                    <a:pt x="1382916" y="1668810"/>
                  </a:lnTo>
                  <a:lnTo>
                    <a:pt x="1382248" y="1668810"/>
                  </a:lnTo>
                  <a:lnTo>
                    <a:pt x="1381580" y="1668810"/>
                  </a:lnTo>
                  <a:lnTo>
                    <a:pt x="1380912" y="1668810"/>
                  </a:lnTo>
                  <a:lnTo>
                    <a:pt x="1380244" y="1668810"/>
                  </a:lnTo>
                  <a:lnTo>
                    <a:pt x="1379576" y="1668810"/>
                  </a:lnTo>
                  <a:lnTo>
                    <a:pt x="1378908" y="1668810"/>
                  </a:lnTo>
                  <a:lnTo>
                    <a:pt x="1378240" y="1668810"/>
                  </a:lnTo>
                  <a:lnTo>
                    <a:pt x="1377572" y="1668810"/>
                  </a:lnTo>
                  <a:lnTo>
                    <a:pt x="1376904" y="1668810"/>
                  </a:lnTo>
                  <a:lnTo>
                    <a:pt x="1376236" y="1668810"/>
                  </a:lnTo>
                  <a:lnTo>
                    <a:pt x="1375568" y="1668810"/>
                  </a:lnTo>
                  <a:lnTo>
                    <a:pt x="1374900" y="1668810"/>
                  </a:lnTo>
                  <a:lnTo>
                    <a:pt x="1374232" y="1668810"/>
                  </a:lnTo>
                  <a:lnTo>
                    <a:pt x="1373564" y="1668810"/>
                  </a:lnTo>
                  <a:lnTo>
                    <a:pt x="1372896" y="1668810"/>
                  </a:lnTo>
                  <a:lnTo>
                    <a:pt x="1372228" y="1668810"/>
                  </a:lnTo>
                  <a:lnTo>
                    <a:pt x="1371560" y="1668810"/>
                  </a:lnTo>
                  <a:lnTo>
                    <a:pt x="1370892" y="1668810"/>
                  </a:lnTo>
                  <a:lnTo>
                    <a:pt x="1370224" y="1668810"/>
                  </a:lnTo>
                  <a:lnTo>
                    <a:pt x="1369556" y="1668810"/>
                  </a:lnTo>
                  <a:lnTo>
                    <a:pt x="1368887" y="1668810"/>
                  </a:lnTo>
                  <a:lnTo>
                    <a:pt x="1368219" y="1668810"/>
                  </a:lnTo>
                  <a:lnTo>
                    <a:pt x="1367551" y="1668810"/>
                  </a:lnTo>
                  <a:lnTo>
                    <a:pt x="1366883" y="1668810"/>
                  </a:lnTo>
                  <a:lnTo>
                    <a:pt x="1366215" y="1668810"/>
                  </a:lnTo>
                  <a:lnTo>
                    <a:pt x="1365547" y="1668810"/>
                  </a:lnTo>
                  <a:lnTo>
                    <a:pt x="1364879" y="1668810"/>
                  </a:lnTo>
                  <a:lnTo>
                    <a:pt x="1364211" y="1668810"/>
                  </a:lnTo>
                  <a:lnTo>
                    <a:pt x="1363543" y="1668810"/>
                  </a:lnTo>
                  <a:lnTo>
                    <a:pt x="1362875" y="1668810"/>
                  </a:lnTo>
                  <a:lnTo>
                    <a:pt x="1362207" y="1668810"/>
                  </a:lnTo>
                  <a:lnTo>
                    <a:pt x="1361539" y="1668810"/>
                  </a:lnTo>
                  <a:lnTo>
                    <a:pt x="1360871" y="1668810"/>
                  </a:lnTo>
                  <a:lnTo>
                    <a:pt x="1360203" y="1668810"/>
                  </a:lnTo>
                  <a:lnTo>
                    <a:pt x="1359535" y="1668810"/>
                  </a:lnTo>
                  <a:lnTo>
                    <a:pt x="1358867" y="1668810"/>
                  </a:lnTo>
                  <a:lnTo>
                    <a:pt x="1358199" y="1668810"/>
                  </a:lnTo>
                  <a:lnTo>
                    <a:pt x="1357531" y="1668810"/>
                  </a:lnTo>
                  <a:lnTo>
                    <a:pt x="1356863" y="1668810"/>
                  </a:lnTo>
                  <a:lnTo>
                    <a:pt x="1356195" y="1668810"/>
                  </a:lnTo>
                  <a:lnTo>
                    <a:pt x="1355527" y="1668810"/>
                  </a:lnTo>
                  <a:lnTo>
                    <a:pt x="1354859" y="1668810"/>
                  </a:lnTo>
                  <a:lnTo>
                    <a:pt x="1354191" y="1668810"/>
                  </a:lnTo>
                  <a:lnTo>
                    <a:pt x="1353523" y="1668810"/>
                  </a:lnTo>
                  <a:lnTo>
                    <a:pt x="1352855" y="1668810"/>
                  </a:lnTo>
                  <a:lnTo>
                    <a:pt x="1352187" y="1668810"/>
                  </a:lnTo>
                  <a:lnTo>
                    <a:pt x="1351519" y="1668810"/>
                  </a:lnTo>
                  <a:lnTo>
                    <a:pt x="1350851" y="1668810"/>
                  </a:lnTo>
                  <a:lnTo>
                    <a:pt x="1350183" y="1668810"/>
                  </a:lnTo>
                  <a:lnTo>
                    <a:pt x="1349515" y="1668810"/>
                  </a:lnTo>
                  <a:lnTo>
                    <a:pt x="1348847" y="1668810"/>
                  </a:lnTo>
                  <a:lnTo>
                    <a:pt x="1348179" y="1668810"/>
                  </a:lnTo>
                  <a:lnTo>
                    <a:pt x="1347511" y="1668810"/>
                  </a:lnTo>
                  <a:lnTo>
                    <a:pt x="1346843" y="1668810"/>
                  </a:lnTo>
                  <a:lnTo>
                    <a:pt x="1346175" y="1668810"/>
                  </a:lnTo>
                  <a:lnTo>
                    <a:pt x="1345507" y="1668810"/>
                  </a:lnTo>
                  <a:lnTo>
                    <a:pt x="1344838" y="1668810"/>
                  </a:lnTo>
                  <a:lnTo>
                    <a:pt x="1344170" y="1668810"/>
                  </a:lnTo>
                  <a:lnTo>
                    <a:pt x="1343502" y="1668810"/>
                  </a:lnTo>
                  <a:lnTo>
                    <a:pt x="1342834" y="1668810"/>
                  </a:lnTo>
                  <a:lnTo>
                    <a:pt x="1342166" y="1668810"/>
                  </a:lnTo>
                  <a:lnTo>
                    <a:pt x="1341498" y="1668810"/>
                  </a:lnTo>
                  <a:lnTo>
                    <a:pt x="1340830" y="1668810"/>
                  </a:lnTo>
                  <a:lnTo>
                    <a:pt x="1340162" y="1668810"/>
                  </a:lnTo>
                  <a:lnTo>
                    <a:pt x="1339494" y="1668810"/>
                  </a:lnTo>
                  <a:lnTo>
                    <a:pt x="1338826" y="1668810"/>
                  </a:lnTo>
                  <a:lnTo>
                    <a:pt x="1338158" y="1668810"/>
                  </a:lnTo>
                  <a:lnTo>
                    <a:pt x="1337490" y="1668810"/>
                  </a:lnTo>
                  <a:lnTo>
                    <a:pt x="1336822" y="1668810"/>
                  </a:lnTo>
                  <a:lnTo>
                    <a:pt x="1336154" y="1668810"/>
                  </a:lnTo>
                  <a:lnTo>
                    <a:pt x="1335486" y="1668810"/>
                  </a:lnTo>
                  <a:lnTo>
                    <a:pt x="1334818" y="1668810"/>
                  </a:lnTo>
                  <a:lnTo>
                    <a:pt x="1334150" y="1668810"/>
                  </a:lnTo>
                  <a:lnTo>
                    <a:pt x="1333482" y="1668810"/>
                  </a:lnTo>
                  <a:lnTo>
                    <a:pt x="1332814" y="1668810"/>
                  </a:lnTo>
                  <a:lnTo>
                    <a:pt x="1332146" y="1668810"/>
                  </a:lnTo>
                  <a:lnTo>
                    <a:pt x="1331478" y="1668810"/>
                  </a:lnTo>
                  <a:lnTo>
                    <a:pt x="1330810" y="1668810"/>
                  </a:lnTo>
                  <a:lnTo>
                    <a:pt x="1330142" y="1668810"/>
                  </a:lnTo>
                  <a:lnTo>
                    <a:pt x="1329474" y="1668810"/>
                  </a:lnTo>
                  <a:lnTo>
                    <a:pt x="1328806" y="1668810"/>
                  </a:lnTo>
                  <a:lnTo>
                    <a:pt x="1328138" y="1668810"/>
                  </a:lnTo>
                  <a:lnTo>
                    <a:pt x="1327470" y="1668810"/>
                  </a:lnTo>
                  <a:lnTo>
                    <a:pt x="1326802" y="1668810"/>
                  </a:lnTo>
                  <a:lnTo>
                    <a:pt x="1326134" y="1668810"/>
                  </a:lnTo>
                  <a:lnTo>
                    <a:pt x="1325466" y="1668810"/>
                  </a:lnTo>
                  <a:lnTo>
                    <a:pt x="1324798" y="1668810"/>
                  </a:lnTo>
                  <a:lnTo>
                    <a:pt x="1324130" y="1668810"/>
                  </a:lnTo>
                  <a:lnTo>
                    <a:pt x="1323462" y="1668810"/>
                  </a:lnTo>
                  <a:lnTo>
                    <a:pt x="1322794" y="1668810"/>
                  </a:lnTo>
                  <a:lnTo>
                    <a:pt x="1322126" y="1668810"/>
                  </a:lnTo>
                  <a:lnTo>
                    <a:pt x="1321458" y="1668810"/>
                  </a:lnTo>
                  <a:lnTo>
                    <a:pt x="1320790" y="1668810"/>
                  </a:lnTo>
                  <a:lnTo>
                    <a:pt x="1320121" y="1668810"/>
                  </a:lnTo>
                  <a:lnTo>
                    <a:pt x="1319453" y="1668810"/>
                  </a:lnTo>
                  <a:lnTo>
                    <a:pt x="1318785" y="1668810"/>
                  </a:lnTo>
                  <a:lnTo>
                    <a:pt x="1318117" y="1668810"/>
                  </a:lnTo>
                  <a:lnTo>
                    <a:pt x="1317449" y="1668810"/>
                  </a:lnTo>
                  <a:lnTo>
                    <a:pt x="1316781" y="1668810"/>
                  </a:lnTo>
                  <a:lnTo>
                    <a:pt x="1316113" y="1668810"/>
                  </a:lnTo>
                  <a:lnTo>
                    <a:pt x="1315445" y="1668810"/>
                  </a:lnTo>
                  <a:lnTo>
                    <a:pt x="1314777" y="1668810"/>
                  </a:lnTo>
                  <a:lnTo>
                    <a:pt x="1314109" y="1668810"/>
                  </a:lnTo>
                  <a:lnTo>
                    <a:pt x="1313441" y="1668810"/>
                  </a:lnTo>
                  <a:lnTo>
                    <a:pt x="1312773" y="1668810"/>
                  </a:lnTo>
                  <a:lnTo>
                    <a:pt x="1312105" y="1668810"/>
                  </a:lnTo>
                  <a:lnTo>
                    <a:pt x="1311437" y="1668810"/>
                  </a:lnTo>
                  <a:lnTo>
                    <a:pt x="1310769" y="1668810"/>
                  </a:lnTo>
                  <a:lnTo>
                    <a:pt x="1310101" y="1668810"/>
                  </a:lnTo>
                  <a:lnTo>
                    <a:pt x="1309433" y="1668810"/>
                  </a:lnTo>
                  <a:lnTo>
                    <a:pt x="1308765" y="1668810"/>
                  </a:lnTo>
                  <a:lnTo>
                    <a:pt x="1308097" y="1668810"/>
                  </a:lnTo>
                  <a:lnTo>
                    <a:pt x="1307429" y="1668810"/>
                  </a:lnTo>
                  <a:lnTo>
                    <a:pt x="1306761" y="1668810"/>
                  </a:lnTo>
                  <a:lnTo>
                    <a:pt x="1306093" y="1668810"/>
                  </a:lnTo>
                  <a:lnTo>
                    <a:pt x="1305425" y="1668810"/>
                  </a:lnTo>
                  <a:lnTo>
                    <a:pt x="1304757" y="1668810"/>
                  </a:lnTo>
                  <a:lnTo>
                    <a:pt x="1304089" y="1668810"/>
                  </a:lnTo>
                  <a:lnTo>
                    <a:pt x="1303421" y="1668810"/>
                  </a:lnTo>
                  <a:lnTo>
                    <a:pt x="1302753" y="1668810"/>
                  </a:lnTo>
                  <a:lnTo>
                    <a:pt x="1302085" y="1668810"/>
                  </a:lnTo>
                  <a:lnTo>
                    <a:pt x="1301417" y="1668810"/>
                  </a:lnTo>
                  <a:lnTo>
                    <a:pt x="1300749" y="1668810"/>
                  </a:lnTo>
                  <a:lnTo>
                    <a:pt x="1300081" y="1668810"/>
                  </a:lnTo>
                  <a:lnTo>
                    <a:pt x="1299413" y="1668810"/>
                  </a:lnTo>
                  <a:lnTo>
                    <a:pt x="1298745" y="1668810"/>
                  </a:lnTo>
                  <a:lnTo>
                    <a:pt x="1298077" y="1668810"/>
                  </a:lnTo>
                  <a:lnTo>
                    <a:pt x="1297409" y="1668810"/>
                  </a:lnTo>
                  <a:lnTo>
                    <a:pt x="1296741" y="1668810"/>
                  </a:lnTo>
                  <a:lnTo>
                    <a:pt x="1296073" y="1668810"/>
                  </a:lnTo>
                  <a:lnTo>
                    <a:pt x="1295404" y="1668810"/>
                  </a:lnTo>
                  <a:lnTo>
                    <a:pt x="1294736" y="1668810"/>
                  </a:lnTo>
                  <a:lnTo>
                    <a:pt x="1294068" y="1668810"/>
                  </a:lnTo>
                  <a:lnTo>
                    <a:pt x="1293400" y="1668810"/>
                  </a:lnTo>
                  <a:lnTo>
                    <a:pt x="1292732" y="1668810"/>
                  </a:lnTo>
                  <a:lnTo>
                    <a:pt x="1292064" y="1668810"/>
                  </a:lnTo>
                  <a:lnTo>
                    <a:pt x="1291396" y="1668810"/>
                  </a:lnTo>
                  <a:lnTo>
                    <a:pt x="1290728" y="1668810"/>
                  </a:lnTo>
                  <a:lnTo>
                    <a:pt x="1290060" y="1668810"/>
                  </a:lnTo>
                  <a:lnTo>
                    <a:pt x="1289392" y="1668810"/>
                  </a:lnTo>
                  <a:lnTo>
                    <a:pt x="1288724" y="1668810"/>
                  </a:lnTo>
                  <a:lnTo>
                    <a:pt x="1288056" y="1668810"/>
                  </a:lnTo>
                  <a:lnTo>
                    <a:pt x="1287388" y="1668810"/>
                  </a:lnTo>
                  <a:lnTo>
                    <a:pt x="1286720" y="1668810"/>
                  </a:lnTo>
                  <a:lnTo>
                    <a:pt x="1286052" y="1668810"/>
                  </a:lnTo>
                  <a:lnTo>
                    <a:pt x="1285384" y="1668810"/>
                  </a:lnTo>
                  <a:lnTo>
                    <a:pt x="1284716" y="1668810"/>
                  </a:lnTo>
                  <a:lnTo>
                    <a:pt x="1284048" y="1668810"/>
                  </a:lnTo>
                  <a:lnTo>
                    <a:pt x="1283380" y="1668810"/>
                  </a:lnTo>
                  <a:lnTo>
                    <a:pt x="1282712" y="1668810"/>
                  </a:lnTo>
                  <a:lnTo>
                    <a:pt x="1282044" y="1668810"/>
                  </a:lnTo>
                  <a:lnTo>
                    <a:pt x="1281376" y="1668810"/>
                  </a:lnTo>
                  <a:lnTo>
                    <a:pt x="1280708" y="1668810"/>
                  </a:lnTo>
                  <a:lnTo>
                    <a:pt x="1280040" y="1668810"/>
                  </a:lnTo>
                  <a:lnTo>
                    <a:pt x="1279372" y="1668810"/>
                  </a:lnTo>
                  <a:lnTo>
                    <a:pt x="1278704" y="1668810"/>
                  </a:lnTo>
                  <a:lnTo>
                    <a:pt x="1278036" y="1668810"/>
                  </a:lnTo>
                  <a:lnTo>
                    <a:pt x="1277368" y="1668810"/>
                  </a:lnTo>
                  <a:lnTo>
                    <a:pt x="1276700" y="1668810"/>
                  </a:lnTo>
                  <a:lnTo>
                    <a:pt x="1276032" y="1668810"/>
                  </a:lnTo>
                  <a:lnTo>
                    <a:pt x="1275364" y="1668810"/>
                  </a:lnTo>
                  <a:lnTo>
                    <a:pt x="1274696" y="1668810"/>
                  </a:lnTo>
                  <a:lnTo>
                    <a:pt x="1274028" y="1668810"/>
                  </a:lnTo>
                  <a:lnTo>
                    <a:pt x="1273360" y="1668810"/>
                  </a:lnTo>
                  <a:lnTo>
                    <a:pt x="1272692" y="1668810"/>
                  </a:lnTo>
                  <a:lnTo>
                    <a:pt x="1272024" y="1668810"/>
                  </a:lnTo>
                  <a:lnTo>
                    <a:pt x="1271355" y="1668810"/>
                  </a:lnTo>
                  <a:lnTo>
                    <a:pt x="1270687" y="1668810"/>
                  </a:lnTo>
                  <a:lnTo>
                    <a:pt x="1270019" y="1668810"/>
                  </a:lnTo>
                  <a:lnTo>
                    <a:pt x="1269351" y="1668810"/>
                  </a:lnTo>
                  <a:lnTo>
                    <a:pt x="1268683" y="1668810"/>
                  </a:lnTo>
                  <a:lnTo>
                    <a:pt x="1268015" y="1668810"/>
                  </a:lnTo>
                  <a:lnTo>
                    <a:pt x="1267347" y="1668810"/>
                  </a:lnTo>
                  <a:lnTo>
                    <a:pt x="1266679" y="1668810"/>
                  </a:lnTo>
                  <a:lnTo>
                    <a:pt x="1266011" y="1668810"/>
                  </a:lnTo>
                  <a:lnTo>
                    <a:pt x="1265343" y="1668810"/>
                  </a:lnTo>
                  <a:lnTo>
                    <a:pt x="1264675" y="1668810"/>
                  </a:lnTo>
                  <a:lnTo>
                    <a:pt x="1264007" y="1668810"/>
                  </a:lnTo>
                  <a:lnTo>
                    <a:pt x="1263339" y="1668810"/>
                  </a:lnTo>
                  <a:lnTo>
                    <a:pt x="1262671" y="1668810"/>
                  </a:lnTo>
                  <a:lnTo>
                    <a:pt x="1262003" y="1668810"/>
                  </a:lnTo>
                  <a:lnTo>
                    <a:pt x="1261335" y="1668810"/>
                  </a:lnTo>
                  <a:lnTo>
                    <a:pt x="1260667" y="1668810"/>
                  </a:lnTo>
                  <a:lnTo>
                    <a:pt x="1259999" y="1668810"/>
                  </a:lnTo>
                  <a:lnTo>
                    <a:pt x="1259331" y="1668810"/>
                  </a:lnTo>
                  <a:lnTo>
                    <a:pt x="1258663" y="1668810"/>
                  </a:lnTo>
                  <a:lnTo>
                    <a:pt x="1257995" y="1668810"/>
                  </a:lnTo>
                  <a:lnTo>
                    <a:pt x="1257327" y="1668810"/>
                  </a:lnTo>
                  <a:lnTo>
                    <a:pt x="1256659" y="1668810"/>
                  </a:lnTo>
                  <a:lnTo>
                    <a:pt x="1255991" y="1668810"/>
                  </a:lnTo>
                  <a:lnTo>
                    <a:pt x="1255323" y="1668810"/>
                  </a:lnTo>
                  <a:lnTo>
                    <a:pt x="1254655" y="1668810"/>
                  </a:lnTo>
                  <a:lnTo>
                    <a:pt x="1253987" y="1668810"/>
                  </a:lnTo>
                  <a:lnTo>
                    <a:pt x="1253319" y="1668810"/>
                  </a:lnTo>
                  <a:lnTo>
                    <a:pt x="1252651" y="1668810"/>
                  </a:lnTo>
                  <a:lnTo>
                    <a:pt x="1251983" y="1668810"/>
                  </a:lnTo>
                  <a:lnTo>
                    <a:pt x="1251315" y="1668810"/>
                  </a:lnTo>
                  <a:lnTo>
                    <a:pt x="1250647" y="1668810"/>
                  </a:lnTo>
                  <a:lnTo>
                    <a:pt x="1249979" y="1668810"/>
                  </a:lnTo>
                  <a:lnTo>
                    <a:pt x="1249311" y="1668810"/>
                  </a:lnTo>
                  <a:lnTo>
                    <a:pt x="1248643" y="1668810"/>
                  </a:lnTo>
                  <a:lnTo>
                    <a:pt x="1247975" y="1668810"/>
                  </a:lnTo>
                  <a:lnTo>
                    <a:pt x="1247307" y="1668810"/>
                  </a:lnTo>
                  <a:lnTo>
                    <a:pt x="1246638" y="1668810"/>
                  </a:lnTo>
                  <a:lnTo>
                    <a:pt x="1245970" y="1668810"/>
                  </a:lnTo>
                  <a:lnTo>
                    <a:pt x="1245302" y="1668810"/>
                  </a:lnTo>
                  <a:lnTo>
                    <a:pt x="1244634" y="1668810"/>
                  </a:lnTo>
                  <a:lnTo>
                    <a:pt x="1243966" y="1668810"/>
                  </a:lnTo>
                  <a:lnTo>
                    <a:pt x="1243298" y="1668810"/>
                  </a:lnTo>
                  <a:lnTo>
                    <a:pt x="1242630" y="1668810"/>
                  </a:lnTo>
                  <a:lnTo>
                    <a:pt x="1241962" y="1668810"/>
                  </a:lnTo>
                  <a:lnTo>
                    <a:pt x="1241294" y="1668810"/>
                  </a:lnTo>
                  <a:lnTo>
                    <a:pt x="1240626" y="1668810"/>
                  </a:lnTo>
                  <a:lnTo>
                    <a:pt x="1239958" y="1668810"/>
                  </a:lnTo>
                  <a:lnTo>
                    <a:pt x="1239290" y="1668810"/>
                  </a:lnTo>
                  <a:lnTo>
                    <a:pt x="1238622" y="1668810"/>
                  </a:lnTo>
                  <a:lnTo>
                    <a:pt x="1237954" y="1668810"/>
                  </a:lnTo>
                  <a:lnTo>
                    <a:pt x="1237286" y="1668810"/>
                  </a:lnTo>
                  <a:lnTo>
                    <a:pt x="1236618" y="1668810"/>
                  </a:lnTo>
                  <a:lnTo>
                    <a:pt x="1235950" y="1668810"/>
                  </a:lnTo>
                  <a:lnTo>
                    <a:pt x="1235282" y="1668810"/>
                  </a:lnTo>
                  <a:lnTo>
                    <a:pt x="1234614" y="1668810"/>
                  </a:lnTo>
                  <a:lnTo>
                    <a:pt x="1233946" y="1668810"/>
                  </a:lnTo>
                  <a:lnTo>
                    <a:pt x="1233278" y="1668810"/>
                  </a:lnTo>
                  <a:lnTo>
                    <a:pt x="1232610" y="1668810"/>
                  </a:lnTo>
                  <a:lnTo>
                    <a:pt x="1231942" y="1668810"/>
                  </a:lnTo>
                  <a:lnTo>
                    <a:pt x="1231274" y="1668810"/>
                  </a:lnTo>
                  <a:lnTo>
                    <a:pt x="1230606" y="1668810"/>
                  </a:lnTo>
                  <a:lnTo>
                    <a:pt x="1229938" y="1668810"/>
                  </a:lnTo>
                  <a:lnTo>
                    <a:pt x="1229270" y="1668810"/>
                  </a:lnTo>
                  <a:lnTo>
                    <a:pt x="1228602" y="1668810"/>
                  </a:lnTo>
                  <a:lnTo>
                    <a:pt x="1227934" y="1668810"/>
                  </a:lnTo>
                  <a:lnTo>
                    <a:pt x="1227266" y="1668810"/>
                  </a:lnTo>
                  <a:lnTo>
                    <a:pt x="1226598" y="1668810"/>
                  </a:lnTo>
                  <a:lnTo>
                    <a:pt x="1225930" y="1668810"/>
                  </a:lnTo>
                  <a:lnTo>
                    <a:pt x="1225262" y="1668810"/>
                  </a:lnTo>
                  <a:lnTo>
                    <a:pt x="1224594" y="1668810"/>
                  </a:lnTo>
                  <a:lnTo>
                    <a:pt x="1223926" y="1668810"/>
                  </a:lnTo>
                  <a:lnTo>
                    <a:pt x="1223258" y="1668810"/>
                  </a:lnTo>
                  <a:lnTo>
                    <a:pt x="1222590" y="1668810"/>
                  </a:lnTo>
                  <a:lnTo>
                    <a:pt x="1221921" y="1668810"/>
                  </a:lnTo>
                  <a:lnTo>
                    <a:pt x="1221253" y="1668810"/>
                  </a:lnTo>
                  <a:lnTo>
                    <a:pt x="1220585" y="1668810"/>
                  </a:lnTo>
                  <a:lnTo>
                    <a:pt x="1219917" y="1668810"/>
                  </a:lnTo>
                  <a:lnTo>
                    <a:pt x="1219249" y="1668810"/>
                  </a:lnTo>
                  <a:lnTo>
                    <a:pt x="1218581" y="1668810"/>
                  </a:lnTo>
                  <a:lnTo>
                    <a:pt x="1217913" y="1668810"/>
                  </a:lnTo>
                  <a:lnTo>
                    <a:pt x="1217245" y="1668810"/>
                  </a:lnTo>
                  <a:lnTo>
                    <a:pt x="1216577" y="1668810"/>
                  </a:lnTo>
                  <a:lnTo>
                    <a:pt x="1215909" y="1668810"/>
                  </a:lnTo>
                  <a:lnTo>
                    <a:pt x="1215241" y="1668810"/>
                  </a:lnTo>
                  <a:lnTo>
                    <a:pt x="1214573" y="1668810"/>
                  </a:lnTo>
                  <a:lnTo>
                    <a:pt x="1213905" y="1668810"/>
                  </a:lnTo>
                  <a:lnTo>
                    <a:pt x="1213237" y="1668810"/>
                  </a:lnTo>
                  <a:lnTo>
                    <a:pt x="1212569" y="1668810"/>
                  </a:lnTo>
                  <a:lnTo>
                    <a:pt x="1211901" y="1668810"/>
                  </a:lnTo>
                  <a:lnTo>
                    <a:pt x="1211233" y="1668810"/>
                  </a:lnTo>
                  <a:lnTo>
                    <a:pt x="1210565" y="1668810"/>
                  </a:lnTo>
                  <a:lnTo>
                    <a:pt x="1209897" y="1668810"/>
                  </a:lnTo>
                  <a:lnTo>
                    <a:pt x="1209229" y="1668810"/>
                  </a:lnTo>
                  <a:lnTo>
                    <a:pt x="1208561" y="1668810"/>
                  </a:lnTo>
                  <a:lnTo>
                    <a:pt x="1207893" y="1668810"/>
                  </a:lnTo>
                  <a:lnTo>
                    <a:pt x="1207225" y="1668810"/>
                  </a:lnTo>
                  <a:lnTo>
                    <a:pt x="1206557" y="1668810"/>
                  </a:lnTo>
                  <a:lnTo>
                    <a:pt x="1205889" y="1668810"/>
                  </a:lnTo>
                  <a:lnTo>
                    <a:pt x="1205221" y="1668810"/>
                  </a:lnTo>
                  <a:lnTo>
                    <a:pt x="1204553" y="1668810"/>
                  </a:lnTo>
                  <a:lnTo>
                    <a:pt x="1203885" y="1668810"/>
                  </a:lnTo>
                  <a:lnTo>
                    <a:pt x="1203217" y="1668810"/>
                  </a:lnTo>
                  <a:lnTo>
                    <a:pt x="1202549" y="1668810"/>
                  </a:lnTo>
                  <a:lnTo>
                    <a:pt x="1201881" y="1668810"/>
                  </a:lnTo>
                  <a:lnTo>
                    <a:pt x="1201213" y="1668810"/>
                  </a:lnTo>
                  <a:lnTo>
                    <a:pt x="1200545" y="1668810"/>
                  </a:lnTo>
                  <a:lnTo>
                    <a:pt x="1199877" y="1668810"/>
                  </a:lnTo>
                  <a:lnTo>
                    <a:pt x="1199209" y="1668810"/>
                  </a:lnTo>
                  <a:lnTo>
                    <a:pt x="1198541" y="1668810"/>
                  </a:lnTo>
                  <a:lnTo>
                    <a:pt x="1197873" y="1668810"/>
                  </a:lnTo>
                  <a:lnTo>
                    <a:pt x="1197204" y="1668810"/>
                  </a:lnTo>
                  <a:lnTo>
                    <a:pt x="1196536" y="1668810"/>
                  </a:lnTo>
                  <a:lnTo>
                    <a:pt x="1195868" y="1668810"/>
                  </a:lnTo>
                  <a:lnTo>
                    <a:pt x="1195200" y="1668810"/>
                  </a:lnTo>
                  <a:lnTo>
                    <a:pt x="1194532" y="1668810"/>
                  </a:lnTo>
                  <a:lnTo>
                    <a:pt x="1193864" y="1668810"/>
                  </a:lnTo>
                  <a:lnTo>
                    <a:pt x="1193196" y="1668810"/>
                  </a:lnTo>
                  <a:lnTo>
                    <a:pt x="1192528" y="1668810"/>
                  </a:lnTo>
                  <a:lnTo>
                    <a:pt x="1191860" y="1668810"/>
                  </a:lnTo>
                  <a:lnTo>
                    <a:pt x="1191192" y="1668810"/>
                  </a:lnTo>
                  <a:lnTo>
                    <a:pt x="1190524" y="1668810"/>
                  </a:lnTo>
                  <a:lnTo>
                    <a:pt x="1189856" y="1668810"/>
                  </a:lnTo>
                  <a:lnTo>
                    <a:pt x="1189188" y="1668810"/>
                  </a:lnTo>
                  <a:lnTo>
                    <a:pt x="1188520" y="1668810"/>
                  </a:lnTo>
                  <a:lnTo>
                    <a:pt x="1187852" y="1668810"/>
                  </a:lnTo>
                  <a:lnTo>
                    <a:pt x="1187184" y="1668810"/>
                  </a:lnTo>
                  <a:lnTo>
                    <a:pt x="1186516" y="1668810"/>
                  </a:lnTo>
                  <a:lnTo>
                    <a:pt x="1185848" y="1668810"/>
                  </a:lnTo>
                  <a:lnTo>
                    <a:pt x="1185180" y="1668810"/>
                  </a:lnTo>
                  <a:lnTo>
                    <a:pt x="1184512" y="1668810"/>
                  </a:lnTo>
                  <a:lnTo>
                    <a:pt x="1183844" y="1668810"/>
                  </a:lnTo>
                  <a:lnTo>
                    <a:pt x="1183176" y="1668810"/>
                  </a:lnTo>
                  <a:lnTo>
                    <a:pt x="1182508" y="1668810"/>
                  </a:lnTo>
                  <a:lnTo>
                    <a:pt x="1181840" y="1668810"/>
                  </a:lnTo>
                  <a:lnTo>
                    <a:pt x="1181172" y="1668810"/>
                  </a:lnTo>
                  <a:lnTo>
                    <a:pt x="1180504" y="1668810"/>
                  </a:lnTo>
                  <a:lnTo>
                    <a:pt x="1179836" y="1668810"/>
                  </a:lnTo>
                  <a:lnTo>
                    <a:pt x="1179168" y="1668810"/>
                  </a:lnTo>
                  <a:lnTo>
                    <a:pt x="1178500" y="1668810"/>
                  </a:lnTo>
                  <a:lnTo>
                    <a:pt x="1177832" y="1668810"/>
                  </a:lnTo>
                  <a:lnTo>
                    <a:pt x="1177164" y="1668810"/>
                  </a:lnTo>
                  <a:lnTo>
                    <a:pt x="1176496" y="1668810"/>
                  </a:lnTo>
                  <a:lnTo>
                    <a:pt x="1175828" y="1668810"/>
                  </a:lnTo>
                  <a:lnTo>
                    <a:pt x="1175160" y="1668810"/>
                  </a:lnTo>
                  <a:lnTo>
                    <a:pt x="1174492" y="1668810"/>
                  </a:lnTo>
                  <a:lnTo>
                    <a:pt x="1173824" y="1668810"/>
                  </a:lnTo>
                  <a:lnTo>
                    <a:pt x="1173155" y="1668810"/>
                  </a:lnTo>
                  <a:lnTo>
                    <a:pt x="1172487" y="1668810"/>
                  </a:lnTo>
                  <a:lnTo>
                    <a:pt x="1171819" y="1668810"/>
                  </a:lnTo>
                  <a:lnTo>
                    <a:pt x="1171151" y="1668810"/>
                  </a:lnTo>
                  <a:lnTo>
                    <a:pt x="1170483" y="1668810"/>
                  </a:lnTo>
                  <a:lnTo>
                    <a:pt x="1169815" y="1668810"/>
                  </a:lnTo>
                  <a:lnTo>
                    <a:pt x="1169147" y="1668810"/>
                  </a:lnTo>
                  <a:lnTo>
                    <a:pt x="1168479" y="1668810"/>
                  </a:lnTo>
                  <a:lnTo>
                    <a:pt x="1167811" y="1668810"/>
                  </a:lnTo>
                  <a:lnTo>
                    <a:pt x="1167143" y="1668810"/>
                  </a:lnTo>
                  <a:lnTo>
                    <a:pt x="1166475" y="1668810"/>
                  </a:lnTo>
                  <a:lnTo>
                    <a:pt x="1165807" y="1668810"/>
                  </a:lnTo>
                  <a:lnTo>
                    <a:pt x="1165139" y="1668810"/>
                  </a:lnTo>
                  <a:lnTo>
                    <a:pt x="1164471" y="1668810"/>
                  </a:lnTo>
                  <a:lnTo>
                    <a:pt x="1163803" y="1668810"/>
                  </a:lnTo>
                  <a:lnTo>
                    <a:pt x="1163135" y="1668810"/>
                  </a:lnTo>
                  <a:lnTo>
                    <a:pt x="1162467" y="1668810"/>
                  </a:lnTo>
                  <a:lnTo>
                    <a:pt x="1161799" y="1668810"/>
                  </a:lnTo>
                  <a:lnTo>
                    <a:pt x="1161131" y="1668810"/>
                  </a:lnTo>
                  <a:lnTo>
                    <a:pt x="1160463" y="1668810"/>
                  </a:lnTo>
                  <a:lnTo>
                    <a:pt x="1159795" y="1668810"/>
                  </a:lnTo>
                  <a:lnTo>
                    <a:pt x="1159127" y="1668810"/>
                  </a:lnTo>
                  <a:lnTo>
                    <a:pt x="1158459" y="1668810"/>
                  </a:lnTo>
                  <a:lnTo>
                    <a:pt x="1157791" y="1668810"/>
                  </a:lnTo>
                  <a:lnTo>
                    <a:pt x="1157123" y="1668810"/>
                  </a:lnTo>
                  <a:lnTo>
                    <a:pt x="1156455" y="1668810"/>
                  </a:lnTo>
                  <a:lnTo>
                    <a:pt x="1155787" y="1668810"/>
                  </a:lnTo>
                  <a:lnTo>
                    <a:pt x="1155119" y="1668810"/>
                  </a:lnTo>
                  <a:lnTo>
                    <a:pt x="1154451" y="1668810"/>
                  </a:lnTo>
                  <a:lnTo>
                    <a:pt x="1153783" y="1668810"/>
                  </a:lnTo>
                  <a:lnTo>
                    <a:pt x="1153115" y="1668810"/>
                  </a:lnTo>
                  <a:lnTo>
                    <a:pt x="1152447" y="1668810"/>
                  </a:lnTo>
                  <a:lnTo>
                    <a:pt x="1151779" y="1668810"/>
                  </a:lnTo>
                  <a:lnTo>
                    <a:pt x="1151111" y="1668810"/>
                  </a:lnTo>
                  <a:lnTo>
                    <a:pt x="1150443" y="1668810"/>
                  </a:lnTo>
                  <a:lnTo>
                    <a:pt x="1149775" y="1668810"/>
                  </a:lnTo>
                  <a:lnTo>
                    <a:pt x="1149107" y="1668810"/>
                  </a:lnTo>
                  <a:lnTo>
                    <a:pt x="1148438" y="1668810"/>
                  </a:lnTo>
                  <a:lnTo>
                    <a:pt x="1147770" y="1668810"/>
                  </a:lnTo>
                  <a:lnTo>
                    <a:pt x="1147102" y="1668810"/>
                  </a:lnTo>
                  <a:lnTo>
                    <a:pt x="1146434" y="1668810"/>
                  </a:lnTo>
                  <a:lnTo>
                    <a:pt x="1145766" y="1668810"/>
                  </a:lnTo>
                  <a:lnTo>
                    <a:pt x="1145098" y="1668810"/>
                  </a:lnTo>
                  <a:lnTo>
                    <a:pt x="1144430" y="1668810"/>
                  </a:lnTo>
                  <a:lnTo>
                    <a:pt x="1143762" y="1668810"/>
                  </a:lnTo>
                  <a:lnTo>
                    <a:pt x="1143094" y="1668810"/>
                  </a:lnTo>
                  <a:lnTo>
                    <a:pt x="1142426" y="1668810"/>
                  </a:lnTo>
                  <a:lnTo>
                    <a:pt x="1141758" y="1668810"/>
                  </a:lnTo>
                  <a:lnTo>
                    <a:pt x="1141090" y="1668810"/>
                  </a:lnTo>
                  <a:lnTo>
                    <a:pt x="1140422" y="1668810"/>
                  </a:lnTo>
                  <a:lnTo>
                    <a:pt x="1139754" y="1668810"/>
                  </a:lnTo>
                  <a:lnTo>
                    <a:pt x="1139086" y="1668810"/>
                  </a:lnTo>
                  <a:lnTo>
                    <a:pt x="1138418" y="1668810"/>
                  </a:lnTo>
                  <a:lnTo>
                    <a:pt x="1137750" y="1668810"/>
                  </a:lnTo>
                  <a:lnTo>
                    <a:pt x="1137082" y="1668810"/>
                  </a:lnTo>
                  <a:lnTo>
                    <a:pt x="1136414" y="1668810"/>
                  </a:lnTo>
                  <a:lnTo>
                    <a:pt x="1135746" y="1668810"/>
                  </a:lnTo>
                  <a:lnTo>
                    <a:pt x="1135078" y="1668810"/>
                  </a:lnTo>
                  <a:lnTo>
                    <a:pt x="1134410" y="1668810"/>
                  </a:lnTo>
                  <a:lnTo>
                    <a:pt x="1133742" y="1668810"/>
                  </a:lnTo>
                  <a:lnTo>
                    <a:pt x="1133074" y="1668810"/>
                  </a:lnTo>
                  <a:lnTo>
                    <a:pt x="1132406" y="1668810"/>
                  </a:lnTo>
                  <a:lnTo>
                    <a:pt x="1131738" y="1668810"/>
                  </a:lnTo>
                  <a:lnTo>
                    <a:pt x="1131070" y="1668810"/>
                  </a:lnTo>
                  <a:lnTo>
                    <a:pt x="1130402" y="1668810"/>
                  </a:lnTo>
                  <a:lnTo>
                    <a:pt x="1129734" y="1668810"/>
                  </a:lnTo>
                  <a:lnTo>
                    <a:pt x="1129066" y="1668810"/>
                  </a:lnTo>
                  <a:lnTo>
                    <a:pt x="1128398" y="1668810"/>
                  </a:lnTo>
                  <a:lnTo>
                    <a:pt x="1127730" y="1668810"/>
                  </a:lnTo>
                  <a:lnTo>
                    <a:pt x="1127062" y="1668810"/>
                  </a:lnTo>
                  <a:lnTo>
                    <a:pt x="1126394" y="1668810"/>
                  </a:lnTo>
                  <a:lnTo>
                    <a:pt x="1125726" y="1668810"/>
                  </a:lnTo>
                  <a:lnTo>
                    <a:pt x="1125058" y="1668810"/>
                  </a:lnTo>
                  <a:lnTo>
                    <a:pt x="1124390" y="1668810"/>
                  </a:lnTo>
                  <a:lnTo>
                    <a:pt x="1123721" y="1668810"/>
                  </a:lnTo>
                  <a:lnTo>
                    <a:pt x="1123053" y="1668810"/>
                  </a:lnTo>
                  <a:lnTo>
                    <a:pt x="1122385" y="1668810"/>
                  </a:lnTo>
                  <a:lnTo>
                    <a:pt x="1121717" y="1668810"/>
                  </a:lnTo>
                  <a:lnTo>
                    <a:pt x="1121049" y="1668810"/>
                  </a:lnTo>
                  <a:lnTo>
                    <a:pt x="1120381" y="1668810"/>
                  </a:lnTo>
                  <a:lnTo>
                    <a:pt x="1119713" y="1668810"/>
                  </a:lnTo>
                  <a:lnTo>
                    <a:pt x="1119045" y="1668810"/>
                  </a:lnTo>
                  <a:lnTo>
                    <a:pt x="1118377" y="1668810"/>
                  </a:lnTo>
                  <a:lnTo>
                    <a:pt x="1117709" y="1668810"/>
                  </a:lnTo>
                  <a:lnTo>
                    <a:pt x="1117041" y="1668810"/>
                  </a:lnTo>
                  <a:lnTo>
                    <a:pt x="1116373" y="1668810"/>
                  </a:lnTo>
                  <a:lnTo>
                    <a:pt x="1115705" y="1668810"/>
                  </a:lnTo>
                  <a:lnTo>
                    <a:pt x="1115037" y="1668810"/>
                  </a:lnTo>
                  <a:lnTo>
                    <a:pt x="1114369" y="1668810"/>
                  </a:lnTo>
                  <a:lnTo>
                    <a:pt x="1113701" y="1668810"/>
                  </a:lnTo>
                  <a:lnTo>
                    <a:pt x="1113033" y="1668810"/>
                  </a:lnTo>
                  <a:lnTo>
                    <a:pt x="1112365" y="1668810"/>
                  </a:lnTo>
                  <a:lnTo>
                    <a:pt x="1111697" y="1668810"/>
                  </a:lnTo>
                  <a:lnTo>
                    <a:pt x="1111029" y="1668810"/>
                  </a:lnTo>
                  <a:lnTo>
                    <a:pt x="1110361" y="1668810"/>
                  </a:lnTo>
                  <a:lnTo>
                    <a:pt x="1109693" y="1668810"/>
                  </a:lnTo>
                  <a:lnTo>
                    <a:pt x="1109025" y="1668810"/>
                  </a:lnTo>
                  <a:lnTo>
                    <a:pt x="1108357" y="1668810"/>
                  </a:lnTo>
                  <a:lnTo>
                    <a:pt x="1107689" y="1668810"/>
                  </a:lnTo>
                  <a:lnTo>
                    <a:pt x="1107021" y="1668810"/>
                  </a:lnTo>
                  <a:lnTo>
                    <a:pt x="1106353" y="1668810"/>
                  </a:lnTo>
                  <a:lnTo>
                    <a:pt x="1105685" y="1668810"/>
                  </a:lnTo>
                  <a:lnTo>
                    <a:pt x="1105017" y="1668810"/>
                  </a:lnTo>
                  <a:lnTo>
                    <a:pt x="1104349" y="1668810"/>
                  </a:lnTo>
                  <a:lnTo>
                    <a:pt x="1103681" y="1668810"/>
                  </a:lnTo>
                  <a:lnTo>
                    <a:pt x="1103013" y="1668810"/>
                  </a:lnTo>
                  <a:lnTo>
                    <a:pt x="1102345" y="1668810"/>
                  </a:lnTo>
                  <a:lnTo>
                    <a:pt x="1101677" y="1668810"/>
                  </a:lnTo>
                  <a:lnTo>
                    <a:pt x="1101009" y="1668810"/>
                  </a:lnTo>
                  <a:lnTo>
                    <a:pt x="1100341" y="1668810"/>
                  </a:lnTo>
                  <a:lnTo>
                    <a:pt x="1099673" y="1668810"/>
                  </a:lnTo>
                  <a:lnTo>
                    <a:pt x="1099004" y="1668810"/>
                  </a:lnTo>
                  <a:lnTo>
                    <a:pt x="1098336" y="1668810"/>
                  </a:lnTo>
                  <a:lnTo>
                    <a:pt x="1097668" y="1668810"/>
                  </a:lnTo>
                  <a:lnTo>
                    <a:pt x="1097000" y="1668810"/>
                  </a:lnTo>
                  <a:lnTo>
                    <a:pt x="1096332" y="1668810"/>
                  </a:lnTo>
                  <a:lnTo>
                    <a:pt x="1095664" y="1668810"/>
                  </a:lnTo>
                  <a:lnTo>
                    <a:pt x="1094996" y="1668810"/>
                  </a:lnTo>
                  <a:lnTo>
                    <a:pt x="1094328" y="1668810"/>
                  </a:lnTo>
                  <a:lnTo>
                    <a:pt x="1093660" y="1668810"/>
                  </a:lnTo>
                  <a:lnTo>
                    <a:pt x="1092992" y="1668810"/>
                  </a:lnTo>
                  <a:lnTo>
                    <a:pt x="1092324" y="1668810"/>
                  </a:lnTo>
                  <a:lnTo>
                    <a:pt x="1091656" y="1668810"/>
                  </a:lnTo>
                  <a:lnTo>
                    <a:pt x="1090988" y="1668810"/>
                  </a:lnTo>
                  <a:lnTo>
                    <a:pt x="1090320" y="1668810"/>
                  </a:lnTo>
                  <a:lnTo>
                    <a:pt x="1089652" y="1668810"/>
                  </a:lnTo>
                  <a:lnTo>
                    <a:pt x="1088984" y="1668810"/>
                  </a:lnTo>
                  <a:lnTo>
                    <a:pt x="1088316" y="1668810"/>
                  </a:lnTo>
                  <a:lnTo>
                    <a:pt x="1087648" y="1668810"/>
                  </a:lnTo>
                  <a:lnTo>
                    <a:pt x="1086980" y="1668810"/>
                  </a:lnTo>
                  <a:lnTo>
                    <a:pt x="1086312" y="1668810"/>
                  </a:lnTo>
                  <a:lnTo>
                    <a:pt x="1085644" y="1668810"/>
                  </a:lnTo>
                  <a:lnTo>
                    <a:pt x="1084976" y="1668810"/>
                  </a:lnTo>
                  <a:lnTo>
                    <a:pt x="1084308" y="1668810"/>
                  </a:lnTo>
                  <a:lnTo>
                    <a:pt x="1083640" y="1668810"/>
                  </a:lnTo>
                  <a:lnTo>
                    <a:pt x="1082972" y="1668810"/>
                  </a:lnTo>
                  <a:lnTo>
                    <a:pt x="1082304" y="1668810"/>
                  </a:lnTo>
                  <a:lnTo>
                    <a:pt x="1081636" y="1668810"/>
                  </a:lnTo>
                  <a:lnTo>
                    <a:pt x="1080968" y="1668810"/>
                  </a:lnTo>
                  <a:lnTo>
                    <a:pt x="1080300" y="1668810"/>
                  </a:lnTo>
                  <a:lnTo>
                    <a:pt x="1079632" y="1668810"/>
                  </a:lnTo>
                  <a:lnTo>
                    <a:pt x="1078964" y="1668810"/>
                  </a:lnTo>
                  <a:lnTo>
                    <a:pt x="1078296" y="1668810"/>
                  </a:lnTo>
                  <a:lnTo>
                    <a:pt x="1077628" y="1668810"/>
                  </a:lnTo>
                  <a:lnTo>
                    <a:pt x="1076960" y="1668810"/>
                  </a:lnTo>
                  <a:lnTo>
                    <a:pt x="1076292" y="1668810"/>
                  </a:lnTo>
                  <a:lnTo>
                    <a:pt x="1075624" y="1668810"/>
                  </a:lnTo>
                  <a:lnTo>
                    <a:pt x="1074955" y="1668810"/>
                  </a:lnTo>
                  <a:lnTo>
                    <a:pt x="1074287" y="1668810"/>
                  </a:lnTo>
                  <a:lnTo>
                    <a:pt x="1073619" y="1668810"/>
                  </a:lnTo>
                  <a:lnTo>
                    <a:pt x="1072951" y="1668810"/>
                  </a:lnTo>
                  <a:lnTo>
                    <a:pt x="1072283" y="1668810"/>
                  </a:lnTo>
                  <a:lnTo>
                    <a:pt x="1071615" y="1668810"/>
                  </a:lnTo>
                  <a:lnTo>
                    <a:pt x="1070947" y="1668810"/>
                  </a:lnTo>
                  <a:lnTo>
                    <a:pt x="1070279" y="1668810"/>
                  </a:lnTo>
                  <a:lnTo>
                    <a:pt x="1069611" y="1668810"/>
                  </a:lnTo>
                  <a:lnTo>
                    <a:pt x="1068943" y="1668810"/>
                  </a:lnTo>
                  <a:lnTo>
                    <a:pt x="1068275" y="1668810"/>
                  </a:lnTo>
                  <a:lnTo>
                    <a:pt x="1067607" y="1668810"/>
                  </a:lnTo>
                  <a:lnTo>
                    <a:pt x="1066939" y="1668810"/>
                  </a:lnTo>
                  <a:lnTo>
                    <a:pt x="1066271" y="1668810"/>
                  </a:lnTo>
                  <a:lnTo>
                    <a:pt x="1065603" y="1668810"/>
                  </a:lnTo>
                  <a:lnTo>
                    <a:pt x="1064935" y="1668810"/>
                  </a:lnTo>
                  <a:lnTo>
                    <a:pt x="1064267" y="1668810"/>
                  </a:lnTo>
                  <a:lnTo>
                    <a:pt x="1063599" y="1668810"/>
                  </a:lnTo>
                  <a:lnTo>
                    <a:pt x="1062931" y="1668810"/>
                  </a:lnTo>
                  <a:lnTo>
                    <a:pt x="1062263" y="1668810"/>
                  </a:lnTo>
                  <a:lnTo>
                    <a:pt x="1061595" y="1668810"/>
                  </a:lnTo>
                  <a:lnTo>
                    <a:pt x="1060927" y="1668810"/>
                  </a:lnTo>
                  <a:lnTo>
                    <a:pt x="1060259" y="1668810"/>
                  </a:lnTo>
                  <a:lnTo>
                    <a:pt x="1059591" y="1668810"/>
                  </a:lnTo>
                  <a:lnTo>
                    <a:pt x="1058923" y="1668810"/>
                  </a:lnTo>
                  <a:lnTo>
                    <a:pt x="1058255" y="1668810"/>
                  </a:lnTo>
                  <a:lnTo>
                    <a:pt x="1057587" y="1668810"/>
                  </a:lnTo>
                  <a:lnTo>
                    <a:pt x="1056919" y="1668810"/>
                  </a:lnTo>
                  <a:lnTo>
                    <a:pt x="1056251" y="1668810"/>
                  </a:lnTo>
                  <a:lnTo>
                    <a:pt x="1055583" y="1668810"/>
                  </a:lnTo>
                  <a:lnTo>
                    <a:pt x="1054915" y="1668810"/>
                  </a:lnTo>
                  <a:lnTo>
                    <a:pt x="1054247" y="1668810"/>
                  </a:lnTo>
                  <a:lnTo>
                    <a:pt x="1053579" y="1668810"/>
                  </a:lnTo>
                  <a:lnTo>
                    <a:pt x="1052911" y="1668810"/>
                  </a:lnTo>
                  <a:lnTo>
                    <a:pt x="1052243" y="1668810"/>
                  </a:lnTo>
                  <a:lnTo>
                    <a:pt x="1051575" y="1668810"/>
                  </a:lnTo>
                  <a:lnTo>
                    <a:pt x="1050907" y="1668810"/>
                  </a:lnTo>
                  <a:lnTo>
                    <a:pt x="1050238" y="1668810"/>
                  </a:lnTo>
                  <a:lnTo>
                    <a:pt x="1049570" y="1668810"/>
                  </a:lnTo>
                  <a:lnTo>
                    <a:pt x="1048902" y="1668810"/>
                  </a:lnTo>
                  <a:lnTo>
                    <a:pt x="1048234" y="1668810"/>
                  </a:lnTo>
                  <a:lnTo>
                    <a:pt x="1047566" y="1668810"/>
                  </a:lnTo>
                  <a:lnTo>
                    <a:pt x="1046898" y="1668810"/>
                  </a:lnTo>
                  <a:lnTo>
                    <a:pt x="1046230" y="1668810"/>
                  </a:lnTo>
                  <a:lnTo>
                    <a:pt x="1045562" y="1668810"/>
                  </a:lnTo>
                  <a:lnTo>
                    <a:pt x="1044894" y="1668810"/>
                  </a:lnTo>
                  <a:lnTo>
                    <a:pt x="1044226" y="1668810"/>
                  </a:lnTo>
                  <a:lnTo>
                    <a:pt x="1043558" y="1668810"/>
                  </a:lnTo>
                  <a:lnTo>
                    <a:pt x="1042890" y="1668810"/>
                  </a:lnTo>
                  <a:lnTo>
                    <a:pt x="1042222" y="1668810"/>
                  </a:lnTo>
                  <a:lnTo>
                    <a:pt x="1041554" y="1668810"/>
                  </a:lnTo>
                  <a:lnTo>
                    <a:pt x="1040886" y="1668810"/>
                  </a:lnTo>
                  <a:lnTo>
                    <a:pt x="1040218" y="1668810"/>
                  </a:lnTo>
                  <a:lnTo>
                    <a:pt x="1039550" y="1668810"/>
                  </a:lnTo>
                  <a:lnTo>
                    <a:pt x="1038882" y="1668810"/>
                  </a:lnTo>
                  <a:lnTo>
                    <a:pt x="1038214" y="1668810"/>
                  </a:lnTo>
                  <a:lnTo>
                    <a:pt x="1037546" y="1668810"/>
                  </a:lnTo>
                  <a:lnTo>
                    <a:pt x="1036878" y="1668810"/>
                  </a:lnTo>
                  <a:lnTo>
                    <a:pt x="1036210" y="1668810"/>
                  </a:lnTo>
                  <a:lnTo>
                    <a:pt x="1035542" y="1668810"/>
                  </a:lnTo>
                  <a:lnTo>
                    <a:pt x="1034874" y="1668810"/>
                  </a:lnTo>
                  <a:lnTo>
                    <a:pt x="1034206" y="1668810"/>
                  </a:lnTo>
                  <a:lnTo>
                    <a:pt x="1033538" y="1668810"/>
                  </a:lnTo>
                  <a:lnTo>
                    <a:pt x="1032870" y="1668810"/>
                  </a:lnTo>
                  <a:lnTo>
                    <a:pt x="1032202" y="1668810"/>
                  </a:lnTo>
                  <a:lnTo>
                    <a:pt x="1031534" y="1668810"/>
                  </a:lnTo>
                  <a:lnTo>
                    <a:pt x="1030866" y="1668810"/>
                  </a:lnTo>
                  <a:lnTo>
                    <a:pt x="1030198" y="1668810"/>
                  </a:lnTo>
                  <a:lnTo>
                    <a:pt x="1029530" y="1668810"/>
                  </a:lnTo>
                  <a:lnTo>
                    <a:pt x="1028862" y="1668810"/>
                  </a:lnTo>
                  <a:lnTo>
                    <a:pt x="1028194" y="1668810"/>
                  </a:lnTo>
                  <a:lnTo>
                    <a:pt x="1027526" y="1668810"/>
                  </a:lnTo>
                  <a:lnTo>
                    <a:pt x="1026858" y="1668810"/>
                  </a:lnTo>
                  <a:lnTo>
                    <a:pt x="1026190" y="1668810"/>
                  </a:lnTo>
                  <a:lnTo>
                    <a:pt x="1025521" y="1668810"/>
                  </a:lnTo>
                  <a:lnTo>
                    <a:pt x="1024853" y="1668810"/>
                  </a:lnTo>
                  <a:lnTo>
                    <a:pt x="1024185" y="1668810"/>
                  </a:lnTo>
                  <a:lnTo>
                    <a:pt x="1023517" y="1668810"/>
                  </a:lnTo>
                  <a:lnTo>
                    <a:pt x="1022849" y="1668810"/>
                  </a:lnTo>
                  <a:lnTo>
                    <a:pt x="1022181" y="1668810"/>
                  </a:lnTo>
                  <a:lnTo>
                    <a:pt x="1021513" y="1668810"/>
                  </a:lnTo>
                  <a:lnTo>
                    <a:pt x="1020845" y="1668810"/>
                  </a:lnTo>
                  <a:lnTo>
                    <a:pt x="1020177" y="1668810"/>
                  </a:lnTo>
                  <a:lnTo>
                    <a:pt x="1019509" y="1668810"/>
                  </a:lnTo>
                  <a:lnTo>
                    <a:pt x="1018841" y="1668810"/>
                  </a:lnTo>
                  <a:lnTo>
                    <a:pt x="1018173" y="1668810"/>
                  </a:lnTo>
                  <a:lnTo>
                    <a:pt x="1017505" y="1668810"/>
                  </a:lnTo>
                  <a:lnTo>
                    <a:pt x="1016837" y="1668810"/>
                  </a:lnTo>
                  <a:lnTo>
                    <a:pt x="1016169" y="1668810"/>
                  </a:lnTo>
                  <a:lnTo>
                    <a:pt x="1015501" y="1668810"/>
                  </a:lnTo>
                  <a:lnTo>
                    <a:pt x="1014833" y="1668810"/>
                  </a:lnTo>
                  <a:lnTo>
                    <a:pt x="1014165" y="1668810"/>
                  </a:lnTo>
                  <a:lnTo>
                    <a:pt x="1013497" y="1668810"/>
                  </a:lnTo>
                  <a:lnTo>
                    <a:pt x="1012829" y="1668810"/>
                  </a:lnTo>
                  <a:lnTo>
                    <a:pt x="1012161" y="1668810"/>
                  </a:lnTo>
                  <a:lnTo>
                    <a:pt x="1011493" y="1668810"/>
                  </a:lnTo>
                  <a:lnTo>
                    <a:pt x="1010825" y="1668810"/>
                  </a:lnTo>
                  <a:lnTo>
                    <a:pt x="1010157" y="1668810"/>
                  </a:lnTo>
                  <a:lnTo>
                    <a:pt x="1009489" y="1668810"/>
                  </a:lnTo>
                  <a:lnTo>
                    <a:pt x="1008821" y="1668810"/>
                  </a:lnTo>
                  <a:lnTo>
                    <a:pt x="1008153" y="1668810"/>
                  </a:lnTo>
                  <a:lnTo>
                    <a:pt x="1007485" y="1668810"/>
                  </a:lnTo>
                  <a:lnTo>
                    <a:pt x="1006817" y="1668810"/>
                  </a:lnTo>
                  <a:lnTo>
                    <a:pt x="1006149" y="1668810"/>
                  </a:lnTo>
                  <a:lnTo>
                    <a:pt x="1005481" y="1668810"/>
                  </a:lnTo>
                  <a:lnTo>
                    <a:pt x="1004813" y="1668810"/>
                  </a:lnTo>
                  <a:lnTo>
                    <a:pt x="1004145" y="1668810"/>
                  </a:lnTo>
                  <a:lnTo>
                    <a:pt x="1003477" y="1668810"/>
                  </a:lnTo>
                  <a:lnTo>
                    <a:pt x="1002809" y="1668810"/>
                  </a:lnTo>
                  <a:lnTo>
                    <a:pt x="1002141" y="1668810"/>
                  </a:lnTo>
                  <a:lnTo>
                    <a:pt x="1001473" y="1668810"/>
                  </a:lnTo>
                  <a:lnTo>
                    <a:pt x="1000804" y="1668810"/>
                  </a:lnTo>
                  <a:lnTo>
                    <a:pt x="1000136" y="1668810"/>
                  </a:lnTo>
                  <a:lnTo>
                    <a:pt x="999468" y="1668810"/>
                  </a:lnTo>
                  <a:lnTo>
                    <a:pt x="998800" y="1668810"/>
                  </a:lnTo>
                  <a:lnTo>
                    <a:pt x="998132" y="1668810"/>
                  </a:lnTo>
                  <a:lnTo>
                    <a:pt x="997464" y="1668810"/>
                  </a:lnTo>
                  <a:lnTo>
                    <a:pt x="996796" y="1668810"/>
                  </a:lnTo>
                  <a:lnTo>
                    <a:pt x="996128" y="1668810"/>
                  </a:lnTo>
                  <a:lnTo>
                    <a:pt x="995460" y="1668810"/>
                  </a:lnTo>
                  <a:lnTo>
                    <a:pt x="994792" y="1668810"/>
                  </a:lnTo>
                  <a:lnTo>
                    <a:pt x="994124" y="1668810"/>
                  </a:lnTo>
                  <a:lnTo>
                    <a:pt x="993456" y="1668810"/>
                  </a:lnTo>
                  <a:lnTo>
                    <a:pt x="992788" y="1668810"/>
                  </a:lnTo>
                  <a:lnTo>
                    <a:pt x="992120" y="1668810"/>
                  </a:lnTo>
                  <a:lnTo>
                    <a:pt x="991452" y="1668810"/>
                  </a:lnTo>
                  <a:lnTo>
                    <a:pt x="990784" y="1668810"/>
                  </a:lnTo>
                  <a:lnTo>
                    <a:pt x="990116" y="1668810"/>
                  </a:lnTo>
                  <a:lnTo>
                    <a:pt x="989448" y="1668810"/>
                  </a:lnTo>
                  <a:lnTo>
                    <a:pt x="988780" y="1668810"/>
                  </a:lnTo>
                  <a:lnTo>
                    <a:pt x="988112" y="1668810"/>
                  </a:lnTo>
                  <a:lnTo>
                    <a:pt x="987444" y="1668810"/>
                  </a:lnTo>
                  <a:lnTo>
                    <a:pt x="986776" y="1668810"/>
                  </a:lnTo>
                  <a:lnTo>
                    <a:pt x="986108" y="1668810"/>
                  </a:lnTo>
                  <a:lnTo>
                    <a:pt x="985440" y="1668810"/>
                  </a:lnTo>
                  <a:lnTo>
                    <a:pt x="984772" y="1668810"/>
                  </a:lnTo>
                  <a:lnTo>
                    <a:pt x="984104" y="1668810"/>
                  </a:lnTo>
                  <a:lnTo>
                    <a:pt x="983436" y="1668810"/>
                  </a:lnTo>
                  <a:lnTo>
                    <a:pt x="982768" y="1668810"/>
                  </a:lnTo>
                  <a:lnTo>
                    <a:pt x="982100" y="1668810"/>
                  </a:lnTo>
                  <a:lnTo>
                    <a:pt x="981432" y="1668810"/>
                  </a:lnTo>
                  <a:lnTo>
                    <a:pt x="980764" y="1668810"/>
                  </a:lnTo>
                  <a:lnTo>
                    <a:pt x="980096" y="1668810"/>
                  </a:lnTo>
                  <a:lnTo>
                    <a:pt x="979428" y="1668810"/>
                  </a:lnTo>
                  <a:lnTo>
                    <a:pt x="978760" y="1668810"/>
                  </a:lnTo>
                  <a:lnTo>
                    <a:pt x="978092" y="1668810"/>
                  </a:lnTo>
                  <a:lnTo>
                    <a:pt x="977424" y="1668810"/>
                  </a:lnTo>
                  <a:lnTo>
                    <a:pt x="976755" y="1668810"/>
                  </a:lnTo>
                  <a:lnTo>
                    <a:pt x="976087" y="1668810"/>
                  </a:lnTo>
                  <a:lnTo>
                    <a:pt x="975419" y="1668810"/>
                  </a:lnTo>
                  <a:lnTo>
                    <a:pt x="974751" y="1668810"/>
                  </a:lnTo>
                  <a:lnTo>
                    <a:pt x="974083" y="1668810"/>
                  </a:lnTo>
                  <a:lnTo>
                    <a:pt x="973415" y="1668810"/>
                  </a:lnTo>
                  <a:lnTo>
                    <a:pt x="972747" y="1668810"/>
                  </a:lnTo>
                  <a:lnTo>
                    <a:pt x="972079" y="1668810"/>
                  </a:lnTo>
                  <a:lnTo>
                    <a:pt x="971411" y="1668810"/>
                  </a:lnTo>
                  <a:lnTo>
                    <a:pt x="970743" y="1668810"/>
                  </a:lnTo>
                  <a:lnTo>
                    <a:pt x="970075" y="1668810"/>
                  </a:lnTo>
                  <a:lnTo>
                    <a:pt x="969407" y="1668810"/>
                  </a:lnTo>
                  <a:lnTo>
                    <a:pt x="968739" y="1668810"/>
                  </a:lnTo>
                  <a:lnTo>
                    <a:pt x="968071" y="1668810"/>
                  </a:lnTo>
                  <a:lnTo>
                    <a:pt x="967403" y="1668810"/>
                  </a:lnTo>
                  <a:lnTo>
                    <a:pt x="966735" y="1668810"/>
                  </a:lnTo>
                  <a:lnTo>
                    <a:pt x="966067" y="1668810"/>
                  </a:lnTo>
                  <a:lnTo>
                    <a:pt x="965399" y="1668810"/>
                  </a:lnTo>
                  <a:lnTo>
                    <a:pt x="964731" y="1668810"/>
                  </a:lnTo>
                  <a:lnTo>
                    <a:pt x="964063" y="1668810"/>
                  </a:lnTo>
                  <a:lnTo>
                    <a:pt x="963395" y="1668810"/>
                  </a:lnTo>
                  <a:lnTo>
                    <a:pt x="962727" y="1668810"/>
                  </a:lnTo>
                  <a:lnTo>
                    <a:pt x="962059" y="1668810"/>
                  </a:lnTo>
                  <a:lnTo>
                    <a:pt x="961391" y="1668810"/>
                  </a:lnTo>
                  <a:lnTo>
                    <a:pt x="960723" y="1668810"/>
                  </a:lnTo>
                  <a:lnTo>
                    <a:pt x="960055" y="1668810"/>
                  </a:lnTo>
                  <a:lnTo>
                    <a:pt x="959387" y="1668810"/>
                  </a:lnTo>
                  <a:lnTo>
                    <a:pt x="958719" y="1668810"/>
                  </a:lnTo>
                  <a:lnTo>
                    <a:pt x="958051" y="1668810"/>
                  </a:lnTo>
                  <a:lnTo>
                    <a:pt x="957383" y="1668810"/>
                  </a:lnTo>
                  <a:lnTo>
                    <a:pt x="956715" y="1668810"/>
                  </a:lnTo>
                  <a:lnTo>
                    <a:pt x="956047" y="1668810"/>
                  </a:lnTo>
                  <a:lnTo>
                    <a:pt x="955379" y="1668810"/>
                  </a:lnTo>
                  <a:lnTo>
                    <a:pt x="954711" y="1668810"/>
                  </a:lnTo>
                  <a:lnTo>
                    <a:pt x="954043" y="1668810"/>
                  </a:lnTo>
                  <a:lnTo>
                    <a:pt x="953375" y="1668810"/>
                  </a:lnTo>
                  <a:lnTo>
                    <a:pt x="952707" y="1668810"/>
                  </a:lnTo>
                  <a:lnTo>
                    <a:pt x="952038" y="1668810"/>
                  </a:lnTo>
                  <a:lnTo>
                    <a:pt x="951370" y="1668810"/>
                  </a:lnTo>
                  <a:lnTo>
                    <a:pt x="950702" y="1668810"/>
                  </a:lnTo>
                  <a:lnTo>
                    <a:pt x="950034" y="1668810"/>
                  </a:lnTo>
                  <a:lnTo>
                    <a:pt x="949366" y="1668810"/>
                  </a:lnTo>
                  <a:lnTo>
                    <a:pt x="948698" y="1668810"/>
                  </a:lnTo>
                  <a:lnTo>
                    <a:pt x="948030" y="1668810"/>
                  </a:lnTo>
                  <a:lnTo>
                    <a:pt x="947362" y="1668810"/>
                  </a:lnTo>
                  <a:lnTo>
                    <a:pt x="946694" y="1668810"/>
                  </a:lnTo>
                  <a:lnTo>
                    <a:pt x="946026" y="1668810"/>
                  </a:lnTo>
                  <a:lnTo>
                    <a:pt x="945358" y="1668810"/>
                  </a:lnTo>
                  <a:lnTo>
                    <a:pt x="944690" y="1668810"/>
                  </a:lnTo>
                  <a:lnTo>
                    <a:pt x="944022" y="1668810"/>
                  </a:lnTo>
                  <a:lnTo>
                    <a:pt x="943354" y="1668810"/>
                  </a:lnTo>
                  <a:lnTo>
                    <a:pt x="942686" y="1668810"/>
                  </a:lnTo>
                  <a:lnTo>
                    <a:pt x="942018" y="1668810"/>
                  </a:lnTo>
                  <a:lnTo>
                    <a:pt x="941350" y="1668810"/>
                  </a:lnTo>
                  <a:lnTo>
                    <a:pt x="940682" y="1668810"/>
                  </a:lnTo>
                  <a:lnTo>
                    <a:pt x="940014" y="1668810"/>
                  </a:lnTo>
                  <a:lnTo>
                    <a:pt x="939346" y="1668810"/>
                  </a:lnTo>
                  <a:lnTo>
                    <a:pt x="938678" y="1668810"/>
                  </a:lnTo>
                  <a:lnTo>
                    <a:pt x="938010" y="1668810"/>
                  </a:lnTo>
                  <a:lnTo>
                    <a:pt x="937342" y="1668810"/>
                  </a:lnTo>
                  <a:lnTo>
                    <a:pt x="936674" y="1668810"/>
                  </a:lnTo>
                  <a:lnTo>
                    <a:pt x="936006" y="1668810"/>
                  </a:lnTo>
                  <a:lnTo>
                    <a:pt x="935338" y="1668810"/>
                  </a:lnTo>
                  <a:lnTo>
                    <a:pt x="934670" y="1668810"/>
                  </a:lnTo>
                  <a:lnTo>
                    <a:pt x="934002" y="1668810"/>
                  </a:lnTo>
                  <a:lnTo>
                    <a:pt x="933334" y="1668810"/>
                  </a:lnTo>
                  <a:lnTo>
                    <a:pt x="932666" y="1668810"/>
                  </a:lnTo>
                  <a:lnTo>
                    <a:pt x="931998" y="1668810"/>
                  </a:lnTo>
                  <a:lnTo>
                    <a:pt x="931330" y="1668810"/>
                  </a:lnTo>
                  <a:lnTo>
                    <a:pt x="930662" y="1668810"/>
                  </a:lnTo>
                  <a:lnTo>
                    <a:pt x="929994" y="1668810"/>
                  </a:lnTo>
                  <a:lnTo>
                    <a:pt x="929326" y="1668810"/>
                  </a:lnTo>
                  <a:lnTo>
                    <a:pt x="928658" y="1668810"/>
                  </a:lnTo>
                  <a:lnTo>
                    <a:pt x="927990" y="1668810"/>
                  </a:lnTo>
                  <a:lnTo>
                    <a:pt x="927321" y="1668810"/>
                  </a:lnTo>
                  <a:lnTo>
                    <a:pt x="926653" y="1668810"/>
                  </a:lnTo>
                  <a:lnTo>
                    <a:pt x="925985" y="1668810"/>
                  </a:lnTo>
                  <a:lnTo>
                    <a:pt x="925317" y="1668810"/>
                  </a:lnTo>
                  <a:lnTo>
                    <a:pt x="924649" y="1668810"/>
                  </a:lnTo>
                  <a:lnTo>
                    <a:pt x="923981" y="1668810"/>
                  </a:lnTo>
                  <a:lnTo>
                    <a:pt x="923313" y="1668810"/>
                  </a:lnTo>
                  <a:lnTo>
                    <a:pt x="922645" y="1668810"/>
                  </a:lnTo>
                  <a:lnTo>
                    <a:pt x="921977" y="1668810"/>
                  </a:lnTo>
                  <a:lnTo>
                    <a:pt x="921309" y="1668810"/>
                  </a:lnTo>
                  <a:lnTo>
                    <a:pt x="920641" y="1668810"/>
                  </a:lnTo>
                  <a:lnTo>
                    <a:pt x="919973" y="1668810"/>
                  </a:lnTo>
                  <a:lnTo>
                    <a:pt x="919305" y="1668810"/>
                  </a:lnTo>
                  <a:lnTo>
                    <a:pt x="918637" y="1668810"/>
                  </a:lnTo>
                  <a:lnTo>
                    <a:pt x="917969" y="1668810"/>
                  </a:lnTo>
                  <a:lnTo>
                    <a:pt x="917301" y="1668810"/>
                  </a:lnTo>
                  <a:lnTo>
                    <a:pt x="916633" y="1668810"/>
                  </a:lnTo>
                  <a:lnTo>
                    <a:pt x="915965" y="1668810"/>
                  </a:lnTo>
                  <a:lnTo>
                    <a:pt x="915297" y="1668810"/>
                  </a:lnTo>
                  <a:lnTo>
                    <a:pt x="914629" y="1668810"/>
                  </a:lnTo>
                  <a:lnTo>
                    <a:pt x="913961" y="1668810"/>
                  </a:lnTo>
                  <a:lnTo>
                    <a:pt x="913293" y="1668810"/>
                  </a:lnTo>
                  <a:lnTo>
                    <a:pt x="912625" y="1668810"/>
                  </a:lnTo>
                  <a:lnTo>
                    <a:pt x="911957" y="1668810"/>
                  </a:lnTo>
                  <a:lnTo>
                    <a:pt x="911289" y="1668810"/>
                  </a:lnTo>
                  <a:lnTo>
                    <a:pt x="910621" y="1668810"/>
                  </a:lnTo>
                  <a:lnTo>
                    <a:pt x="909953" y="1668810"/>
                  </a:lnTo>
                  <a:lnTo>
                    <a:pt x="909285" y="1668810"/>
                  </a:lnTo>
                  <a:lnTo>
                    <a:pt x="908617" y="1668810"/>
                  </a:lnTo>
                  <a:lnTo>
                    <a:pt x="907949" y="1668810"/>
                  </a:lnTo>
                  <a:lnTo>
                    <a:pt x="907281" y="1668810"/>
                  </a:lnTo>
                  <a:lnTo>
                    <a:pt x="906613" y="1668810"/>
                  </a:lnTo>
                  <a:lnTo>
                    <a:pt x="905945" y="1668810"/>
                  </a:lnTo>
                  <a:lnTo>
                    <a:pt x="905277" y="1668810"/>
                  </a:lnTo>
                  <a:lnTo>
                    <a:pt x="904609" y="1668810"/>
                  </a:lnTo>
                  <a:lnTo>
                    <a:pt x="903941" y="1668810"/>
                  </a:lnTo>
                  <a:lnTo>
                    <a:pt x="903273" y="1668810"/>
                  </a:lnTo>
                  <a:lnTo>
                    <a:pt x="902604" y="1668810"/>
                  </a:lnTo>
                  <a:lnTo>
                    <a:pt x="901936" y="1668810"/>
                  </a:lnTo>
                  <a:lnTo>
                    <a:pt x="901268" y="1668810"/>
                  </a:lnTo>
                  <a:lnTo>
                    <a:pt x="900600" y="1668810"/>
                  </a:lnTo>
                  <a:lnTo>
                    <a:pt x="899932" y="1668810"/>
                  </a:lnTo>
                  <a:lnTo>
                    <a:pt x="899264" y="1668810"/>
                  </a:lnTo>
                  <a:lnTo>
                    <a:pt x="898596" y="1668810"/>
                  </a:lnTo>
                  <a:lnTo>
                    <a:pt x="897928" y="1668810"/>
                  </a:lnTo>
                  <a:lnTo>
                    <a:pt x="897260" y="1668810"/>
                  </a:lnTo>
                  <a:lnTo>
                    <a:pt x="896592" y="1668810"/>
                  </a:lnTo>
                  <a:lnTo>
                    <a:pt x="895924" y="1668810"/>
                  </a:lnTo>
                  <a:lnTo>
                    <a:pt x="895256" y="1668810"/>
                  </a:lnTo>
                  <a:lnTo>
                    <a:pt x="894588" y="1668810"/>
                  </a:lnTo>
                  <a:lnTo>
                    <a:pt x="893920" y="1668810"/>
                  </a:lnTo>
                  <a:lnTo>
                    <a:pt x="893252" y="1668810"/>
                  </a:lnTo>
                  <a:lnTo>
                    <a:pt x="892584" y="1668810"/>
                  </a:lnTo>
                  <a:lnTo>
                    <a:pt x="891916" y="1668810"/>
                  </a:lnTo>
                  <a:lnTo>
                    <a:pt x="891248" y="1668810"/>
                  </a:lnTo>
                  <a:lnTo>
                    <a:pt x="890580" y="1668810"/>
                  </a:lnTo>
                  <a:lnTo>
                    <a:pt x="889912" y="1668810"/>
                  </a:lnTo>
                  <a:lnTo>
                    <a:pt x="889244" y="1668810"/>
                  </a:lnTo>
                  <a:lnTo>
                    <a:pt x="888576" y="1668810"/>
                  </a:lnTo>
                  <a:lnTo>
                    <a:pt x="887908" y="1668810"/>
                  </a:lnTo>
                  <a:lnTo>
                    <a:pt x="887240" y="1668810"/>
                  </a:lnTo>
                  <a:lnTo>
                    <a:pt x="886572" y="1668810"/>
                  </a:lnTo>
                  <a:lnTo>
                    <a:pt x="885904" y="1668810"/>
                  </a:lnTo>
                  <a:lnTo>
                    <a:pt x="885236" y="1668810"/>
                  </a:lnTo>
                  <a:lnTo>
                    <a:pt x="884568" y="1668810"/>
                  </a:lnTo>
                  <a:lnTo>
                    <a:pt x="883900" y="1668810"/>
                  </a:lnTo>
                  <a:lnTo>
                    <a:pt x="883232" y="1668810"/>
                  </a:lnTo>
                  <a:lnTo>
                    <a:pt x="882564" y="1668810"/>
                  </a:lnTo>
                  <a:lnTo>
                    <a:pt x="881896" y="1668810"/>
                  </a:lnTo>
                  <a:lnTo>
                    <a:pt x="881228" y="1668810"/>
                  </a:lnTo>
                  <a:lnTo>
                    <a:pt x="880560" y="1668810"/>
                  </a:lnTo>
                  <a:lnTo>
                    <a:pt x="879892" y="1668810"/>
                  </a:lnTo>
                  <a:lnTo>
                    <a:pt x="879224" y="1668810"/>
                  </a:lnTo>
                  <a:lnTo>
                    <a:pt x="878555" y="1668810"/>
                  </a:lnTo>
                  <a:lnTo>
                    <a:pt x="877887" y="1668810"/>
                  </a:lnTo>
                  <a:lnTo>
                    <a:pt x="877219" y="1668810"/>
                  </a:lnTo>
                  <a:lnTo>
                    <a:pt x="876551" y="1668810"/>
                  </a:lnTo>
                  <a:lnTo>
                    <a:pt x="875883" y="1668810"/>
                  </a:lnTo>
                  <a:lnTo>
                    <a:pt x="875215" y="1668810"/>
                  </a:lnTo>
                  <a:lnTo>
                    <a:pt x="874547" y="1668810"/>
                  </a:lnTo>
                  <a:lnTo>
                    <a:pt x="873879" y="1668810"/>
                  </a:lnTo>
                  <a:lnTo>
                    <a:pt x="873211" y="1668810"/>
                  </a:lnTo>
                  <a:lnTo>
                    <a:pt x="872543" y="1668810"/>
                  </a:lnTo>
                  <a:lnTo>
                    <a:pt x="871875" y="1668810"/>
                  </a:lnTo>
                  <a:lnTo>
                    <a:pt x="871207" y="1668810"/>
                  </a:lnTo>
                  <a:lnTo>
                    <a:pt x="870539" y="1668810"/>
                  </a:lnTo>
                  <a:lnTo>
                    <a:pt x="869871" y="1668810"/>
                  </a:lnTo>
                  <a:lnTo>
                    <a:pt x="869203" y="1668810"/>
                  </a:lnTo>
                  <a:lnTo>
                    <a:pt x="868535" y="1668810"/>
                  </a:lnTo>
                  <a:lnTo>
                    <a:pt x="867867" y="1668810"/>
                  </a:lnTo>
                  <a:lnTo>
                    <a:pt x="867199" y="1668810"/>
                  </a:lnTo>
                  <a:lnTo>
                    <a:pt x="866531" y="1668810"/>
                  </a:lnTo>
                  <a:lnTo>
                    <a:pt x="865863" y="1668810"/>
                  </a:lnTo>
                  <a:lnTo>
                    <a:pt x="865195" y="1668810"/>
                  </a:lnTo>
                  <a:lnTo>
                    <a:pt x="864527" y="1668810"/>
                  </a:lnTo>
                  <a:lnTo>
                    <a:pt x="863859" y="1668810"/>
                  </a:lnTo>
                  <a:lnTo>
                    <a:pt x="863191" y="1668810"/>
                  </a:lnTo>
                  <a:lnTo>
                    <a:pt x="862523" y="1668810"/>
                  </a:lnTo>
                  <a:lnTo>
                    <a:pt x="861855" y="1668810"/>
                  </a:lnTo>
                  <a:lnTo>
                    <a:pt x="861187" y="1668810"/>
                  </a:lnTo>
                  <a:lnTo>
                    <a:pt x="860519" y="1668810"/>
                  </a:lnTo>
                  <a:lnTo>
                    <a:pt x="859851" y="1668810"/>
                  </a:lnTo>
                  <a:lnTo>
                    <a:pt x="859183" y="1668810"/>
                  </a:lnTo>
                  <a:lnTo>
                    <a:pt x="858515" y="1668810"/>
                  </a:lnTo>
                  <a:lnTo>
                    <a:pt x="857847" y="1668810"/>
                  </a:lnTo>
                  <a:lnTo>
                    <a:pt x="857179" y="1668810"/>
                  </a:lnTo>
                  <a:lnTo>
                    <a:pt x="856511" y="1668810"/>
                  </a:lnTo>
                  <a:lnTo>
                    <a:pt x="855843" y="1668810"/>
                  </a:lnTo>
                  <a:lnTo>
                    <a:pt x="855175" y="1668810"/>
                  </a:lnTo>
                  <a:lnTo>
                    <a:pt x="854507" y="1668810"/>
                  </a:lnTo>
                  <a:lnTo>
                    <a:pt x="853838" y="1668810"/>
                  </a:lnTo>
                  <a:lnTo>
                    <a:pt x="853170" y="1668810"/>
                  </a:lnTo>
                  <a:lnTo>
                    <a:pt x="852502" y="1668810"/>
                  </a:lnTo>
                  <a:lnTo>
                    <a:pt x="851834" y="1668810"/>
                  </a:lnTo>
                  <a:lnTo>
                    <a:pt x="851166" y="1668810"/>
                  </a:lnTo>
                  <a:lnTo>
                    <a:pt x="850498" y="1668810"/>
                  </a:lnTo>
                  <a:lnTo>
                    <a:pt x="849830" y="1668810"/>
                  </a:lnTo>
                  <a:lnTo>
                    <a:pt x="849162" y="1668810"/>
                  </a:lnTo>
                  <a:lnTo>
                    <a:pt x="848494" y="1668810"/>
                  </a:lnTo>
                  <a:lnTo>
                    <a:pt x="847826" y="1668810"/>
                  </a:lnTo>
                  <a:lnTo>
                    <a:pt x="847158" y="1668810"/>
                  </a:lnTo>
                  <a:lnTo>
                    <a:pt x="846490" y="1668810"/>
                  </a:lnTo>
                  <a:lnTo>
                    <a:pt x="845822" y="1668810"/>
                  </a:lnTo>
                  <a:lnTo>
                    <a:pt x="845154" y="1668810"/>
                  </a:lnTo>
                  <a:lnTo>
                    <a:pt x="844486" y="1668810"/>
                  </a:lnTo>
                  <a:lnTo>
                    <a:pt x="843818" y="1668810"/>
                  </a:lnTo>
                  <a:lnTo>
                    <a:pt x="843150" y="1668810"/>
                  </a:lnTo>
                  <a:lnTo>
                    <a:pt x="842482" y="1668810"/>
                  </a:lnTo>
                  <a:lnTo>
                    <a:pt x="841814" y="1668810"/>
                  </a:lnTo>
                  <a:lnTo>
                    <a:pt x="841146" y="1668810"/>
                  </a:lnTo>
                  <a:lnTo>
                    <a:pt x="840478" y="1668810"/>
                  </a:lnTo>
                  <a:lnTo>
                    <a:pt x="839810" y="1668810"/>
                  </a:lnTo>
                  <a:lnTo>
                    <a:pt x="839142" y="1668810"/>
                  </a:lnTo>
                  <a:lnTo>
                    <a:pt x="838474" y="1668810"/>
                  </a:lnTo>
                  <a:lnTo>
                    <a:pt x="837806" y="1668810"/>
                  </a:lnTo>
                  <a:lnTo>
                    <a:pt x="837138" y="1668810"/>
                  </a:lnTo>
                  <a:lnTo>
                    <a:pt x="836470" y="1668810"/>
                  </a:lnTo>
                  <a:lnTo>
                    <a:pt x="835802" y="1668810"/>
                  </a:lnTo>
                  <a:lnTo>
                    <a:pt x="835134" y="1668810"/>
                  </a:lnTo>
                  <a:lnTo>
                    <a:pt x="834466" y="1668810"/>
                  </a:lnTo>
                  <a:lnTo>
                    <a:pt x="833798" y="1668810"/>
                  </a:lnTo>
                  <a:lnTo>
                    <a:pt x="833130" y="1668810"/>
                  </a:lnTo>
                  <a:lnTo>
                    <a:pt x="832462" y="1668810"/>
                  </a:lnTo>
                  <a:lnTo>
                    <a:pt x="831794" y="1668810"/>
                  </a:lnTo>
                  <a:lnTo>
                    <a:pt x="831126" y="1668810"/>
                  </a:lnTo>
                  <a:lnTo>
                    <a:pt x="830458" y="1668810"/>
                  </a:lnTo>
                  <a:lnTo>
                    <a:pt x="829790" y="1668810"/>
                  </a:lnTo>
                  <a:lnTo>
                    <a:pt x="829121" y="1668810"/>
                  </a:lnTo>
                  <a:lnTo>
                    <a:pt x="828453" y="1668810"/>
                  </a:lnTo>
                  <a:lnTo>
                    <a:pt x="827785" y="1668810"/>
                  </a:lnTo>
                  <a:lnTo>
                    <a:pt x="827117" y="1668810"/>
                  </a:lnTo>
                  <a:lnTo>
                    <a:pt x="826449" y="1668810"/>
                  </a:lnTo>
                  <a:lnTo>
                    <a:pt x="825781" y="1668810"/>
                  </a:lnTo>
                  <a:lnTo>
                    <a:pt x="825113" y="1668810"/>
                  </a:lnTo>
                  <a:lnTo>
                    <a:pt x="824445" y="1668810"/>
                  </a:lnTo>
                  <a:lnTo>
                    <a:pt x="823777" y="1668810"/>
                  </a:lnTo>
                  <a:lnTo>
                    <a:pt x="823109" y="1668810"/>
                  </a:lnTo>
                  <a:lnTo>
                    <a:pt x="822441" y="1668810"/>
                  </a:lnTo>
                  <a:lnTo>
                    <a:pt x="821773" y="1668810"/>
                  </a:lnTo>
                  <a:lnTo>
                    <a:pt x="821105" y="1668810"/>
                  </a:lnTo>
                  <a:lnTo>
                    <a:pt x="820437" y="1668810"/>
                  </a:lnTo>
                  <a:lnTo>
                    <a:pt x="819769" y="1668810"/>
                  </a:lnTo>
                  <a:lnTo>
                    <a:pt x="819101" y="1668810"/>
                  </a:lnTo>
                  <a:lnTo>
                    <a:pt x="818433" y="1668810"/>
                  </a:lnTo>
                  <a:lnTo>
                    <a:pt x="817765" y="1668810"/>
                  </a:lnTo>
                  <a:lnTo>
                    <a:pt x="817097" y="1668810"/>
                  </a:lnTo>
                  <a:lnTo>
                    <a:pt x="816429" y="1668810"/>
                  </a:lnTo>
                  <a:lnTo>
                    <a:pt x="815761" y="1668810"/>
                  </a:lnTo>
                  <a:lnTo>
                    <a:pt x="815093" y="1668810"/>
                  </a:lnTo>
                  <a:lnTo>
                    <a:pt x="814425" y="1668810"/>
                  </a:lnTo>
                  <a:lnTo>
                    <a:pt x="813757" y="1668810"/>
                  </a:lnTo>
                  <a:lnTo>
                    <a:pt x="813089" y="1668810"/>
                  </a:lnTo>
                  <a:lnTo>
                    <a:pt x="812421" y="1668810"/>
                  </a:lnTo>
                  <a:lnTo>
                    <a:pt x="811753" y="1668810"/>
                  </a:lnTo>
                  <a:lnTo>
                    <a:pt x="811085" y="1668810"/>
                  </a:lnTo>
                  <a:lnTo>
                    <a:pt x="810417" y="1668810"/>
                  </a:lnTo>
                  <a:lnTo>
                    <a:pt x="809749" y="1668810"/>
                  </a:lnTo>
                  <a:lnTo>
                    <a:pt x="809081" y="1668810"/>
                  </a:lnTo>
                  <a:lnTo>
                    <a:pt x="808413" y="1668810"/>
                  </a:lnTo>
                  <a:lnTo>
                    <a:pt x="807745" y="1668810"/>
                  </a:lnTo>
                  <a:lnTo>
                    <a:pt x="807077" y="1668810"/>
                  </a:lnTo>
                  <a:lnTo>
                    <a:pt x="806409" y="1668810"/>
                  </a:lnTo>
                  <a:lnTo>
                    <a:pt x="805741" y="1668810"/>
                  </a:lnTo>
                  <a:lnTo>
                    <a:pt x="805073" y="1668810"/>
                  </a:lnTo>
                  <a:lnTo>
                    <a:pt x="804404" y="1668810"/>
                  </a:lnTo>
                  <a:lnTo>
                    <a:pt x="803736" y="1668810"/>
                  </a:lnTo>
                  <a:lnTo>
                    <a:pt x="803068" y="1668810"/>
                  </a:lnTo>
                  <a:lnTo>
                    <a:pt x="802400" y="1668810"/>
                  </a:lnTo>
                  <a:lnTo>
                    <a:pt x="801732" y="1668810"/>
                  </a:lnTo>
                  <a:lnTo>
                    <a:pt x="801064" y="1668810"/>
                  </a:lnTo>
                  <a:lnTo>
                    <a:pt x="800396" y="1668810"/>
                  </a:lnTo>
                  <a:lnTo>
                    <a:pt x="799728" y="1668810"/>
                  </a:lnTo>
                  <a:lnTo>
                    <a:pt x="799060" y="1668810"/>
                  </a:lnTo>
                  <a:lnTo>
                    <a:pt x="798392" y="1668810"/>
                  </a:lnTo>
                  <a:lnTo>
                    <a:pt x="797724" y="1668810"/>
                  </a:lnTo>
                  <a:lnTo>
                    <a:pt x="797056" y="1668810"/>
                  </a:lnTo>
                  <a:lnTo>
                    <a:pt x="796388" y="1668810"/>
                  </a:lnTo>
                  <a:lnTo>
                    <a:pt x="795720" y="1668810"/>
                  </a:lnTo>
                  <a:lnTo>
                    <a:pt x="795052" y="1668810"/>
                  </a:lnTo>
                  <a:lnTo>
                    <a:pt x="794384" y="1668810"/>
                  </a:lnTo>
                  <a:lnTo>
                    <a:pt x="793716" y="1668810"/>
                  </a:lnTo>
                  <a:lnTo>
                    <a:pt x="793048" y="1668810"/>
                  </a:lnTo>
                  <a:lnTo>
                    <a:pt x="792380" y="1668810"/>
                  </a:lnTo>
                  <a:lnTo>
                    <a:pt x="791712" y="1668810"/>
                  </a:lnTo>
                  <a:lnTo>
                    <a:pt x="791044" y="1668810"/>
                  </a:lnTo>
                  <a:lnTo>
                    <a:pt x="790376" y="1668810"/>
                  </a:lnTo>
                  <a:lnTo>
                    <a:pt x="789708" y="1668810"/>
                  </a:lnTo>
                  <a:lnTo>
                    <a:pt x="789040" y="1668810"/>
                  </a:lnTo>
                  <a:lnTo>
                    <a:pt x="788372" y="1668810"/>
                  </a:lnTo>
                  <a:lnTo>
                    <a:pt x="787704" y="1668810"/>
                  </a:lnTo>
                  <a:lnTo>
                    <a:pt x="787036" y="1668810"/>
                  </a:lnTo>
                  <a:lnTo>
                    <a:pt x="786368" y="1668810"/>
                  </a:lnTo>
                  <a:lnTo>
                    <a:pt x="785700" y="1668810"/>
                  </a:lnTo>
                  <a:lnTo>
                    <a:pt x="785032" y="1668810"/>
                  </a:lnTo>
                  <a:lnTo>
                    <a:pt x="784364" y="1668810"/>
                  </a:lnTo>
                  <a:lnTo>
                    <a:pt x="783696" y="1668810"/>
                  </a:lnTo>
                  <a:lnTo>
                    <a:pt x="783028" y="1668810"/>
                  </a:lnTo>
                  <a:lnTo>
                    <a:pt x="782360" y="1668810"/>
                  </a:lnTo>
                  <a:lnTo>
                    <a:pt x="781692" y="1668810"/>
                  </a:lnTo>
                  <a:lnTo>
                    <a:pt x="781024" y="1668810"/>
                  </a:lnTo>
                  <a:lnTo>
                    <a:pt x="780355" y="1668810"/>
                  </a:lnTo>
                  <a:lnTo>
                    <a:pt x="779687" y="1668810"/>
                  </a:lnTo>
                  <a:lnTo>
                    <a:pt x="779019" y="1668810"/>
                  </a:lnTo>
                  <a:lnTo>
                    <a:pt x="778351" y="1668810"/>
                  </a:lnTo>
                  <a:lnTo>
                    <a:pt x="777683" y="1668810"/>
                  </a:lnTo>
                  <a:lnTo>
                    <a:pt x="777015" y="1668810"/>
                  </a:lnTo>
                  <a:lnTo>
                    <a:pt x="776347" y="1668810"/>
                  </a:lnTo>
                  <a:lnTo>
                    <a:pt x="775679" y="1668810"/>
                  </a:lnTo>
                  <a:lnTo>
                    <a:pt x="775011" y="1668810"/>
                  </a:lnTo>
                  <a:lnTo>
                    <a:pt x="774343" y="1668810"/>
                  </a:lnTo>
                  <a:lnTo>
                    <a:pt x="773675" y="1668810"/>
                  </a:lnTo>
                  <a:lnTo>
                    <a:pt x="773007" y="1668810"/>
                  </a:lnTo>
                  <a:lnTo>
                    <a:pt x="772339" y="1668810"/>
                  </a:lnTo>
                  <a:lnTo>
                    <a:pt x="771671" y="1668810"/>
                  </a:lnTo>
                  <a:lnTo>
                    <a:pt x="771003" y="1668810"/>
                  </a:lnTo>
                  <a:lnTo>
                    <a:pt x="770335" y="1668810"/>
                  </a:lnTo>
                  <a:lnTo>
                    <a:pt x="769667" y="1668810"/>
                  </a:lnTo>
                  <a:lnTo>
                    <a:pt x="768999" y="1668810"/>
                  </a:lnTo>
                  <a:lnTo>
                    <a:pt x="768331" y="1668810"/>
                  </a:lnTo>
                  <a:lnTo>
                    <a:pt x="767663" y="1668810"/>
                  </a:lnTo>
                  <a:lnTo>
                    <a:pt x="766995" y="1668810"/>
                  </a:lnTo>
                  <a:lnTo>
                    <a:pt x="766327" y="1668810"/>
                  </a:lnTo>
                  <a:lnTo>
                    <a:pt x="765659" y="1668810"/>
                  </a:lnTo>
                  <a:lnTo>
                    <a:pt x="764991" y="1668810"/>
                  </a:lnTo>
                  <a:lnTo>
                    <a:pt x="764323" y="1668810"/>
                  </a:lnTo>
                  <a:lnTo>
                    <a:pt x="763655" y="1668810"/>
                  </a:lnTo>
                  <a:lnTo>
                    <a:pt x="762987" y="1668810"/>
                  </a:lnTo>
                  <a:lnTo>
                    <a:pt x="762319" y="1668810"/>
                  </a:lnTo>
                  <a:lnTo>
                    <a:pt x="761651" y="1668810"/>
                  </a:lnTo>
                  <a:lnTo>
                    <a:pt x="760983" y="1668810"/>
                  </a:lnTo>
                  <a:lnTo>
                    <a:pt x="760315" y="1668810"/>
                  </a:lnTo>
                  <a:lnTo>
                    <a:pt x="759647" y="1668810"/>
                  </a:lnTo>
                  <a:lnTo>
                    <a:pt x="758979" y="1668810"/>
                  </a:lnTo>
                  <a:lnTo>
                    <a:pt x="758311" y="1668810"/>
                  </a:lnTo>
                  <a:lnTo>
                    <a:pt x="757643" y="1668810"/>
                  </a:lnTo>
                  <a:lnTo>
                    <a:pt x="756975" y="1668810"/>
                  </a:lnTo>
                  <a:lnTo>
                    <a:pt x="756307" y="1668810"/>
                  </a:lnTo>
                  <a:lnTo>
                    <a:pt x="755638" y="1668810"/>
                  </a:lnTo>
                  <a:lnTo>
                    <a:pt x="754970" y="1668810"/>
                  </a:lnTo>
                  <a:lnTo>
                    <a:pt x="754302" y="1668810"/>
                  </a:lnTo>
                  <a:lnTo>
                    <a:pt x="753634" y="1668810"/>
                  </a:lnTo>
                  <a:lnTo>
                    <a:pt x="752966" y="1668810"/>
                  </a:lnTo>
                  <a:lnTo>
                    <a:pt x="752298" y="1668810"/>
                  </a:lnTo>
                  <a:lnTo>
                    <a:pt x="751630" y="1668810"/>
                  </a:lnTo>
                  <a:lnTo>
                    <a:pt x="750962" y="1668810"/>
                  </a:lnTo>
                  <a:lnTo>
                    <a:pt x="750294" y="1668810"/>
                  </a:lnTo>
                  <a:lnTo>
                    <a:pt x="749626" y="1668810"/>
                  </a:lnTo>
                  <a:lnTo>
                    <a:pt x="748958" y="1668810"/>
                  </a:lnTo>
                  <a:lnTo>
                    <a:pt x="748290" y="1668810"/>
                  </a:lnTo>
                  <a:lnTo>
                    <a:pt x="747622" y="1668810"/>
                  </a:lnTo>
                  <a:lnTo>
                    <a:pt x="746954" y="1668810"/>
                  </a:lnTo>
                  <a:lnTo>
                    <a:pt x="746286" y="1668810"/>
                  </a:lnTo>
                  <a:lnTo>
                    <a:pt x="745618" y="1668810"/>
                  </a:lnTo>
                  <a:lnTo>
                    <a:pt x="744950" y="1668810"/>
                  </a:lnTo>
                  <a:lnTo>
                    <a:pt x="744282" y="1668810"/>
                  </a:lnTo>
                  <a:lnTo>
                    <a:pt x="743614" y="1668810"/>
                  </a:lnTo>
                  <a:lnTo>
                    <a:pt x="742946" y="1668810"/>
                  </a:lnTo>
                  <a:lnTo>
                    <a:pt x="742278" y="1668810"/>
                  </a:lnTo>
                  <a:lnTo>
                    <a:pt x="741610" y="1668810"/>
                  </a:lnTo>
                  <a:lnTo>
                    <a:pt x="740942" y="1668810"/>
                  </a:lnTo>
                  <a:lnTo>
                    <a:pt x="740274" y="1668810"/>
                  </a:lnTo>
                  <a:lnTo>
                    <a:pt x="739606" y="1668810"/>
                  </a:lnTo>
                  <a:lnTo>
                    <a:pt x="738938" y="1668810"/>
                  </a:lnTo>
                  <a:lnTo>
                    <a:pt x="738270" y="1668810"/>
                  </a:lnTo>
                  <a:lnTo>
                    <a:pt x="737602" y="1668810"/>
                  </a:lnTo>
                  <a:lnTo>
                    <a:pt x="736934" y="1668810"/>
                  </a:lnTo>
                  <a:lnTo>
                    <a:pt x="736266" y="1668810"/>
                  </a:lnTo>
                  <a:lnTo>
                    <a:pt x="735598" y="1668810"/>
                  </a:lnTo>
                  <a:lnTo>
                    <a:pt x="734930" y="1668810"/>
                  </a:lnTo>
                  <a:lnTo>
                    <a:pt x="734262" y="1668810"/>
                  </a:lnTo>
                  <a:lnTo>
                    <a:pt x="733594" y="1668810"/>
                  </a:lnTo>
                  <a:lnTo>
                    <a:pt x="732926" y="1668810"/>
                  </a:lnTo>
                  <a:lnTo>
                    <a:pt x="732258" y="1668810"/>
                  </a:lnTo>
                  <a:lnTo>
                    <a:pt x="731590" y="1668810"/>
                  </a:lnTo>
                  <a:lnTo>
                    <a:pt x="730921" y="1668810"/>
                  </a:lnTo>
                  <a:lnTo>
                    <a:pt x="730253" y="1668810"/>
                  </a:lnTo>
                  <a:lnTo>
                    <a:pt x="729585" y="1668810"/>
                  </a:lnTo>
                  <a:lnTo>
                    <a:pt x="728917" y="1668810"/>
                  </a:lnTo>
                  <a:lnTo>
                    <a:pt x="728249" y="1668810"/>
                  </a:lnTo>
                  <a:lnTo>
                    <a:pt x="727581" y="1668810"/>
                  </a:lnTo>
                  <a:lnTo>
                    <a:pt x="726913" y="1668810"/>
                  </a:lnTo>
                  <a:lnTo>
                    <a:pt x="726245" y="1668810"/>
                  </a:lnTo>
                  <a:lnTo>
                    <a:pt x="725577" y="1668810"/>
                  </a:lnTo>
                  <a:lnTo>
                    <a:pt x="724909" y="1668810"/>
                  </a:lnTo>
                  <a:lnTo>
                    <a:pt x="724241" y="1668810"/>
                  </a:lnTo>
                  <a:lnTo>
                    <a:pt x="723573" y="1668810"/>
                  </a:lnTo>
                  <a:lnTo>
                    <a:pt x="722905" y="1668810"/>
                  </a:lnTo>
                  <a:lnTo>
                    <a:pt x="722237" y="1668810"/>
                  </a:lnTo>
                  <a:lnTo>
                    <a:pt x="721569" y="1668810"/>
                  </a:lnTo>
                  <a:lnTo>
                    <a:pt x="720901" y="1668810"/>
                  </a:lnTo>
                  <a:lnTo>
                    <a:pt x="720233" y="1668810"/>
                  </a:lnTo>
                  <a:lnTo>
                    <a:pt x="719565" y="1668810"/>
                  </a:lnTo>
                  <a:lnTo>
                    <a:pt x="718897" y="1668810"/>
                  </a:lnTo>
                  <a:lnTo>
                    <a:pt x="718229" y="1668810"/>
                  </a:lnTo>
                  <a:lnTo>
                    <a:pt x="717561" y="1668810"/>
                  </a:lnTo>
                  <a:lnTo>
                    <a:pt x="716893" y="1668810"/>
                  </a:lnTo>
                  <a:lnTo>
                    <a:pt x="716225" y="1668810"/>
                  </a:lnTo>
                  <a:lnTo>
                    <a:pt x="715557" y="1668810"/>
                  </a:lnTo>
                  <a:lnTo>
                    <a:pt x="714889" y="1668810"/>
                  </a:lnTo>
                  <a:lnTo>
                    <a:pt x="714221" y="1668810"/>
                  </a:lnTo>
                  <a:lnTo>
                    <a:pt x="713553" y="1668810"/>
                  </a:lnTo>
                  <a:lnTo>
                    <a:pt x="712885" y="1668810"/>
                  </a:lnTo>
                  <a:lnTo>
                    <a:pt x="712217" y="1668810"/>
                  </a:lnTo>
                  <a:lnTo>
                    <a:pt x="711549" y="1668810"/>
                  </a:lnTo>
                  <a:lnTo>
                    <a:pt x="710881" y="1668810"/>
                  </a:lnTo>
                  <a:lnTo>
                    <a:pt x="710213" y="1668810"/>
                  </a:lnTo>
                  <a:lnTo>
                    <a:pt x="709545" y="1668810"/>
                  </a:lnTo>
                  <a:lnTo>
                    <a:pt x="708877" y="1668810"/>
                  </a:lnTo>
                  <a:lnTo>
                    <a:pt x="708209" y="1668810"/>
                  </a:lnTo>
                  <a:lnTo>
                    <a:pt x="707541" y="1668810"/>
                  </a:lnTo>
                  <a:lnTo>
                    <a:pt x="706873" y="1668810"/>
                  </a:lnTo>
                  <a:lnTo>
                    <a:pt x="706204" y="1668810"/>
                  </a:lnTo>
                  <a:lnTo>
                    <a:pt x="705536" y="1668810"/>
                  </a:lnTo>
                  <a:lnTo>
                    <a:pt x="704868" y="1668810"/>
                  </a:lnTo>
                  <a:lnTo>
                    <a:pt x="704200" y="1668810"/>
                  </a:lnTo>
                  <a:lnTo>
                    <a:pt x="703532" y="1668810"/>
                  </a:lnTo>
                  <a:lnTo>
                    <a:pt x="702864" y="1668810"/>
                  </a:lnTo>
                  <a:lnTo>
                    <a:pt x="702196" y="1668810"/>
                  </a:lnTo>
                  <a:lnTo>
                    <a:pt x="701528" y="1668810"/>
                  </a:lnTo>
                  <a:lnTo>
                    <a:pt x="700860" y="1668810"/>
                  </a:lnTo>
                  <a:lnTo>
                    <a:pt x="700192" y="1668810"/>
                  </a:lnTo>
                  <a:lnTo>
                    <a:pt x="699524" y="1668810"/>
                  </a:lnTo>
                  <a:lnTo>
                    <a:pt x="698856" y="1668810"/>
                  </a:lnTo>
                  <a:lnTo>
                    <a:pt x="698188" y="1668810"/>
                  </a:lnTo>
                  <a:lnTo>
                    <a:pt x="697520" y="1668810"/>
                  </a:lnTo>
                  <a:lnTo>
                    <a:pt x="696852" y="1668810"/>
                  </a:lnTo>
                  <a:lnTo>
                    <a:pt x="696184" y="1668810"/>
                  </a:lnTo>
                  <a:lnTo>
                    <a:pt x="695516" y="1668810"/>
                  </a:lnTo>
                  <a:lnTo>
                    <a:pt x="694848" y="1668810"/>
                  </a:lnTo>
                  <a:lnTo>
                    <a:pt x="694180" y="1668810"/>
                  </a:lnTo>
                  <a:lnTo>
                    <a:pt x="693512" y="1668810"/>
                  </a:lnTo>
                  <a:lnTo>
                    <a:pt x="692844" y="1668810"/>
                  </a:lnTo>
                  <a:lnTo>
                    <a:pt x="692176" y="1668810"/>
                  </a:lnTo>
                  <a:lnTo>
                    <a:pt x="691508" y="1668810"/>
                  </a:lnTo>
                  <a:lnTo>
                    <a:pt x="690840" y="1668810"/>
                  </a:lnTo>
                  <a:lnTo>
                    <a:pt x="690172" y="1668810"/>
                  </a:lnTo>
                  <a:lnTo>
                    <a:pt x="689504" y="1668810"/>
                  </a:lnTo>
                  <a:lnTo>
                    <a:pt x="688836" y="1668810"/>
                  </a:lnTo>
                  <a:lnTo>
                    <a:pt x="688168" y="1668810"/>
                  </a:lnTo>
                  <a:lnTo>
                    <a:pt x="687500" y="1668810"/>
                  </a:lnTo>
                  <a:lnTo>
                    <a:pt x="686832" y="1668810"/>
                  </a:lnTo>
                  <a:lnTo>
                    <a:pt x="686164" y="1668810"/>
                  </a:lnTo>
                  <a:lnTo>
                    <a:pt x="685496" y="1668810"/>
                  </a:lnTo>
                  <a:lnTo>
                    <a:pt x="684828" y="1668810"/>
                  </a:lnTo>
                  <a:lnTo>
                    <a:pt x="684160" y="1668810"/>
                  </a:lnTo>
                  <a:lnTo>
                    <a:pt x="683492" y="1668810"/>
                  </a:lnTo>
                  <a:lnTo>
                    <a:pt x="682824" y="1668810"/>
                  </a:lnTo>
                  <a:lnTo>
                    <a:pt x="682155" y="1668810"/>
                  </a:lnTo>
                  <a:lnTo>
                    <a:pt x="681487" y="1668810"/>
                  </a:lnTo>
                  <a:lnTo>
                    <a:pt x="680819" y="1668810"/>
                  </a:lnTo>
                  <a:lnTo>
                    <a:pt x="680151" y="1668810"/>
                  </a:lnTo>
                  <a:lnTo>
                    <a:pt x="679483" y="1668810"/>
                  </a:lnTo>
                  <a:lnTo>
                    <a:pt x="678815" y="1668810"/>
                  </a:lnTo>
                  <a:lnTo>
                    <a:pt x="678147" y="1668810"/>
                  </a:lnTo>
                  <a:lnTo>
                    <a:pt x="677479" y="1668810"/>
                  </a:lnTo>
                  <a:lnTo>
                    <a:pt x="676811" y="1668810"/>
                  </a:lnTo>
                  <a:lnTo>
                    <a:pt x="676143" y="1668810"/>
                  </a:lnTo>
                  <a:lnTo>
                    <a:pt x="675475" y="1668810"/>
                  </a:lnTo>
                  <a:lnTo>
                    <a:pt x="674807" y="1668810"/>
                  </a:lnTo>
                  <a:lnTo>
                    <a:pt x="674139" y="1668810"/>
                  </a:lnTo>
                  <a:lnTo>
                    <a:pt x="673471" y="1668810"/>
                  </a:lnTo>
                  <a:lnTo>
                    <a:pt x="672803" y="1668810"/>
                  </a:lnTo>
                  <a:lnTo>
                    <a:pt x="672135" y="1668810"/>
                  </a:lnTo>
                  <a:lnTo>
                    <a:pt x="671467" y="1668810"/>
                  </a:lnTo>
                  <a:lnTo>
                    <a:pt x="670799" y="1668810"/>
                  </a:lnTo>
                  <a:lnTo>
                    <a:pt x="670131" y="1668810"/>
                  </a:lnTo>
                  <a:lnTo>
                    <a:pt x="669463" y="1668810"/>
                  </a:lnTo>
                  <a:lnTo>
                    <a:pt x="668795" y="1668810"/>
                  </a:lnTo>
                  <a:lnTo>
                    <a:pt x="668127" y="1668810"/>
                  </a:lnTo>
                  <a:lnTo>
                    <a:pt x="667459" y="1668810"/>
                  </a:lnTo>
                  <a:lnTo>
                    <a:pt x="666791" y="1668810"/>
                  </a:lnTo>
                  <a:lnTo>
                    <a:pt x="666123" y="1668810"/>
                  </a:lnTo>
                  <a:lnTo>
                    <a:pt x="665455" y="1668810"/>
                  </a:lnTo>
                  <a:lnTo>
                    <a:pt x="664787" y="1668810"/>
                  </a:lnTo>
                  <a:lnTo>
                    <a:pt x="664119" y="1668810"/>
                  </a:lnTo>
                  <a:lnTo>
                    <a:pt x="663451" y="1668810"/>
                  </a:lnTo>
                  <a:lnTo>
                    <a:pt x="662783" y="1668810"/>
                  </a:lnTo>
                  <a:lnTo>
                    <a:pt x="662115" y="1668810"/>
                  </a:lnTo>
                  <a:lnTo>
                    <a:pt x="661447" y="1668810"/>
                  </a:lnTo>
                  <a:lnTo>
                    <a:pt x="660779" y="1668810"/>
                  </a:lnTo>
                  <a:lnTo>
                    <a:pt x="660111" y="1668810"/>
                  </a:lnTo>
                  <a:lnTo>
                    <a:pt x="659443" y="1668810"/>
                  </a:lnTo>
                  <a:lnTo>
                    <a:pt x="658775" y="1668810"/>
                  </a:lnTo>
                  <a:lnTo>
                    <a:pt x="658107" y="1668810"/>
                  </a:lnTo>
                  <a:lnTo>
                    <a:pt x="657438" y="1668810"/>
                  </a:lnTo>
                  <a:lnTo>
                    <a:pt x="656770" y="1668810"/>
                  </a:lnTo>
                  <a:lnTo>
                    <a:pt x="656102" y="1668810"/>
                  </a:lnTo>
                  <a:lnTo>
                    <a:pt x="655434" y="1668810"/>
                  </a:lnTo>
                  <a:lnTo>
                    <a:pt x="654766" y="1668810"/>
                  </a:lnTo>
                  <a:lnTo>
                    <a:pt x="654098" y="1668810"/>
                  </a:lnTo>
                  <a:lnTo>
                    <a:pt x="653430" y="1668810"/>
                  </a:lnTo>
                  <a:lnTo>
                    <a:pt x="652762" y="1668810"/>
                  </a:lnTo>
                  <a:lnTo>
                    <a:pt x="652094" y="1668810"/>
                  </a:lnTo>
                  <a:lnTo>
                    <a:pt x="651426" y="1668810"/>
                  </a:lnTo>
                  <a:lnTo>
                    <a:pt x="650758" y="1668810"/>
                  </a:lnTo>
                  <a:lnTo>
                    <a:pt x="650090" y="1668810"/>
                  </a:lnTo>
                  <a:lnTo>
                    <a:pt x="649422" y="1668810"/>
                  </a:lnTo>
                  <a:lnTo>
                    <a:pt x="648754" y="1668810"/>
                  </a:lnTo>
                  <a:lnTo>
                    <a:pt x="648086" y="1668810"/>
                  </a:lnTo>
                  <a:lnTo>
                    <a:pt x="647418" y="1668810"/>
                  </a:lnTo>
                  <a:lnTo>
                    <a:pt x="646750" y="1668810"/>
                  </a:lnTo>
                  <a:lnTo>
                    <a:pt x="646082" y="1668810"/>
                  </a:lnTo>
                  <a:lnTo>
                    <a:pt x="645414" y="1668810"/>
                  </a:lnTo>
                  <a:lnTo>
                    <a:pt x="644746" y="1668810"/>
                  </a:lnTo>
                  <a:lnTo>
                    <a:pt x="644078" y="1668810"/>
                  </a:lnTo>
                  <a:lnTo>
                    <a:pt x="643410" y="1668810"/>
                  </a:lnTo>
                  <a:lnTo>
                    <a:pt x="642742" y="1668810"/>
                  </a:lnTo>
                  <a:lnTo>
                    <a:pt x="642074" y="1668810"/>
                  </a:lnTo>
                  <a:lnTo>
                    <a:pt x="641406" y="1668810"/>
                  </a:lnTo>
                  <a:lnTo>
                    <a:pt x="640738" y="1668810"/>
                  </a:lnTo>
                  <a:lnTo>
                    <a:pt x="640070" y="1668810"/>
                  </a:lnTo>
                  <a:lnTo>
                    <a:pt x="639402" y="1668810"/>
                  </a:lnTo>
                  <a:lnTo>
                    <a:pt x="638734" y="1668810"/>
                  </a:lnTo>
                  <a:lnTo>
                    <a:pt x="638066" y="1668810"/>
                  </a:lnTo>
                  <a:lnTo>
                    <a:pt x="637398" y="1668810"/>
                  </a:lnTo>
                  <a:lnTo>
                    <a:pt x="636730" y="1668810"/>
                  </a:lnTo>
                  <a:lnTo>
                    <a:pt x="636062" y="1668810"/>
                  </a:lnTo>
                  <a:lnTo>
                    <a:pt x="635394" y="1668810"/>
                  </a:lnTo>
                  <a:lnTo>
                    <a:pt x="634726" y="1668810"/>
                  </a:lnTo>
                  <a:lnTo>
                    <a:pt x="634058" y="1668810"/>
                  </a:lnTo>
                  <a:lnTo>
                    <a:pt x="633390" y="1668810"/>
                  </a:lnTo>
                  <a:lnTo>
                    <a:pt x="632721" y="1668810"/>
                  </a:lnTo>
                  <a:lnTo>
                    <a:pt x="632053" y="1668810"/>
                  </a:lnTo>
                  <a:lnTo>
                    <a:pt x="631385" y="1668810"/>
                  </a:lnTo>
                  <a:lnTo>
                    <a:pt x="630717" y="1668810"/>
                  </a:lnTo>
                  <a:lnTo>
                    <a:pt x="630049" y="1668810"/>
                  </a:lnTo>
                  <a:lnTo>
                    <a:pt x="629381" y="1668810"/>
                  </a:lnTo>
                  <a:lnTo>
                    <a:pt x="628713" y="1668810"/>
                  </a:lnTo>
                  <a:lnTo>
                    <a:pt x="628045" y="1668810"/>
                  </a:lnTo>
                  <a:lnTo>
                    <a:pt x="627377" y="1668810"/>
                  </a:lnTo>
                  <a:lnTo>
                    <a:pt x="626709" y="1668810"/>
                  </a:lnTo>
                  <a:lnTo>
                    <a:pt x="626041" y="1668810"/>
                  </a:lnTo>
                  <a:lnTo>
                    <a:pt x="625373" y="1668810"/>
                  </a:lnTo>
                  <a:lnTo>
                    <a:pt x="624705" y="1668810"/>
                  </a:lnTo>
                  <a:lnTo>
                    <a:pt x="624037" y="1668810"/>
                  </a:lnTo>
                  <a:lnTo>
                    <a:pt x="623369" y="1668810"/>
                  </a:lnTo>
                  <a:lnTo>
                    <a:pt x="622701" y="1668810"/>
                  </a:lnTo>
                  <a:lnTo>
                    <a:pt x="622033" y="1668810"/>
                  </a:lnTo>
                  <a:lnTo>
                    <a:pt x="621365" y="1668810"/>
                  </a:lnTo>
                  <a:lnTo>
                    <a:pt x="620697" y="1668810"/>
                  </a:lnTo>
                  <a:lnTo>
                    <a:pt x="620029" y="1668810"/>
                  </a:lnTo>
                  <a:lnTo>
                    <a:pt x="619361" y="1668810"/>
                  </a:lnTo>
                  <a:lnTo>
                    <a:pt x="618693" y="1668810"/>
                  </a:lnTo>
                  <a:lnTo>
                    <a:pt x="618025" y="1668810"/>
                  </a:lnTo>
                  <a:lnTo>
                    <a:pt x="617357" y="1668810"/>
                  </a:lnTo>
                  <a:lnTo>
                    <a:pt x="616689" y="1668810"/>
                  </a:lnTo>
                  <a:lnTo>
                    <a:pt x="616021" y="1668810"/>
                  </a:lnTo>
                  <a:lnTo>
                    <a:pt x="615353" y="1668810"/>
                  </a:lnTo>
                  <a:lnTo>
                    <a:pt x="614685" y="1668810"/>
                  </a:lnTo>
                  <a:lnTo>
                    <a:pt x="614017" y="1668810"/>
                  </a:lnTo>
                  <a:lnTo>
                    <a:pt x="613349" y="1668810"/>
                  </a:lnTo>
                  <a:lnTo>
                    <a:pt x="612681" y="1668810"/>
                  </a:lnTo>
                  <a:lnTo>
                    <a:pt x="612013" y="1668810"/>
                  </a:lnTo>
                  <a:lnTo>
                    <a:pt x="611345" y="1668810"/>
                  </a:lnTo>
                  <a:lnTo>
                    <a:pt x="610677" y="1668810"/>
                  </a:lnTo>
                  <a:lnTo>
                    <a:pt x="610009" y="1668810"/>
                  </a:lnTo>
                  <a:lnTo>
                    <a:pt x="609341" y="1668810"/>
                  </a:lnTo>
                  <a:lnTo>
                    <a:pt x="608672" y="1668810"/>
                  </a:lnTo>
                  <a:lnTo>
                    <a:pt x="608004" y="1668810"/>
                  </a:lnTo>
                  <a:lnTo>
                    <a:pt x="607336" y="1668810"/>
                  </a:lnTo>
                  <a:lnTo>
                    <a:pt x="606668" y="1668810"/>
                  </a:lnTo>
                  <a:lnTo>
                    <a:pt x="606000" y="1668810"/>
                  </a:lnTo>
                  <a:lnTo>
                    <a:pt x="605332" y="1668810"/>
                  </a:lnTo>
                  <a:lnTo>
                    <a:pt x="604664" y="1668810"/>
                  </a:lnTo>
                  <a:lnTo>
                    <a:pt x="603996" y="1668810"/>
                  </a:lnTo>
                  <a:lnTo>
                    <a:pt x="603328" y="1668810"/>
                  </a:lnTo>
                  <a:lnTo>
                    <a:pt x="602660" y="1668810"/>
                  </a:lnTo>
                  <a:lnTo>
                    <a:pt x="601992" y="1668810"/>
                  </a:lnTo>
                  <a:lnTo>
                    <a:pt x="601324" y="1668810"/>
                  </a:lnTo>
                  <a:lnTo>
                    <a:pt x="600656" y="1668810"/>
                  </a:lnTo>
                  <a:lnTo>
                    <a:pt x="599988" y="1668810"/>
                  </a:lnTo>
                  <a:lnTo>
                    <a:pt x="599320" y="1668810"/>
                  </a:lnTo>
                  <a:lnTo>
                    <a:pt x="598652" y="1668810"/>
                  </a:lnTo>
                  <a:lnTo>
                    <a:pt x="597984" y="1668810"/>
                  </a:lnTo>
                  <a:lnTo>
                    <a:pt x="597316" y="1668810"/>
                  </a:lnTo>
                  <a:lnTo>
                    <a:pt x="596648" y="1668810"/>
                  </a:lnTo>
                  <a:lnTo>
                    <a:pt x="595980" y="1668810"/>
                  </a:lnTo>
                  <a:lnTo>
                    <a:pt x="595312" y="1668810"/>
                  </a:lnTo>
                  <a:lnTo>
                    <a:pt x="594644" y="1668810"/>
                  </a:lnTo>
                  <a:lnTo>
                    <a:pt x="593976" y="1668810"/>
                  </a:lnTo>
                  <a:lnTo>
                    <a:pt x="593308" y="1668810"/>
                  </a:lnTo>
                  <a:lnTo>
                    <a:pt x="592640" y="1668810"/>
                  </a:lnTo>
                  <a:lnTo>
                    <a:pt x="591972" y="1668810"/>
                  </a:lnTo>
                  <a:lnTo>
                    <a:pt x="591304" y="1668810"/>
                  </a:lnTo>
                  <a:lnTo>
                    <a:pt x="590636" y="1668810"/>
                  </a:lnTo>
                  <a:lnTo>
                    <a:pt x="589968" y="1668810"/>
                  </a:lnTo>
                  <a:lnTo>
                    <a:pt x="589300" y="1668810"/>
                  </a:lnTo>
                  <a:lnTo>
                    <a:pt x="588632" y="1668810"/>
                  </a:lnTo>
                  <a:lnTo>
                    <a:pt x="587964" y="1668810"/>
                  </a:lnTo>
                  <a:lnTo>
                    <a:pt x="587296" y="1668810"/>
                  </a:lnTo>
                  <a:lnTo>
                    <a:pt x="586628" y="1668810"/>
                  </a:lnTo>
                  <a:lnTo>
                    <a:pt x="585960" y="1668810"/>
                  </a:lnTo>
                  <a:lnTo>
                    <a:pt x="585292" y="1668810"/>
                  </a:lnTo>
                  <a:lnTo>
                    <a:pt x="584624" y="1668810"/>
                  </a:lnTo>
                  <a:lnTo>
                    <a:pt x="583955" y="1668810"/>
                  </a:lnTo>
                  <a:lnTo>
                    <a:pt x="583287" y="1668810"/>
                  </a:lnTo>
                  <a:lnTo>
                    <a:pt x="582619" y="1668810"/>
                  </a:lnTo>
                  <a:lnTo>
                    <a:pt x="581951" y="1668810"/>
                  </a:lnTo>
                  <a:lnTo>
                    <a:pt x="581283" y="1668810"/>
                  </a:lnTo>
                  <a:lnTo>
                    <a:pt x="580615" y="1668810"/>
                  </a:lnTo>
                  <a:lnTo>
                    <a:pt x="579947" y="1668810"/>
                  </a:lnTo>
                  <a:lnTo>
                    <a:pt x="579279" y="1668810"/>
                  </a:lnTo>
                  <a:lnTo>
                    <a:pt x="578611" y="1668810"/>
                  </a:lnTo>
                  <a:lnTo>
                    <a:pt x="577943" y="1668810"/>
                  </a:lnTo>
                  <a:lnTo>
                    <a:pt x="577275" y="1668810"/>
                  </a:lnTo>
                  <a:lnTo>
                    <a:pt x="576607" y="1668810"/>
                  </a:lnTo>
                  <a:lnTo>
                    <a:pt x="575939" y="1668810"/>
                  </a:lnTo>
                  <a:lnTo>
                    <a:pt x="575271" y="1668810"/>
                  </a:lnTo>
                  <a:lnTo>
                    <a:pt x="574603" y="1668810"/>
                  </a:lnTo>
                  <a:lnTo>
                    <a:pt x="573935" y="1668810"/>
                  </a:lnTo>
                  <a:lnTo>
                    <a:pt x="573267" y="1668810"/>
                  </a:lnTo>
                  <a:lnTo>
                    <a:pt x="572599" y="1668810"/>
                  </a:lnTo>
                  <a:lnTo>
                    <a:pt x="571931" y="1668810"/>
                  </a:lnTo>
                  <a:lnTo>
                    <a:pt x="571263" y="1668810"/>
                  </a:lnTo>
                  <a:lnTo>
                    <a:pt x="570595" y="1668810"/>
                  </a:lnTo>
                  <a:lnTo>
                    <a:pt x="569927" y="1668810"/>
                  </a:lnTo>
                  <a:lnTo>
                    <a:pt x="569259" y="1668810"/>
                  </a:lnTo>
                  <a:lnTo>
                    <a:pt x="568591" y="1668810"/>
                  </a:lnTo>
                  <a:lnTo>
                    <a:pt x="567923" y="1668810"/>
                  </a:lnTo>
                  <a:lnTo>
                    <a:pt x="567255" y="1668810"/>
                  </a:lnTo>
                  <a:lnTo>
                    <a:pt x="566587" y="1668810"/>
                  </a:lnTo>
                  <a:lnTo>
                    <a:pt x="565919" y="1668810"/>
                  </a:lnTo>
                  <a:lnTo>
                    <a:pt x="565251" y="1668810"/>
                  </a:lnTo>
                  <a:lnTo>
                    <a:pt x="564583" y="1668810"/>
                  </a:lnTo>
                  <a:lnTo>
                    <a:pt x="563915" y="1668810"/>
                  </a:lnTo>
                  <a:lnTo>
                    <a:pt x="563247" y="1668810"/>
                  </a:lnTo>
                  <a:lnTo>
                    <a:pt x="562579" y="1668810"/>
                  </a:lnTo>
                  <a:lnTo>
                    <a:pt x="561911" y="1668810"/>
                  </a:lnTo>
                  <a:lnTo>
                    <a:pt x="561243" y="1668810"/>
                  </a:lnTo>
                  <a:lnTo>
                    <a:pt x="560575" y="1668810"/>
                  </a:lnTo>
                  <a:lnTo>
                    <a:pt x="559907" y="1668810"/>
                  </a:lnTo>
                  <a:lnTo>
                    <a:pt x="559238" y="1668810"/>
                  </a:lnTo>
                  <a:lnTo>
                    <a:pt x="558570" y="1668810"/>
                  </a:lnTo>
                  <a:lnTo>
                    <a:pt x="557902" y="1668810"/>
                  </a:lnTo>
                  <a:lnTo>
                    <a:pt x="557234" y="1668810"/>
                  </a:lnTo>
                  <a:lnTo>
                    <a:pt x="556566" y="1668810"/>
                  </a:lnTo>
                  <a:lnTo>
                    <a:pt x="555898" y="1668810"/>
                  </a:lnTo>
                  <a:lnTo>
                    <a:pt x="555230" y="1668810"/>
                  </a:lnTo>
                  <a:lnTo>
                    <a:pt x="554562" y="1668810"/>
                  </a:lnTo>
                  <a:lnTo>
                    <a:pt x="553894" y="1668810"/>
                  </a:lnTo>
                  <a:lnTo>
                    <a:pt x="553226" y="1668810"/>
                  </a:lnTo>
                  <a:lnTo>
                    <a:pt x="552558" y="1668810"/>
                  </a:lnTo>
                  <a:lnTo>
                    <a:pt x="551890" y="1668810"/>
                  </a:lnTo>
                  <a:lnTo>
                    <a:pt x="551222" y="1668810"/>
                  </a:lnTo>
                  <a:lnTo>
                    <a:pt x="550554" y="1668810"/>
                  </a:lnTo>
                  <a:lnTo>
                    <a:pt x="549886" y="1668810"/>
                  </a:lnTo>
                  <a:lnTo>
                    <a:pt x="549218" y="1668810"/>
                  </a:lnTo>
                  <a:lnTo>
                    <a:pt x="548550" y="1668810"/>
                  </a:lnTo>
                  <a:lnTo>
                    <a:pt x="547882" y="1668810"/>
                  </a:lnTo>
                  <a:lnTo>
                    <a:pt x="547214" y="1668810"/>
                  </a:lnTo>
                  <a:lnTo>
                    <a:pt x="546546" y="1668810"/>
                  </a:lnTo>
                  <a:lnTo>
                    <a:pt x="545878" y="1668810"/>
                  </a:lnTo>
                  <a:lnTo>
                    <a:pt x="545210" y="1668810"/>
                  </a:lnTo>
                  <a:lnTo>
                    <a:pt x="544542" y="1668810"/>
                  </a:lnTo>
                  <a:lnTo>
                    <a:pt x="543874" y="1668810"/>
                  </a:lnTo>
                  <a:lnTo>
                    <a:pt x="543206" y="1668810"/>
                  </a:lnTo>
                  <a:lnTo>
                    <a:pt x="542538" y="1668810"/>
                  </a:lnTo>
                  <a:lnTo>
                    <a:pt x="541870" y="1668810"/>
                  </a:lnTo>
                  <a:lnTo>
                    <a:pt x="541202" y="1668810"/>
                  </a:lnTo>
                  <a:lnTo>
                    <a:pt x="540534" y="1668810"/>
                  </a:lnTo>
                  <a:lnTo>
                    <a:pt x="539866" y="1668810"/>
                  </a:lnTo>
                  <a:lnTo>
                    <a:pt x="539198" y="1668810"/>
                  </a:lnTo>
                  <a:lnTo>
                    <a:pt x="538530" y="1668810"/>
                  </a:lnTo>
                  <a:lnTo>
                    <a:pt x="537862" y="1668810"/>
                  </a:lnTo>
                  <a:lnTo>
                    <a:pt x="537194" y="1668810"/>
                  </a:lnTo>
                  <a:lnTo>
                    <a:pt x="536526" y="1668810"/>
                  </a:lnTo>
                  <a:lnTo>
                    <a:pt x="535858" y="1668810"/>
                  </a:lnTo>
                  <a:lnTo>
                    <a:pt x="535190" y="1668810"/>
                  </a:lnTo>
                  <a:lnTo>
                    <a:pt x="534521" y="1668810"/>
                  </a:lnTo>
                  <a:lnTo>
                    <a:pt x="533853" y="1668810"/>
                  </a:lnTo>
                  <a:lnTo>
                    <a:pt x="533185" y="1668810"/>
                  </a:lnTo>
                  <a:lnTo>
                    <a:pt x="532517" y="1668810"/>
                  </a:lnTo>
                  <a:lnTo>
                    <a:pt x="531849" y="1668810"/>
                  </a:lnTo>
                  <a:lnTo>
                    <a:pt x="531181" y="1668810"/>
                  </a:lnTo>
                  <a:lnTo>
                    <a:pt x="530513" y="1668810"/>
                  </a:lnTo>
                  <a:lnTo>
                    <a:pt x="529845" y="1668810"/>
                  </a:lnTo>
                  <a:lnTo>
                    <a:pt x="529177" y="1668810"/>
                  </a:lnTo>
                  <a:lnTo>
                    <a:pt x="528509" y="1668810"/>
                  </a:lnTo>
                  <a:lnTo>
                    <a:pt x="527841" y="1668810"/>
                  </a:lnTo>
                  <a:lnTo>
                    <a:pt x="527173" y="1668810"/>
                  </a:lnTo>
                  <a:lnTo>
                    <a:pt x="526505" y="1668810"/>
                  </a:lnTo>
                  <a:lnTo>
                    <a:pt x="525837" y="1668810"/>
                  </a:lnTo>
                  <a:lnTo>
                    <a:pt x="525169" y="1668810"/>
                  </a:lnTo>
                  <a:lnTo>
                    <a:pt x="524501" y="1668810"/>
                  </a:lnTo>
                  <a:lnTo>
                    <a:pt x="523833" y="1668810"/>
                  </a:lnTo>
                  <a:lnTo>
                    <a:pt x="523165" y="1668810"/>
                  </a:lnTo>
                  <a:lnTo>
                    <a:pt x="522497" y="1668810"/>
                  </a:lnTo>
                  <a:lnTo>
                    <a:pt x="521829" y="1668810"/>
                  </a:lnTo>
                  <a:lnTo>
                    <a:pt x="521161" y="1668810"/>
                  </a:lnTo>
                  <a:lnTo>
                    <a:pt x="520493" y="1668810"/>
                  </a:lnTo>
                  <a:lnTo>
                    <a:pt x="519825" y="1668810"/>
                  </a:lnTo>
                  <a:lnTo>
                    <a:pt x="519157" y="1668810"/>
                  </a:lnTo>
                  <a:lnTo>
                    <a:pt x="518489" y="1668810"/>
                  </a:lnTo>
                  <a:lnTo>
                    <a:pt x="517821" y="1668810"/>
                  </a:lnTo>
                  <a:lnTo>
                    <a:pt x="517153" y="1668810"/>
                  </a:lnTo>
                  <a:lnTo>
                    <a:pt x="516485" y="1668810"/>
                  </a:lnTo>
                  <a:lnTo>
                    <a:pt x="515817" y="1668810"/>
                  </a:lnTo>
                  <a:lnTo>
                    <a:pt x="515149" y="1668810"/>
                  </a:lnTo>
                  <a:lnTo>
                    <a:pt x="514481" y="1668810"/>
                  </a:lnTo>
                  <a:lnTo>
                    <a:pt x="513813" y="1668810"/>
                  </a:lnTo>
                  <a:lnTo>
                    <a:pt x="513145" y="1668810"/>
                  </a:lnTo>
                  <a:lnTo>
                    <a:pt x="512477" y="1668810"/>
                  </a:lnTo>
                  <a:lnTo>
                    <a:pt x="511809" y="1668810"/>
                  </a:lnTo>
                  <a:lnTo>
                    <a:pt x="511141" y="1668810"/>
                  </a:lnTo>
                  <a:lnTo>
                    <a:pt x="510472" y="1668810"/>
                  </a:lnTo>
                  <a:lnTo>
                    <a:pt x="509804" y="1668810"/>
                  </a:lnTo>
                  <a:lnTo>
                    <a:pt x="509136" y="1668810"/>
                  </a:lnTo>
                  <a:lnTo>
                    <a:pt x="508468" y="1668810"/>
                  </a:lnTo>
                  <a:lnTo>
                    <a:pt x="507800" y="1668810"/>
                  </a:lnTo>
                  <a:lnTo>
                    <a:pt x="507132" y="1668810"/>
                  </a:lnTo>
                  <a:lnTo>
                    <a:pt x="506464" y="1668810"/>
                  </a:lnTo>
                  <a:lnTo>
                    <a:pt x="505796" y="1668810"/>
                  </a:lnTo>
                  <a:lnTo>
                    <a:pt x="505128" y="1668810"/>
                  </a:lnTo>
                  <a:lnTo>
                    <a:pt x="504460" y="1668810"/>
                  </a:lnTo>
                  <a:lnTo>
                    <a:pt x="503792" y="1668810"/>
                  </a:lnTo>
                  <a:lnTo>
                    <a:pt x="503124" y="1668810"/>
                  </a:lnTo>
                  <a:lnTo>
                    <a:pt x="502456" y="1668810"/>
                  </a:lnTo>
                  <a:lnTo>
                    <a:pt x="501788" y="1668810"/>
                  </a:lnTo>
                  <a:lnTo>
                    <a:pt x="501120" y="1668810"/>
                  </a:lnTo>
                  <a:lnTo>
                    <a:pt x="500452" y="1668810"/>
                  </a:lnTo>
                  <a:lnTo>
                    <a:pt x="499784" y="1668810"/>
                  </a:lnTo>
                  <a:lnTo>
                    <a:pt x="499116" y="1668810"/>
                  </a:lnTo>
                  <a:lnTo>
                    <a:pt x="498448" y="1668810"/>
                  </a:lnTo>
                  <a:lnTo>
                    <a:pt x="497780" y="1668810"/>
                  </a:lnTo>
                  <a:lnTo>
                    <a:pt x="497112" y="1668810"/>
                  </a:lnTo>
                  <a:lnTo>
                    <a:pt x="496444" y="1668810"/>
                  </a:lnTo>
                  <a:lnTo>
                    <a:pt x="495776" y="1668810"/>
                  </a:lnTo>
                  <a:lnTo>
                    <a:pt x="495108" y="1668810"/>
                  </a:lnTo>
                  <a:lnTo>
                    <a:pt x="494440" y="1668810"/>
                  </a:lnTo>
                  <a:lnTo>
                    <a:pt x="493772" y="1668810"/>
                  </a:lnTo>
                  <a:lnTo>
                    <a:pt x="493104" y="1668810"/>
                  </a:lnTo>
                  <a:lnTo>
                    <a:pt x="492436" y="1668810"/>
                  </a:lnTo>
                  <a:lnTo>
                    <a:pt x="491768" y="1668810"/>
                  </a:lnTo>
                  <a:lnTo>
                    <a:pt x="491100" y="1668810"/>
                  </a:lnTo>
                  <a:lnTo>
                    <a:pt x="490432" y="1668810"/>
                  </a:lnTo>
                  <a:lnTo>
                    <a:pt x="489764" y="1668810"/>
                  </a:lnTo>
                  <a:lnTo>
                    <a:pt x="489096" y="1668810"/>
                  </a:lnTo>
                  <a:lnTo>
                    <a:pt x="488428" y="1668810"/>
                  </a:lnTo>
                  <a:lnTo>
                    <a:pt x="487760" y="1668810"/>
                  </a:lnTo>
                  <a:lnTo>
                    <a:pt x="487092" y="1668810"/>
                  </a:lnTo>
                  <a:lnTo>
                    <a:pt x="486424" y="1668810"/>
                  </a:lnTo>
                  <a:lnTo>
                    <a:pt x="485755" y="1668810"/>
                  </a:lnTo>
                  <a:lnTo>
                    <a:pt x="485087" y="1668810"/>
                  </a:lnTo>
                  <a:lnTo>
                    <a:pt x="484419" y="1668810"/>
                  </a:lnTo>
                  <a:lnTo>
                    <a:pt x="483751" y="1668810"/>
                  </a:lnTo>
                  <a:lnTo>
                    <a:pt x="483083" y="1668810"/>
                  </a:lnTo>
                  <a:lnTo>
                    <a:pt x="482415" y="1668810"/>
                  </a:lnTo>
                  <a:lnTo>
                    <a:pt x="481747" y="1668810"/>
                  </a:lnTo>
                  <a:lnTo>
                    <a:pt x="481079" y="1668810"/>
                  </a:lnTo>
                  <a:lnTo>
                    <a:pt x="480411" y="1668810"/>
                  </a:lnTo>
                  <a:lnTo>
                    <a:pt x="479743" y="1668810"/>
                  </a:lnTo>
                  <a:lnTo>
                    <a:pt x="479075" y="1668810"/>
                  </a:lnTo>
                  <a:lnTo>
                    <a:pt x="478407" y="1668810"/>
                  </a:lnTo>
                  <a:lnTo>
                    <a:pt x="477739" y="1668810"/>
                  </a:lnTo>
                  <a:lnTo>
                    <a:pt x="477071" y="1668810"/>
                  </a:lnTo>
                  <a:lnTo>
                    <a:pt x="476403" y="1668810"/>
                  </a:lnTo>
                  <a:lnTo>
                    <a:pt x="475735" y="1668810"/>
                  </a:lnTo>
                  <a:lnTo>
                    <a:pt x="475067" y="1668810"/>
                  </a:lnTo>
                  <a:lnTo>
                    <a:pt x="474399" y="1668810"/>
                  </a:lnTo>
                  <a:lnTo>
                    <a:pt x="473731" y="1668810"/>
                  </a:lnTo>
                  <a:lnTo>
                    <a:pt x="473063" y="1668810"/>
                  </a:lnTo>
                  <a:lnTo>
                    <a:pt x="472395" y="1668810"/>
                  </a:lnTo>
                  <a:lnTo>
                    <a:pt x="471727" y="1668810"/>
                  </a:lnTo>
                  <a:lnTo>
                    <a:pt x="471059" y="1668810"/>
                  </a:lnTo>
                  <a:lnTo>
                    <a:pt x="470391" y="1668810"/>
                  </a:lnTo>
                  <a:lnTo>
                    <a:pt x="469723" y="1668810"/>
                  </a:lnTo>
                  <a:lnTo>
                    <a:pt x="469055" y="1668810"/>
                  </a:lnTo>
                  <a:lnTo>
                    <a:pt x="468387" y="1668810"/>
                  </a:lnTo>
                  <a:lnTo>
                    <a:pt x="467719" y="1668810"/>
                  </a:lnTo>
                  <a:lnTo>
                    <a:pt x="467051" y="1668810"/>
                  </a:lnTo>
                  <a:lnTo>
                    <a:pt x="466383" y="1668810"/>
                  </a:lnTo>
                  <a:lnTo>
                    <a:pt x="465715" y="1668810"/>
                  </a:lnTo>
                  <a:lnTo>
                    <a:pt x="465047" y="1668810"/>
                  </a:lnTo>
                  <a:lnTo>
                    <a:pt x="464379" y="1668810"/>
                  </a:lnTo>
                  <a:lnTo>
                    <a:pt x="463711" y="1668810"/>
                  </a:lnTo>
                  <a:lnTo>
                    <a:pt x="463043" y="1668810"/>
                  </a:lnTo>
                  <a:lnTo>
                    <a:pt x="462375" y="1668810"/>
                  </a:lnTo>
                  <a:lnTo>
                    <a:pt x="461707" y="1668810"/>
                  </a:lnTo>
                  <a:lnTo>
                    <a:pt x="461038" y="1668810"/>
                  </a:lnTo>
                  <a:lnTo>
                    <a:pt x="460370" y="1668810"/>
                  </a:lnTo>
                  <a:lnTo>
                    <a:pt x="459702" y="1668810"/>
                  </a:lnTo>
                  <a:lnTo>
                    <a:pt x="459034" y="1668810"/>
                  </a:lnTo>
                  <a:lnTo>
                    <a:pt x="458366" y="1668810"/>
                  </a:lnTo>
                  <a:lnTo>
                    <a:pt x="457698" y="1668810"/>
                  </a:lnTo>
                  <a:lnTo>
                    <a:pt x="457030" y="1668810"/>
                  </a:lnTo>
                  <a:lnTo>
                    <a:pt x="456362" y="1668810"/>
                  </a:lnTo>
                  <a:lnTo>
                    <a:pt x="455694" y="1668810"/>
                  </a:lnTo>
                  <a:lnTo>
                    <a:pt x="455026" y="1668810"/>
                  </a:lnTo>
                  <a:lnTo>
                    <a:pt x="454358" y="1668810"/>
                  </a:lnTo>
                  <a:lnTo>
                    <a:pt x="453690" y="1668810"/>
                  </a:lnTo>
                  <a:lnTo>
                    <a:pt x="453022" y="1668810"/>
                  </a:lnTo>
                  <a:lnTo>
                    <a:pt x="452354" y="1668810"/>
                  </a:lnTo>
                  <a:lnTo>
                    <a:pt x="451686" y="1668810"/>
                  </a:lnTo>
                  <a:lnTo>
                    <a:pt x="451018" y="1668810"/>
                  </a:lnTo>
                  <a:lnTo>
                    <a:pt x="450350" y="1668810"/>
                  </a:lnTo>
                  <a:lnTo>
                    <a:pt x="449682" y="1668810"/>
                  </a:lnTo>
                  <a:lnTo>
                    <a:pt x="449014" y="1668810"/>
                  </a:lnTo>
                  <a:lnTo>
                    <a:pt x="448346" y="1668810"/>
                  </a:lnTo>
                  <a:lnTo>
                    <a:pt x="447678" y="1668810"/>
                  </a:lnTo>
                  <a:lnTo>
                    <a:pt x="447010" y="1668810"/>
                  </a:lnTo>
                  <a:lnTo>
                    <a:pt x="446342" y="1668810"/>
                  </a:lnTo>
                  <a:lnTo>
                    <a:pt x="445674" y="1668810"/>
                  </a:lnTo>
                  <a:lnTo>
                    <a:pt x="445006" y="1668810"/>
                  </a:lnTo>
                  <a:lnTo>
                    <a:pt x="444338" y="1668810"/>
                  </a:lnTo>
                  <a:lnTo>
                    <a:pt x="443670" y="1668810"/>
                  </a:lnTo>
                  <a:lnTo>
                    <a:pt x="443002" y="1668810"/>
                  </a:lnTo>
                  <a:lnTo>
                    <a:pt x="442334" y="1668810"/>
                  </a:lnTo>
                  <a:lnTo>
                    <a:pt x="441666" y="1668810"/>
                  </a:lnTo>
                  <a:lnTo>
                    <a:pt x="440998" y="1668810"/>
                  </a:lnTo>
                  <a:lnTo>
                    <a:pt x="440330" y="1668810"/>
                  </a:lnTo>
                  <a:lnTo>
                    <a:pt x="439662" y="1668810"/>
                  </a:lnTo>
                  <a:lnTo>
                    <a:pt x="438994" y="1668810"/>
                  </a:lnTo>
                  <a:lnTo>
                    <a:pt x="438326" y="1668810"/>
                  </a:lnTo>
                  <a:lnTo>
                    <a:pt x="437658" y="1668810"/>
                  </a:lnTo>
                  <a:lnTo>
                    <a:pt x="436990" y="1668810"/>
                  </a:lnTo>
                  <a:lnTo>
                    <a:pt x="436321" y="1668810"/>
                  </a:lnTo>
                  <a:lnTo>
                    <a:pt x="435653" y="1668810"/>
                  </a:lnTo>
                  <a:lnTo>
                    <a:pt x="434985" y="1668810"/>
                  </a:lnTo>
                  <a:lnTo>
                    <a:pt x="434317" y="1668810"/>
                  </a:lnTo>
                  <a:lnTo>
                    <a:pt x="433649" y="1668810"/>
                  </a:lnTo>
                  <a:lnTo>
                    <a:pt x="432981" y="1668810"/>
                  </a:lnTo>
                  <a:lnTo>
                    <a:pt x="432313" y="1668810"/>
                  </a:lnTo>
                  <a:lnTo>
                    <a:pt x="431645" y="1668810"/>
                  </a:lnTo>
                  <a:lnTo>
                    <a:pt x="430977" y="1668810"/>
                  </a:lnTo>
                  <a:lnTo>
                    <a:pt x="430309" y="1668810"/>
                  </a:lnTo>
                  <a:lnTo>
                    <a:pt x="429641" y="1668810"/>
                  </a:lnTo>
                  <a:lnTo>
                    <a:pt x="428973" y="1668810"/>
                  </a:lnTo>
                  <a:lnTo>
                    <a:pt x="428305" y="1668810"/>
                  </a:lnTo>
                  <a:lnTo>
                    <a:pt x="427637" y="1668810"/>
                  </a:lnTo>
                  <a:lnTo>
                    <a:pt x="426969" y="1668810"/>
                  </a:lnTo>
                  <a:lnTo>
                    <a:pt x="426301" y="1668810"/>
                  </a:lnTo>
                  <a:lnTo>
                    <a:pt x="425633" y="1668810"/>
                  </a:lnTo>
                  <a:lnTo>
                    <a:pt x="424965" y="1668810"/>
                  </a:lnTo>
                  <a:lnTo>
                    <a:pt x="424297" y="1668810"/>
                  </a:lnTo>
                  <a:lnTo>
                    <a:pt x="423629" y="1668810"/>
                  </a:lnTo>
                  <a:lnTo>
                    <a:pt x="422961" y="1668810"/>
                  </a:lnTo>
                  <a:lnTo>
                    <a:pt x="422293" y="1668810"/>
                  </a:lnTo>
                  <a:lnTo>
                    <a:pt x="421625" y="1668810"/>
                  </a:lnTo>
                  <a:lnTo>
                    <a:pt x="420957" y="1668810"/>
                  </a:lnTo>
                  <a:lnTo>
                    <a:pt x="420289" y="1668810"/>
                  </a:lnTo>
                  <a:lnTo>
                    <a:pt x="419621" y="1668810"/>
                  </a:lnTo>
                  <a:lnTo>
                    <a:pt x="418953" y="1668810"/>
                  </a:lnTo>
                  <a:lnTo>
                    <a:pt x="418285" y="1668810"/>
                  </a:lnTo>
                  <a:lnTo>
                    <a:pt x="417617" y="1668810"/>
                  </a:lnTo>
                  <a:lnTo>
                    <a:pt x="416949" y="1668810"/>
                  </a:lnTo>
                  <a:lnTo>
                    <a:pt x="416281" y="1668810"/>
                  </a:lnTo>
                  <a:lnTo>
                    <a:pt x="415613" y="1668810"/>
                  </a:lnTo>
                  <a:lnTo>
                    <a:pt x="414945" y="1668810"/>
                  </a:lnTo>
                  <a:lnTo>
                    <a:pt x="414277" y="1668810"/>
                  </a:lnTo>
                  <a:lnTo>
                    <a:pt x="413609" y="1668810"/>
                  </a:lnTo>
                  <a:lnTo>
                    <a:pt x="412941" y="1668810"/>
                  </a:lnTo>
                  <a:lnTo>
                    <a:pt x="412272" y="1668810"/>
                  </a:lnTo>
                  <a:lnTo>
                    <a:pt x="411604" y="1668810"/>
                  </a:lnTo>
                  <a:lnTo>
                    <a:pt x="410936" y="1668810"/>
                  </a:lnTo>
                  <a:lnTo>
                    <a:pt x="410268" y="1668810"/>
                  </a:lnTo>
                  <a:lnTo>
                    <a:pt x="409600" y="1668810"/>
                  </a:lnTo>
                  <a:lnTo>
                    <a:pt x="408932" y="1668810"/>
                  </a:lnTo>
                  <a:lnTo>
                    <a:pt x="408264" y="1668810"/>
                  </a:lnTo>
                  <a:lnTo>
                    <a:pt x="407596" y="1668810"/>
                  </a:lnTo>
                  <a:lnTo>
                    <a:pt x="406928" y="1668810"/>
                  </a:lnTo>
                  <a:lnTo>
                    <a:pt x="406260" y="1668810"/>
                  </a:lnTo>
                  <a:lnTo>
                    <a:pt x="405592" y="1668810"/>
                  </a:lnTo>
                  <a:lnTo>
                    <a:pt x="404924" y="1668810"/>
                  </a:lnTo>
                  <a:lnTo>
                    <a:pt x="404256" y="1668810"/>
                  </a:lnTo>
                  <a:lnTo>
                    <a:pt x="403588" y="1668810"/>
                  </a:lnTo>
                  <a:lnTo>
                    <a:pt x="402920" y="1668810"/>
                  </a:lnTo>
                  <a:lnTo>
                    <a:pt x="402252" y="1668810"/>
                  </a:lnTo>
                  <a:lnTo>
                    <a:pt x="401584" y="1668810"/>
                  </a:lnTo>
                  <a:lnTo>
                    <a:pt x="400916" y="1668810"/>
                  </a:lnTo>
                  <a:lnTo>
                    <a:pt x="400248" y="1668810"/>
                  </a:lnTo>
                  <a:lnTo>
                    <a:pt x="399580" y="1668810"/>
                  </a:lnTo>
                  <a:lnTo>
                    <a:pt x="398912" y="1668810"/>
                  </a:lnTo>
                  <a:lnTo>
                    <a:pt x="398244" y="1668810"/>
                  </a:lnTo>
                  <a:lnTo>
                    <a:pt x="397576" y="1668810"/>
                  </a:lnTo>
                  <a:lnTo>
                    <a:pt x="396908" y="1668810"/>
                  </a:lnTo>
                  <a:lnTo>
                    <a:pt x="396240" y="1668810"/>
                  </a:lnTo>
                  <a:lnTo>
                    <a:pt x="395572" y="1668810"/>
                  </a:lnTo>
                  <a:lnTo>
                    <a:pt x="394904" y="1668810"/>
                  </a:lnTo>
                  <a:lnTo>
                    <a:pt x="394236" y="1668810"/>
                  </a:lnTo>
                  <a:lnTo>
                    <a:pt x="393568" y="1668810"/>
                  </a:lnTo>
                  <a:lnTo>
                    <a:pt x="392900" y="1668810"/>
                  </a:lnTo>
                  <a:lnTo>
                    <a:pt x="392232" y="1668810"/>
                  </a:lnTo>
                  <a:lnTo>
                    <a:pt x="391564" y="1668810"/>
                  </a:lnTo>
                  <a:lnTo>
                    <a:pt x="390896" y="1668810"/>
                  </a:lnTo>
                  <a:lnTo>
                    <a:pt x="390228" y="1668810"/>
                  </a:lnTo>
                  <a:lnTo>
                    <a:pt x="389560" y="1668810"/>
                  </a:lnTo>
                  <a:lnTo>
                    <a:pt x="388892" y="1668810"/>
                  </a:lnTo>
                  <a:lnTo>
                    <a:pt x="388224" y="1668810"/>
                  </a:lnTo>
                  <a:lnTo>
                    <a:pt x="387555" y="1668810"/>
                  </a:lnTo>
                  <a:lnTo>
                    <a:pt x="386887" y="1668810"/>
                  </a:lnTo>
                  <a:lnTo>
                    <a:pt x="386219" y="1668810"/>
                  </a:lnTo>
                  <a:lnTo>
                    <a:pt x="385551" y="1668810"/>
                  </a:lnTo>
                  <a:lnTo>
                    <a:pt x="384883" y="1668810"/>
                  </a:lnTo>
                  <a:lnTo>
                    <a:pt x="384215" y="1668810"/>
                  </a:lnTo>
                  <a:lnTo>
                    <a:pt x="383547" y="1668810"/>
                  </a:lnTo>
                  <a:lnTo>
                    <a:pt x="382879" y="1668810"/>
                  </a:lnTo>
                  <a:lnTo>
                    <a:pt x="382211" y="1668810"/>
                  </a:lnTo>
                  <a:lnTo>
                    <a:pt x="381543" y="1668810"/>
                  </a:lnTo>
                  <a:lnTo>
                    <a:pt x="380875" y="1668810"/>
                  </a:lnTo>
                  <a:lnTo>
                    <a:pt x="380207" y="1668810"/>
                  </a:lnTo>
                  <a:lnTo>
                    <a:pt x="379539" y="1668810"/>
                  </a:lnTo>
                  <a:lnTo>
                    <a:pt x="378871" y="1668810"/>
                  </a:lnTo>
                  <a:lnTo>
                    <a:pt x="378203" y="1668810"/>
                  </a:lnTo>
                  <a:lnTo>
                    <a:pt x="377535" y="1668810"/>
                  </a:lnTo>
                  <a:lnTo>
                    <a:pt x="376867" y="1668810"/>
                  </a:lnTo>
                  <a:lnTo>
                    <a:pt x="376199" y="1668810"/>
                  </a:lnTo>
                  <a:lnTo>
                    <a:pt x="375531" y="1668810"/>
                  </a:lnTo>
                  <a:lnTo>
                    <a:pt x="374863" y="1668810"/>
                  </a:lnTo>
                  <a:lnTo>
                    <a:pt x="374195" y="1668810"/>
                  </a:lnTo>
                  <a:lnTo>
                    <a:pt x="373527" y="1668810"/>
                  </a:lnTo>
                  <a:lnTo>
                    <a:pt x="372859" y="1668810"/>
                  </a:lnTo>
                  <a:lnTo>
                    <a:pt x="372191" y="1668810"/>
                  </a:lnTo>
                  <a:lnTo>
                    <a:pt x="371523" y="1668810"/>
                  </a:lnTo>
                  <a:lnTo>
                    <a:pt x="370855" y="1668810"/>
                  </a:lnTo>
                  <a:lnTo>
                    <a:pt x="370187" y="1668810"/>
                  </a:lnTo>
                  <a:lnTo>
                    <a:pt x="369519" y="1668810"/>
                  </a:lnTo>
                  <a:lnTo>
                    <a:pt x="368851" y="1668810"/>
                  </a:lnTo>
                  <a:lnTo>
                    <a:pt x="368183" y="1668810"/>
                  </a:lnTo>
                  <a:lnTo>
                    <a:pt x="367515" y="1668810"/>
                  </a:lnTo>
                  <a:lnTo>
                    <a:pt x="366847" y="1668810"/>
                  </a:lnTo>
                  <a:lnTo>
                    <a:pt x="366179" y="1668810"/>
                  </a:lnTo>
                  <a:lnTo>
                    <a:pt x="365511" y="1668810"/>
                  </a:lnTo>
                  <a:lnTo>
                    <a:pt x="364843" y="1668810"/>
                  </a:lnTo>
                  <a:lnTo>
                    <a:pt x="364175" y="1668810"/>
                  </a:lnTo>
                  <a:lnTo>
                    <a:pt x="363507" y="1668810"/>
                  </a:lnTo>
                  <a:lnTo>
                    <a:pt x="362838" y="1668810"/>
                  </a:lnTo>
                  <a:lnTo>
                    <a:pt x="362170" y="1668810"/>
                  </a:lnTo>
                  <a:lnTo>
                    <a:pt x="361502" y="1668810"/>
                  </a:lnTo>
                  <a:lnTo>
                    <a:pt x="360834" y="1668810"/>
                  </a:lnTo>
                  <a:lnTo>
                    <a:pt x="360166" y="1668810"/>
                  </a:lnTo>
                  <a:lnTo>
                    <a:pt x="359498" y="1668810"/>
                  </a:lnTo>
                  <a:lnTo>
                    <a:pt x="358830" y="1668810"/>
                  </a:lnTo>
                  <a:lnTo>
                    <a:pt x="358162" y="1668810"/>
                  </a:lnTo>
                  <a:lnTo>
                    <a:pt x="357494" y="1668810"/>
                  </a:lnTo>
                  <a:lnTo>
                    <a:pt x="356826" y="1668810"/>
                  </a:lnTo>
                  <a:lnTo>
                    <a:pt x="356158" y="1668810"/>
                  </a:lnTo>
                  <a:lnTo>
                    <a:pt x="355490" y="1668810"/>
                  </a:lnTo>
                  <a:lnTo>
                    <a:pt x="354822" y="1668810"/>
                  </a:lnTo>
                  <a:lnTo>
                    <a:pt x="354154" y="1668810"/>
                  </a:lnTo>
                  <a:lnTo>
                    <a:pt x="353486" y="1668810"/>
                  </a:lnTo>
                  <a:lnTo>
                    <a:pt x="352818" y="1668810"/>
                  </a:lnTo>
                  <a:lnTo>
                    <a:pt x="352150" y="1668810"/>
                  </a:lnTo>
                  <a:lnTo>
                    <a:pt x="351482" y="1668810"/>
                  </a:lnTo>
                  <a:lnTo>
                    <a:pt x="350814" y="1668810"/>
                  </a:lnTo>
                  <a:lnTo>
                    <a:pt x="350146" y="1668810"/>
                  </a:lnTo>
                  <a:lnTo>
                    <a:pt x="349478" y="1668810"/>
                  </a:lnTo>
                  <a:lnTo>
                    <a:pt x="348810" y="1668810"/>
                  </a:lnTo>
                  <a:lnTo>
                    <a:pt x="348142" y="1668810"/>
                  </a:lnTo>
                  <a:lnTo>
                    <a:pt x="347474" y="1668810"/>
                  </a:lnTo>
                  <a:lnTo>
                    <a:pt x="346806" y="1668810"/>
                  </a:lnTo>
                  <a:lnTo>
                    <a:pt x="346138" y="1668810"/>
                  </a:lnTo>
                  <a:lnTo>
                    <a:pt x="345470" y="1668810"/>
                  </a:lnTo>
                  <a:lnTo>
                    <a:pt x="344802" y="1668810"/>
                  </a:lnTo>
                  <a:lnTo>
                    <a:pt x="344134" y="1668810"/>
                  </a:lnTo>
                  <a:lnTo>
                    <a:pt x="343466" y="1668810"/>
                  </a:lnTo>
                  <a:lnTo>
                    <a:pt x="342798" y="1668810"/>
                  </a:lnTo>
                  <a:lnTo>
                    <a:pt x="342130" y="1668810"/>
                  </a:lnTo>
                  <a:lnTo>
                    <a:pt x="341462" y="1668810"/>
                  </a:lnTo>
                  <a:lnTo>
                    <a:pt x="340794" y="1668810"/>
                  </a:lnTo>
                  <a:lnTo>
                    <a:pt x="340126" y="1668810"/>
                  </a:lnTo>
                  <a:lnTo>
                    <a:pt x="339458" y="1668810"/>
                  </a:lnTo>
                  <a:lnTo>
                    <a:pt x="338790" y="1668810"/>
                  </a:lnTo>
                  <a:lnTo>
                    <a:pt x="338121" y="1668810"/>
                  </a:lnTo>
                  <a:lnTo>
                    <a:pt x="337453" y="1668810"/>
                  </a:lnTo>
                  <a:lnTo>
                    <a:pt x="336785" y="1668810"/>
                  </a:lnTo>
                  <a:lnTo>
                    <a:pt x="336117" y="1668810"/>
                  </a:lnTo>
                  <a:lnTo>
                    <a:pt x="335449" y="1668810"/>
                  </a:lnTo>
                  <a:lnTo>
                    <a:pt x="334781" y="1668810"/>
                  </a:lnTo>
                  <a:lnTo>
                    <a:pt x="334113" y="1668810"/>
                  </a:lnTo>
                  <a:lnTo>
                    <a:pt x="333445" y="1668810"/>
                  </a:lnTo>
                  <a:lnTo>
                    <a:pt x="332777" y="1668810"/>
                  </a:lnTo>
                  <a:lnTo>
                    <a:pt x="332109" y="1668810"/>
                  </a:lnTo>
                  <a:lnTo>
                    <a:pt x="331441" y="1668810"/>
                  </a:lnTo>
                  <a:lnTo>
                    <a:pt x="330773" y="1668810"/>
                  </a:lnTo>
                  <a:lnTo>
                    <a:pt x="330105" y="1668810"/>
                  </a:lnTo>
                  <a:lnTo>
                    <a:pt x="329437" y="1668810"/>
                  </a:lnTo>
                  <a:lnTo>
                    <a:pt x="328769" y="1668810"/>
                  </a:lnTo>
                  <a:lnTo>
                    <a:pt x="328101" y="1668810"/>
                  </a:lnTo>
                  <a:lnTo>
                    <a:pt x="327433" y="1668810"/>
                  </a:lnTo>
                  <a:lnTo>
                    <a:pt x="326765" y="1668810"/>
                  </a:lnTo>
                  <a:lnTo>
                    <a:pt x="326097" y="1668810"/>
                  </a:lnTo>
                  <a:lnTo>
                    <a:pt x="325429" y="1668810"/>
                  </a:lnTo>
                  <a:lnTo>
                    <a:pt x="324761" y="1668810"/>
                  </a:lnTo>
                  <a:lnTo>
                    <a:pt x="324093" y="1668810"/>
                  </a:lnTo>
                  <a:lnTo>
                    <a:pt x="323425" y="1668810"/>
                  </a:lnTo>
                  <a:lnTo>
                    <a:pt x="322757" y="1668810"/>
                  </a:lnTo>
                  <a:lnTo>
                    <a:pt x="322089" y="1668810"/>
                  </a:lnTo>
                  <a:lnTo>
                    <a:pt x="321421" y="1668810"/>
                  </a:lnTo>
                  <a:lnTo>
                    <a:pt x="320753" y="1668810"/>
                  </a:lnTo>
                  <a:lnTo>
                    <a:pt x="320085" y="1668810"/>
                  </a:lnTo>
                  <a:lnTo>
                    <a:pt x="319417" y="1668810"/>
                  </a:lnTo>
                  <a:lnTo>
                    <a:pt x="318749" y="1668810"/>
                  </a:lnTo>
                  <a:lnTo>
                    <a:pt x="318081" y="1668810"/>
                  </a:lnTo>
                  <a:lnTo>
                    <a:pt x="317413" y="1668810"/>
                  </a:lnTo>
                  <a:lnTo>
                    <a:pt x="316745" y="1668810"/>
                  </a:lnTo>
                  <a:lnTo>
                    <a:pt x="316077" y="1668810"/>
                  </a:lnTo>
                  <a:lnTo>
                    <a:pt x="315409" y="1668810"/>
                  </a:lnTo>
                  <a:lnTo>
                    <a:pt x="314741" y="1668810"/>
                  </a:lnTo>
                  <a:lnTo>
                    <a:pt x="314072" y="1668810"/>
                  </a:lnTo>
                  <a:lnTo>
                    <a:pt x="313404" y="1668810"/>
                  </a:lnTo>
                  <a:lnTo>
                    <a:pt x="312736" y="1668810"/>
                  </a:lnTo>
                  <a:lnTo>
                    <a:pt x="312068" y="1668810"/>
                  </a:lnTo>
                  <a:lnTo>
                    <a:pt x="311400" y="1668810"/>
                  </a:lnTo>
                  <a:lnTo>
                    <a:pt x="310732" y="1668810"/>
                  </a:lnTo>
                  <a:lnTo>
                    <a:pt x="310064" y="1668810"/>
                  </a:lnTo>
                  <a:lnTo>
                    <a:pt x="309396" y="1668810"/>
                  </a:lnTo>
                  <a:lnTo>
                    <a:pt x="308728" y="1668810"/>
                  </a:lnTo>
                  <a:lnTo>
                    <a:pt x="308060" y="1668810"/>
                  </a:lnTo>
                  <a:lnTo>
                    <a:pt x="307392" y="1668810"/>
                  </a:lnTo>
                  <a:lnTo>
                    <a:pt x="306724" y="1668810"/>
                  </a:lnTo>
                  <a:lnTo>
                    <a:pt x="306056" y="1668810"/>
                  </a:lnTo>
                  <a:lnTo>
                    <a:pt x="305388" y="1668810"/>
                  </a:lnTo>
                  <a:lnTo>
                    <a:pt x="304720" y="1668810"/>
                  </a:lnTo>
                  <a:lnTo>
                    <a:pt x="304052" y="1668810"/>
                  </a:lnTo>
                  <a:lnTo>
                    <a:pt x="303384" y="1668810"/>
                  </a:lnTo>
                  <a:lnTo>
                    <a:pt x="302716" y="1668810"/>
                  </a:lnTo>
                  <a:lnTo>
                    <a:pt x="302048" y="1668810"/>
                  </a:lnTo>
                  <a:lnTo>
                    <a:pt x="301380" y="1668810"/>
                  </a:lnTo>
                  <a:lnTo>
                    <a:pt x="300712" y="1668810"/>
                  </a:lnTo>
                  <a:lnTo>
                    <a:pt x="300044" y="1668810"/>
                  </a:lnTo>
                  <a:lnTo>
                    <a:pt x="299376" y="1668810"/>
                  </a:lnTo>
                  <a:lnTo>
                    <a:pt x="298708" y="1668810"/>
                  </a:lnTo>
                  <a:lnTo>
                    <a:pt x="298040" y="1668810"/>
                  </a:lnTo>
                  <a:lnTo>
                    <a:pt x="297372" y="1668810"/>
                  </a:lnTo>
                  <a:lnTo>
                    <a:pt x="296704" y="1668810"/>
                  </a:lnTo>
                  <a:lnTo>
                    <a:pt x="296036" y="1668810"/>
                  </a:lnTo>
                  <a:lnTo>
                    <a:pt x="295368" y="1668810"/>
                  </a:lnTo>
                  <a:lnTo>
                    <a:pt x="294700" y="1668810"/>
                  </a:lnTo>
                  <a:lnTo>
                    <a:pt x="294032" y="1668810"/>
                  </a:lnTo>
                  <a:lnTo>
                    <a:pt x="293364" y="1668810"/>
                  </a:lnTo>
                  <a:lnTo>
                    <a:pt x="292696" y="1668810"/>
                  </a:lnTo>
                  <a:lnTo>
                    <a:pt x="292028" y="1668810"/>
                  </a:lnTo>
                  <a:lnTo>
                    <a:pt x="291360" y="1668810"/>
                  </a:lnTo>
                  <a:lnTo>
                    <a:pt x="290692" y="1668810"/>
                  </a:lnTo>
                  <a:lnTo>
                    <a:pt x="290024" y="1668810"/>
                  </a:lnTo>
                  <a:lnTo>
                    <a:pt x="289355" y="1668810"/>
                  </a:lnTo>
                  <a:lnTo>
                    <a:pt x="288687" y="1668810"/>
                  </a:lnTo>
                  <a:lnTo>
                    <a:pt x="288019" y="1668810"/>
                  </a:lnTo>
                  <a:lnTo>
                    <a:pt x="287351" y="1668810"/>
                  </a:lnTo>
                  <a:lnTo>
                    <a:pt x="286683" y="1668810"/>
                  </a:lnTo>
                  <a:lnTo>
                    <a:pt x="286015" y="1668810"/>
                  </a:lnTo>
                  <a:lnTo>
                    <a:pt x="285347" y="1668810"/>
                  </a:lnTo>
                  <a:lnTo>
                    <a:pt x="284679" y="1668810"/>
                  </a:lnTo>
                  <a:lnTo>
                    <a:pt x="284011" y="1668810"/>
                  </a:lnTo>
                  <a:lnTo>
                    <a:pt x="283343" y="1668810"/>
                  </a:lnTo>
                  <a:lnTo>
                    <a:pt x="282675" y="1668810"/>
                  </a:lnTo>
                  <a:lnTo>
                    <a:pt x="282007" y="1668810"/>
                  </a:lnTo>
                  <a:lnTo>
                    <a:pt x="281339" y="1668810"/>
                  </a:lnTo>
                  <a:lnTo>
                    <a:pt x="280671" y="1668810"/>
                  </a:lnTo>
                  <a:lnTo>
                    <a:pt x="280003" y="1668810"/>
                  </a:lnTo>
                  <a:lnTo>
                    <a:pt x="279335" y="1668810"/>
                  </a:lnTo>
                  <a:lnTo>
                    <a:pt x="278667" y="1668810"/>
                  </a:lnTo>
                  <a:lnTo>
                    <a:pt x="277999" y="1668810"/>
                  </a:lnTo>
                  <a:lnTo>
                    <a:pt x="277331" y="1668810"/>
                  </a:lnTo>
                  <a:lnTo>
                    <a:pt x="276663" y="1668810"/>
                  </a:lnTo>
                  <a:lnTo>
                    <a:pt x="275995" y="1668810"/>
                  </a:lnTo>
                  <a:lnTo>
                    <a:pt x="275327" y="1668810"/>
                  </a:lnTo>
                  <a:lnTo>
                    <a:pt x="274659" y="1668810"/>
                  </a:lnTo>
                  <a:lnTo>
                    <a:pt x="273991" y="1668810"/>
                  </a:lnTo>
                  <a:lnTo>
                    <a:pt x="273323" y="1668810"/>
                  </a:lnTo>
                  <a:lnTo>
                    <a:pt x="272655" y="1668810"/>
                  </a:lnTo>
                  <a:lnTo>
                    <a:pt x="271987" y="1668810"/>
                  </a:lnTo>
                  <a:lnTo>
                    <a:pt x="271319" y="1668810"/>
                  </a:lnTo>
                  <a:lnTo>
                    <a:pt x="270651" y="1668810"/>
                  </a:lnTo>
                  <a:lnTo>
                    <a:pt x="269983" y="1668810"/>
                  </a:lnTo>
                  <a:lnTo>
                    <a:pt x="269315" y="1668810"/>
                  </a:lnTo>
                  <a:lnTo>
                    <a:pt x="268647" y="1668810"/>
                  </a:lnTo>
                  <a:lnTo>
                    <a:pt x="267979" y="1668810"/>
                  </a:lnTo>
                  <a:lnTo>
                    <a:pt x="267311" y="1668810"/>
                  </a:lnTo>
                  <a:lnTo>
                    <a:pt x="266643" y="1668810"/>
                  </a:lnTo>
                  <a:lnTo>
                    <a:pt x="265975" y="1668810"/>
                  </a:lnTo>
                  <a:lnTo>
                    <a:pt x="265307" y="1668810"/>
                  </a:lnTo>
                  <a:lnTo>
                    <a:pt x="264638" y="1668810"/>
                  </a:lnTo>
                  <a:lnTo>
                    <a:pt x="263970" y="1668810"/>
                  </a:lnTo>
                  <a:lnTo>
                    <a:pt x="263302" y="1668810"/>
                  </a:lnTo>
                  <a:lnTo>
                    <a:pt x="262634" y="1668810"/>
                  </a:lnTo>
                  <a:lnTo>
                    <a:pt x="261966" y="1668810"/>
                  </a:lnTo>
                  <a:lnTo>
                    <a:pt x="261298" y="1668810"/>
                  </a:lnTo>
                  <a:lnTo>
                    <a:pt x="260630" y="1668810"/>
                  </a:lnTo>
                  <a:lnTo>
                    <a:pt x="259962" y="1668810"/>
                  </a:lnTo>
                  <a:lnTo>
                    <a:pt x="259294" y="1668810"/>
                  </a:lnTo>
                  <a:lnTo>
                    <a:pt x="258626" y="1668810"/>
                  </a:lnTo>
                  <a:lnTo>
                    <a:pt x="257958" y="1668810"/>
                  </a:lnTo>
                  <a:lnTo>
                    <a:pt x="257290" y="1668810"/>
                  </a:lnTo>
                  <a:lnTo>
                    <a:pt x="256622" y="1668810"/>
                  </a:lnTo>
                  <a:lnTo>
                    <a:pt x="255954" y="1668810"/>
                  </a:lnTo>
                  <a:lnTo>
                    <a:pt x="255286" y="1668810"/>
                  </a:lnTo>
                  <a:lnTo>
                    <a:pt x="254618" y="1668810"/>
                  </a:lnTo>
                  <a:lnTo>
                    <a:pt x="253950" y="1668810"/>
                  </a:lnTo>
                  <a:lnTo>
                    <a:pt x="253282" y="1668810"/>
                  </a:lnTo>
                  <a:lnTo>
                    <a:pt x="252614" y="1668810"/>
                  </a:lnTo>
                  <a:lnTo>
                    <a:pt x="251946" y="1668810"/>
                  </a:lnTo>
                  <a:lnTo>
                    <a:pt x="251278" y="1668810"/>
                  </a:lnTo>
                  <a:lnTo>
                    <a:pt x="250610" y="1668810"/>
                  </a:lnTo>
                  <a:lnTo>
                    <a:pt x="249942" y="1668810"/>
                  </a:lnTo>
                  <a:lnTo>
                    <a:pt x="249274" y="1668810"/>
                  </a:lnTo>
                  <a:lnTo>
                    <a:pt x="248606" y="1668810"/>
                  </a:lnTo>
                  <a:lnTo>
                    <a:pt x="247938" y="1668810"/>
                  </a:lnTo>
                  <a:lnTo>
                    <a:pt x="247270" y="1668810"/>
                  </a:lnTo>
                  <a:lnTo>
                    <a:pt x="246602" y="1668810"/>
                  </a:lnTo>
                  <a:lnTo>
                    <a:pt x="245934" y="1668810"/>
                  </a:lnTo>
                  <a:lnTo>
                    <a:pt x="245266" y="1668810"/>
                  </a:lnTo>
                  <a:lnTo>
                    <a:pt x="244598" y="1668810"/>
                  </a:lnTo>
                  <a:lnTo>
                    <a:pt x="243930" y="1668810"/>
                  </a:lnTo>
                  <a:lnTo>
                    <a:pt x="243262" y="1668810"/>
                  </a:lnTo>
                  <a:lnTo>
                    <a:pt x="242594" y="1668810"/>
                  </a:lnTo>
                  <a:lnTo>
                    <a:pt x="241926" y="1668810"/>
                  </a:lnTo>
                  <a:lnTo>
                    <a:pt x="241258" y="1668810"/>
                  </a:lnTo>
                  <a:lnTo>
                    <a:pt x="240590" y="1668810"/>
                  </a:lnTo>
                  <a:lnTo>
                    <a:pt x="239921" y="1668810"/>
                  </a:lnTo>
                  <a:lnTo>
                    <a:pt x="239253" y="1668810"/>
                  </a:lnTo>
                  <a:lnTo>
                    <a:pt x="238585" y="1668810"/>
                  </a:lnTo>
                  <a:lnTo>
                    <a:pt x="237917" y="1668810"/>
                  </a:lnTo>
                  <a:lnTo>
                    <a:pt x="237249" y="1668810"/>
                  </a:lnTo>
                  <a:lnTo>
                    <a:pt x="236581" y="1668810"/>
                  </a:lnTo>
                  <a:lnTo>
                    <a:pt x="235913" y="1668810"/>
                  </a:lnTo>
                  <a:lnTo>
                    <a:pt x="235245" y="1668810"/>
                  </a:lnTo>
                  <a:lnTo>
                    <a:pt x="234577" y="1668810"/>
                  </a:lnTo>
                  <a:lnTo>
                    <a:pt x="233909" y="1668810"/>
                  </a:lnTo>
                  <a:lnTo>
                    <a:pt x="233241" y="1668810"/>
                  </a:lnTo>
                  <a:lnTo>
                    <a:pt x="232573" y="1668810"/>
                  </a:lnTo>
                  <a:lnTo>
                    <a:pt x="231905" y="1668810"/>
                  </a:lnTo>
                  <a:lnTo>
                    <a:pt x="231237" y="1668810"/>
                  </a:lnTo>
                  <a:lnTo>
                    <a:pt x="230569" y="1668810"/>
                  </a:lnTo>
                  <a:lnTo>
                    <a:pt x="229901" y="1668810"/>
                  </a:lnTo>
                  <a:lnTo>
                    <a:pt x="229233" y="1668810"/>
                  </a:lnTo>
                  <a:lnTo>
                    <a:pt x="228565" y="1668810"/>
                  </a:lnTo>
                  <a:lnTo>
                    <a:pt x="227897" y="1668810"/>
                  </a:lnTo>
                  <a:lnTo>
                    <a:pt x="227229" y="1668810"/>
                  </a:lnTo>
                  <a:lnTo>
                    <a:pt x="226561" y="1668810"/>
                  </a:lnTo>
                  <a:lnTo>
                    <a:pt x="225893" y="1668810"/>
                  </a:lnTo>
                  <a:lnTo>
                    <a:pt x="225225" y="1668810"/>
                  </a:lnTo>
                  <a:lnTo>
                    <a:pt x="224557" y="1668810"/>
                  </a:lnTo>
                  <a:lnTo>
                    <a:pt x="223889" y="1668810"/>
                  </a:lnTo>
                  <a:lnTo>
                    <a:pt x="223221" y="1668810"/>
                  </a:lnTo>
                  <a:lnTo>
                    <a:pt x="222553" y="1668810"/>
                  </a:lnTo>
                  <a:lnTo>
                    <a:pt x="221885" y="1668810"/>
                  </a:lnTo>
                  <a:lnTo>
                    <a:pt x="221217" y="1668810"/>
                  </a:lnTo>
                  <a:lnTo>
                    <a:pt x="220549" y="1668810"/>
                  </a:lnTo>
                  <a:lnTo>
                    <a:pt x="219881" y="1668810"/>
                  </a:lnTo>
                  <a:lnTo>
                    <a:pt x="219213" y="1668810"/>
                  </a:lnTo>
                  <a:lnTo>
                    <a:pt x="218545" y="1668810"/>
                  </a:lnTo>
                  <a:lnTo>
                    <a:pt x="217877" y="1668810"/>
                  </a:lnTo>
                  <a:lnTo>
                    <a:pt x="217209" y="1668810"/>
                  </a:lnTo>
                  <a:lnTo>
                    <a:pt x="216541" y="1668810"/>
                  </a:lnTo>
                  <a:lnTo>
                    <a:pt x="215872" y="1668810"/>
                  </a:lnTo>
                  <a:lnTo>
                    <a:pt x="215204" y="1668810"/>
                  </a:lnTo>
                  <a:lnTo>
                    <a:pt x="214536" y="1668810"/>
                  </a:lnTo>
                  <a:lnTo>
                    <a:pt x="213868" y="1668810"/>
                  </a:lnTo>
                  <a:lnTo>
                    <a:pt x="213200" y="1668810"/>
                  </a:lnTo>
                  <a:lnTo>
                    <a:pt x="212532" y="1668810"/>
                  </a:lnTo>
                  <a:lnTo>
                    <a:pt x="211864" y="1668810"/>
                  </a:lnTo>
                  <a:lnTo>
                    <a:pt x="211196" y="1668810"/>
                  </a:lnTo>
                  <a:lnTo>
                    <a:pt x="210528" y="1668810"/>
                  </a:lnTo>
                  <a:lnTo>
                    <a:pt x="209860" y="1668810"/>
                  </a:lnTo>
                  <a:lnTo>
                    <a:pt x="209192" y="1668810"/>
                  </a:lnTo>
                  <a:lnTo>
                    <a:pt x="208524" y="1668810"/>
                  </a:lnTo>
                  <a:lnTo>
                    <a:pt x="207856" y="1668810"/>
                  </a:lnTo>
                  <a:lnTo>
                    <a:pt x="207188" y="1668810"/>
                  </a:lnTo>
                  <a:lnTo>
                    <a:pt x="206520" y="1668810"/>
                  </a:lnTo>
                  <a:lnTo>
                    <a:pt x="205852" y="1668810"/>
                  </a:lnTo>
                  <a:lnTo>
                    <a:pt x="205184" y="1668810"/>
                  </a:lnTo>
                  <a:lnTo>
                    <a:pt x="204516" y="1668810"/>
                  </a:lnTo>
                  <a:lnTo>
                    <a:pt x="203848" y="1668810"/>
                  </a:lnTo>
                  <a:lnTo>
                    <a:pt x="203180" y="1668810"/>
                  </a:lnTo>
                  <a:lnTo>
                    <a:pt x="202512" y="1668810"/>
                  </a:lnTo>
                  <a:lnTo>
                    <a:pt x="201844" y="1668810"/>
                  </a:lnTo>
                  <a:lnTo>
                    <a:pt x="201176" y="1668810"/>
                  </a:lnTo>
                  <a:lnTo>
                    <a:pt x="200508" y="1668810"/>
                  </a:lnTo>
                  <a:lnTo>
                    <a:pt x="199840" y="1668810"/>
                  </a:lnTo>
                  <a:lnTo>
                    <a:pt x="199172" y="1668810"/>
                  </a:lnTo>
                  <a:lnTo>
                    <a:pt x="198504" y="1668810"/>
                  </a:lnTo>
                  <a:lnTo>
                    <a:pt x="197836" y="1668810"/>
                  </a:lnTo>
                  <a:lnTo>
                    <a:pt x="197168" y="1668810"/>
                  </a:lnTo>
                  <a:lnTo>
                    <a:pt x="196500" y="1668810"/>
                  </a:lnTo>
                  <a:lnTo>
                    <a:pt x="195832" y="1668810"/>
                  </a:lnTo>
                  <a:lnTo>
                    <a:pt x="195164" y="1668810"/>
                  </a:lnTo>
                  <a:lnTo>
                    <a:pt x="194496" y="1668810"/>
                  </a:lnTo>
                  <a:lnTo>
                    <a:pt x="193828" y="1668810"/>
                  </a:lnTo>
                  <a:lnTo>
                    <a:pt x="193160" y="1668810"/>
                  </a:lnTo>
                  <a:lnTo>
                    <a:pt x="192492" y="1668810"/>
                  </a:lnTo>
                  <a:lnTo>
                    <a:pt x="191824" y="1668810"/>
                  </a:lnTo>
                  <a:lnTo>
                    <a:pt x="191155" y="1668810"/>
                  </a:lnTo>
                  <a:lnTo>
                    <a:pt x="190487" y="1668810"/>
                  </a:lnTo>
                  <a:lnTo>
                    <a:pt x="189819" y="1668810"/>
                  </a:lnTo>
                  <a:lnTo>
                    <a:pt x="189151" y="1668810"/>
                  </a:lnTo>
                  <a:lnTo>
                    <a:pt x="188483" y="1668810"/>
                  </a:lnTo>
                  <a:lnTo>
                    <a:pt x="187815" y="1668810"/>
                  </a:lnTo>
                  <a:lnTo>
                    <a:pt x="187147" y="1668810"/>
                  </a:lnTo>
                  <a:lnTo>
                    <a:pt x="186479" y="1668810"/>
                  </a:lnTo>
                  <a:lnTo>
                    <a:pt x="185811" y="1668810"/>
                  </a:lnTo>
                  <a:lnTo>
                    <a:pt x="185143" y="1668810"/>
                  </a:lnTo>
                  <a:lnTo>
                    <a:pt x="184475" y="1668810"/>
                  </a:lnTo>
                  <a:lnTo>
                    <a:pt x="183807" y="1668810"/>
                  </a:lnTo>
                  <a:lnTo>
                    <a:pt x="183139" y="1668810"/>
                  </a:lnTo>
                  <a:lnTo>
                    <a:pt x="182471" y="1668810"/>
                  </a:lnTo>
                  <a:lnTo>
                    <a:pt x="181803" y="1668810"/>
                  </a:lnTo>
                  <a:lnTo>
                    <a:pt x="181135" y="1668810"/>
                  </a:lnTo>
                  <a:lnTo>
                    <a:pt x="180467" y="1668810"/>
                  </a:lnTo>
                  <a:lnTo>
                    <a:pt x="179799" y="1668810"/>
                  </a:lnTo>
                  <a:lnTo>
                    <a:pt x="179131" y="1668810"/>
                  </a:lnTo>
                  <a:lnTo>
                    <a:pt x="178463" y="1668810"/>
                  </a:lnTo>
                  <a:lnTo>
                    <a:pt x="177795" y="1668810"/>
                  </a:lnTo>
                  <a:lnTo>
                    <a:pt x="177127" y="1668810"/>
                  </a:lnTo>
                  <a:lnTo>
                    <a:pt x="176459" y="1668810"/>
                  </a:lnTo>
                  <a:lnTo>
                    <a:pt x="175791" y="1668810"/>
                  </a:lnTo>
                  <a:lnTo>
                    <a:pt x="175123" y="1668810"/>
                  </a:lnTo>
                  <a:lnTo>
                    <a:pt x="174455" y="1668810"/>
                  </a:lnTo>
                  <a:lnTo>
                    <a:pt x="173787" y="1668810"/>
                  </a:lnTo>
                  <a:lnTo>
                    <a:pt x="173119" y="1668810"/>
                  </a:lnTo>
                  <a:lnTo>
                    <a:pt x="172451" y="1668810"/>
                  </a:lnTo>
                  <a:lnTo>
                    <a:pt x="171783" y="1668810"/>
                  </a:lnTo>
                  <a:lnTo>
                    <a:pt x="171115" y="1668810"/>
                  </a:lnTo>
                  <a:lnTo>
                    <a:pt x="170447" y="1668810"/>
                  </a:lnTo>
                  <a:lnTo>
                    <a:pt x="169779" y="1668810"/>
                  </a:lnTo>
                  <a:lnTo>
                    <a:pt x="169111" y="1668810"/>
                  </a:lnTo>
                  <a:lnTo>
                    <a:pt x="168443" y="1668810"/>
                  </a:lnTo>
                  <a:lnTo>
                    <a:pt x="167775" y="1668810"/>
                  </a:lnTo>
                  <a:lnTo>
                    <a:pt x="167107" y="1668810"/>
                  </a:lnTo>
                  <a:lnTo>
                    <a:pt x="166438" y="1668810"/>
                  </a:lnTo>
                  <a:lnTo>
                    <a:pt x="165770" y="1668810"/>
                  </a:lnTo>
                  <a:lnTo>
                    <a:pt x="165102" y="1668810"/>
                  </a:lnTo>
                  <a:lnTo>
                    <a:pt x="164434" y="1668810"/>
                  </a:lnTo>
                  <a:lnTo>
                    <a:pt x="163766" y="1668810"/>
                  </a:lnTo>
                  <a:lnTo>
                    <a:pt x="163098" y="1668810"/>
                  </a:lnTo>
                  <a:lnTo>
                    <a:pt x="162430" y="1668810"/>
                  </a:lnTo>
                  <a:lnTo>
                    <a:pt x="161762" y="1668810"/>
                  </a:lnTo>
                  <a:lnTo>
                    <a:pt x="161094" y="1668810"/>
                  </a:lnTo>
                  <a:lnTo>
                    <a:pt x="160426" y="1668810"/>
                  </a:lnTo>
                  <a:lnTo>
                    <a:pt x="159758" y="1668810"/>
                  </a:lnTo>
                  <a:lnTo>
                    <a:pt x="159090" y="1668810"/>
                  </a:lnTo>
                  <a:lnTo>
                    <a:pt x="158422" y="1668810"/>
                  </a:lnTo>
                  <a:lnTo>
                    <a:pt x="157754" y="1668810"/>
                  </a:lnTo>
                  <a:lnTo>
                    <a:pt x="157086" y="1668810"/>
                  </a:lnTo>
                  <a:lnTo>
                    <a:pt x="156418" y="1668810"/>
                  </a:lnTo>
                  <a:lnTo>
                    <a:pt x="155750" y="1668810"/>
                  </a:lnTo>
                  <a:lnTo>
                    <a:pt x="155082" y="1668810"/>
                  </a:lnTo>
                  <a:lnTo>
                    <a:pt x="154414" y="1668810"/>
                  </a:lnTo>
                  <a:lnTo>
                    <a:pt x="153746" y="1668810"/>
                  </a:lnTo>
                  <a:lnTo>
                    <a:pt x="153078" y="1668810"/>
                  </a:lnTo>
                  <a:lnTo>
                    <a:pt x="152410" y="1668810"/>
                  </a:lnTo>
                  <a:lnTo>
                    <a:pt x="151742" y="1668810"/>
                  </a:lnTo>
                  <a:lnTo>
                    <a:pt x="151074" y="1668810"/>
                  </a:lnTo>
                  <a:lnTo>
                    <a:pt x="150406" y="1668810"/>
                  </a:lnTo>
                  <a:lnTo>
                    <a:pt x="149738" y="1668810"/>
                  </a:lnTo>
                  <a:lnTo>
                    <a:pt x="149070" y="1668810"/>
                  </a:lnTo>
                  <a:lnTo>
                    <a:pt x="148402" y="1668810"/>
                  </a:lnTo>
                  <a:lnTo>
                    <a:pt x="147734" y="1668810"/>
                  </a:lnTo>
                  <a:lnTo>
                    <a:pt x="147066" y="1668810"/>
                  </a:lnTo>
                  <a:lnTo>
                    <a:pt x="146398" y="1668810"/>
                  </a:lnTo>
                  <a:lnTo>
                    <a:pt x="145730" y="1668810"/>
                  </a:lnTo>
                  <a:lnTo>
                    <a:pt x="145062" y="1668810"/>
                  </a:lnTo>
                  <a:lnTo>
                    <a:pt x="144394" y="1668810"/>
                  </a:lnTo>
                  <a:lnTo>
                    <a:pt x="143726" y="1668810"/>
                  </a:lnTo>
                  <a:lnTo>
                    <a:pt x="143058" y="1668810"/>
                  </a:lnTo>
                  <a:lnTo>
                    <a:pt x="142390" y="1668810"/>
                  </a:lnTo>
                  <a:lnTo>
                    <a:pt x="141721" y="1668810"/>
                  </a:lnTo>
                  <a:lnTo>
                    <a:pt x="141053" y="1668810"/>
                  </a:lnTo>
                  <a:lnTo>
                    <a:pt x="140385" y="1668810"/>
                  </a:lnTo>
                  <a:lnTo>
                    <a:pt x="139717" y="1668810"/>
                  </a:lnTo>
                  <a:lnTo>
                    <a:pt x="139049" y="1668810"/>
                  </a:lnTo>
                  <a:lnTo>
                    <a:pt x="138381" y="1668810"/>
                  </a:lnTo>
                  <a:lnTo>
                    <a:pt x="137713" y="1668810"/>
                  </a:lnTo>
                  <a:lnTo>
                    <a:pt x="137045" y="1668810"/>
                  </a:lnTo>
                  <a:lnTo>
                    <a:pt x="136377" y="1668810"/>
                  </a:lnTo>
                  <a:lnTo>
                    <a:pt x="135709" y="1668810"/>
                  </a:lnTo>
                  <a:lnTo>
                    <a:pt x="135041" y="1668810"/>
                  </a:lnTo>
                  <a:lnTo>
                    <a:pt x="134373" y="1668810"/>
                  </a:lnTo>
                  <a:lnTo>
                    <a:pt x="133705" y="1668810"/>
                  </a:lnTo>
                  <a:lnTo>
                    <a:pt x="133037" y="1668810"/>
                  </a:lnTo>
                  <a:lnTo>
                    <a:pt x="132369" y="1668810"/>
                  </a:lnTo>
                  <a:lnTo>
                    <a:pt x="131701" y="1668810"/>
                  </a:lnTo>
                  <a:lnTo>
                    <a:pt x="131033" y="1668810"/>
                  </a:lnTo>
                  <a:lnTo>
                    <a:pt x="130365" y="1668810"/>
                  </a:lnTo>
                  <a:lnTo>
                    <a:pt x="129697" y="1668810"/>
                  </a:lnTo>
                  <a:lnTo>
                    <a:pt x="129029" y="1668810"/>
                  </a:lnTo>
                  <a:lnTo>
                    <a:pt x="128361" y="1668810"/>
                  </a:lnTo>
                  <a:lnTo>
                    <a:pt x="127693" y="1668810"/>
                  </a:lnTo>
                  <a:lnTo>
                    <a:pt x="127025" y="1668810"/>
                  </a:lnTo>
                  <a:lnTo>
                    <a:pt x="126357" y="1668810"/>
                  </a:lnTo>
                  <a:lnTo>
                    <a:pt x="125689" y="1668810"/>
                  </a:lnTo>
                  <a:lnTo>
                    <a:pt x="125021" y="1668810"/>
                  </a:lnTo>
                  <a:lnTo>
                    <a:pt x="124353" y="1668810"/>
                  </a:lnTo>
                  <a:lnTo>
                    <a:pt x="123685" y="1668810"/>
                  </a:lnTo>
                  <a:lnTo>
                    <a:pt x="123017" y="1668810"/>
                  </a:lnTo>
                  <a:lnTo>
                    <a:pt x="122349" y="1668810"/>
                  </a:lnTo>
                  <a:lnTo>
                    <a:pt x="121681" y="1668810"/>
                  </a:lnTo>
                  <a:lnTo>
                    <a:pt x="121013" y="1668810"/>
                  </a:lnTo>
                  <a:lnTo>
                    <a:pt x="120345" y="1668810"/>
                  </a:lnTo>
                  <a:lnTo>
                    <a:pt x="119677" y="1668810"/>
                  </a:lnTo>
                  <a:lnTo>
                    <a:pt x="119009" y="1668810"/>
                  </a:lnTo>
                  <a:lnTo>
                    <a:pt x="118341" y="1668810"/>
                  </a:lnTo>
                  <a:lnTo>
                    <a:pt x="117672" y="1668810"/>
                  </a:lnTo>
                  <a:lnTo>
                    <a:pt x="117004" y="1668810"/>
                  </a:lnTo>
                  <a:lnTo>
                    <a:pt x="116336" y="1668810"/>
                  </a:lnTo>
                  <a:lnTo>
                    <a:pt x="115668" y="1668810"/>
                  </a:lnTo>
                  <a:lnTo>
                    <a:pt x="115000" y="1668810"/>
                  </a:lnTo>
                  <a:lnTo>
                    <a:pt x="114332" y="1668810"/>
                  </a:lnTo>
                  <a:lnTo>
                    <a:pt x="113664" y="1668810"/>
                  </a:lnTo>
                  <a:lnTo>
                    <a:pt x="112996" y="1668810"/>
                  </a:lnTo>
                  <a:lnTo>
                    <a:pt x="112328" y="1668810"/>
                  </a:lnTo>
                  <a:lnTo>
                    <a:pt x="111660" y="1668810"/>
                  </a:lnTo>
                  <a:lnTo>
                    <a:pt x="110992" y="1668810"/>
                  </a:lnTo>
                  <a:lnTo>
                    <a:pt x="110324" y="1668810"/>
                  </a:lnTo>
                  <a:lnTo>
                    <a:pt x="109656" y="1668810"/>
                  </a:lnTo>
                  <a:lnTo>
                    <a:pt x="108988" y="1668810"/>
                  </a:lnTo>
                  <a:lnTo>
                    <a:pt x="108320" y="1668810"/>
                  </a:lnTo>
                  <a:lnTo>
                    <a:pt x="107652" y="1668810"/>
                  </a:lnTo>
                  <a:lnTo>
                    <a:pt x="106984" y="1668810"/>
                  </a:lnTo>
                  <a:lnTo>
                    <a:pt x="106316" y="1668810"/>
                  </a:lnTo>
                  <a:lnTo>
                    <a:pt x="105648" y="1668810"/>
                  </a:lnTo>
                  <a:lnTo>
                    <a:pt x="104980" y="1668810"/>
                  </a:lnTo>
                  <a:lnTo>
                    <a:pt x="104312" y="1668810"/>
                  </a:lnTo>
                  <a:lnTo>
                    <a:pt x="103644" y="1668810"/>
                  </a:lnTo>
                  <a:lnTo>
                    <a:pt x="102976" y="1668810"/>
                  </a:lnTo>
                  <a:lnTo>
                    <a:pt x="102308" y="1668810"/>
                  </a:lnTo>
                  <a:lnTo>
                    <a:pt x="101640" y="1668810"/>
                  </a:lnTo>
                  <a:lnTo>
                    <a:pt x="100972" y="1668810"/>
                  </a:lnTo>
                  <a:lnTo>
                    <a:pt x="100304" y="1668810"/>
                  </a:lnTo>
                  <a:lnTo>
                    <a:pt x="99636" y="1668810"/>
                  </a:lnTo>
                  <a:lnTo>
                    <a:pt x="98968" y="1668810"/>
                  </a:lnTo>
                  <a:lnTo>
                    <a:pt x="98300" y="1668810"/>
                  </a:lnTo>
                  <a:lnTo>
                    <a:pt x="97632" y="1668810"/>
                  </a:lnTo>
                  <a:lnTo>
                    <a:pt x="96964" y="1668810"/>
                  </a:lnTo>
                  <a:lnTo>
                    <a:pt x="96296" y="1668810"/>
                  </a:lnTo>
                  <a:lnTo>
                    <a:pt x="95628" y="1668810"/>
                  </a:lnTo>
                  <a:lnTo>
                    <a:pt x="94960" y="1668810"/>
                  </a:lnTo>
                  <a:lnTo>
                    <a:pt x="94292" y="1668810"/>
                  </a:lnTo>
                  <a:lnTo>
                    <a:pt x="93624" y="1668810"/>
                  </a:lnTo>
                  <a:lnTo>
                    <a:pt x="92955" y="1668810"/>
                  </a:lnTo>
                  <a:lnTo>
                    <a:pt x="92287" y="1668810"/>
                  </a:lnTo>
                  <a:lnTo>
                    <a:pt x="91619" y="1668810"/>
                  </a:lnTo>
                  <a:lnTo>
                    <a:pt x="90951" y="1668810"/>
                  </a:lnTo>
                  <a:lnTo>
                    <a:pt x="90283" y="1668810"/>
                  </a:lnTo>
                  <a:lnTo>
                    <a:pt x="89615" y="1668810"/>
                  </a:lnTo>
                  <a:lnTo>
                    <a:pt x="88947" y="1668810"/>
                  </a:lnTo>
                  <a:lnTo>
                    <a:pt x="88279" y="1668810"/>
                  </a:lnTo>
                  <a:lnTo>
                    <a:pt x="87611" y="1668810"/>
                  </a:lnTo>
                  <a:lnTo>
                    <a:pt x="86943" y="1668810"/>
                  </a:lnTo>
                  <a:lnTo>
                    <a:pt x="86275" y="1668810"/>
                  </a:lnTo>
                  <a:lnTo>
                    <a:pt x="85607" y="1668810"/>
                  </a:lnTo>
                  <a:lnTo>
                    <a:pt x="84939" y="1668810"/>
                  </a:lnTo>
                  <a:lnTo>
                    <a:pt x="84271" y="1668810"/>
                  </a:lnTo>
                  <a:lnTo>
                    <a:pt x="83603" y="1668810"/>
                  </a:lnTo>
                  <a:lnTo>
                    <a:pt x="82935" y="1668810"/>
                  </a:lnTo>
                  <a:lnTo>
                    <a:pt x="82267" y="1668810"/>
                  </a:lnTo>
                  <a:lnTo>
                    <a:pt x="81599" y="1668810"/>
                  </a:lnTo>
                  <a:lnTo>
                    <a:pt x="80931" y="1668810"/>
                  </a:lnTo>
                  <a:lnTo>
                    <a:pt x="80263" y="1668810"/>
                  </a:lnTo>
                  <a:lnTo>
                    <a:pt x="79595" y="1668810"/>
                  </a:lnTo>
                  <a:lnTo>
                    <a:pt x="78927" y="1668810"/>
                  </a:lnTo>
                  <a:lnTo>
                    <a:pt x="78259" y="1668810"/>
                  </a:lnTo>
                  <a:lnTo>
                    <a:pt x="77591" y="1668810"/>
                  </a:lnTo>
                  <a:lnTo>
                    <a:pt x="76923" y="1668810"/>
                  </a:lnTo>
                  <a:lnTo>
                    <a:pt x="76255" y="1668810"/>
                  </a:lnTo>
                  <a:lnTo>
                    <a:pt x="75587" y="1668810"/>
                  </a:lnTo>
                  <a:lnTo>
                    <a:pt x="74919" y="1668810"/>
                  </a:lnTo>
                  <a:lnTo>
                    <a:pt x="74251" y="1668810"/>
                  </a:lnTo>
                  <a:lnTo>
                    <a:pt x="73583" y="1668810"/>
                  </a:lnTo>
                  <a:lnTo>
                    <a:pt x="72915" y="1668810"/>
                  </a:lnTo>
                  <a:lnTo>
                    <a:pt x="72247" y="1668810"/>
                  </a:lnTo>
                  <a:lnTo>
                    <a:pt x="71579" y="1668810"/>
                  </a:lnTo>
                  <a:lnTo>
                    <a:pt x="70911" y="1668810"/>
                  </a:lnTo>
                  <a:lnTo>
                    <a:pt x="70243" y="1668810"/>
                  </a:lnTo>
                  <a:lnTo>
                    <a:pt x="69575" y="1668810"/>
                  </a:lnTo>
                  <a:lnTo>
                    <a:pt x="68907" y="1668810"/>
                  </a:lnTo>
                  <a:lnTo>
                    <a:pt x="68238" y="1668810"/>
                  </a:lnTo>
                  <a:lnTo>
                    <a:pt x="67570" y="1668810"/>
                  </a:lnTo>
                  <a:lnTo>
                    <a:pt x="66902" y="1668810"/>
                  </a:lnTo>
                  <a:lnTo>
                    <a:pt x="66234" y="1668810"/>
                  </a:lnTo>
                  <a:lnTo>
                    <a:pt x="65566" y="1668810"/>
                  </a:lnTo>
                  <a:lnTo>
                    <a:pt x="64898" y="1668810"/>
                  </a:lnTo>
                  <a:lnTo>
                    <a:pt x="64230" y="1668810"/>
                  </a:lnTo>
                  <a:lnTo>
                    <a:pt x="63562" y="1668810"/>
                  </a:lnTo>
                  <a:lnTo>
                    <a:pt x="62894" y="1668810"/>
                  </a:lnTo>
                  <a:lnTo>
                    <a:pt x="62226" y="1668810"/>
                  </a:lnTo>
                  <a:lnTo>
                    <a:pt x="61558" y="1668810"/>
                  </a:lnTo>
                  <a:lnTo>
                    <a:pt x="60890" y="1668810"/>
                  </a:lnTo>
                  <a:lnTo>
                    <a:pt x="60222" y="1668810"/>
                  </a:lnTo>
                  <a:lnTo>
                    <a:pt x="59554" y="1668810"/>
                  </a:lnTo>
                  <a:lnTo>
                    <a:pt x="58886" y="1668810"/>
                  </a:lnTo>
                  <a:lnTo>
                    <a:pt x="58218" y="1668810"/>
                  </a:lnTo>
                  <a:lnTo>
                    <a:pt x="57550" y="1668810"/>
                  </a:lnTo>
                  <a:lnTo>
                    <a:pt x="56882" y="1668810"/>
                  </a:lnTo>
                  <a:lnTo>
                    <a:pt x="56214" y="1668810"/>
                  </a:lnTo>
                  <a:lnTo>
                    <a:pt x="55546" y="1668810"/>
                  </a:lnTo>
                  <a:lnTo>
                    <a:pt x="54878" y="1668810"/>
                  </a:lnTo>
                  <a:lnTo>
                    <a:pt x="54210" y="1668810"/>
                  </a:lnTo>
                  <a:lnTo>
                    <a:pt x="53542" y="1668810"/>
                  </a:lnTo>
                  <a:lnTo>
                    <a:pt x="52874" y="1668810"/>
                  </a:lnTo>
                  <a:lnTo>
                    <a:pt x="52206" y="1668810"/>
                  </a:lnTo>
                  <a:lnTo>
                    <a:pt x="51538" y="1668810"/>
                  </a:lnTo>
                  <a:lnTo>
                    <a:pt x="50870" y="1668810"/>
                  </a:lnTo>
                  <a:lnTo>
                    <a:pt x="50202" y="1668810"/>
                  </a:lnTo>
                  <a:lnTo>
                    <a:pt x="49534" y="1668810"/>
                  </a:lnTo>
                  <a:lnTo>
                    <a:pt x="48866" y="1668810"/>
                  </a:lnTo>
                  <a:lnTo>
                    <a:pt x="48198" y="1668810"/>
                  </a:lnTo>
                  <a:lnTo>
                    <a:pt x="47530" y="1668810"/>
                  </a:lnTo>
                  <a:lnTo>
                    <a:pt x="46862" y="1668810"/>
                  </a:lnTo>
                  <a:lnTo>
                    <a:pt x="46194" y="1668810"/>
                  </a:lnTo>
                  <a:lnTo>
                    <a:pt x="45526" y="1668810"/>
                  </a:lnTo>
                  <a:lnTo>
                    <a:pt x="44858" y="1668810"/>
                  </a:lnTo>
                  <a:lnTo>
                    <a:pt x="44190" y="1668810"/>
                  </a:lnTo>
                  <a:lnTo>
                    <a:pt x="43521" y="1668810"/>
                  </a:lnTo>
                  <a:lnTo>
                    <a:pt x="42853" y="1668810"/>
                  </a:lnTo>
                  <a:lnTo>
                    <a:pt x="42185" y="1668810"/>
                  </a:lnTo>
                  <a:lnTo>
                    <a:pt x="41517" y="1668810"/>
                  </a:lnTo>
                  <a:lnTo>
                    <a:pt x="40849" y="1668810"/>
                  </a:lnTo>
                  <a:lnTo>
                    <a:pt x="40181" y="1668810"/>
                  </a:lnTo>
                  <a:lnTo>
                    <a:pt x="39513" y="1668810"/>
                  </a:lnTo>
                  <a:lnTo>
                    <a:pt x="38845" y="1668810"/>
                  </a:lnTo>
                  <a:lnTo>
                    <a:pt x="38177" y="1668810"/>
                  </a:lnTo>
                  <a:lnTo>
                    <a:pt x="37509" y="1668810"/>
                  </a:lnTo>
                  <a:lnTo>
                    <a:pt x="36841" y="1668810"/>
                  </a:lnTo>
                  <a:lnTo>
                    <a:pt x="36173" y="1668810"/>
                  </a:lnTo>
                  <a:lnTo>
                    <a:pt x="35505" y="1668810"/>
                  </a:lnTo>
                  <a:lnTo>
                    <a:pt x="34837" y="1668810"/>
                  </a:lnTo>
                  <a:lnTo>
                    <a:pt x="34169" y="1668810"/>
                  </a:lnTo>
                  <a:lnTo>
                    <a:pt x="33501" y="1668810"/>
                  </a:lnTo>
                  <a:lnTo>
                    <a:pt x="32833" y="1668810"/>
                  </a:lnTo>
                  <a:lnTo>
                    <a:pt x="32165" y="1668810"/>
                  </a:lnTo>
                  <a:lnTo>
                    <a:pt x="31497" y="1668810"/>
                  </a:lnTo>
                  <a:lnTo>
                    <a:pt x="30829" y="1668810"/>
                  </a:lnTo>
                  <a:lnTo>
                    <a:pt x="30161" y="1668810"/>
                  </a:lnTo>
                  <a:lnTo>
                    <a:pt x="29493" y="1668810"/>
                  </a:lnTo>
                  <a:lnTo>
                    <a:pt x="28825" y="1668810"/>
                  </a:lnTo>
                  <a:lnTo>
                    <a:pt x="28157" y="1668810"/>
                  </a:lnTo>
                  <a:lnTo>
                    <a:pt x="27489" y="1668810"/>
                  </a:lnTo>
                  <a:lnTo>
                    <a:pt x="26821" y="1668810"/>
                  </a:lnTo>
                  <a:lnTo>
                    <a:pt x="26153" y="1668810"/>
                  </a:lnTo>
                  <a:lnTo>
                    <a:pt x="25485" y="1668810"/>
                  </a:lnTo>
                  <a:lnTo>
                    <a:pt x="24817" y="1668810"/>
                  </a:lnTo>
                  <a:lnTo>
                    <a:pt x="24149" y="1668810"/>
                  </a:lnTo>
                  <a:lnTo>
                    <a:pt x="23481" y="1668810"/>
                  </a:lnTo>
                  <a:lnTo>
                    <a:pt x="22813" y="1668810"/>
                  </a:lnTo>
                  <a:lnTo>
                    <a:pt x="22145" y="1668810"/>
                  </a:lnTo>
                  <a:lnTo>
                    <a:pt x="21477" y="1668810"/>
                  </a:lnTo>
                  <a:lnTo>
                    <a:pt x="20809" y="1668810"/>
                  </a:lnTo>
                  <a:lnTo>
                    <a:pt x="20141" y="1668810"/>
                  </a:lnTo>
                  <a:lnTo>
                    <a:pt x="19472" y="1668810"/>
                  </a:lnTo>
                  <a:lnTo>
                    <a:pt x="18804" y="1668810"/>
                  </a:lnTo>
                  <a:lnTo>
                    <a:pt x="18136" y="1668810"/>
                  </a:lnTo>
                  <a:lnTo>
                    <a:pt x="17468" y="1668810"/>
                  </a:lnTo>
                  <a:lnTo>
                    <a:pt x="16800" y="1668810"/>
                  </a:lnTo>
                  <a:lnTo>
                    <a:pt x="16132" y="1668810"/>
                  </a:lnTo>
                  <a:lnTo>
                    <a:pt x="15464" y="1668810"/>
                  </a:lnTo>
                  <a:lnTo>
                    <a:pt x="14796" y="1668810"/>
                  </a:lnTo>
                  <a:lnTo>
                    <a:pt x="14128" y="1668810"/>
                  </a:lnTo>
                  <a:lnTo>
                    <a:pt x="13460" y="1668810"/>
                  </a:lnTo>
                  <a:lnTo>
                    <a:pt x="12792" y="1668810"/>
                  </a:lnTo>
                  <a:lnTo>
                    <a:pt x="12124" y="1668810"/>
                  </a:lnTo>
                  <a:lnTo>
                    <a:pt x="11456" y="1668810"/>
                  </a:lnTo>
                  <a:lnTo>
                    <a:pt x="10788" y="1668810"/>
                  </a:lnTo>
                  <a:lnTo>
                    <a:pt x="10120" y="1668810"/>
                  </a:lnTo>
                  <a:lnTo>
                    <a:pt x="9452" y="1668810"/>
                  </a:lnTo>
                  <a:lnTo>
                    <a:pt x="8784" y="1668810"/>
                  </a:lnTo>
                  <a:lnTo>
                    <a:pt x="8116" y="1668810"/>
                  </a:lnTo>
                  <a:lnTo>
                    <a:pt x="7448" y="1668810"/>
                  </a:lnTo>
                  <a:lnTo>
                    <a:pt x="6780" y="1668810"/>
                  </a:lnTo>
                  <a:lnTo>
                    <a:pt x="6112" y="1668810"/>
                  </a:lnTo>
                  <a:lnTo>
                    <a:pt x="5444" y="1668810"/>
                  </a:lnTo>
                  <a:lnTo>
                    <a:pt x="4776" y="1668810"/>
                  </a:lnTo>
                  <a:lnTo>
                    <a:pt x="4108" y="1668810"/>
                  </a:lnTo>
                  <a:lnTo>
                    <a:pt x="3440" y="1668810"/>
                  </a:lnTo>
                  <a:lnTo>
                    <a:pt x="2772" y="1668810"/>
                  </a:lnTo>
                  <a:lnTo>
                    <a:pt x="2104" y="1668810"/>
                  </a:lnTo>
                  <a:lnTo>
                    <a:pt x="1436" y="1668810"/>
                  </a:lnTo>
                  <a:lnTo>
                    <a:pt x="768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229273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2318557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tx342"/>
            <p:cNvSpPr/>
            <p:nvPr/>
          </p:nvSpPr>
          <p:spPr>
            <a:xfrm>
              <a:off x="346724" y="362078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346724" y="313577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346724" y="265076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345" name="pl345"/>
            <p:cNvSpPr/>
            <p:nvPr/>
          </p:nvSpPr>
          <p:spPr>
            <a:xfrm>
              <a:off x="587875" y="36645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587875" y="31795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587875" y="2694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210003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88007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555013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220207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889027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tx354"/>
            <p:cNvSpPr/>
            <p:nvPr/>
          </p:nvSpPr>
          <p:spPr>
            <a:xfrm>
              <a:off x="1925582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30750000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3595650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30800000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5265718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30850000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35786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30900000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860585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30950000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360" name="tx360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362" name="rc362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622670" y="4685334"/>
              <a:ext cx="6649387" cy="1668810"/>
            </a:xfrm>
            <a:custGeom>
              <a:avLst/>
              <a:pathLst>
                <a:path w="6649387" h="1668810">
                  <a:moveTo>
                    <a:pt x="0" y="1613183"/>
                  </a:moveTo>
                  <a:lnTo>
                    <a:pt x="100" y="1613183"/>
                  </a:lnTo>
                  <a:lnTo>
                    <a:pt x="768" y="1613183"/>
                  </a:lnTo>
                  <a:lnTo>
                    <a:pt x="1436" y="1613183"/>
                  </a:lnTo>
                  <a:lnTo>
                    <a:pt x="2104" y="1613183"/>
                  </a:lnTo>
                  <a:lnTo>
                    <a:pt x="2772" y="1613183"/>
                  </a:lnTo>
                  <a:lnTo>
                    <a:pt x="3440" y="1613183"/>
                  </a:lnTo>
                  <a:lnTo>
                    <a:pt x="4108" y="1613183"/>
                  </a:lnTo>
                  <a:lnTo>
                    <a:pt x="4776" y="1613183"/>
                  </a:lnTo>
                  <a:lnTo>
                    <a:pt x="5444" y="1613183"/>
                  </a:lnTo>
                  <a:lnTo>
                    <a:pt x="6112" y="1613183"/>
                  </a:lnTo>
                  <a:lnTo>
                    <a:pt x="6780" y="1610401"/>
                  </a:lnTo>
                  <a:lnTo>
                    <a:pt x="7448" y="1557556"/>
                  </a:lnTo>
                  <a:lnTo>
                    <a:pt x="8116" y="1557556"/>
                  </a:lnTo>
                  <a:lnTo>
                    <a:pt x="8784" y="1557556"/>
                  </a:lnTo>
                  <a:lnTo>
                    <a:pt x="9452" y="1557556"/>
                  </a:lnTo>
                  <a:lnTo>
                    <a:pt x="10120" y="1538086"/>
                  </a:lnTo>
                  <a:lnTo>
                    <a:pt x="10788" y="1501929"/>
                  </a:lnTo>
                  <a:lnTo>
                    <a:pt x="11456" y="1551993"/>
                  </a:lnTo>
                  <a:lnTo>
                    <a:pt x="12124" y="1535305"/>
                  </a:lnTo>
                  <a:lnTo>
                    <a:pt x="12792" y="1501929"/>
                  </a:lnTo>
                  <a:lnTo>
                    <a:pt x="13460" y="1462990"/>
                  </a:lnTo>
                  <a:lnTo>
                    <a:pt x="14128" y="1415707"/>
                  </a:lnTo>
                  <a:lnTo>
                    <a:pt x="14796" y="1390675"/>
                  </a:lnTo>
                  <a:lnTo>
                    <a:pt x="15464" y="1390675"/>
                  </a:lnTo>
                  <a:lnTo>
                    <a:pt x="16132" y="1390675"/>
                  </a:lnTo>
                  <a:lnTo>
                    <a:pt x="16800" y="1390675"/>
                  </a:lnTo>
                  <a:lnTo>
                    <a:pt x="17468" y="1390675"/>
                  </a:lnTo>
                  <a:lnTo>
                    <a:pt x="18136" y="1390675"/>
                  </a:lnTo>
                  <a:lnTo>
                    <a:pt x="18804" y="1390675"/>
                  </a:lnTo>
                  <a:lnTo>
                    <a:pt x="19472" y="1365642"/>
                  </a:lnTo>
                  <a:lnTo>
                    <a:pt x="20141" y="1335048"/>
                  </a:lnTo>
                  <a:lnTo>
                    <a:pt x="20809" y="1332266"/>
                  </a:lnTo>
                  <a:lnTo>
                    <a:pt x="21477" y="1279421"/>
                  </a:lnTo>
                  <a:lnTo>
                    <a:pt x="22145" y="1279421"/>
                  </a:lnTo>
                  <a:lnTo>
                    <a:pt x="22813" y="1279421"/>
                  </a:lnTo>
                  <a:lnTo>
                    <a:pt x="23481" y="1279421"/>
                  </a:lnTo>
                  <a:lnTo>
                    <a:pt x="24149" y="1287765"/>
                  </a:lnTo>
                  <a:lnTo>
                    <a:pt x="24817" y="1279421"/>
                  </a:lnTo>
                  <a:lnTo>
                    <a:pt x="25485" y="1279421"/>
                  </a:lnTo>
                  <a:lnTo>
                    <a:pt x="26153" y="1279421"/>
                  </a:lnTo>
                  <a:lnTo>
                    <a:pt x="26821" y="1259951"/>
                  </a:lnTo>
                  <a:lnTo>
                    <a:pt x="27489" y="1279421"/>
                  </a:lnTo>
                  <a:lnTo>
                    <a:pt x="28157" y="1279421"/>
                  </a:lnTo>
                  <a:lnTo>
                    <a:pt x="28825" y="1298890"/>
                  </a:lnTo>
                  <a:lnTo>
                    <a:pt x="29493" y="1296109"/>
                  </a:lnTo>
                  <a:lnTo>
                    <a:pt x="30161" y="1315578"/>
                  </a:lnTo>
                  <a:lnTo>
                    <a:pt x="30829" y="1362861"/>
                  </a:lnTo>
                  <a:lnTo>
                    <a:pt x="31497" y="1390675"/>
                  </a:lnTo>
                  <a:lnTo>
                    <a:pt x="32165" y="1390675"/>
                  </a:lnTo>
                  <a:lnTo>
                    <a:pt x="32833" y="1390675"/>
                  </a:lnTo>
                  <a:lnTo>
                    <a:pt x="33501" y="1390675"/>
                  </a:lnTo>
                  <a:lnTo>
                    <a:pt x="34169" y="1390675"/>
                  </a:lnTo>
                  <a:lnTo>
                    <a:pt x="34837" y="1390675"/>
                  </a:lnTo>
                  <a:lnTo>
                    <a:pt x="35505" y="1390675"/>
                  </a:lnTo>
                  <a:lnTo>
                    <a:pt x="36173" y="1412925"/>
                  </a:lnTo>
                  <a:lnTo>
                    <a:pt x="36841" y="1435176"/>
                  </a:lnTo>
                  <a:lnTo>
                    <a:pt x="37509" y="1390675"/>
                  </a:lnTo>
                  <a:lnTo>
                    <a:pt x="38177" y="1446302"/>
                  </a:lnTo>
                  <a:lnTo>
                    <a:pt x="38845" y="1446302"/>
                  </a:lnTo>
                  <a:lnTo>
                    <a:pt x="39513" y="1421269"/>
                  </a:lnTo>
                  <a:lnTo>
                    <a:pt x="40181" y="1390675"/>
                  </a:lnTo>
                  <a:lnTo>
                    <a:pt x="40849" y="1435176"/>
                  </a:lnTo>
                  <a:lnTo>
                    <a:pt x="41517" y="1446302"/>
                  </a:lnTo>
                  <a:lnTo>
                    <a:pt x="42185" y="1446302"/>
                  </a:lnTo>
                  <a:lnTo>
                    <a:pt x="42853" y="1446302"/>
                  </a:lnTo>
                  <a:lnTo>
                    <a:pt x="43521" y="1479678"/>
                  </a:lnTo>
                  <a:lnTo>
                    <a:pt x="44190" y="1501929"/>
                  </a:lnTo>
                  <a:lnTo>
                    <a:pt x="44858" y="1451864"/>
                  </a:lnTo>
                  <a:lnTo>
                    <a:pt x="45526" y="1396237"/>
                  </a:lnTo>
                  <a:lnTo>
                    <a:pt x="46194" y="1426832"/>
                  </a:lnTo>
                  <a:lnTo>
                    <a:pt x="46862" y="1446302"/>
                  </a:lnTo>
                  <a:lnTo>
                    <a:pt x="47530" y="1446302"/>
                  </a:lnTo>
                  <a:lnTo>
                    <a:pt x="48198" y="1415707"/>
                  </a:lnTo>
                  <a:lnTo>
                    <a:pt x="48866" y="1390675"/>
                  </a:lnTo>
                  <a:lnTo>
                    <a:pt x="49534" y="1390675"/>
                  </a:lnTo>
                  <a:lnTo>
                    <a:pt x="50202" y="1385112"/>
                  </a:lnTo>
                  <a:lnTo>
                    <a:pt x="50870" y="1335048"/>
                  </a:lnTo>
                  <a:lnTo>
                    <a:pt x="51538" y="1287765"/>
                  </a:lnTo>
                  <a:lnTo>
                    <a:pt x="52206" y="1279421"/>
                  </a:lnTo>
                  <a:lnTo>
                    <a:pt x="52874" y="1240482"/>
                  </a:lnTo>
                  <a:lnTo>
                    <a:pt x="53542" y="1232138"/>
                  </a:lnTo>
                  <a:lnTo>
                    <a:pt x="54210" y="1279421"/>
                  </a:lnTo>
                  <a:lnTo>
                    <a:pt x="54878" y="1279421"/>
                  </a:lnTo>
                  <a:lnTo>
                    <a:pt x="55546" y="1279421"/>
                  </a:lnTo>
                  <a:lnTo>
                    <a:pt x="56214" y="1301671"/>
                  </a:lnTo>
                  <a:lnTo>
                    <a:pt x="56882" y="1335048"/>
                  </a:lnTo>
                  <a:lnTo>
                    <a:pt x="57550" y="1335048"/>
                  </a:lnTo>
                  <a:lnTo>
                    <a:pt x="58218" y="1335048"/>
                  </a:lnTo>
                  <a:lnTo>
                    <a:pt x="58886" y="1335048"/>
                  </a:lnTo>
                  <a:lnTo>
                    <a:pt x="59554" y="1335048"/>
                  </a:lnTo>
                  <a:lnTo>
                    <a:pt x="60222" y="1335048"/>
                  </a:lnTo>
                  <a:lnTo>
                    <a:pt x="60890" y="1335048"/>
                  </a:lnTo>
                  <a:lnTo>
                    <a:pt x="61558" y="1376768"/>
                  </a:lnTo>
                  <a:lnTo>
                    <a:pt x="62226" y="1348954"/>
                  </a:lnTo>
                  <a:lnTo>
                    <a:pt x="62894" y="1332266"/>
                  </a:lnTo>
                  <a:lnTo>
                    <a:pt x="63562" y="1279421"/>
                  </a:lnTo>
                  <a:lnTo>
                    <a:pt x="64230" y="1279421"/>
                  </a:lnTo>
                  <a:lnTo>
                    <a:pt x="64898" y="1307234"/>
                  </a:lnTo>
                  <a:lnTo>
                    <a:pt x="65566" y="1323922"/>
                  </a:lnTo>
                  <a:lnTo>
                    <a:pt x="66234" y="1279421"/>
                  </a:lnTo>
                  <a:lnTo>
                    <a:pt x="66902" y="1282202"/>
                  </a:lnTo>
                  <a:lnTo>
                    <a:pt x="67570" y="1335048"/>
                  </a:lnTo>
                  <a:lnTo>
                    <a:pt x="68238" y="1287765"/>
                  </a:lnTo>
                  <a:lnTo>
                    <a:pt x="68907" y="1279421"/>
                  </a:lnTo>
                  <a:lnTo>
                    <a:pt x="69575" y="1304453"/>
                  </a:lnTo>
                  <a:lnTo>
                    <a:pt x="70243" y="1198761"/>
                  </a:lnTo>
                  <a:lnTo>
                    <a:pt x="70911" y="1168166"/>
                  </a:lnTo>
                  <a:lnTo>
                    <a:pt x="71579" y="1168166"/>
                  </a:lnTo>
                  <a:lnTo>
                    <a:pt x="72247" y="1154260"/>
                  </a:lnTo>
                  <a:lnTo>
                    <a:pt x="72915" y="1068038"/>
                  </a:lnTo>
                  <a:lnTo>
                    <a:pt x="73583" y="1056912"/>
                  </a:lnTo>
                  <a:lnTo>
                    <a:pt x="74251" y="1056912"/>
                  </a:lnTo>
                  <a:lnTo>
                    <a:pt x="74919" y="1056912"/>
                  </a:lnTo>
                  <a:lnTo>
                    <a:pt x="75587" y="1056912"/>
                  </a:lnTo>
                  <a:lnTo>
                    <a:pt x="76255" y="1056912"/>
                  </a:lnTo>
                  <a:lnTo>
                    <a:pt x="76923" y="1056912"/>
                  </a:lnTo>
                  <a:lnTo>
                    <a:pt x="77591" y="1012411"/>
                  </a:lnTo>
                  <a:lnTo>
                    <a:pt x="78259" y="984598"/>
                  </a:lnTo>
                  <a:lnTo>
                    <a:pt x="78927" y="1031880"/>
                  </a:lnTo>
                  <a:lnTo>
                    <a:pt x="79595" y="1056912"/>
                  </a:lnTo>
                  <a:lnTo>
                    <a:pt x="80263" y="1112540"/>
                  </a:lnTo>
                  <a:lnTo>
                    <a:pt x="80931" y="1112540"/>
                  </a:lnTo>
                  <a:lnTo>
                    <a:pt x="81599" y="1101414"/>
                  </a:lnTo>
                  <a:lnTo>
                    <a:pt x="82267" y="1009630"/>
                  </a:lnTo>
                  <a:lnTo>
                    <a:pt x="82935" y="1056912"/>
                  </a:lnTo>
                  <a:lnTo>
                    <a:pt x="83603" y="1031880"/>
                  </a:lnTo>
                  <a:lnTo>
                    <a:pt x="84271" y="937315"/>
                  </a:lnTo>
                  <a:lnTo>
                    <a:pt x="84939" y="976254"/>
                  </a:lnTo>
                  <a:lnTo>
                    <a:pt x="85607" y="1001286"/>
                  </a:lnTo>
                  <a:lnTo>
                    <a:pt x="86275" y="1009630"/>
                  </a:lnTo>
                  <a:lnTo>
                    <a:pt x="86943" y="1132009"/>
                  </a:lnTo>
                  <a:lnTo>
                    <a:pt x="87611" y="1168166"/>
                  </a:lnTo>
                  <a:lnTo>
                    <a:pt x="88279" y="1143134"/>
                  </a:lnTo>
                  <a:lnTo>
                    <a:pt x="88947" y="1081945"/>
                  </a:lnTo>
                  <a:lnTo>
                    <a:pt x="89615" y="1109758"/>
                  </a:lnTo>
                  <a:lnTo>
                    <a:pt x="90283" y="1112540"/>
                  </a:lnTo>
                  <a:lnTo>
                    <a:pt x="90951" y="995723"/>
                  </a:lnTo>
                  <a:lnTo>
                    <a:pt x="91619" y="945659"/>
                  </a:lnTo>
                  <a:lnTo>
                    <a:pt x="92287" y="945659"/>
                  </a:lnTo>
                  <a:lnTo>
                    <a:pt x="92955" y="945659"/>
                  </a:lnTo>
                  <a:lnTo>
                    <a:pt x="93624" y="945659"/>
                  </a:lnTo>
                  <a:lnTo>
                    <a:pt x="94292" y="987379"/>
                  </a:lnTo>
                  <a:lnTo>
                    <a:pt x="94960" y="1004067"/>
                  </a:lnTo>
                  <a:lnTo>
                    <a:pt x="95628" y="1001286"/>
                  </a:lnTo>
                  <a:lnTo>
                    <a:pt x="96296" y="1001286"/>
                  </a:lnTo>
                  <a:lnTo>
                    <a:pt x="96964" y="973472"/>
                  </a:lnTo>
                  <a:lnTo>
                    <a:pt x="97632" y="945659"/>
                  </a:lnTo>
                  <a:lnTo>
                    <a:pt x="98300" y="856655"/>
                  </a:lnTo>
                  <a:lnTo>
                    <a:pt x="98968" y="945659"/>
                  </a:lnTo>
                  <a:lnTo>
                    <a:pt x="99636" y="940096"/>
                  </a:lnTo>
                  <a:lnTo>
                    <a:pt x="100304" y="912282"/>
                  </a:lnTo>
                  <a:lnTo>
                    <a:pt x="100972" y="1004067"/>
                  </a:lnTo>
                  <a:lnTo>
                    <a:pt x="101640" y="1056912"/>
                  </a:lnTo>
                  <a:lnTo>
                    <a:pt x="102308" y="1056912"/>
                  </a:lnTo>
                  <a:lnTo>
                    <a:pt x="102976" y="1056912"/>
                  </a:lnTo>
                  <a:lnTo>
                    <a:pt x="103644" y="1056912"/>
                  </a:lnTo>
                  <a:lnTo>
                    <a:pt x="104312" y="1056912"/>
                  </a:lnTo>
                  <a:lnTo>
                    <a:pt x="104980" y="1076382"/>
                  </a:lnTo>
                  <a:lnTo>
                    <a:pt x="105648" y="1095851"/>
                  </a:lnTo>
                  <a:lnTo>
                    <a:pt x="106316" y="1154260"/>
                  </a:lnTo>
                  <a:lnTo>
                    <a:pt x="106984" y="1168166"/>
                  </a:lnTo>
                  <a:lnTo>
                    <a:pt x="107652" y="1276639"/>
                  </a:lnTo>
                  <a:lnTo>
                    <a:pt x="108320" y="1335048"/>
                  </a:lnTo>
                  <a:lnTo>
                    <a:pt x="108988" y="1335048"/>
                  </a:lnTo>
                  <a:lnTo>
                    <a:pt x="109656" y="1335048"/>
                  </a:lnTo>
                  <a:lnTo>
                    <a:pt x="110324" y="1335048"/>
                  </a:lnTo>
                  <a:lnTo>
                    <a:pt x="110992" y="1298890"/>
                  </a:lnTo>
                  <a:lnTo>
                    <a:pt x="111660" y="1290546"/>
                  </a:lnTo>
                  <a:lnTo>
                    <a:pt x="112328" y="1335048"/>
                  </a:lnTo>
                  <a:lnTo>
                    <a:pt x="112996" y="1335048"/>
                  </a:lnTo>
                  <a:lnTo>
                    <a:pt x="113664" y="1360080"/>
                  </a:lnTo>
                  <a:lnTo>
                    <a:pt x="114332" y="1390675"/>
                  </a:lnTo>
                  <a:lnTo>
                    <a:pt x="115000" y="1479678"/>
                  </a:lnTo>
                  <a:lnTo>
                    <a:pt x="115668" y="1501929"/>
                  </a:lnTo>
                  <a:lnTo>
                    <a:pt x="116336" y="1504710"/>
                  </a:lnTo>
                  <a:lnTo>
                    <a:pt x="117004" y="1557556"/>
                  </a:lnTo>
                  <a:lnTo>
                    <a:pt x="117672" y="1557556"/>
                  </a:lnTo>
                  <a:lnTo>
                    <a:pt x="118341" y="1557556"/>
                  </a:lnTo>
                  <a:lnTo>
                    <a:pt x="119009" y="1557556"/>
                  </a:lnTo>
                  <a:lnTo>
                    <a:pt x="119677" y="1504710"/>
                  </a:lnTo>
                  <a:lnTo>
                    <a:pt x="120345" y="1501929"/>
                  </a:lnTo>
                  <a:lnTo>
                    <a:pt x="121013" y="1501929"/>
                  </a:lnTo>
                  <a:lnTo>
                    <a:pt x="121681" y="1501929"/>
                  </a:lnTo>
                  <a:lnTo>
                    <a:pt x="122349" y="1557556"/>
                  </a:lnTo>
                  <a:lnTo>
                    <a:pt x="123017" y="1529742"/>
                  </a:lnTo>
                  <a:lnTo>
                    <a:pt x="123685" y="1501929"/>
                  </a:lnTo>
                  <a:lnTo>
                    <a:pt x="124353" y="1501929"/>
                  </a:lnTo>
                  <a:lnTo>
                    <a:pt x="125021" y="1501929"/>
                  </a:lnTo>
                  <a:lnTo>
                    <a:pt x="125689" y="1501929"/>
                  </a:lnTo>
                  <a:lnTo>
                    <a:pt x="126357" y="1501929"/>
                  </a:lnTo>
                  <a:lnTo>
                    <a:pt x="127025" y="1446302"/>
                  </a:lnTo>
                  <a:lnTo>
                    <a:pt x="127693" y="1479678"/>
                  </a:lnTo>
                  <a:lnTo>
                    <a:pt x="128361" y="1501929"/>
                  </a:lnTo>
                  <a:lnTo>
                    <a:pt x="129029" y="1501929"/>
                  </a:lnTo>
                  <a:lnTo>
                    <a:pt x="129697" y="1501929"/>
                  </a:lnTo>
                  <a:lnTo>
                    <a:pt x="130365" y="1501929"/>
                  </a:lnTo>
                  <a:lnTo>
                    <a:pt x="131033" y="1460208"/>
                  </a:lnTo>
                  <a:lnTo>
                    <a:pt x="131701" y="1446302"/>
                  </a:lnTo>
                  <a:lnTo>
                    <a:pt x="132369" y="1446302"/>
                  </a:lnTo>
                  <a:lnTo>
                    <a:pt x="133037" y="1446302"/>
                  </a:lnTo>
                  <a:lnTo>
                    <a:pt x="133705" y="1446302"/>
                  </a:lnTo>
                  <a:lnTo>
                    <a:pt x="134373" y="1446302"/>
                  </a:lnTo>
                  <a:lnTo>
                    <a:pt x="135041" y="1446302"/>
                  </a:lnTo>
                  <a:lnTo>
                    <a:pt x="135709" y="1446302"/>
                  </a:lnTo>
                  <a:lnTo>
                    <a:pt x="136377" y="1496366"/>
                  </a:lnTo>
                  <a:lnTo>
                    <a:pt x="137045" y="1501929"/>
                  </a:lnTo>
                  <a:lnTo>
                    <a:pt x="137713" y="1501929"/>
                  </a:lnTo>
                  <a:lnTo>
                    <a:pt x="138381" y="1501929"/>
                  </a:lnTo>
                  <a:lnTo>
                    <a:pt x="139049" y="1474115"/>
                  </a:lnTo>
                  <a:lnTo>
                    <a:pt x="139717" y="1471334"/>
                  </a:lnTo>
                  <a:lnTo>
                    <a:pt x="140385" y="1501929"/>
                  </a:lnTo>
                  <a:lnTo>
                    <a:pt x="141053" y="1501929"/>
                  </a:lnTo>
                  <a:lnTo>
                    <a:pt x="141721" y="1501929"/>
                  </a:lnTo>
                  <a:lnTo>
                    <a:pt x="142390" y="1501929"/>
                  </a:lnTo>
                  <a:lnTo>
                    <a:pt x="143058" y="1501929"/>
                  </a:lnTo>
                  <a:lnTo>
                    <a:pt x="143726" y="1513054"/>
                  </a:lnTo>
                  <a:lnTo>
                    <a:pt x="144394" y="1501929"/>
                  </a:lnTo>
                  <a:lnTo>
                    <a:pt x="145062" y="1468552"/>
                  </a:lnTo>
                  <a:lnTo>
                    <a:pt x="145730" y="1446302"/>
                  </a:lnTo>
                  <a:lnTo>
                    <a:pt x="146398" y="1446302"/>
                  </a:lnTo>
                  <a:lnTo>
                    <a:pt x="147066" y="1446302"/>
                  </a:lnTo>
                  <a:lnTo>
                    <a:pt x="147734" y="1485240"/>
                  </a:lnTo>
                  <a:lnTo>
                    <a:pt x="148402" y="1501929"/>
                  </a:lnTo>
                  <a:lnTo>
                    <a:pt x="149070" y="1501929"/>
                  </a:lnTo>
                  <a:lnTo>
                    <a:pt x="149738" y="1501929"/>
                  </a:lnTo>
                  <a:lnTo>
                    <a:pt x="150406" y="1501929"/>
                  </a:lnTo>
                  <a:lnTo>
                    <a:pt x="151074" y="1501929"/>
                  </a:lnTo>
                  <a:lnTo>
                    <a:pt x="151742" y="1501929"/>
                  </a:lnTo>
                  <a:lnTo>
                    <a:pt x="152410" y="1501929"/>
                  </a:lnTo>
                  <a:lnTo>
                    <a:pt x="153078" y="1501929"/>
                  </a:lnTo>
                  <a:lnTo>
                    <a:pt x="153746" y="1501929"/>
                  </a:lnTo>
                  <a:lnTo>
                    <a:pt x="154414" y="1460208"/>
                  </a:lnTo>
                  <a:lnTo>
                    <a:pt x="155082" y="1390675"/>
                  </a:lnTo>
                  <a:lnTo>
                    <a:pt x="155750" y="1415707"/>
                  </a:lnTo>
                  <a:lnTo>
                    <a:pt x="156418" y="1446302"/>
                  </a:lnTo>
                  <a:lnTo>
                    <a:pt x="157086" y="1446302"/>
                  </a:lnTo>
                  <a:lnTo>
                    <a:pt x="157754" y="1446302"/>
                  </a:lnTo>
                  <a:lnTo>
                    <a:pt x="158422" y="1415707"/>
                  </a:lnTo>
                  <a:lnTo>
                    <a:pt x="159090" y="1390675"/>
                  </a:lnTo>
                  <a:lnTo>
                    <a:pt x="159758" y="1390675"/>
                  </a:lnTo>
                  <a:lnTo>
                    <a:pt x="160426" y="1357298"/>
                  </a:lnTo>
                  <a:lnTo>
                    <a:pt x="161094" y="1335048"/>
                  </a:lnTo>
                  <a:lnTo>
                    <a:pt x="161762" y="1318360"/>
                  </a:lnTo>
                  <a:lnTo>
                    <a:pt x="162430" y="1335048"/>
                  </a:lnTo>
                  <a:lnTo>
                    <a:pt x="163098" y="1335048"/>
                  </a:lnTo>
                  <a:lnTo>
                    <a:pt x="163766" y="1335048"/>
                  </a:lnTo>
                  <a:lnTo>
                    <a:pt x="164434" y="1335048"/>
                  </a:lnTo>
                  <a:lnTo>
                    <a:pt x="165102" y="1335048"/>
                  </a:lnTo>
                  <a:lnTo>
                    <a:pt x="165770" y="1335048"/>
                  </a:lnTo>
                  <a:lnTo>
                    <a:pt x="166438" y="1335048"/>
                  </a:lnTo>
                  <a:lnTo>
                    <a:pt x="167107" y="1335048"/>
                  </a:lnTo>
                  <a:lnTo>
                    <a:pt x="167775" y="1335048"/>
                  </a:lnTo>
                  <a:lnTo>
                    <a:pt x="168443" y="1282202"/>
                  </a:lnTo>
                  <a:lnTo>
                    <a:pt x="169111" y="1279421"/>
                  </a:lnTo>
                  <a:lnTo>
                    <a:pt x="169779" y="1279421"/>
                  </a:lnTo>
                  <a:lnTo>
                    <a:pt x="170447" y="1248826"/>
                  </a:lnTo>
                  <a:lnTo>
                    <a:pt x="171115" y="1259951"/>
                  </a:lnTo>
                  <a:lnTo>
                    <a:pt x="171783" y="1335048"/>
                  </a:lnTo>
                  <a:lnTo>
                    <a:pt x="172451" y="1335048"/>
                  </a:lnTo>
                  <a:lnTo>
                    <a:pt x="173119" y="1310015"/>
                  </a:lnTo>
                  <a:lnTo>
                    <a:pt x="173787" y="1226575"/>
                  </a:lnTo>
                  <a:lnTo>
                    <a:pt x="174455" y="1168166"/>
                  </a:lnTo>
                  <a:lnTo>
                    <a:pt x="175123" y="1195980"/>
                  </a:lnTo>
                  <a:lnTo>
                    <a:pt x="175791" y="1223794"/>
                  </a:lnTo>
                  <a:lnTo>
                    <a:pt x="176459" y="1223794"/>
                  </a:lnTo>
                  <a:lnTo>
                    <a:pt x="177127" y="1290546"/>
                  </a:lnTo>
                  <a:lnTo>
                    <a:pt x="177795" y="1335048"/>
                  </a:lnTo>
                  <a:lnTo>
                    <a:pt x="178463" y="1329485"/>
                  </a:lnTo>
                  <a:lnTo>
                    <a:pt x="179131" y="1284983"/>
                  </a:lnTo>
                  <a:lnTo>
                    <a:pt x="179799" y="1209887"/>
                  </a:lnTo>
                  <a:lnTo>
                    <a:pt x="180467" y="1159822"/>
                  </a:lnTo>
                  <a:lnTo>
                    <a:pt x="181135" y="1104195"/>
                  </a:lnTo>
                  <a:lnTo>
                    <a:pt x="181803" y="1056912"/>
                  </a:lnTo>
                  <a:lnTo>
                    <a:pt x="182471" y="1034662"/>
                  </a:lnTo>
                  <a:lnTo>
                    <a:pt x="183139" y="945659"/>
                  </a:lnTo>
                  <a:lnTo>
                    <a:pt x="183807" y="945659"/>
                  </a:lnTo>
                  <a:lnTo>
                    <a:pt x="184475" y="945659"/>
                  </a:lnTo>
                  <a:lnTo>
                    <a:pt x="185143" y="962347"/>
                  </a:lnTo>
                  <a:lnTo>
                    <a:pt x="185811" y="945659"/>
                  </a:lnTo>
                  <a:lnTo>
                    <a:pt x="186479" y="839967"/>
                  </a:lnTo>
                  <a:lnTo>
                    <a:pt x="187147" y="795466"/>
                  </a:lnTo>
                  <a:lnTo>
                    <a:pt x="187815" y="778777"/>
                  </a:lnTo>
                  <a:lnTo>
                    <a:pt x="188483" y="778777"/>
                  </a:lnTo>
                  <a:lnTo>
                    <a:pt x="189151" y="706462"/>
                  </a:lnTo>
                  <a:lnTo>
                    <a:pt x="189819" y="689774"/>
                  </a:lnTo>
                  <a:lnTo>
                    <a:pt x="190487" y="706463"/>
                  </a:lnTo>
                  <a:lnTo>
                    <a:pt x="191155" y="684211"/>
                  </a:lnTo>
                  <a:lnTo>
                    <a:pt x="191824" y="642492"/>
                  </a:lnTo>
                  <a:lnTo>
                    <a:pt x="192492" y="611897"/>
                  </a:lnTo>
                  <a:lnTo>
                    <a:pt x="193160" y="611897"/>
                  </a:lnTo>
                  <a:lnTo>
                    <a:pt x="193828" y="611897"/>
                  </a:lnTo>
                  <a:lnTo>
                    <a:pt x="194496" y="611897"/>
                  </a:lnTo>
                  <a:lnTo>
                    <a:pt x="195164" y="659179"/>
                  </a:lnTo>
                  <a:lnTo>
                    <a:pt x="195832" y="712025"/>
                  </a:lnTo>
                  <a:lnTo>
                    <a:pt x="196500" y="789903"/>
                  </a:lnTo>
                  <a:lnTo>
                    <a:pt x="197168" y="839967"/>
                  </a:lnTo>
                  <a:lnTo>
                    <a:pt x="197836" y="895594"/>
                  </a:lnTo>
                  <a:lnTo>
                    <a:pt x="198504" y="945659"/>
                  </a:lnTo>
                  <a:lnTo>
                    <a:pt x="199172" y="962347"/>
                  </a:lnTo>
                  <a:lnTo>
                    <a:pt x="199840" y="1056912"/>
                  </a:lnTo>
                  <a:lnTo>
                    <a:pt x="200508" y="1056912"/>
                  </a:lnTo>
                  <a:lnTo>
                    <a:pt x="201176" y="1029099"/>
                  </a:lnTo>
                  <a:lnTo>
                    <a:pt x="201844" y="1031880"/>
                  </a:lnTo>
                  <a:lnTo>
                    <a:pt x="202512" y="1056912"/>
                  </a:lnTo>
                  <a:lnTo>
                    <a:pt x="203180" y="1154260"/>
                  </a:lnTo>
                  <a:lnTo>
                    <a:pt x="203848" y="1232138"/>
                  </a:lnTo>
                  <a:lnTo>
                    <a:pt x="204516" y="1279421"/>
                  </a:lnTo>
                  <a:lnTo>
                    <a:pt x="205184" y="1248826"/>
                  </a:lnTo>
                  <a:lnTo>
                    <a:pt x="205852" y="1290546"/>
                  </a:lnTo>
                  <a:lnTo>
                    <a:pt x="206520" y="1335048"/>
                  </a:lnTo>
                  <a:lnTo>
                    <a:pt x="207188" y="1393456"/>
                  </a:lnTo>
                  <a:lnTo>
                    <a:pt x="207856" y="1482459"/>
                  </a:lnTo>
                  <a:lnTo>
                    <a:pt x="208524" y="1518617"/>
                  </a:lnTo>
                  <a:lnTo>
                    <a:pt x="209192" y="1501929"/>
                  </a:lnTo>
                  <a:lnTo>
                    <a:pt x="209860" y="1501929"/>
                  </a:lnTo>
                  <a:lnTo>
                    <a:pt x="210528" y="1460208"/>
                  </a:lnTo>
                  <a:lnTo>
                    <a:pt x="211196" y="1446302"/>
                  </a:lnTo>
                  <a:lnTo>
                    <a:pt x="211864" y="1446302"/>
                  </a:lnTo>
                  <a:lnTo>
                    <a:pt x="212532" y="1446302"/>
                  </a:lnTo>
                  <a:lnTo>
                    <a:pt x="213200" y="1446302"/>
                  </a:lnTo>
                  <a:lnTo>
                    <a:pt x="213868" y="1446302"/>
                  </a:lnTo>
                  <a:lnTo>
                    <a:pt x="214536" y="1446302"/>
                  </a:lnTo>
                  <a:lnTo>
                    <a:pt x="215204" y="1446302"/>
                  </a:lnTo>
                  <a:lnTo>
                    <a:pt x="215872" y="1446302"/>
                  </a:lnTo>
                  <a:lnTo>
                    <a:pt x="216541" y="1446302"/>
                  </a:lnTo>
                  <a:lnTo>
                    <a:pt x="217209" y="1446302"/>
                  </a:lnTo>
                  <a:lnTo>
                    <a:pt x="217877" y="1471334"/>
                  </a:lnTo>
                  <a:lnTo>
                    <a:pt x="218545" y="1501929"/>
                  </a:lnTo>
                  <a:lnTo>
                    <a:pt x="219213" y="1501929"/>
                  </a:lnTo>
                  <a:lnTo>
                    <a:pt x="219881" y="1501929"/>
                  </a:lnTo>
                  <a:lnTo>
                    <a:pt x="220549" y="1501929"/>
                  </a:lnTo>
                  <a:lnTo>
                    <a:pt x="221217" y="1501929"/>
                  </a:lnTo>
                  <a:lnTo>
                    <a:pt x="221885" y="1529742"/>
                  </a:lnTo>
                  <a:lnTo>
                    <a:pt x="222553" y="1557556"/>
                  </a:lnTo>
                  <a:lnTo>
                    <a:pt x="223221" y="1557556"/>
                  </a:lnTo>
                  <a:lnTo>
                    <a:pt x="223889" y="1557556"/>
                  </a:lnTo>
                  <a:lnTo>
                    <a:pt x="224557" y="1557556"/>
                  </a:lnTo>
                  <a:lnTo>
                    <a:pt x="225225" y="1560337"/>
                  </a:lnTo>
                  <a:lnTo>
                    <a:pt x="225893" y="1613183"/>
                  </a:lnTo>
                  <a:lnTo>
                    <a:pt x="226561" y="1613183"/>
                  </a:lnTo>
                  <a:lnTo>
                    <a:pt x="227229" y="1652121"/>
                  </a:lnTo>
                  <a:lnTo>
                    <a:pt x="227897" y="1668810"/>
                  </a:lnTo>
                  <a:lnTo>
                    <a:pt x="227897" y="1668810"/>
                  </a:lnTo>
                  <a:lnTo>
                    <a:pt x="228565" y="1668810"/>
                  </a:lnTo>
                  <a:lnTo>
                    <a:pt x="229233" y="1668810"/>
                  </a:lnTo>
                  <a:lnTo>
                    <a:pt x="229901" y="1668810"/>
                  </a:lnTo>
                  <a:lnTo>
                    <a:pt x="230569" y="1668810"/>
                  </a:lnTo>
                  <a:lnTo>
                    <a:pt x="231237" y="1668810"/>
                  </a:lnTo>
                  <a:lnTo>
                    <a:pt x="231905" y="1668810"/>
                  </a:lnTo>
                  <a:lnTo>
                    <a:pt x="232573" y="1654903"/>
                  </a:lnTo>
                  <a:lnTo>
                    <a:pt x="233241" y="1565900"/>
                  </a:lnTo>
                  <a:lnTo>
                    <a:pt x="233909" y="1557556"/>
                  </a:lnTo>
                  <a:lnTo>
                    <a:pt x="234577" y="1557556"/>
                  </a:lnTo>
                  <a:lnTo>
                    <a:pt x="235245" y="1557556"/>
                  </a:lnTo>
                  <a:lnTo>
                    <a:pt x="235913" y="1521398"/>
                  </a:lnTo>
                  <a:lnTo>
                    <a:pt x="236581" y="1501929"/>
                  </a:lnTo>
                  <a:lnTo>
                    <a:pt x="237249" y="1454646"/>
                  </a:lnTo>
                  <a:lnTo>
                    <a:pt x="237917" y="1446302"/>
                  </a:lnTo>
                  <a:lnTo>
                    <a:pt x="238585" y="1446302"/>
                  </a:lnTo>
                  <a:lnTo>
                    <a:pt x="239253" y="1446302"/>
                  </a:lnTo>
                  <a:lnTo>
                    <a:pt x="239921" y="1446302"/>
                  </a:lnTo>
                  <a:lnTo>
                    <a:pt x="240590" y="1393456"/>
                  </a:lnTo>
                  <a:lnTo>
                    <a:pt x="241258" y="1390675"/>
                  </a:lnTo>
                  <a:lnTo>
                    <a:pt x="241926" y="1335048"/>
                  </a:lnTo>
                  <a:lnTo>
                    <a:pt x="242594" y="1335048"/>
                  </a:lnTo>
                  <a:lnTo>
                    <a:pt x="243262" y="1335048"/>
                  </a:lnTo>
                  <a:lnTo>
                    <a:pt x="243930" y="1335048"/>
                  </a:lnTo>
                  <a:lnTo>
                    <a:pt x="244598" y="1335048"/>
                  </a:lnTo>
                  <a:lnTo>
                    <a:pt x="245266" y="1335048"/>
                  </a:lnTo>
                  <a:lnTo>
                    <a:pt x="245934" y="1335048"/>
                  </a:lnTo>
                  <a:lnTo>
                    <a:pt x="246602" y="1335048"/>
                  </a:lnTo>
                  <a:lnTo>
                    <a:pt x="247270" y="1335048"/>
                  </a:lnTo>
                  <a:lnTo>
                    <a:pt x="247938" y="1298890"/>
                  </a:lnTo>
                  <a:lnTo>
                    <a:pt x="248606" y="1176511"/>
                  </a:lnTo>
                  <a:lnTo>
                    <a:pt x="249274" y="1143134"/>
                  </a:lnTo>
                  <a:lnTo>
                    <a:pt x="249942" y="1212668"/>
                  </a:lnTo>
                  <a:lnTo>
                    <a:pt x="250610" y="1223794"/>
                  </a:lnTo>
                  <a:lnTo>
                    <a:pt x="251278" y="1223794"/>
                  </a:lnTo>
                  <a:lnTo>
                    <a:pt x="251946" y="1223794"/>
                  </a:lnTo>
                  <a:lnTo>
                    <a:pt x="252614" y="1168166"/>
                  </a:lnTo>
                  <a:lnTo>
                    <a:pt x="253282" y="1154260"/>
                  </a:lnTo>
                  <a:lnTo>
                    <a:pt x="253950" y="1157041"/>
                  </a:lnTo>
                  <a:lnTo>
                    <a:pt x="254618" y="1165385"/>
                  </a:lnTo>
                  <a:lnTo>
                    <a:pt x="255286" y="1104195"/>
                  </a:lnTo>
                  <a:lnTo>
                    <a:pt x="255954" y="1056912"/>
                  </a:lnTo>
                  <a:lnTo>
                    <a:pt x="256622" y="1056912"/>
                  </a:lnTo>
                  <a:lnTo>
                    <a:pt x="257290" y="1106977"/>
                  </a:lnTo>
                  <a:lnTo>
                    <a:pt x="257958" y="1112540"/>
                  </a:lnTo>
                  <a:lnTo>
                    <a:pt x="258626" y="1165385"/>
                  </a:lnTo>
                  <a:lnTo>
                    <a:pt x="259294" y="1165385"/>
                  </a:lnTo>
                  <a:lnTo>
                    <a:pt x="259962" y="1112540"/>
                  </a:lnTo>
                  <a:lnTo>
                    <a:pt x="260630" y="1112540"/>
                  </a:lnTo>
                  <a:lnTo>
                    <a:pt x="261298" y="1040225"/>
                  </a:lnTo>
                  <a:lnTo>
                    <a:pt x="261966" y="1001286"/>
                  </a:lnTo>
                  <a:lnTo>
                    <a:pt x="262634" y="1001286"/>
                  </a:lnTo>
                  <a:lnTo>
                    <a:pt x="263302" y="1001286"/>
                  </a:lnTo>
                  <a:lnTo>
                    <a:pt x="263970" y="1001286"/>
                  </a:lnTo>
                  <a:lnTo>
                    <a:pt x="264638" y="945659"/>
                  </a:lnTo>
                  <a:lnTo>
                    <a:pt x="265307" y="990160"/>
                  </a:lnTo>
                  <a:lnTo>
                    <a:pt x="265975" y="1034662"/>
                  </a:lnTo>
                  <a:lnTo>
                    <a:pt x="266643" y="992942"/>
                  </a:lnTo>
                  <a:lnTo>
                    <a:pt x="267311" y="945659"/>
                  </a:lnTo>
                  <a:lnTo>
                    <a:pt x="267979" y="945659"/>
                  </a:lnTo>
                  <a:lnTo>
                    <a:pt x="268647" y="903938"/>
                  </a:lnTo>
                  <a:lnTo>
                    <a:pt x="269315" y="973472"/>
                  </a:lnTo>
                  <a:lnTo>
                    <a:pt x="269983" y="990160"/>
                  </a:lnTo>
                  <a:lnTo>
                    <a:pt x="270651" y="1001286"/>
                  </a:lnTo>
                  <a:lnTo>
                    <a:pt x="271319" y="1001286"/>
                  </a:lnTo>
                  <a:lnTo>
                    <a:pt x="271987" y="1031880"/>
                  </a:lnTo>
                  <a:lnTo>
                    <a:pt x="272655" y="1031880"/>
                  </a:lnTo>
                  <a:lnTo>
                    <a:pt x="273323" y="1001286"/>
                  </a:lnTo>
                  <a:lnTo>
                    <a:pt x="273991" y="1001286"/>
                  </a:lnTo>
                  <a:lnTo>
                    <a:pt x="274659" y="956784"/>
                  </a:lnTo>
                  <a:lnTo>
                    <a:pt x="275327" y="945659"/>
                  </a:lnTo>
                  <a:lnTo>
                    <a:pt x="275995" y="901157"/>
                  </a:lnTo>
                  <a:lnTo>
                    <a:pt x="276663" y="876125"/>
                  </a:lnTo>
                  <a:lnTo>
                    <a:pt x="277331" y="834405"/>
                  </a:lnTo>
                  <a:lnTo>
                    <a:pt x="277999" y="901157"/>
                  </a:lnTo>
                  <a:lnTo>
                    <a:pt x="278667" y="895594"/>
                  </a:lnTo>
                  <a:lnTo>
                    <a:pt x="279335" y="834405"/>
                  </a:lnTo>
                  <a:lnTo>
                    <a:pt x="280003" y="834405"/>
                  </a:lnTo>
                  <a:lnTo>
                    <a:pt x="280671" y="834405"/>
                  </a:lnTo>
                  <a:lnTo>
                    <a:pt x="281339" y="912282"/>
                  </a:lnTo>
                  <a:lnTo>
                    <a:pt x="282007" y="1001286"/>
                  </a:lnTo>
                  <a:lnTo>
                    <a:pt x="282675" y="1001286"/>
                  </a:lnTo>
                  <a:lnTo>
                    <a:pt x="283343" y="1059694"/>
                  </a:lnTo>
                  <a:lnTo>
                    <a:pt x="284011" y="1106977"/>
                  </a:lnTo>
                  <a:lnTo>
                    <a:pt x="284679" y="1056912"/>
                  </a:lnTo>
                  <a:lnTo>
                    <a:pt x="285347" y="1056912"/>
                  </a:lnTo>
                  <a:lnTo>
                    <a:pt x="286015" y="1051350"/>
                  </a:lnTo>
                  <a:lnTo>
                    <a:pt x="286683" y="1020755"/>
                  </a:lnTo>
                  <a:lnTo>
                    <a:pt x="287351" y="1012411"/>
                  </a:lnTo>
                  <a:lnTo>
                    <a:pt x="288019" y="1001286"/>
                  </a:lnTo>
                  <a:lnTo>
                    <a:pt x="288687" y="1026317"/>
                  </a:lnTo>
                  <a:lnTo>
                    <a:pt x="289355" y="990160"/>
                  </a:lnTo>
                  <a:lnTo>
                    <a:pt x="290024" y="1001286"/>
                  </a:lnTo>
                  <a:lnTo>
                    <a:pt x="290692" y="1001286"/>
                  </a:lnTo>
                  <a:lnTo>
                    <a:pt x="291360" y="1043006"/>
                  </a:lnTo>
                  <a:lnTo>
                    <a:pt x="292028" y="1056912"/>
                  </a:lnTo>
                  <a:lnTo>
                    <a:pt x="292696" y="1073601"/>
                  </a:lnTo>
                  <a:lnTo>
                    <a:pt x="293364" y="1120884"/>
                  </a:lnTo>
                  <a:lnTo>
                    <a:pt x="294032" y="1168166"/>
                  </a:lnTo>
                  <a:lnTo>
                    <a:pt x="294700" y="1168166"/>
                  </a:lnTo>
                  <a:lnTo>
                    <a:pt x="295368" y="1212668"/>
                  </a:lnTo>
                  <a:lnTo>
                    <a:pt x="296036" y="1279421"/>
                  </a:lnTo>
                  <a:lnTo>
                    <a:pt x="296704" y="1279421"/>
                  </a:lnTo>
                  <a:lnTo>
                    <a:pt x="297372" y="1279421"/>
                  </a:lnTo>
                  <a:lnTo>
                    <a:pt x="298040" y="1279421"/>
                  </a:lnTo>
                  <a:lnTo>
                    <a:pt x="298708" y="1279421"/>
                  </a:lnTo>
                  <a:lnTo>
                    <a:pt x="299376" y="1279421"/>
                  </a:lnTo>
                  <a:lnTo>
                    <a:pt x="300044" y="1279421"/>
                  </a:lnTo>
                  <a:lnTo>
                    <a:pt x="300712" y="1282202"/>
                  </a:lnTo>
                  <a:lnTo>
                    <a:pt x="301380" y="1335048"/>
                  </a:lnTo>
                  <a:lnTo>
                    <a:pt x="302048" y="1371205"/>
                  </a:lnTo>
                  <a:lnTo>
                    <a:pt x="302716" y="1393456"/>
                  </a:lnTo>
                  <a:lnTo>
                    <a:pt x="303384" y="1421269"/>
                  </a:lnTo>
                  <a:lnTo>
                    <a:pt x="304052" y="1432395"/>
                  </a:lnTo>
                  <a:lnTo>
                    <a:pt x="304720" y="1446302"/>
                  </a:lnTo>
                  <a:lnTo>
                    <a:pt x="305388" y="1446302"/>
                  </a:lnTo>
                  <a:lnTo>
                    <a:pt x="306056" y="1532523"/>
                  </a:lnTo>
                  <a:lnTo>
                    <a:pt x="306724" y="1557556"/>
                  </a:lnTo>
                  <a:lnTo>
                    <a:pt x="307392" y="1501929"/>
                  </a:lnTo>
                  <a:lnTo>
                    <a:pt x="308060" y="1446302"/>
                  </a:lnTo>
                  <a:lnTo>
                    <a:pt x="308728" y="1446302"/>
                  </a:lnTo>
                  <a:lnTo>
                    <a:pt x="309396" y="1468552"/>
                  </a:lnTo>
                  <a:lnTo>
                    <a:pt x="310064" y="1501929"/>
                  </a:lnTo>
                  <a:lnTo>
                    <a:pt x="310732" y="1457427"/>
                  </a:lnTo>
                  <a:lnTo>
                    <a:pt x="311400" y="1446302"/>
                  </a:lnTo>
                  <a:lnTo>
                    <a:pt x="312068" y="1446302"/>
                  </a:lnTo>
                  <a:lnTo>
                    <a:pt x="312736" y="1446302"/>
                  </a:lnTo>
                  <a:lnTo>
                    <a:pt x="313404" y="1401800"/>
                  </a:lnTo>
                  <a:lnTo>
                    <a:pt x="314072" y="1335048"/>
                  </a:lnTo>
                  <a:lnTo>
                    <a:pt x="314741" y="1335048"/>
                  </a:lnTo>
                  <a:lnTo>
                    <a:pt x="315409" y="1287765"/>
                  </a:lnTo>
                  <a:lnTo>
                    <a:pt x="316077" y="1193199"/>
                  </a:lnTo>
                  <a:lnTo>
                    <a:pt x="316745" y="1168166"/>
                  </a:lnTo>
                  <a:lnTo>
                    <a:pt x="317413" y="1168166"/>
                  </a:lnTo>
                  <a:lnTo>
                    <a:pt x="318081" y="1168166"/>
                  </a:lnTo>
                  <a:lnTo>
                    <a:pt x="318749" y="1132009"/>
                  </a:lnTo>
                  <a:lnTo>
                    <a:pt x="319417" y="1112540"/>
                  </a:lnTo>
                  <a:lnTo>
                    <a:pt x="320085" y="1129228"/>
                  </a:lnTo>
                  <a:lnTo>
                    <a:pt x="320753" y="1065256"/>
                  </a:lnTo>
                  <a:lnTo>
                    <a:pt x="321421" y="1015192"/>
                  </a:lnTo>
                  <a:lnTo>
                    <a:pt x="322089" y="984598"/>
                  </a:lnTo>
                  <a:lnTo>
                    <a:pt x="322757" y="876125"/>
                  </a:lnTo>
                  <a:lnTo>
                    <a:pt x="323425" y="806591"/>
                  </a:lnTo>
                  <a:lnTo>
                    <a:pt x="324093" y="828842"/>
                  </a:lnTo>
                  <a:lnTo>
                    <a:pt x="324761" y="890032"/>
                  </a:lnTo>
                  <a:lnTo>
                    <a:pt x="325429" y="890032"/>
                  </a:lnTo>
                  <a:lnTo>
                    <a:pt x="326097" y="890032"/>
                  </a:lnTo>
                  <a:lnTo>
                    <a:pt x="326765" y="878906"/>
                  </a:lnTo>
                  <a:lnTo>
                    <a:pt x="327433" y="876125"/>
                  </a:lnTo>
                  <a:lnTo>
                    <a:pt x="328101" y="890032"/>
                  </a:lnTo>
                  <a:lnTo>
                    <a:pt x="328769" y="890032"/>
                  </a:lnTo>
                  <a:lnTo>
                    <a:pt x="329437" y="890032"/>
                  </a:lnTo>
                  <a:lnTo>
                    <a:pt x="330105" y="928971"/>
                  </a:lnTo>
                  <a:lnTo>
                    <a:pt x="330773" y="995723"/>
                  </a:lnTo>
                  <a:lnTo>
                    <a:pt x="331441" y="940096"/>
                  </a:lnTo>
                  <a:lnTo>
                    <a:pt x="332109" y="912282"/>
                  </a:lnTo>
                  <a:lnTo>
                    <a:pt x="332777" y="970691"/>
                  </a:lnTo>
                  <a:lnTo>
                    <a:pt x="333445" y="945659"/>
                  </a:lnTo>
                  <a:lnTo>
                    <a:pt x="334113" y="884469"/>
                  </a:lnTo>
                  <a:lnTo>
                    <a:pt x="334781" y="834405"/>
                  </a:lnTo>
                  <a:lnTo>
                    <a:pt x="335449" y="828842"/>
                  </a:lnTo>
                  <a:lnTo>
                    <a:pt x="336117" y="834405"/>
                  </a:lnTo>
                  <a:lnTo>
                    <a:pt x="336785" y="745401"/>
                  </a:lnTo>
                  <a:lnTo>
                    <a:pt x="337453" y="762089"/>
                  </a:lnTo>
                  <a:lnTo>
                    <a:pt x="338121" y="762089"/>
                  </a:lnTo>
                  <a:lnTo>
                    <a:pt x="338790" y="792684"/>
                  </a:lnTo>
                  <a:lnTo>
                    <a:pt x="339458" y="898376"/>
                  </a:lnTo>
                  <a:lnTo>
                    <a:pt x="340126" y="948440"/>
                  </a:lnTo>
                  <a:lnTo>
                    <a:pt x="340794" y="945659"/>
                  </a:lnTo>
                  <a:lnTo>
                    <a:pt x="341462" y="945659"/>
                  </a:lnTo>
                  <a:lnTo>
                    <a:pt x="342130" y="945659"/>
                  </a:lnTo>
                  <a:lnTo>
                    <a:pt x="342798" y="895594"/>
                  </a:lnTo>
                  <a:lnTo>
                    <a:pt x="343466" y="898376"/>
                  </a:lnTo>
                  <a:lnTo>
                    <a:pt x="344134" y="945659"/>
                  </a:lnTo>
                  <a:lnTo>
                    <a:pt x="344802" y="945659"/>
                  </a:lnTo>
                  <a:lnTo>
                    <a:pt x="345470" y="945659"/>
                  </a:lnTo>
                  <a:lnTo>
                    <a:pt x="346138" y="945659"/>
                  </a:lnTo>
                  <a:lnTo>
                    <a:pt x="346806" y="945659"/>
                  </a:lnTo>
                  <a:lnTo>
                    <a:pt x="347474" y="948440"/>
                  </a:lnTo>
                  <a:lnTo>
                    <a:pt x="348142" y="1004067"/>
                  </a:lnTo>
                  <a:lnTo>
                    <a:pt x="348810" y="1076382"/>
                  </a:lnTo>
                  <a:lnTo>
                    <a:pt x="349478" y="1112540"/>
                  </a:lnTo>
                  <a:lnTo>
                    <a:pt x="350146" y="1165385"/>
                  </a:lnTo>
                  <a:lnTo>
                    <a:pt x="350814" y="1223794"/>
                  </a:lnTo>
                  <a:lnTo>
                    <a:pt x="351482" y="1279421"/>
                  </a:lnTo>
                  <a:lnTo>
                    <a:pt x="352150" y="1315578"/>
                  </a:lnTo>
                  <a:lnTo>
                    <a:pt x="352818" y="1335048"/>
                  </a:lnTo>
                  <a:lnTo>
                    <a:pt x="353486" y="1418488"/>
                  </a:lnTo>
                  <a:lnTo>
                    <a:pt x="354154" y="1504710"/>
                  </a:lnTo>
                  <a:lnTo>
                    <a:pt x="354822" y="1557556"/>
                  </a:lnTo>
                  <a:lnTo>
                    <a:pt x="355490" y="1557556"/>
                  </a:lnTo>
                  <a:lnTo>
                    <a:pt x="356158" y="1557556"/>
                  </a:lnTo>
                  <a:lnTo>
                    <a:pt x="356826" y="1577025"/>
                  </a:lnTo>
                  <a:lnTo>
                    <a:pt x="357494" y="1613183"/>
                  </a:lnTo>
                  <a:lnTo>
                    <a:pt x="358162" y="1613183"/>
                  </a:lnTo>
                  <a:lnTo>
                    <a:pt x="358830" y="1613183"/>
                  </a:lnTo>
                  <a:lnTo>
                    <a:pt x="359498" y="1660466"/>
                  </a:lnTo>
                  <a:lnTo>
                    <a:pt x="360166" y="1668810"/>
                  </a:lnTo>
                  <a:lnTo>
                    <a:pt x="360166" y="1668810"/>
                  </a:lnTo>
                  <a:lnTo>
                    <a:pt x="360834" y="1668810"/>
                  </a:lnTo>
                  <a:lnTo>
                    <a:pt x="361502" y="1668810"/>
                  </a:lnTo>
                  <a:lnTo>
                    <a:pt x="362170" y="1668810"/>
                  </a:lnTo>
                  <a:lnTo>
                    <a:pt x="362838" y="1649340"/>
                  </a:lnTo>
                  <a:lnTo>
                    <a:pt x="363507" y="1610401"/>
                  </a:lnTo>
                  <a:lnTo>
                    <a:pt x="364175" y="1557556"/>
                  </a:lnTo>
                  <a:lnTo>
                    <a:pt x="364843" y="1557556"/>
                  </a:lnTo>
                  <a:lnTo>
                    <a:pt x="365511" y="1557556"/>
                  </a:lnTo>
                  <a:lnTo>
                    <a:pt x="366179" y="1557556"/>
                  </a:lnTo>
                  <a:lnTo>
                    <a:pt x="366847" y="1557556"/>
                  </a:lnTo>
                  <a:lnTo>
                    <a:pt x="367515" y="1557556"/>
                  </a:lnTo>
                  <a:lnTo>
                    <a:pt x="368183" y="1557556"/>
                  </a:lnTo>
                  <a:lnTo>
                    <a:pt x="368851" y="1557556"/>
                  </a:lnTo>
                  <a:lnTo>
                    <a:pt x="369519" y="1557556"/>
                  </a:lnTo>
                  <a:lnTo>
                    <a:pt x="370187" y="1557556"/>
                  </a:lnTo>
                  <a:lnTo>
                    <a:pt x="370855" y="1557556"/>
                  </a:lnTo>
                  <a:lnTo>
                    <a:pt x="371523" y="1535305"/>
                  </a:lnTo>
                  <a:lnTo>
                    <a:pt x="372191" y="1501929"/>
                  </a:lnTo>
                  <a:lnTo>
                    <a:pt x="372859" y="1501929"/>
                  </a:lnTo>
                  <a:lnTo>
                    <a:pt x="373527" y="1501929"/>
                  </a:lnTo>
                  <a:lnTo>
                    <a:pt x="374195" y="1501929"/>
                  </a:lnTo>
                  <a:lnTo>
                    <a:pt x="374863" y="1501929"/>
                  </a:lnTo>
                  <a:lnTo>
                    <a:pt x="375531" y="1501929"/>
                  </a:lnTo>
                  <a:lnTo>
                    <a:pt x="376199" y="1501929"/>
                  </a:lnTo>
                  <a:lnTo>
                    <a:pt x="376867" y="1501929"/>
                  </a:lnTo>
                  <a:lnTo>
                    <a:pt x="377535" y="1501929"/>
                  </a:lnTo>
                  <a:lnTo>
                    <a:pt x="378203" y="1501929"/>
                  </a:lnTo>
                  <a:lnTo>
                    <a:pt x="378871" y="1501929"/>
                  </a:lnTo>
                  <a:lnTo>
                    <a:pt x="379539" y="1518617"/>
                  </a:lnTo>
                  <a:lnTo>
                    <a:pt x="380207" y="1518617"/>
                  </a:lnTo>
                  <a:lnTo>
                    <a:pt x="380875" y="1557556"/>
                  </a:lnTo>
                  <a:lnTo>
                    <a:pt x="381543" y="1557556"/>
                  </a:lnTo>
                  <a:lnTo>
                    <a:pt x="382211" y="1557556"/>
                  </a:lnTo>
                  <a:lnTo>
                    <a:pt x="382879" y="1557556"/>
                  </a:lnTo>
                  <a:lnTo>
                    <a:pt x="383547" y="1557556"/>
                  </a:lnTo>
                  <a:lnTo>
                    <a:pt x="384215" y="1557556"/>
                  </a:lnTo>
                  <a:lnTo>
                    <a:pt x="384883" y="1557556"/>
                  </a:lnTo>
                  <a:lnTo>
                    <a:pt x="385551" y="1557556"/>
                  </a:lnTo>
                  <a:lnTo>
                    <a:pt x="386219" y="1557556"/>
                  </a:lnTo>
                  <a:lnTo>
                    <a:pt x="386887" y="1557556"/>
                  </a:lnTo>
                  <a:lnTo>
                    <a:pt x="387555" y="1557556"/>
                  </a:lnTo>
                  <a:lnTo>
                    <a:pt x="388224" y="1577025"/>
                  </a:lnTo>
                  <a:lnTo>
                    <a:pt x="388892" y="1613183"/>
                  </a:lnTo>
                  <a:lnTo>
                    <a:pt x="389560" y="1613183"/>
                  </a:lnTo>
                  <a:lnTo>
                    <a:pt x="390228" y="1613183"/>
                  </a:lnTo>
                  <a:lnTo>
                    <a:pt x="390896" y="1613183"/>
                  </a:lnTo>
                  <a:lnTo>
                    <a:pt x="391564" y="1613183"/>
                  </a:lnTo>
                  <a:lnTo>
                    <a:pt x="392232" y="1613183"/>
                  </a:lnTo>
                  <a:lnTo>
                    <a:pt x="392900" y="1613183"/>
                  </a:lnTo>
                  <a:lnTo>
                    <a:pt x="393568" y="1613183"/>
                  </a:lnTo>
                  <a:lnTo>
                    <a:pt x="394236" y="1613183"/>
                  </a:lnTo>
                  <a:lnTo>
                    <a:pt x="394904" y="1613183"/>
                  </a:lnTo>
                  <a:lnTo>
                    <a:pt x="395572" y="1613183"/>
                  </a:lnTo>
                  <a:lnTo>
                    <a:pt x="396240" y="1613183"/>
                  </a:lnTo>
                  <a:lnTo>
                    <a:pt x="396908" y="1649340"/>
                  </a:lnTo>
                  <a:lnTo>
                    <a:pt x="397576" y="1668810"/>
                  </a:lnTo>
                  <a:lnTo>
                    <a:pt x="397576" y="1668810"/>
                  </a:lnTo>
                  <a:lnTo>
                    <a:pt x="398244" y="1668810"/>
                  </a:lnTo>
                  <a:lnTo>
                    <a:pt x="398912" y="1668810"/>
                  </a:lnTo>
                  <a:lnTo>
                    <a:pt x="399580" y="1618745"/>
                  </a:lnTo>
                  <a:lnTo>
                    <a:pt x="400248" y="1607620"/>
                  </a:lnTo>
                  <a:lnTo>
                    <a:pt x="400916" y="1526961"/>
                  </a:lnTo>
                  <a:lnTo>
                    <a:pt x="401584" y="1501929"/>
                  </a:lnTo>
                  <a:lnTo>
                    <a:pt x="402252" y="1501929"/>
                  </a:lnTo>
                  <a:lnTo>
                    <a:pt x="402920" y="1501929"/>
                  </a:lnTo>
                  <a:lnTo>
                    <a:pt x="403588" y="1501929"/>
                  </a:lnTo>
                  <a:lnTo>
                    <a:pt x="404256" y="1501929"/>
                  </a:lnTo>
                  <a:lnTo>
                    <a:pt x="404924" y="1501929"/>
                  </a:lnTo>
                  <a:lnTo>
                    <a:pt x="405592" y="1501929"/>
                  </a:lnTo>
                  <a:lnTo>
                    <a:pt x="406260" y="1501929"/>
                  </a:lnTo>
                  <a:lnTo>
                    <a:pt x="406928" y="1501929"/>
                  </a:lnTo>
                  <a:lnTo>
                    <a:pt x="407596" y="1501929"/>
                  </a:lnTo>
                  <a:lnTo>
                    <a:pt x="408264" y="1451864"/>
                  </a:lnTo>
                  <a:lnTo>
                    <a:pt x="408932" y="1446302"/>
                  </a:lnTo>
                  <a:lnTo>
                    <a:pt x="409600" y="1446302"/>
                  </a:lnTo>
                  <a:lnTo>
                    <a:pt x="410268" y="1446302"/>
                  </a:lnTo>
                  <a:lnTo>
                    <a:pt x="410936" y="1446302"/>
                  </a:lnTo>
                  <a:lnTo>
                    <a:pt x="411604" y="1404581"/>
                  </a:lnTo>
                  <a:lnTo>
                    <a:pt x="412272" y="1390675"/>
                  </a:lnTo>
                  <a:lnTo>
                    <a:pt x="412941" y="1390675"/>
                  </a:lnTo>
                  <a:lnTo>
                    <a:pt x="413609" y="1390675"/>
                  </a:lnTo>
                  <a:lnTo>
                    <a:pt x="414277" y="1390675"/>
                  </a:lnTo>
                  <a:lnTo>
                    <a:pt x="414945" y="1357298"/>
                  </a:lnTo>
                  <a:lnTo>
                    <a:pt x="415613" y="1335048"/>
                  </a:lnTo>
                  <a:lnTo>
                    <a:pt x="416281" y="1382330"/>
                  </a:lnTo>
                  <a:lnTo>
                    <a:pt x="416949" y="1393456"/>
                  </a:lnTo>
                  <a:lnTo>
                    <a:pt x="417617" y="1474115"/>
                  </a:lnTo>
                  <a:lnTo>
                    <a:pt x="418285" y="1501929"/>
                  </a:lnTo>
                  <a:lnTo>
                    <a:pt x="418953" y="1451864"/>
                  </a:lnTo>
                  <a:lnTo>
                    <a:pt x="419621" y="1390675"/>
                  </a:lnTo>
                  <a:lnTo>
                    <a:pt x="420289" y="1390675"/>
                  </a:lnTo>
                  <a:lnTo>
                    <a:pt x="420957" y="1337829"/>
                  </a:lnTo>
                  <a:lnTo>
                    <a:pt x="421625" y="1335048"/>
                  </a:lnTo>
                  <a:lnTo>
                    <a:pt x="422293" y="1301671"/>
                  </a:lnTo>
                  <a:lnTo>
                    <a:pt x="422961" y="1279421"/>
                  </a:lnTo>
                  <a:lnTo>
                    <a:pt x="423629" y="1276639"/>
                  </a:lnTo>
                  <a:lnTo>
                    <a:pt x="424297" y="1223794"/>
                  </a:lnTo>
                  <a:lnTo>
                    <a:pt x="424965" y="1226575"/>
                  </a:lnTo>
                  <a:lnTo>
                    <a:pt x="425633" y="1215449"/>
                  </a:lnTo>
                  <a:lnTo>
                    <a:pt x="426301" y="1112540"/>
                  </a:lnTo>
                  <a:lnTo>
                    <a:pt x="426969" y="1093070"/>
                  </a:lnTo>
                  <a:lnTo>
                    <a:pt x="427637" y="1056912"/>
                  </a:lnTo>
                  <a:lnTo>
                    <a:pt x="428305" y="1065256"/>
                  </a:lnTo>
                  <a:lnTo>
                    <a:pt x="428973" y="1056912"/>
                  </a:lnTo>
                  <a:lnTo>
                    <a:pt x="429641" y="1056912"/>
                  </a:lnTo>
                  <a:lnTo>
                    <a:pt x="430309" y="1006848"/>
                  </a:lnTo>
                  <a:lnTo>
                    <a:pt x="430977" y="970691"/>
                  </a:lnTo>
                  <a:lnTo>
                    <a:pt x="431645" y="976254"/>
                  </a:lnTo>
                  <a:lnTo>
                    <a:pt x="432313" y="1001286"/>
                  </a:lnTo>
                  <a:lnTo>
                    <a:pt x="432981" y="1001286"/>
                  </a:lnTo>
                  <a:lnTo>
                    <a:pt x="433649" y="1001286"/>
                  </a:lnTo>
                  <a:lnTo>
                    <a:pt x="434317" y="1001286"/>
                  </a:lnTo>
                  <a:lnTo>
                    <a:pt x="434985" y="1001286"/>
                  </a:lnTo>
                  <a:lnTo>
                    <a:pt x="435653" y="1045787"/>
                  </a:lnTo>
                  <a:lnTo>
                    <a:pt x="436321" y="1112540"/>
                  </a:lnTo>
                  <a:lnTo>
                    <a:pt x="436990" y="1056912"/>
                  </a:lnTo>
                  <a:lnTo>
                    <a:pt x="437658" y="1084726"/>
                  </a:lnTo>
                  <a:lnTo>
                    <a:pt x="438326" y="1056912"/>
                  </a:lnTo>
                  <a:lnTo>
                    <a:pt x="438994" y="1087507"/>
                  </a:lnTo>
                  <a:lnTo>
                    <a:pt x="439662" y="1112540"/>
                  </a:lnTo>
                  <a:lnTo>
                    <a:pt x="440330" y="1112540"/>
                  </a:lnTo>
                  <a:lnTo>
                    <a:pt x="440998" y="1132009"/>
                  </a:lnTo>
                  <a:lnTo>
                    <a:pt x="441666" y="1104195"/>
                  </a:lnTo>
                  <a:lnTo>
                    <a:pt x="442334" y="1109758"/>
                  </a:lnTo>
                  <a:lnTo>
                    <a:pt x="443002" y="1165385"/>
                  </a:lnTo>
                  <a:lnTo>
                    <a:pt x="443670" y="1184855"/>
                  </a:lnTo>
                  <a:lnTo>
                    <a:pt x="444338" y="1223794"/>
                  </a:lnTo>
                  <a:lnTo>
                    <a:pt x="445006" y="1251607"/>
                  </a:lnTo>
                  <a:lnTo>
                    <a:pt x="445674" y="1279421"/>
                  </a:lnTo>
                  <a:lnTo>
                    <a:pt x="446342" y="1279421"/>
                  </a:lnTo>
                  <a:lnTo>
                    <a:pt x="447010" y="1326704"/>
                  </a:lnTo>
                  <a:lnTo>
                    <a:pt x="447678" y="1362861"/>
                  </a:lnTo>
                  <a:lnTo>
                    <a:pt x="448346" y="1323922"/>
                  </a:lnTo>
                  <a:lnTo>
                    <a:pt x="449014" y="1279421"/>
                  </a:lnTo>
                  <a:lnTo>
                    <a:pt x="449682" y="1240482"/>
                  </a:lnTo>
                  <a:lnTo>
                    <a:pt x="450350" y="1079163"/>
                  </a:lnTo>
                  <a:lnTo>
                    <a:pt x="451018" y="1056912"/>
                  </a:lnTo>
                  <a:lnTo>
                    <a:pt x="451686" y="1034662"/>
                  </a:lnTo>
                  <a:lnTo>
                    <a:pt x="452354" y="1001286"/>
                  </a:lnTo>
                  <a:lnTo>
                    <a:pt x="453022" y="1001286"/>
                  </a:lnTo>
                  <a:lnTo>
                    <a:pt x="453690" y="1020755"/>
                  </a:lnTo>
                  <a:lnTo>
                    <a:pt x="454358" y="1020755"/>
                  </a:lnTo>
                  <a:lnTo>
                    <a:pt x="455026" y="1056912"/>
                  </a:lnTo>
                  <a:lnTo>
                    <a:pt x="455694" y="1056912"/>
                  </a:lnTo>
                  <a:lnTo>
                    <a:pt x="456362" y="1056912"/>
                  </a:lnTo>
                  <a:lnTo>
                    <a:pt x="457030" y="1056912"/>
                  </a:lnTo>
                  <a:lnTo>
                    <a:pt x="457698" y="1090289"/>
                  </a:lnTo>
                  <a:lnTo>
                    <a:pt x="458366" y="1159822"/>
                  </a:lnTo>
                  <a:lnTo>
                    <a:pt x="459034" y="1173729"/>
                  </a:lnTo>
                  <a:lnTo>
                    <a:pt x="459702" y="1223794"/>
                  </a:lnTo>
                  <a:lnTo>
                    <a:pt x="460370" y="1223794"/>
                  </a:lnTo>
                  <a:lnTo>
                    <a:pt x="461038" y="1223794"/>
                  </a:lnTo>
                  <a:lnTo>
                    <a:pt x="461707" y="1223794"/>
                  </a:lnTo>
                  <a:lnTo>
                    <a:pt x="462375" y="1223794"/>
                  </a:lnTo>
                  <a:lnTo>
                    <a:pt x="463043" y="1223794"/>
                  </a:lnTo>
                  <a:lnTo>
                    <a:pt x="463711" y="1223794"/>
                  </a:lnTo>
                  <a:lnTo>
                    <a:pt x="464379" y="1223794"/>
                  </a:lnTo>
                  <a:lnTo>
                    <a:pt x="465047" y="1284983"/>
                  </a:lnTo>
                  <a:lnTo>
                    <a:pt x="465715" y="1335048"/>
                  </a:lnTo>
                  <a:lnTo>
                    <a:pt x="466383" y="1326704"/>
                  </a:lnTo>
                  <a:lnTo>
                    <a:pt x="467051" y="1474115"/>
                  </a:lnTo>
                  <a:lnTo>
                    <a:pt x="467719" y="1501929"/>
                  </a:lnTo>
                  <a:lnTo>
                    <a:pt x="468387" y="1521398"/>
                  </a:lnTo>
                  <a:lnTo>
                    <a:pt x="469055" y="1557556"/>
                  </a:lnTo>
                  <a:lnTo>
                    <a:pt x="469723" y="1557556"/>
                  </a:lnTo>
                  <a:lnTo>
                    <a:pt x="470391" y="1588150"/>
                  </a:lnTo>
                  <a:lnTo>
                    <a:pt x="471059" y="1613183"/>
                  </a:lnTo>
                  <a:lnTo>
                    <a:pt x="471727" y="1613183"/>
                  </a:lnTo>
                  <a:lnTo>
                    <a:pt x="472395" y="1613183"/>
                  </a:lnTo>
                  <a:lnTo>
                    <a:pt x="473063" y="1579806"/>
                  </a:lnTo>
                  <a:lnTo>
                    <a:pt x="473731" y="1557556"/>
                  </a:lnTo>
                  <a:lnTo>
                    <a:pt x="474399" y="1557556"/>
                  </a:lnTo>
                  <a:lnTo>
                    <a:pt x="475067" y="1557556"/>
                  </a:lnTo>
                  <a:lnTo>
                    <a:pt x="475735" y="1557556"/>
                  </a:lnTo>
                  <a:lnTo>
                    <a:pt x="476403" y="1551993"/>
                  </a:lnTo>
                  <a:lnTo>
                    <a:pt x="477071" y="1501929"/>
                  </a:lnTo>
                  <a:lnTo>
                    <a:pt x="477739" y="1485240"/>
                  </a:lnTo>
                  <a:lnTo>
                    <a:pt x="478407" y="1412925"/>
                  </a:lnTo>
                  <a:lnTo>
                    <a:pt x="479075" y="1390675"/>
                  </a:lnTo>
                  <a:lnTo>
                    <a:pt x="479743" y="1390675"/>
                  </a:lnTo>
                  <a:lnTo>
                    <a:pt x="480411" y="1390675"/>
                  </a:lnTo>
                  <a:lnTo>
                    <a:pt x="481079" y="1390675"/>
                  </a:lnTo>
                  <a:lnTo>
                    <a:pt x="481747" y="1390675"/>
                  </a:lnTo>
                  <a:lnTo>
                    <a:pt x="482415" y="1390675"/>
                  </a:lnTo>
                  <a:lnTo>
                    <a:pt x="483083" y="1429613"/>
                  </a:lnTo>
                  <a:lnTo>
                    <a:pt x="483751" y="1446302"/>
                  </a:lnTo>
                  <a:lnTo>
                    <a:pt x="484419" y="1446302"/>
                  </a:lnTo>
                  <a:lnTo>
                    <a:pt x="485087" y="1446302"/>
                  </a:lnTo>
                  <a:lnTo>
                    <a:pt x="485755" y="1446302"/>
                  </a:lnTo>
                  <a:lnTo>
                    <a:pt x="486424" y="1446302"/>
                  </a:lnTo>
                  <a:lnTo>
                    <a:pt x="487092" y="1446302"/>
                  </a:lnTo>
                  <a:lnTo>
                    <a:pt x="487760" y="1446302"/>
                  </a:lnTo>
                  <a:lnTo>
                    <a:pt x="488428" y="1446302"/>
                  </a:lnTo>
                  <a:lnTo>
                    <a:pt x="489096" y="1446302"/>
                  </a:lnTo>
                  <a:lnTo>
                    <a:pt x="489764" y="1476896"/>
                  </a:lnTo>
                  <a:lnTo>
                    <a:pt x="490432" y="1501929"/>
                  </a:lnTo>
                  <a:lnTo>
                    <a:pt x="491100" y="1501929"/>
                  </a:lnTo>
                  <a:lnTo>
                    <a:pt x="491768" y="1501929"/>
                  </a:lnTo>
                  <a:lnTo>
                    <a:pt x="492436" y="1501929"/>
                  </a:lnTo>
                  <a:lnTo>
                    <a:pt x="493104" y="1504710"/>
                  </a:lnTo>
                  <a:lnTo>
                    <a:pt x="493772" y="1557556"/>
                  </a:lnTo>
                  <a:lnTo>
                    <a:pt x="494440" y="1571462"/>
                  </a:lnTo>
                  <a:lnTo>
                    <a:pt x="495108" y="1643777"/>
                  </a:lnTo>
                  <a:lnTo>
                    <a:pt x="495776" y="1668810"/>
                  </a:lnTo>
                  <a:lnTo>
                    <a:pt x="495776" y="1668810"/>
                  </a:lnTo>
                  <a:lnTo>
                    <a:pt x="496444" y="1654903"/>
                  </a:lnTo>
                  <a:lnTo>
                    <a:pt x="497112" y="1613183"/>
                  </a:lnTo>
                  <a:lnTo>
                    <a:pt x="497780" y="1613183"/>
                  </a:lnTo>
                  <a:lnTo>
                    <a:pt x="498448" y="1613183"/>
                  </a:lnTo>
                  <a:lnTo>
                    <a:pt x="499116" y="1613183"/>
                  </a:lnTo>
                  <a:lnTo>
                    <a:pt x="499784" y="1565900"/>
                  </a:lnTo>
                  <a:lnTo>
                    <a:pt x="500452" y="1546430"/>
                  </a:lnTo>
                  <a:lnTo>
                    <a:pt x="501120" y="1479678"/>
                  </a:lnTo>
                  <a:lnTo>
                    <a:pt x="501788" y="1399019"/>
                  </a:lnTo>
                  <a:lnTo>
                    <a:pt x="502456" y="1390675"/>
                  </a:lnTo>
                  <a:lnTo>
                    <a:pt x="503124" y="1368424"/>
                  </a:lnTo>
                  <a:lnTo>
                    <a:pt x="503792" y="1335048"/>
                  </a:lnTo>
                  <a:lnTo>
                    <a:pt x="504460" y="1335048"/>
                  </a:lnTo>
                  <a:lnTo>
                    <a:pt x="505128" y="1312797"/>
                  </a:lnTo>
                  <a:lnTo>
                    <a:pt x="505796" y="1279421"/>
                  </a:lnTo>
                  <a:lnTo>
                    <a:pt x="506464" y="1279421"/>
                  </a:lnTo>
                  <a:lnTo>
                    <a:pt x="507132" y="1279421"/>
                  </a:lnTo>
                  <a:lnTo>
                    <a:pt x="507800" y="1279421"/>
                  </a:lnTo>
                  <a:lnTo>
                    <a:pt x="508468" y="1279421"/>
                  </a:lnTo>
                  <a:lnTo>
                    <a:pt x="509136" y="1279421"/>
                  </a:lnTo>
                  <a:lnTo>
                    <a:pt x="509804" y="1279421"/>
                  </a:lnTo>
                  <a:lnTo>
                    <a:pt x="510472" y="1279421"/>
                  </a:lnTo>
                  <a:lnTo>
                    <a:pt x="511141" y="1279421"/>
                  </a:lnTo>
                  <a:lnTo>
                    <a:pt x="511809" y="1279421"/>
                  </a:lnTo>
                  <a:lnTo>
                    <a:pt x="512477" y="1279421"/>
                  </a:lnTo>
                  <a:lnTo>
                    <a:pt x="513145" y="1290546"/>
                  </a:lnTo>
                  <a:lnTo>
                    <a:pt x="513813" y="1335048"/>
                  </a:lnTo>
                  <a:lnTo>
                    <a:pt x="514481" y="1335048"/>
                  </a:lnTo>
                  <a:lnTo>
                    <a:pt x="515149" y="1335048"/>
                  </a:lnTo>
                  <a:lnTo>
                    <a:pt x="515817" y="1335048"/>
                  </a:lnTo>
                  <a:lnTo>
                    <a:pt x="516485" y="1379549"/>
                  </a:lnTo>
                  <a:lnTo>
                    <a:pt x="517153" y="1365642"/>
                  </a:lnTo>
                  <a:lnTo>
                    <a:pt x="517821" y="1410144"/>
                  </a:lnTo>
                  <a:lnTo>
                    <a:pt x="518489" y="1468552"/>
                  </a:lnTo>
                  <a:lnTo>
                    <a:pt x="519157" y="1390675"/>
                  </a:lnTo>
                  <a:lnTo>
                    <a:pt x="519825" y="1410144"/>
                  </a:lnTo>
                  <a:lnTo>
                    <a:pt x="520493" y="1446302"/>
                  </a:lnTo>
                  <a:lnTo>
                    <a:pt x="521161" y="1446302"/>
                  </a:lnTo>
                  <a:lnTo>
                    <a:pt x="521829" y="1465771"/>
                  </a:lnTo>
                  <a:lnTo>
                    <a:pt x="522497" y="1499147"/>
                  </a:lnTo>
                  <a:lnTo>
                    <a:pt x="523165" y="1446302"/>
                  </a:lnTo>
                  <a:lnTo>
                    <a:pt x="523833" y="1446302"/>
                  </a:lnTo>
                  <a:lnTo>
                    <a:pt x="524501" y="1446302"/>
                  </a:lnTo>
                  <a:lnTo>
                    <a:pt x="525169" y="1446302"/>
                  </a:lnTo>
                  <a:lnTo>
                    <a:pt x="525837" y="1404581"/>
                  </a:lnTo>
                  <a:lnTo>
                    <a:pt x="526505" y="1385112"/>
                  </a:lnTo>
                  <a:lnTo>
                    <a:pt x="527173" y="1335048"/>
                  </a:lnTo>
                  <a:lnTo>
                    <a:pt x="527841" y="1301671"/>
                  </a:lnTo>
                  <a:lnTo>
                    <a:pt x="528509" y="1279421"/>
                  </a:lnTo>
                  <a:lnTo>
                    <a:pt x="529177" y="1279421"/>
                  </a:lnTo>
                  <a:lnTo>
                    <a:pt x="529845" y="1279421"/>
                  </a:lnTo>
                  <a:lnTo>
                    <a:pt x="530513" y="1279421"/>
                  </a:lnTo>
                  <a:lnTo>
                    <a:pt x="531181" y="1279421"/>
                  </a:lnTo>
                  <a:lnTo>
                    <a:pt x="531849" y="1279421"/>
                  </a:lnTo>
                  <a:lnTo>
                    <a:pt x="532517" y="1279421"/>
                  </a:lnTo>
                  <a:lnTo>
                    <a:pt x="533185" y="1279421"/>
                  </a:lnTo>
                  <a:lnTo>
                    <a:pt x="533853" y="1310015"/>
                  </a:lnTo>
                  <a:lnTo>
                    <a:pt x="534521" y="1335048"/>
                  </a:lnTo>
                  <a:lnTo>
                    <a:pt x="535190" y="1298890"/>
                  </a:lnTo>
                  <a:lnTo>
                    <a:pt x="535858" y="1387893"/>
                  </a:lnTo>
                  <a:lnTo>
                    <a:pt x="536526" y="1390675"/>
                  </a:lnTo>
                  <a:lnTo>
                    <a:pt x="537194" y="1390675"/>
                  </a:lnTo>
                  <a:lnTo>
                    <a:pt x="537862" y="1335048"/>
                  </a:lnTo>
                  <a:lnTo>
                    <a:pt x="538530" y="1318359"/>
                  </a:lnTo>
                  <a:lnTo>
                    <a:pt x="539198" y="1276639"/>
                  </a:lnTo>
                  <a:lnTo>
                    <a:pt x="539866" y="1218231"/>
                  </a:lnTo>
                  <a:lnTo>
                    <a:pt x="540534" y="1118102"/>
                  </a:lnTo>
                  <a:lnTo>
                    <a:pt x="541202" y="1081945"/>
                  </a:lnTo>
                  <a:lnTo>
                    <a:pt x="541870" y="1034662"/>
                  </a:lnTo>
                  <a:lnTo>
                    <a:pt x="542538" y="1001286"/>
                  </a:lnTo>
                  <a:lnTo>
                    <a:pt x="543206" y="873343"/>
                  </a:lnTo>
                  <a:lnTo>
                    <a:pt x="543874" y="890032"/>
                  </a:lnTo>
                  <a:lnTo>
                    <a:pt x="544542" y="878906"/>
                  </a:lnTo>
                  <a:lnTo>
                    <a:pt x="545210" y="870562"/>
                  </a:lnTo>
                  <a:lnTo>
                    <a:pt x="545878" y="834405"/>
                  </a:lnTo>
                  <a:lnTo>
                    <a:pt x="546546" y="834405"/>
                  </a:lnTo>
                  <a:lnTo>
                    <a:pt x="547214" y="834405"/>
                  </a:lnTo>
                  <a:lnTo>
                    <a:pt x="547882" y="789903"/>
                  </a:lnTo>
                  <a:lnTo>
                    <a:pt x="548550" y="723150"/>
                  </a:lnTo>
                  <a:lnTo>
                    <a:pt x="549218" y="723150"/>
                  </a:lnTo>
                  <a:lnTo>
                    <a:pt x="549886" y="723150"/>
                  </a:lnTo>
                  <a:lnTo>
                    <a:pt x="550554" y="723150"/>
                  </a:lnTo>
                  <a:lnTo>
                    <a:pt x="551222" y="681430"/>
                  </a:lnTo>
                  <a:lnTo>
                    <a:pt x="551890" y="720369"/>
                  </a:lnTo>
                  <a:lnTo>
                    <a:pt x="552558" y="723150"/>
                  </a:lnTo>
                  <a:lnTo>
                    <a:pt x="553226" y="723150"/>
                  </a:lnTo>
                  <a:lnTo>
                    <a:pt x="553894" y="723150"/>
                  </a:lnTo>
                  <a:lnTo>
                    <a:pt x="554562" y="775996"/>
                  </a:lnTo>
                  <a:lnTo>
                    <a:pt x="555230" y="792684"/>
                  </a:lnTo>
                  <a:lnTo>
                    <a:pt x="555898" y="834405"/>
                  </a:lnTo>
                  <a:lnTo>
                    <a:pt x="556566" y="945659"/>
                  </a:lnTo>
                  <a:lnTo>
                    <a:pt x="557234" y="1048568"/>
                  </a:lnTo>
                  <a:lnTo>
                    <a:pt x="557902" y="1084726"/>
                  </a:lnTo>
                  <a:lnTo>
                    <a:pt x="558570" y="1132009"/>
                  </a:lnTo>
                  <a:lnTo>
                    <a:pt x="559238" y="1201543"/>
                  </a:lnTo>
                  <a:lnTo>
                    <a:pt x="559907" y="1348954"/>
                  </a:lnTo>
                  <a:lnTo>
                    <a:pt x="560575" y="1390675"/>
                  </a:lnTo>
                  <a:lnTo>
                    <a:pt x="561243" y="1429613"/>
                  </a:lnTo>
                  <a:lnTo>
                    <a:pt x="561911" y="1462990"/>
                  </a:lnTo>
                  <a:lnTo>
                    <a:pt x="562579" y="1501929"/>
                  </a:lnTo>
                  <a:lnTo>
                    <a:pt x="563247" y="1501929"/>
                  </a:lnTo>
                  <a:lnTo>
                    <a:pt x="563915" y="1499147"/>
                  </a:lnTo>
                  <a:lnTo>
                    <a:pt x="564583" y="1451864"/>
                  </a:lnTo>
                  <a:lnTo>
                    <a:pt x="565251" y="1501929"/>
                  </a:lnTo>
                  <a:lnTo>
                    <a:pt x="565919" y="1501929"/>
                  </a:lnTo>
                  <a:lnTo>
                    <a:pt x="566587" y="1501929"/>
                  </a:lnTo>
                  <a:lnTo>
                    <a:pt x="567255" y="1501929"/>
                  </a:lnTo>
                  <a:lnTo>
                    <a:pt x="567923" y="1515835"/>
                  </a:lnTo>
                  <a:lnTo>
                    <a:pt x="568591" y="1501929"/>
                  </a:lnTo>
                  <a:lnTo>
                    <a:pt x="569259" y="1501929"/>
                  </a:lnTo>
                  <a:lnTo>
                    <a:pt x="569927" y="1501929"/>
                  </a:lnTo>
                  <a:lnTo>
                    <a:pt x="570595" y="1501929"/>
                  </a:lnTo>
                  <a:lnTo>
                    <a:pt x="571263" y="1501929"/>
                  </a:lnTo>
                  <a:lnTo>
                    <a:pt x="571931" y="1501929"/>
                  </a:lnTo>
                  <a:lnTo>
                    <a:pt x="572599" y="1501929"/>
                  </a:lnTo>
                  <a:lnTo>
                    <a:pt x="573267" y="1501929"/>
                  </a:lnTo>
                  <a:lnTo>
                    <a:pt x="573935" y="1501929"/>
                  </a:lnTo>
                  <a:lnTo>
                    <a:pt x="574603" y="1501929"/>
                  </a:lnTo>
                  <a:lnTo>
                    <a:pt x="575271" y="1501929"/>
                  </a:lnTo>
                  <a:lnTo>
                    <a:pt x="575939" y="1501929"/>
                  </a:lnTo>
                  <a:lnTo>
                    <a:pt x="576607" y="1501929"/>
                  </a:lnTo>
                  <a:lnTo>
                    <a:pt x="577275" y="1501929"/>
                  </a:lnTo>
                  <a:lnTo>
                    <a:pt x="577943" y="1501929"/>
                  </a:lnTo>
                  <a:lnTo>
                    <a:pt x="578611" y="1501929"/>
                  </a:lnTo>
                  <a:lnTo>
                    <a:pt x="579279" y="1501929"/>
                  </a:lnTo>
                  <a:lnTo>
                    <a:pt x="579947" y="1501929"/>
                  </a:lnTo>
                  <a:lnTo>
                    <a:pt x="580615" y="1501929"/>
                  </a:lnTo>
                  <a:lnTo>
                    <a:pt x="581283" y="1588150"/>
                  </a:lnTo>
                  <a:lnTo>
                    <a:pt x="581951" y="1613183"/>
                  </a:lnTo>
                  <a:lnTo>
                    <a:pt x="582619" y="1613183"/>
                  </a:lnTo>
                  <a:lnTo>
                    <a:pt x="583287" y="1574244"/>
                  </a:lnTo>
                  <a:lnTo>
                    <a:pt x="583955" y="1557556"/>
                  </a:lnTo>
                  <a:lnTo>
                    <a:pt x="584624" y="1579806"/>
                  </a:lnTo>
                  <a:lnTo>
                    <a:pt x="585292" y="1613183"/>
                  </a:lnTo>
                  <a:lnTo>
                    <a:pt x="585960" y="1613183"/>
                  </a:lnTo>
                  <a:lnTo>
                    <a:pt x="586628" y="1596494"/>
                  </a:lnTo>
                  <a:lnTo>
                    <a:pt x="587296" y="1529742"/>
                  </a:lnTo>
                  <a:lnTo>
                    <a:pt x="587964" y="1501929"/>
                  </a:lnTo>
                  <a:lnTo>
                    <a:pt x="588632" y="1501929"/>
                  </a:lnTo>
                  <a:lnTo>
                    <a:pt x="589300" y="1501929"/>
                  </a:lnTo>
                  <a:lnTo>
                    <a:pt x="589968" y="1501929"/>
                  </a:lnTo>
                  <a:lnTo>
                    <a:pt x="590636" y="1501929"/>
                  </a:lnTo>
                  <a:lnTo>
                    <a:pt x="591304" y="1501929"/>
                  </a:lnTo>
                  <a:lnTo>
                    <a:pt x="591972" y="1501929"/>
                  </a:lnTo>
                  <a:lnTo>
                    <a:pt x="592640" y="1501929"/>
                  </a:lnTo>
                  <a:lnTo>
                    <a:pt x="593308" y="1501929"/>
                  </a:lnTo>
                  <a:lnTo>
                    <a:pt x="593976" y="1501929"/>
                  </a:lnTo>
                  <a:lnTo>
                    <a:pt x="594644" y="1501929"/>
                  </a:lnTo>
                  <a:lnTo>
                    <a:pt x="595312" y="1501929"/>
                  </a:lnTo>
                  <a:lnTo>
                    <a:pt x="595980" y="1501929"/>
                  </a:lnTo>
                  <a:lnTo>
                    <a:pt x="596648" y="1501929"/>
                  </a:lnTo>
                  <a:lnTo>
                    <a:pt x="597316" y="1501929"/>
                  </a:lnTo>
                  <a:lnTo>
                    <a:pt x="597984" y="1501929"/>
                  </a:lnTo>
                  <a:lnTo>
                    <a:pt x="598652" y="1501929"/>
                  </a:lnTo>
                  <a:lnTo>
                    <a:pt x="599320" y="1501929"/>
                  </a:lnTo>
                  <a:lnTo>
                    <a:pt x="599988" y="1538086"/>
                  </a:lnTo>
                  <a:lnTo>
                    <a:pt x="600656" y="1557556"/>
                  </a:lnTo>
                  <a:lnTo>
                    <a:pt x="601324" y="1557556"/>
                  </a:lnTo>
                  <a:lnTo>
                    <a:pt x="601992" y="1557556"/>
                  </a:lnTo>
                  <a:lnTo>
                    <a:pt x="602660" y="1513054"/>
                  </a:lnTo>
                  <a:lnTo>
                    <a:pt x="603328" y="1460208"/>
                  </a:lnTo>
                  <a:lnTo>
                    <a:pt x="603996" y="1526961"/>
                  </a:lnTo>
                  <a:lnTo>
                    <a:pt x="604664" y="1551993"/>
                  </a:lnTo>
                  <a:lnTo>
                    <a:pt x="605332" y="1501929"/>
                  </a:lnTo>
                  <a:lnTo>
                    <a:pt x="606000" y="1490803"/>
                  </a:lnTo>
                  <a:lnTo>
                    <a:pt x="606668" y="1446302"/>
                  </a:lnTo>
                  <a:lnTo>
                    <a:pt x="607336" y="1404581"/>
                  </a:lnTo>
                  <a:lnTo>
                    <a:pt x="608004" y="1390675"/>
                  </a:lnTo>
                  <a:lnTo>
                    <a:pt x="608672" y="1351736"/>
                  </a:lnTo>
                  <a:lnTo>
                    <a:pt x="609341" y="1293327"/>
                  </a:lnTo>
                  <a:lnTo>
                    <a:pt x="610009" y="1279421"/>
                  </a:lnTo>
                  <a:lnTo>
                    <a:pt x="610677" y="1279421"/>
                  </a:lnTo>
                  <a:lnTo>
                    <a:pt x="611345" y="1232138"/>
                  </a:lnTo>
                  <a:lnTo>
                    <a:pt x="612013" y="1223794"/>
                  </a:lnTo>
                  <a:lnTo>
                    <a:pt x="612681" y="1223794"/>
                  </a:lnTo>
                  <a:lnTo>
                    <a:pt x="613349" y="1168166"/>
                  </a:lnTo>
                  <a:lnTo>
                    <a:pt x="614017" y="1112540"/>
                  </a:lnTo>
                  <a:lnTo>
                    <a:pt x="614685" y="1112540"/>
                  </a:lnTo>
                  <a:lnTo>
                    <a:pt x="615353" y="1112540"/>
                  </a:lnTo>
                  <a:lnTo>
                    <a:pt x="616021" y="1112540"/>
                  </a:lnTo>
                  <a:lnTo>
                    <a:pt x="616689" y="1112540"/>
                  </a:lnTo>
                  <a:lnTo>
                    <a:pt x="617357" y="1068038"/>
                  </a:lnTo>
                  <a:lnTo>
                    <a:pt x="618025" y="1056912"/>
                  </a:lnTo>
                  <a:lnTo>
                    <a:pt x="618693" y="1056912"/>
                  </a:lnTo>
                  <a:lnTo>
                    <a:pt x="619361" y="1095851"/>
                  </a:lnTo>
                  <a:lnTo>
                    <a:pt x="620029" y="1168166"/>
                  </a:lnTo>
                  <a:lnTo>
                    <a:pt x="620697" y="1168166"/>
                  </a:lnTo>
                  <a:lnTo>
                    <a:pt x="621365" y="1170948"/>
                  </a:lnTo>
                  <a:lnTo>
                    <a:pt x="622033" y="1223794"/>
                  </a:lnTo>
                  <a:lnTo>
                    <a:pt x="622701" y="1232138"/>
                  </a:lnTo>
                  <a:lnTo>
                    <a:pt x="623369" y="1279421"/>
                  </a:lnTo>
                  <a:lnTo>
                    <a:pt x="624037" y="1318360"/>
                  </a:lnTo>
                  <a:lnTo>
                    <a:pt x="624705" y="1335048"/>
                  </a:lnTo>
                  <a:lnTo>
                    <a:pt x="625373" y="1371205"/>
                  </a:lnTo>
                  <a:lnTo>
                    <a:pt x="626041" y="1429613"/>
                  </a:lnTo>
                  <a:lnTo>
                    <a:pt x="626709" y="1446302"/>
                  </a:lnTo>
                  <a:lnTo>
                    <a:pt x="627377" y="1446302"/>
                  </a:lnTo>
                  <a:lnTo>
                    <a:pt x="628045" y="1490803"/>
                  </a:lnTo>
                  <a:lnTo>
                    <a:pt x="628713" y="1501929"/>
                  </a:lnTo>
                  <a:lnTo>
                    <a:pt x="629381" y="1501929"/>
                  </a:lnTo>
                  <a:lnTo>
                    <a:pt x="630049" y="1551993"/>
                  </a:lnTo>
                  <a:lnTo>
                    <a:pt x="630717" y="1613183"/>
                  </a:lnTo>
                  <a:lnTo>
                    <a:pt x="631385" y="1613183"/>
                  </a:lnTo>
                  <a:lnTo>
                    <a:pt x="632053" y="1557556"/>
                  </a:lnTo>
                  <a:lnTo>
                    <a:pt x="632721" y="1557556"/>
                  </a:lnTo>
                  <a:lnTo>
                    <a:pt x="633390" y="1557556"/>
                  </a:lnTo>
                  <a:lnTo>
                    <a:pt x="634058" y="1599276"/>
                  </a:lnTo>
                  <a:lnTo>
                    <a:pt x="634726" y="1596494"/>
                  </a:lnTo>
                  <a:lnTo>
                    <a:pt x="635394" y="1504710"/>
                  </a:lnTo>
                  <a:lnTo>
                    <a:pt x="636062" y="1501929"/>
                  </a:lnTo>
                  <a:lnTo>
                    <a:pt x="636730" y="1460208"/>
                  </a:lnTo>
                  <a:lnTo>
                    <a:pt x="637398" y="1446302"/>
                  </a:lnTo>
                  <a:lnTo>
                    <a:pt x="638066" y="1446302"/>
                  </a:lnTo>
                  <a:lnTo>
                    <a:pt x="638734" y="1446302"/>
                  </a:lnTo>
                  <a:lnTo>
                    <a:pt x="639402" y="1446302"/>
                  </a:lnTo>
                  <a:lnTo>
                    <a:pt x="640070" y="1446302"/>
                  </a:lnTo>
                  <a:lnTo>
                    <a:pt x="640738" y="1446302"/>
                  </a:lnTo>
                  <a:lnTo>
                    <a:pt x="641406" y="1446302"/>
                  </a:lnTo>
                  <a:lnTo>
                    <a:pt x="642074" y="1446302"/>
                  </a:lnTo>
                  <a:lnTo>
                    <a:pt x="642742" y="1446302"/>
                  </a:lnTo>
                  <a:lnTo>
                    <a:pt x="643410" y="1446302"/>
                  </a:lnTo>
                  <a:lnTo>
                    <a:pt x="644078" y="1446302"/>
                  </a:lnTo>
                  <a:lnTo>
                    <a:pt x="644746" y="1446302"/>
                  </a:lnTo>
                  <a:lnTo>
                    <a:pt x="645414" y="1446302"/>
                  </a:lnTo>
                  <a:lnTo>
                    <a:pt x="646082" y="1446302"/>
                  </a:lnTo>
                  <a:lnTo>
                    <a:pt x="646750" y="1446302"/>
                  </a:lnTo>
                  <a:lnTo>
                    <a:pt x="647418" y="1446302"/>
                  </a:lnTo>
                  <a:lnTo>
                    <a:pt x="648086" y="1446302"/>
                  </a:lnTo>
                  <a:lnTo>
                    <a:pt x="648754" y="1499147"/>
                  </a:lnTo>
                  <a:lnTo>
                    <a:pt x="649422" y="1501929"/>
                  </a:lnTo>
                  <a:lnTo>
                    <a:pt x="650090" y="1501929"/>
                  </a:lnTo>
                  <a:lnTo>
                    <a:pt x="650758" y="1501929"/>
                  </a:lnTo>
                  <a:lnTo>
                    <a:pt x="651426" y="1515835"/>
                  </a:lnTo>
                  <a:lnTo>
                    <a:pt x="652094" y="1607620"/>
                  </a:lnTo>
                  <a:lnTo>
                    <a:pt x="652762" y="1613183"/>
                  </a:lnTo>
                  <a:lnTo>
                    <a:pt x="653430" y="1593713"/>
                  </a:lnTo>
                  <a:lnTo>
                    <a:pt x="654098" y="1546430"/>
                  </a:lnTo>
                  <a:lnTo>
                    <a:pt x="654766" y="1501929"/>
                  </a:lnTo>
                  <a:lnTo>
                    <a:pt x="655434" y="1501929"/>
                  </a:lnTo>
                  <a:lnTo>
                    <a:pt x="656102" y="1501929"/>
                  </a:lnTo>
                  <a:lnTo>
                    <a:pt x="656770" y="1501929"/>
                  </a:lnTo>
                  <a:lnTo>
                    <a:pt x="657438" y="1501929"/>
                  </a:lnTo>
                  <a:lnTo>
                    <a:pt x="658107" y="1501929"/>
                  </a:lnTo>
                  <a:lnTo>
                    <a:pt x="658775" y="1501929"/>
                  </a:lnTo>
                  <a:lnTo>
                    <a:pt x="659443" y="1488022"/>
                  </a:lnTo>
                  <a:lnTo>
                    <a:pt x="660111" y="1446302"/>
                  </a:lnTo>
                  <a:lnTo>
                    <a:pt x="660779" y="1446302"/>
                  </a:lnTo>
                  <a:lnTo>
                    <a:pt x="661447" y="1446302"/>
                  </a:lnTo>
                  <a:lnTo>
                    <a:pt x="662115" y="1446302"/>
                  </a:lnTo>
                  <a:lnTo>
                    <a:pt x="662783" y="1446302"/>
                  </a:lnTo>
                  <a:lnTo>
                    <a:pt x="663451" y="1446302"/>
                  </a:lnTo>
                  <a:lnTo>
                    <a:pt x="664119" y="1446302"/>
                  </a:lnTo>
                  <a:lnTo>
                    <a:pt x="664787" y="1446302"/>
                  </a:lnTo>
                  <a:lnTo>
                    <a:pt x="665455" y="1446302"/>
                  </a:lnTo>
                  <a:lnTo>
                    <a:pt x="666123" y="1446302"/>
                  </a:lnTo>
                  <a:lnTo>
                    <a:pt x="666791" y="1446302"/>
                  </a:lnTo>
                  <a:lnTo>
                    <a:pt x="667459" y="1446302"/>
                  </a:lnTo>
                  <a:lnTo>
                    <a:pt x="668127" y="1446302"/>
                  </a:lnTo>
                  <a:lnTo>
                    <a:pt x="668795" y="1446302"/>
                  </a:lnTo>
                  <a:lnTo>
                    <a:pt x="669463" y="1446302"/>
                  </a:lnTo>
                  <a:lnTo>
                    <a:pt x="670131" y="1499147"/>
                  </a:lnTo>
                  <a:lnTo>
                    <a:pt x="670799" y="1529742"/>
                  </a:lnTo>
                  <a:lnTo>
                    <a:pt x="671467" y="1557556"/>
                  </a:lnTo>
                  <a:lnTo>
                    <a:pt x="672135" y="1501929"/>
                  </a:lnTo>
                  <a:lnTo>
                    <a:pt x="672803" y="1501929"/>
                  </a:lnTo>
                  <a:lnTo>
                    <a:pt x="673471" y="1499147"/>
                  </a:lnTo>
                  <a:lnTo>
                    <a:pt x="674139" y="1446302"/>
                  </a:lnTo>
                  <a:lnTo>
                    <a:pt x="674807" y="1446302"/>
                  </a:lnTo>
                  <a:lnTo>
                    <a:pt x="675475" y="1410144"/>
                  </a:lnTo>
                  <a:lnTo>
                    <a:pt x="676143" y="1401800"/>
                  </a:lnTo>
                  <a:lnTo>
                    <a:pt x="676811" y="1446302"/>
                  </a:lnTo>
                  <a:lnTo>
                    <a:pt x="677479" y="1437957"/>
                  </a:lnTo>
                  <a:lnTo>
                    <a:pt x="678147" y="1382331"/>
                  </a:lnTo>
                  <a:lnTo>
                    <a:pt x="678815" y="1335048"/>
                  </a:lnTo>
                  <a:lnTo>
                    <a:pt x="679483" y="1335048"/>
                  </a:lnTo>
                  <a:lnTo>
                    <a:pt x="680151" y="1335048"/>
                  </a:lnTo>
                  <a:lnTo>
                    <a:pt x="680819" y="1335048"/>
                  </a:lnTo>
                  <a:lnTo>
                    <a:pt x="681487" y="1335048"/>
                  </a:lnTo>
                  <a:lnTo>
                    <a:pt x="682155" y="1335048"/>
                  </a:lnTo>
                  <a:lnTo>
                    <a:pt x="682824" y="1335048"/>
                  </a:lnTo>
                  <a:lnTo>
                    <a:pt x="683492" y="1335048"/>
                  </a:lnTo>
                  <a:lnTo>
                    <a:pt x="684160" y="1335048"/>
                  </a:lnTo>
                  <a:lnTo>
                    <a:pt x="684828" y="1318359"/>
                  </a:lnTo>
                  <a:lnTo>
                    <a:pt x="685496" y="1279421"/>
                  </a:lnTo>
                  <a:lnTo>
                    <a:pt x="686164" y="1279421"/>
                  </a:lnTo>
                  <a:lnTo>
                    <a:pt x="686832" y="1279421"/>
                  </a:lnTo>
                  <a:lnTo>
                    <a:pt x="687500" y="1287765"/>
                  </a:lnTo>
                  <a:lnTo>
                    <a:pt x="688168" y="1279421"/>
                  </a:lnTo>
                  <a:lnTo>
                    <a:pt x="688836" y="1332266"/>
                  </a:lnTo>
                  <a:lnTo>
                    <a:pt x="689504" y="1335048"/>
                  </a:lnTo>
                  <a:lnTo>
                    <a:pt x="690172" y="1335048"/>
                  </a:lnTo>
                  <a:lnTo>
                    <a:pt x="690840" y="1390675"/>
                  </a:lnTo>
                  <a:lnTo>
                    <a:pt x="691508" y="1390675"/>
                  </a:lnTo>
                  <a:lnTo>
                    <a:pt x="692176" y="1387893"/>
                  </a:lnTo>
                  <a:lnTo>
                    <a:pt x="692844" y="1362861"/>
                  </a:lnTo>
                  <a:lnTo>
                    <a:pt x="693512" y="1335048"/>
                  </a:lnTo>
                  <a:lnTo>
                    <a:pt x="694180" y="1329485"/>
                  </a:lnTo>
                  <a:lnTo>
                    <a:pt x="694848" y="1340610"/>
                  </a:lnTo>
                  <a:lnTo>
                    <a:pt x="695516" y="1390675"/>
                  </a:lnTo>
                  <a:lnTo>
                    <a:pt x="696184" y="1390675"/>
                  </a:lnTo>
                  <a:lnTo>
                    <a:pt x="696852" y="1390675"/>
                  </a:lnTo>
                  <a:lnTo>
                    <a:pt x="697520" y="1390675"/>
                  </a:lnTo>
                  <a:lnTo>
                    <a:pt x="698188" y="1390675"/>
                  </a:lnTo>
                  <a:lnTo>
                    <a:pt x="698856" y="1390675"/>
                  </a:lnTo>
                  <a:lnTo>
                    <a:pt x="699524" y="1390675"/>
                  </a:lnTo>
                  <a:lnTo>
                    <a:pt x="700192" y="1390675"/>
                  </a:lnTo>
                  <a:lnTo>
                    <a:pt x="700860" y="1390675"/>
                  </a:lnTo>
                  <a:lnTo>
                    <a:pt x="701528" y="1404581"/>
                  </a:lnTo>
                  <a:lnTo>
                    <a:pt x="702196" y="1393456"/>
                  </a:lnTo>
                  <a:lnTo>
                    <a:pt x="702864" y="1362861"/>
                  </a:lnTo>
                  <a:lnTo>
                    <a:pt x="703532" y="1304453"/>
                  </a:lnTo>
                  <a:lnTo>
                    <a:pt x="704200" y="1301671"/>
                  </a:lnTo>
                  <a:lnTo>
                    <a:pt x="704868" y="1335048"/>
                  </a:lnTo>
                  <a:lnTo>
                    <a:pt x="705536" y="1335048"/>
                  </a:lnTo>
                  <a:lnTo>
                    <a:pt x="706204" y="1335048"/>
                  </a:lnTo>
                  <a:lnTo>
                    <a:pt x="706873" y="1335048"/>
                  </a:lnTo>
                  <a:lnTo>
                    <a:pt x="707541" y="1326704"/>
                  </a:lnTo>
                  <a:lnTo>
                    <a:pt x="708209" y="1243263"/>
                  </a:lnTo>
                  <a:lnTo>
                    <a:pt x="708877" y="1234919"/>
                  </a:lnTo>
                  <a:lnTo>
                    <a:pt x="709545" y="1198761"/>
                  </a:lnTo>
                  <a:lnTo>
                    <a:pt x="710213" y="1223794"/>
                  </a:lnTo>
                  <a:lnTo>
                    <a:pt x="710881" y="1232138"/>
                  </a:lnTo>
                  <a:lnTo>
                    <a:pt x="711549" y="1279421"/>
                  </a:lnTo>
                  <a:lnTo>
                    <a:pt x="712217" y="1232138"/>
                  </a:lnTo>
                  <a:lnTo>
                    <a:pt x="712885" y="1223794"/>
                  </a:lnTo>
                  <a:lnTo>
                    <a:pt x="713553" y="1223794"/>
                  </a:lnTo>
                  <a:lnTo>
                    <a:pt x="714221" y="1179292"/>
                  </a:lnTo>
                  <a:lnTo>
                    <a:pt x="714889" y="1168166"/>
                  </a:lnTo>
                  <a:lnTo>
                    <a:pt x="715557" y="1168166"/>
                  </a:lnTo>
                  <a:lnTo>
                    <a:pt x="716225" y="1168166"/>
                  </a:lnTo>
                  <a:lnTo>
                    <a:pt x="716893" y="1168166"/>
                  </a:lnTo>
                  <a:lnTo>
                    <a:pt x="717561" y="1079163"/>
                  </a:lnTo>
                  <a:lnTo>
                    <a:pt x="718229" y="1056912"/>
                  </a:lnTo>
                  <a:lnTo>
                    <a:pt x="718897" y="1106977"/>
                  </a:lnTo>
                  <a:lnTo>
                    <a:pt x="719565" y="1137572"/>
                  </a:lnTo>
                  <a:lnTo>
                    <a:pt x="720233" y="1195980"/>
                  </a:lnTo>
                  <a:lnTo>
                    <a:pt x="720901" y="1221012"/>
                  </a:lnTo>
                  <a:lnTo>
                    <a:pt x="721569" y="1112540"/>
                  </a:lnTo>
                  <a:lnTo>
                    <a:pt x="722237" y="1048568"/>
                  </a:lnTo>
                  <a:lnTo>
                    <a:pt x="722905" y="1001286"/>
                  </a:lnTo>
                  <a:lnTo>
                    <a:pt x="723573" y="1001286"/>
                  </a:lnTo>
                  <a:lnTo>
                    <a:pt x="724241" y="1006848"/>
                  </a:lnTo>
                  <a:lnTo>
                    <a:pt x="724909" y="1090289"/>
                  </a:lnTo>
                  <a:lnTo>
                    <a:pt x="725577" y="1132009"/>
                  </a:lnTo>
                  <a:lnTo>
                    <a:pt x="726245" y="1215449"/>
                  </a:lnTo>
                  <a:lnTo>
                    <a:pt x="726913" y="1184855"/>
                  </a:lnTo>
                  <a:lnTo>
                    <a:pt x="727581" y="1168166"/>
                  </a:lnTo>
                  <a:lnTo>
                    <a:pt x="728249" y="1168166"/>
                  </a:lnTo>
                  <a:lnTo>
                    <a:pt x="728917" y="1212668"/>
                  </a:lnTo>
                  <a:lnTo>
                    <a:pt x="729585" y="1223794"/>
                  </a:lnTo>
                  <a:lnTo>
                    <a:pt x="730253" y="1223794"/>
                  </a:lnTo>
                  <a:lnTo>
                    <a:pt x="730921" y="1212668"/>
                  </a:lnTo>
                  <a:lnTo>
                    <a:pt x="731590" y="1168166"/>
                  </a:lnTo>
                  <a:lnTo>
                    <a:pt x="732258" y="1168166"/>
                  </a:lnTo>
                  <a:lnTo>
                    <a:pt x="732926" y="1118102"/>
                  </a:lnTo>
                  <a:lnTo>
                    <a:pt x="733594" y="1106977"/>
                  </a:lnTo>
                  <a:lnTo>
                    <a:pt x="734262" y="1140353"/>
                  </a:lnTo>
                  <a:lnTo>
                    <a:pt x="734930" y="1165385"/>
                  </a:lnTo>
                  <a:lnTo>
                    <a:pt x="735598" y="1112540"/>
                  </a:lnTo>
                  <a:lnTo>
                    <a:pt x="736266" y="1068038"/>
                  </a:lnTo>
                  <a:lnTo>
                    <a:pt x="736934" y="992942"/>
                  </a:lnTo>
                  <a:lnTo>
                    <a:pt x="737602" y="945659"/>
                  </a:lnTo>
                  <a:lnTo>
                    <a:pt x="738270" y="1001286"/>
                  </a:lnTo>
                  <a:lnTo>
                    <a:pt x="738938" y="1062475"/>
                  </a:lnTo>
                  <a:lnTo>
                    <a:pt x="739606" y="1112540"/>
                  </a:lnTo>
                  <a:lnTo>
                    <a:pt x="740274" y="1112540"/>
                  </a:lnTo>
                  <a:lnTo>
                    <a:pt x="740942" y="1095851"/>
                  </a:lnTo>
                  <a:lnTo>
                    <a:pt x="741610" y="1020755"/>
                  </a:lnTo>
                  <a:lnTo>
                    <a:pt x="742278" y="945659"/>
                  </a:lnTo>
                  <a:lnTo>
                    <a:pt x="742946" y="928971"/>
                  </a:lnTo>
                  <a:lnTo>
                    <a:pt x="743614" y="926189"/>
                  </a:lnTo>
                  <a:lnTo>
                    <a:pt x="744282" y="945659"/>
                  </a:lnTo>
                  <a:lnTo>
                    <a:pt x="744950" y="945659"/>
                  </a:lnTo>
                  <a:lnTo>
                    <a:pt x="745618" y="945659"/>
                  </a:lnTo>
                  <a:lnTo>
                    <a:pt x="746286" y="945659"/>
                  </a:lnTo>
                  <a:lnTo>
                    <a:pt x="746954" y="890032"/>
                  </a:lnTo>
                  <a:lnTo>
                    <a:pt x="747622" y="937315"/>
                  </a:lnTo>
                  <a:lnTo>
                    <a:pt x="748290" y="951221"/>
                  </a:lnTo>
                  <a:lnTo>
                    <a:pt x="748958" y="895594"/>
                  </a:lnTo>
                  <a:lnTo>
                    <a:pt x="749626" y="881688"/>
                  </a:lnTo>
                  <a:lnTo>
                    <a:pt x="750294" y="890032"/>
                  </a:lnTo>
                  <a:lnTo>
                    <a:pt x="750962" y="890032"/>
                  </a:lnTo>
                  <a:lnTo>
                    <a:pt x="751630" y="890032"/>
                  </a:lnTo>
                  <a:lnTo>
                    <a:pt x="752298" y="898376"/>
                  </a:lnTo>
                  <a:lnTo>
                    <a:pt x="752966" y="876125"/>
                  </a:lnTo>
                  <a:lnTo>
                    <a:pt x="753634" y="920626"/>
                  </a:lnTo>
                  <a:lnTo>
                    <a:pt x="754302" y="945659"/>
                  </a:lnTo>
                  <a:lnTo>
                    <a:pt x="754970" y="992942"/>
                  </a:lnTo>
                  <a:lnTo>
                    <a:pt x="755638" y="1001286"/>
                  </a:lnTo>
                  <a:lnTo>
                    <a:pt x="756307" y="990160"/>
                  </a:lnTo>
                  <a:lnTo>
                    <a:pt x="756975" y="945659"/>
                  </a:lnTo>
                  <a:lnTo>
                    <a:pt x="757643" y="959565"/>
                  </a:lnTo>
                  <a:lnTo>
                    <a:pt x="758311" y="1031880"/>
                  </a:lnTo>
                  <a:lnTo>
                    <a:pt x="758979" y="1112540"/>
                  </a:lnTo>
                  <a:lnTo>
                    <a:pt x="759647" y="1126446"/>
                  </a:lnTo>
                  <a:lnTo>
                    <a:pt x="760315" y="1168166"/>
                  </a:lnTo>
                  <a:lnTo>
                    <a:pt x="760983" y="1168166"/>
                  </a:lnTo>
                  <a:lnTo>
                    <a:pt x="761651" y="1168166"/>
                  </a:lnTo>
                  <a:lnTo>
                    <a:pt x="762319" y="1168166"/>
                  </a:lnTo>
                  <a:lnTo>
                    <a:pt x="762987" y="1168166"/>
                  </a:lnTo>
                  <a:lnTo>
                    <a:pt x="763655" y="1221012"/>
                  </a:lnTo>
                  <a:lnTo>
                    <a:pt x="764323" y="1223794"/>
                  </a:lnTo>
                  <a:lnTo>
                    <a:pt x="764991" y="1271077"/>
                  </a:lnTo>
                  <a:lnTo>
                    <a:pt x="765659" y="1326704"/>
                  </a:lnTo>
                  <a:lnTo>
                    <a:pt x="766327" y="1387893"/>
                  </a:lnTo>
                  <a:lnTo>
                    <a:pt x="766995" y="1390675"/>
                  </a:lnTo>
                  <a:lnTo>
                    <a:pt x="767663" y="1446302"/>
                  </a:lnTo>
                  <a:lnTo>
                    <a:pt x="768331" y="1446302"/>
                  </a:lnTo>
                  <a:lnTo>
                    <a:pt x="768999" y="1488022"/>
                  </a:lnTo>
                  <a:lnTo>
                    <a:pt x="769667" y="1557556"/>
                  </a:lnTo>
                  <a:lnTo>
                    <a:pt x="770335" y="1582588"/>
                  </a:lnTo>
                  <a:lnTo>
                    <a:pt x="771003" y="1613183"/>
                  </a:lnTo>
                  <a:lnTo>
                    <a:pt x="771671" y="1613183"/>
                  </a:lnTo>
                  <a:lnTo>
                    <a:pt x="772339" y="1613183"/>
                  </a:lnTo>
                  <a:lnTo>
                    <a:pt x="773007" y="1621527"/>
                  </a:lnTo>
                  <a:lnTo>
                    <a:pt x="773675" y="1668810"/>
                  </a:lnTo>
                  <a:lnTo>
                    <a:pt x="773675" y="1668810"/>
                  </a:lnTo>
                  <a:lnTo>
                    <a:pt x="774343" y="1660466"/>
                  </a:lnTo>
                  <a:lnTo>
                    <a:pt x="775011" y="1613183"/>
                  </a:lnTo>
                  <a:lnTo>
                    <a:pt x="775679" y="1613183"/>
                  </a:lnTo>
                  <a:lnTo>
                    <a:pt x="776347" y="1577025"/>
                  </a:lnTo>
                  <a:lnTo>
                    <a:pt x="777015" y="1557556"/>
                  </a:lnTo>
                  <a:lnTo>
                    <a:pt x="777683" y="1510273"/>
                  </a:lnTo>
                  <a:lnTo>
                    <a:pt x="778351" y="1446302"/>
                  </a:lnTo>
                  <a:lnTo>
                    <a:pt x="779019" y="1446302"/>
                  </a:lnTo>
                  <a:lnTo>
                    <a:pt x="779687" y="1426832"/>
                  </a:lnTo>
                  <a:lnTo>
                    <a:pt x="780355" y="1390675"/>
                  </a:lnTo>
                  <a:lnTo>
                    <a:pt x="781024" y="1390675"/>
                  </a:lnTo>
                  <a:lnTo>
                    <a:pt x="781692" y="1346173"/>
                  </a:lnTo>
                  <a:lnTo>
                    <a:pt x="782360" y="1335048"/>
                  </a:lnTo>
                  <a:lnTo>
                    <a:pt x="783028" y="1335048"/>
                  </a:lnTo>
                  <a:lnTo>
                    <a:pt x="783696" y="1335048"/>
                  </a:lnTo>
                  <a:lnTo>
                    <a:pt x="784364" y="1335048"/>
                  </a:lnTo>
                  <a:lnTo>
                    <a:pt x="785032" y="1335048"/>
                  </a:lnTo>
                  <a:lnTo>
                    <a:pt x="785700" y="1335048"/>
                  </a:lnTo>
                  <a:lnTo>
                    <a:pt x="786368" y="1335048"/>
                  </a:lnTo>
                  <a:lnTo>
                    <a:pt x="787036" y="1335048"/>
                  </a:lnTo>
                  <a:lnTo>
                    <a:pt x="787704" y="1293327"/>
                  </a:lnTo>
                  <a:lnTo>
                    <a:pt x="788372" y="1279421"/>
                  </a:lnTo>
                  <a:lnTo>
                    <a:pt x="789040" y="1279421"/>
                  </a:lnTo>
                  <a:lnTo>
                    <a:pt x="789708" y="1279421"/>
                  </a:lnTo>
                  <a:lnTo>
                    <a:pt x="790376" y="1279421"/>
                  </a:lnTo>
                  <a:lnTo>
                    <a:pt x="791044" y="1232138"/>
                  </a:lnTo>
                  <a:lnTo>
                    <a:pt x="791712" y="1279421"/>
                  </a:lnTo>
                  <a:lnTo>
                    <a:pt x="792380" y="1279421"/>
                  </a:lnTo>
                  <a:lnTo>
                    <a:pt x="793048" y="1312797"/>
                  </a:lnTo>
                  <a:lnTo>
                    <a:pt x="793716" y="1332266"/>
                  </a:lnTo>
                  <a:lnTo>
                    <a:pt x="794384" y="1273858"/>
                  </a:lnTo>
                  <a:lnTo>
                    <a:pt x="795052" y="1301671"/>
                  </a:lnTo>
                  <a:lnTo>
                    <a:pt x="795720" y="1279421"/>
                  </a:lnTo>
                  <a:lnTo>
                    <a:pt x="796388" y="1296109"/>
                  </a:lnTo>
                  <a:lnTo>
                    <a:pt x="797056" y="1335048"/>
                  </a:lnTo>
                  <a:lnTo>
                    <a:pt x="797724" y="1335048"/>
                  </a:lnTo>
                  <a:lnTo>
                    <a:pt x="798392" y="1376768"/>
                  </a:lnTo>
                  <a:lnTo>
                    <a:pt x="799060" y="1390675"/>
                  </a:lnTo>
                  <a:lnTo>
                    <a:pt x="799728" y="1357298"/>
                  </a:lnTo>
                  <a:lnTo>
                    <a:pt x="800396" y="1335048"/>
                  </a:lnTo>
                  <a:lnTo>
                    <a:pt x="801064" y="1335048"/>
                  </a:lnTo>
                  <a:lnTo>
                    <a:pt x="801732" y="1335048"/>
                  </a:lnTo>
                  <a:lnTo>
                    <a:pt x="802400" y="1321141"/>
                  </a:lnTo>
                  <a:lnTo>
                    <a:pt x="803068" y="1279421"/>
                  </a:lnTo>
                  <a:lnTo>
                    <a:pt x="803736" y="1279421"/>
                  </a:lnTo>
                  <a:lnTo>
                    <a:pt x="804404" y="1318360"/>
                  </a:lnTo>
                  <a:lnTo>
                    <a:pt x="805073" y="1254388"/>
                  </a:lnTo>
                  <a:lnTo>
                    <a:pt x="805741" y="1184855"/>
                  </a:lnTo>
                  <a:lnTo>
                    <a:pt x="806409" y="1112540"/>
                  </a:lnTo>
                  <a:lnTo>
                    <a:pt x="807077" y="1068038"/>
                  </a:lnTo>
                  <a:lnTo>
                    <a:pt x="807745" y="1081945"/>
                  </a:lnTo>
                  <a:lnTo>
                    <a:pt x="808413" y="1056912"/>
                  </a:lnTo>
                  <a:lnTo>
                    <a:pt x="809081" y="1056912"/>
                  </a:lnTo>
                  <a:lnTo>
                    <a:pt x="809749" y="1045787"/>
                  </a:lnTo>
                  <a:lnTo>
                    <a:pt x="810417" y="973472"/>
                  </a:lnTo>
                  <a:lnTo>
                    <a:pt x="811085" y="992942"/>
                  </a:lnTo>
                  <a:lnTo>
                    <a:pt x="811753" y="1029099"/>
                  </a:lnTo>
                  <a:lnTo>
                    <a:pt x="812421" y="1001286"/>
                  </a:lnTo>
                  <a:lnTo>
                    <a:pt x="813089" y="1001286"/>
                  </a:lnTo>
                  <a:lnTo>
                    <a:pt x="813757" y="1001286"/>
                  </a:lnTo>
                  <a:lnTo>
                    <a:pt x="814425" y="1001286"/>
                  </a:lnTo>
                  <a:lnTo>
                    <a:pt x="815093" y="956784"/>
                  </a:lnTo>
                  <a:lnTo>
                    <a:pt x="815761" y="945659"/>
                  </a:lnTo>
                  <a:lnTo>
                    <a:pt x="816429" y="976254"/>
                  </a:lnTo>
                  <a:lnTo>
                    <a:pt x="817097" y="1001286"/>
                  </a:lnTo>
                  <a:lnTo>
                    <a:pt x="817765" y="962347"/>
                  </a:lnTo>
                  <a:lnTo>
                    <a:pt x="818433" y="945659"/>
                  </a:lnTo>
                  <a:lnTo>
                    <a:pt x="819101" y="956784"/>
                  </a:lnTo>
                  <a:lnTo>
                    <a:pt x="819769" y="1001286"/>
                  </a:lnTo>
                  <a:lnTo>
                    <a:pt x="820437" y="990160"/>
                  </a:lnTo>
                  <a:lnTo>
                    <a:pt x="821105" y="942877"/>
                  </a:lnTo>
                  <a:lnTo>
                    <a:pt x="821773" y="965128"/>
                  </a:lnTo>
                  <a:lnTo>
                    <a:pt x="822441" y="979035"/>
                  </a:lnTo>
                  <a:lnTo>
                    <a:pt x="823109" y="1056912"/>
                  </a:lnTo>
                  <a:lnTo>
                    <a:pt x="823777" y="1098633"/>
                  </a:lnTo>
                  <a:lnTo>
                    <a:pt x="824445" y="1115321"/>
                  </a:lnTo>
                  <a:lnTo>
                    <a:pt x="825113" y="1112540"/>
                  </a:lnTo>
                  <a:lnTo>
                    <a:pt x="825781" y="1112540"/>
                  </a:lnTo>
                  <a:lnTo>
                    <a:pt x="826449" y="1120884"/>
                  </a:lnTo>
                  <a:lnTo>
                    <a:pt x="827117" y="1182073"/>
                  </a:lnTo>
                  <a:lnTo>
                    <a:pt x="827785" y="1223794"/>
                  </a:lnTo>
                  <a:lnTo>
                    <a:pt x="828453" y="1223794"/>
                  </a:lnTo>
                  <a:lnTo>
                    <a:pt x="829121" y="1276639"/>
                  </a:lnTo>
                  <a:lnTo>
                    <a:pt x="829790" y="1276639"/>
                  </a:lnTo>
                  <a:lnTo>
                    <a:pt x="830458" y="1223794"/>
                  </a:lnTo>
                  <a:lnTo>
                    <a:pt x="831126" y="1223794"/>
                  </a:lnTo>
                  <a:lnTo>
                    <a:pt x="831794" y="1234919"/>
                  </a:lnTo>
                  <a:lnTo>
                    <a:pt x="832462" y="1223794"/>
                  </a:lnTo>
                  <a:lnTo>
                    <a:pt x="833130" y="1223794"/>
                  </a:lnTo>
                  <a:lnTo>
                    <a:pt x="833798" y="1223794"/>
                  </a:lnTo>
                  <a:lnTo>
                    <a:pt x="834466" y="1259951"/>
                  </a:lnTo>
                  <a:lnTo>
                    <a:pt x="835134" y="1279421"/>
                  </a:lnTo>
                  <a:lnTo>
                    <a:pt x="835802" y="1279421"/>
                  </a:lnTo>
                  <a:lnTo>
                    <a:pt x="836470" y="1279421"/>
                  </a:lnTo>
                  <a:lnTo>
                    <a:pt x="837138" y="1243263"/>
                  </a:lnTo>
                  <a:lnTo>
                    <a:pt x="837806" y="1279421"/>
                  </a:lnTo>
                  <a:lnTo>
                    <a:pt x="838474" y="1301671"/>
                  </a:lnTo>
                  <a:lnTo>
                    <a:pt x="839142" y="1332266"/>
                  </a:lnTo>
                  <a:lnTo>
                    <a:pt x="839810" y="1335048"/>
                  </a:lnTo>
                  <a:lnTo>
                    <a:pt x="840478" y="1335048"/>
                  </a:lnTo>
                  <a:lnTo>
                    <a:pt x="841146" y="1312797"/>
                  </a:lnTo>
                  <a:lnTo>
                    <a:pt x="841814" y="1335048"/>
                  </a:lnTo>
                  <a:lnTo>
                    <a:pt x="842482" y="1335048"/>
                  </a:lnTo>
                  <a:lnTo>
                    <a:pt x="843150" y="1335048"/>
                  </a:lnTo>
                  <a:lnTo>
                    <a:pt x="843818" y="1340610"/>
                  </a:lnTo>
                  <a:lnTo>
                    <a:pt x="844486" y="1385112"/>
                  </a:lnTo>
                  <a:lnTo>
                    <a:pt x="845154" y="1335048"/>
                  </a:lnTo>
                  <a:lnTo>
                    <a:pt x="845822" y="1335048"/>
                  </a:lnTo>
                  <a:lnTo>
                    <a:pt x="846490" y="1335048"/>
                  </a:lnTo>
                  <a:lnTo>
                    <a:pt x="847158" y="1390675"/>
                  </a:lnTo>
                  <a:lnTo>
                    <a:pt x="847826" y="1390675"/>
                  </a:lnTo>
                  <a:lnTo>
                    <a:pt x="848494" y="1418488"/>
                  </a:lnTo>
                  <a:lnTo>
                    <a:pt x="849162" y="1446302"/>
                  </a:lnTo>
                  <a:lnTo>
                    <a:pt x="849830" y="1446302"/>
                  </a:lnTo>
                  <a:lnTo>
                    <a:pt x="850498" y="1446302"/>
                  </a:lnTo>
                  <a:lnTo>
                    <a:pt x="851166" y="1407363"/>
                  </a:lnTo>
                  <a:lnTo>
                    <a:pt x="851834" y="1246044"/>
                  </a:lnTo>
                  <a:lnTo>
                    <a:pt x="852502" y="1223794"/>
                  </a:lnTo>
                  <a:lnTo>
                    <a:pt x="853170" y="1223794"/>
                  </a:lnTo>
                  <a:lnTo>
                    <a:pt x="853838" y="1265514"/>
                  </a:lnTo>
                  <a:lnTo>
                    <a:pt x="854507" y="1279421"/>
                  </a:lnTo>
                  <a:lnTo>
                    <a:pt x="855175" y="1310015"/>
                  </a:lnTo>
                  <a:lnTo>
                    <a:pt x="855843" y="1335048"/>
                  </a:lnTo>
                  <a:lnTo>
                    <a:pt x="856511" y="1335048"/>
                  </a:lnTo>
                  <a:lnTo>
                    <a:pt x="857179" y="1335048"/>
                  </a:lnTo>
                  <a:lnTo>
                    <a:pt x="857847" y="1371205"/>
                  </a:lnTo>
                  <a:lnTo>
                    <a:pt x="858515" y="1390675"/>
                  </a:lnTo>
                  <a:lnTo>
                    <a:pt x="859183" y="1390675"/>
                  </a:lnTo>
                  <a:lnTo>
                    <a:pt x="859851" y="1390675"/>
                  </a:lnTo>
                  <a:lnTo>
                    <a:pt x="860519" y="1390675"/>
                  </a:lnTo>
                  <a:lnTo>
                    <a:pt x="861187" y="1393456"/>
                  </a:lnTo>
                  <a:lnTo>
                    <a:pt x="861855" y="1446302"/>
                  </a:lnTo>
                  <a:lnTo>
                    <a:pt x="862523" y="1446302"/>
                  </a:lnTo>
                  <a:lnTo>
                    <a:pt x="863191" y="1446302"/>
                  </a:lnTo>
                  <a:lnTo>
                    <a:pt x="863859" y="1401800"/>
                  </a:lnTo>
                  <a:lnTo>
                    <a:pt x="864527" y="1390675"/>
                  </a:lnTo>
                  <a:lnTo>
                    <a:pt x="865195" y="1390675"/>
                  </a:lnTo>
                  <a:lnTo>
                    <a:pt x="865863" y="1390675"/>
                  </a:lnTo>
                  <a:lnTo>
                    <a:pt x="866531" y="1373987"/>
                  </a:lnTo>
                  <a:lnTo>
                    <a:pt x="867199" y="1335048"/>
                  </a:lnTo>
                  <a:lnTo>
                    <a:pt x="867867" y="1368424"/>
                  </a:lnTo>
                  <a:lnTo>
                    <a:pt x="868535" y="1529742"/>
                  </a:lnTo>
                  <a:lnTo>
                    <a:pt x="869203" y="1557556"/>
                  </a:lnTo>
                  <a:lnTo>
                    <a:pt x="869871" y="1557556"/>
                  </a:lnTo>
                  <a:lnTo>
                    <a:pt x="870539" y="1557556"/>
                  </a:lnTo>
                  <a:lnTo>
                    <a:pt x="871207" y="1554774"/>
                  </a:lnTo>
                  <a:lnTo>
                    <a:pt x="871875" y="1501929"/>
                  </a:lnTo>
                  <a:lnTo>
                    <a:pt x="872543" y="1501929"/>
                  </a:lnTo>
                  <a:lnTo>
                    <a:pt x="873211" y="1501929"/>
                  </a:lnTo>
                  <a:lnTo>
                    <a:pt x="873879" y="1499147"/>
                  </a:lnTo>
                  <a:lnTo>
                    <a:pt x="874547" y="1446302"/>
                  </a:lnTo>
                  <a:lnTo>
                    <a:pt x="875215" y="1446302"/>
                  </a:lnTo>
                  <a:lnTo>
                    <a:pt x="875883" y="1404581"/>
                  </a:lnTo>
                  <a:lnTo>
                    <a:pt x="876551" y="1390675"/>
                  </a:lnTo>
                  <a:lnTo>
                    <a:pt x="877219" y="1390675"/>
                  </a:lnTo>
                  <a:lnTo>
                    <a:pt x="877887" y="1390675"/>
                  </a:lnTo>
                  <a:lnTo>
                    <a:pt x="878555" y="1390675"/>
                  </a:lnTo>
                  <a:lnTo>
                    <a:pt x="879224" y="1390675"/>
                  </a:lnTo>
                  <a:lnTo>
                    <a:pt x="879892" y="1390675"/>
                  </a:lnTo>
                  <a:lnTo>
                    <a:pt x="880560" y="1379549"/>
                  </a:lnTo>
                  <a:lnTo>
                    <a:pt x="881228" y="1390675"/>
                  </a:lnTo>
                  <a:lnTo>
                    <a:pt x="881896" y="1390675"/>
                  </a:lnTo>
                  <a:lnTo>
                    <a:pt x="882564" y="1390675"/>
                  </a:lnTo>
                  <a:lnTo>
                    <a:pt x="883232" y="1348954"/>
                  </a:lnTo>
                  <a:lnTo>
                    <a:pt x="883900" y="1310015"/>
                  </a:lnTo>
                  <a:lnTo>
                    <a:pt x="884568" y="1279421"/>
                  </a:lnTo>
                  <a:lnTo>
                    <a:pt x="885236" y="1279421"/>
                  </a:lnTo>
                  <a:lnTo>
                    <a:pt x="885904" y="1279421"/>
                  </a:lnTo>
                  <a:lnTo>
                    <a:pt x="886572" y="1226575"/>
                  </a:lnTo>
                  <a:lnTo>
                    <a:pt x="887240" y="1212668"/>
                  </a:lnTo>
                  <a:lnTo>
                    <a:pt x="887908" y="1112540"/>
                  </a:lnTo>
                  <a:lnTo>
                    <a:pt x="888576" y="1168166"/>
                  </a:lnTo>
                  <a:lnTo>
                    <a:pt x="889244" y="1137572"/>
                  </a:lnTo>
                  <a:lnTo>
                    <a:pt x="889912" y="1112540"/>
                  </a:lnTo>
                  <a:lnTo>
                    <a:pt x="890580" y="1112540"/>
                  </a:lnTo>
                  <a:lnTo>
                    <a:pt x="891248" y="1168166"/>
                  </a:lnTo>
                  <a:lnTo>
                    <a:pt x="891916" y="1168166"/>
                  </a:lnTo>
                  <a:lnTo>
                    <a:pt x="892584" y="1207105"/>
                  </a:lnTo>
                  <a:lnTo>
                    <a:pt x="893252" y="1223794"/>
                  </a:lnTo>
                  <a:lnTo>
                    <a:pt x="893920" y="1223794"/>
                  </a:lnTo>
                  <a:lnTo>
                    <a:pt x="894588" y="1223794"/>
                  </a:lnTo>
                  <a:lnTo>
                    <a:pt x="895256" y="1223794"/>
                  </a:lnTo>
                  <a:lnTo>
                    <a:pt x="895924" y="1140353"/>
                  </a:lnTo>
                  <a:lnTo>
                    <a:pt x="896592" y="1112540"/>
                  </a:lnTo>
                  <a:lnTo>
                    <a:pt x="897260" y="1162604"/>
                  </a:lnTo>
                  <a:lnTo>
                    <a:pt x="897928" y="1106977"/>
                  </a:lnTo>
                  <a:lnTo>
                    <a:pt x="898596" y="1029099"/>
                  </a:lnTo>
                  <a:lnTo>
                    <a:pt x="899264" y="998504"/>
                  </a:lnTo>
                  <a:lnTo>
                    <a:pt x="899932" y="998504"/>
                  </a:lnTo>
                  <a:lnTo>
                    <a:pt x="900600" y="1076382"/>
                  </a:lnTo>
                  <a:lnTo>
                    <a:pt x="901268" y="1070819"/>
                  </a:lnTo>
                  <a:lnTo>
                    <a:pt x="901936" y="998504"/>
                  </a:lnTo>
                  <a:lnTo>
                    <a:pt x="902604" y="923408"/>
                  </a:lnTo>
                  <a:lnTo>
                    <a:pt x="903273" y="928971"/>
                  </a:lnTo>
                  <a:lnTo>
                    <a:pt x="903941" y="898376"/>
                  </a:lnTo>
                  <a:lnTo>
                    <a:pt x="904609" y="948440"/>
                  </a:lnTo>
                  <a:lnTo>
                    <a:pt x="905277" y="945659"/>
                  </a:lnTo>
                  <a:lnTo>
                    <a:pt x="905945" y="973472"/>
                  </a:lnTo>
                  <a:lnTo>
                    <a:pt x="906613" y="962347"/>
                  </a:lnTo>
                  <a:lnTo>
                    <a:pt x="907281" y="890032"/>
                  </a:lnTo>
                  <a:lnTo>
                    <a:pt x="907949" y="890032"/>
                  </a:lnTo>
                  <a:lnTo>
                    <a:pt x="908617" y="853874"/>
                  </a:lnTo>
                  <a:lnTo>
                    <a:pt x="909285" y="795466"/>
                  </a:lnTo>
                  <a:lnTo>
                    <a:pt x="909953" y="778777"/>
                  </a:lnTo>
                  <a:lnTo>
                    <a:pt x="910621" y="778777"/>
                  </a:lnTo>
                  <a:lnTo>
                    <a:pt x="911289" y="778777"/>
                  </a:lnTo>
                  <a:lnTo>
                    <a:pt x="911957" y="778777"/>
                  </a:lnTo>
                  <a:lnTo>
                    <a:pt x="912625" y="773215"/>
                  </a:lnTo>
                  <a:lnTo>
                    <a:pt x="913293" y="778777"/>
                  </a:lnTo>
                  <a:lnTo>
                    <a:pt x="913961" y="778777"/>
                  </a:lnTo>
                  <a:lnTo>
                    <a:pt x="914629" y="834405"/>
                  </a:lnTo>
                  <a:lnTo>
                    <a:pt x="915297" y="915064"/>
                  </a:lnTo>
                  <a:lnTo>
                    <a:pt x="915965" y="945659"/>
                  </a:lnTo>
                  <a:lnTo>
                    <a:pt x="916633" y="1001286"/>
                  </a:lnTo>
                  <a:lnTo>
                    <a:pt x="917301" y="965128"/>
                  </a:lnTo>
                  <a:lnTo>
                    <a:pt x="917969" y="945659"/>
                  </a:lnTo>
                  <a:lnTo>
                    <a:pt x="918637" y="1001286"/>
                  </a:lnTo>
                  <a:lnTo>
                    <a:pt x="919305" y="990160"/>
                  </a:lnTo>
                  <a:lnTo>
                    <a:pt x="919973" y="942877"/>
                  </a:lnTo>
                  <a:lnTo>
                    <a:pt x="920641" y="892813"/>
                  </a:lnTo>
                  <a:lnTo>
                    <a:pt x="921309" y="937315"/>
                  </a:lnTo>
                  <a:lnTo>
                    <a:pt x="921977" y="945659"/>
                  </a:lnTo>
                  <a:lnTo>
                    <a:pt x="922645" y="945659"/>
                  </a:lnTo>
                  <a:lnTo>
                    <a:pt x="923313" y="979035"/>
                  </a:lnTo>
                  <a:lnTo>
                    <a:pt x="923981" y="1056912"/>
                  </a:lnTo>
                  <a:lnTo>
                    <a:pt x="924649" y="1056912"/>
                  </a:lnTo>
                  <a:lnTo>
                    <a:pt x="925317" y="1090289"/>
                  </a:lnTo>
                  <a:lnTo>
                    <a:pt x="925985" y="1148697"/>
                  </a:lnTo>
                  <a:lnTo>
                    <a:pt x="926653" y="1168166"/>
                  </a:lnTo>
                  <a:lnTo>
                    <a:pt x="927321" y="1168166"/>
                  </a:lnTo>
                  <a:lnTo>
                    <a:pt x="927990" y="1168166"/>
                  </a:lnTo>
                  <a:lnTo>
                    <a:pt x="928658" y="1168166"/>
                  </a:lnTo>
                  <a:lnTo>
                    <a:pt x="929326" y="1246044"/>
                  </a:lnTo>
                  <a:lnTo>
                    <a:pt x="929994" y="1279421"/>
                  </a:lnTo>
                  <a:lnTo>
                    <a:pt x="930662" y="1279421"/>
                  </a:lnTo>
                  <a:lnTo>
                    <a:pt x="931330" y="1279421"/>
                  </a:lnTo>
                  <a:lnTo>
                    <a:pt x="931998" y="1279421"/>
                  </a:lnTo>
                  <a:lnTo>
                    <a:pt x="932666" y="1279421"/>
                  </a:lnTo>
                  <a:lnTo>
                    <a:pt x="933334" y="1279421"/>
                  </a:lnTo>
                  <a:lnTo>
                    <a:pt x="934002" y="1312797"/>
                  </a:lnTo>
                  <a:lnTo>
                    <a:pt x="934670" y="1301671"/>
                  </a:lnTo>
                  <a:lnTo>
                    <a:pt x="935338" y="1168166"/>
                  </a:lnTo>
                  <a:lnTo>
                    <a:pt x="936006" y="1248826"/>
                  </a:lnTo>
                  <a:lnTo>
                    <a:pt x="936674" y="1340610"/>
                  </a:lnTo>
                  <a:lnTo>
                    <a:pt x="937342" y="1440739"/>
                  </a:lnTo>
                  <a:lnTo>
                    <a:pt x="938010" y="1443520"/>
                  </a:lnTo>
                  <a:lnTo>
                    <a:pt x="938678" y="1390675"/>
                  </a:lnTo>
                  <a:lnTo>
                    <a:pt x="939346" y="1390675"/>
                  </a:lnTo>
                  <a:lnTo>
                    <a:pt x="940014" y="1390675"/>
                  </a:lnTo>
                  <a:lnTo>
                    <a:pt x="940682" y="1390675"/>
                  </a:lnTo>
                  <a:lnTo>
                    <a:pt x="941350" y="1390675"/>
                  </a:lnTo>
                  <a:lnTo>
                    <a:pt x="942018" y="1390675"/>
                  </a:lnTo>
                  <a:lnTo>
                    <a:pt x="942686" y="1387893"/>
                  </a:lnTo>
                  <a:lnTo>
                    <a:pt x="943354" y="1335048"/>
                  </a:lnTo>
                  <a:lnTo>
                    <a:pt x="944022" y="1335048"/>
                  </a:lnTo>
                  <a:lnTo>
                    <a:pt x="944690" y="1335048"/>
                  </a:lnTo>
                  <a:lnTo>
                    <a:pt x="945358" y="1335048"/>
                  </a:lnTo>
                  <a:lnTo>
                    <a:pt x="946026" y="1335048"/>
                  </a:lnTo>
                  <a:lnTo>
                    <a:pt x="946694" y="1310015"/>
                  </a:lnTo>
                  <a:lnTo>
                    <a:pt x="947362" y="1279421"/>
                  </a:lnTo>
                  <a:lnTo>
                    <a:pt x="948030" y="1279421"/>
                  </a:lnTo>
                  <a:lnTo>
                    <a:pt x="948698" y="1232138"/>
                  </a:lnTo>
                  <a:lnTo>
                    <a:pt x="949366" y="1118102"/>
                  </a:lnTo>
                  <a:lnTo>
                    <a:pt x="950034" y="1112540"/>
                  </a:lnTo>
                  <a:lnTo>
                    <a:pt x="950702" y="1112540"/>
                  </a:lnTo>
                  <a:lnTo>
                    <a:pt x="951370" y="1168167"/>
                  </a:lnTo>
                  <a:lnTo>
                    <a:pt x="952038" y="1335048"/>
                  </a:lnTo>
                  <a:lnTo>
                    <a:pt x="952707" y="1335048"/>
                  </a:lnTo>
                  <a:lnTo>
                    <a:pt x="953375" y="1335048"/>
                  </a:lnTo>
                  <a:lnTo>
                    <a:pt x="954043" y="1335048"/>
                  </a:lnTo>
                  <a:lnTo>
                    <a:pt x="954711" y="1323922"/>
                  </a:lnTo>
                  <a:lnTo>
                    <a:pt x="955379" y="1335048"/>
                  </a:lnTo>
                  <a:lnTo>
                    <a:pt x="956047" y="1335048"/>
                  </a:lnTo>
                  <a:lnTo>
                    <a:pt x="956715" y="1335048"/>
                  </a:lnTo>
                  <a:lnTo>
                    <a:pt x="957383" y="1276639"/>
                  </a:lnTo>
                  <a:lnTo>
                    <a:pt x="958051" y="1223794"/>
                  </a:lnTo>
                  <a:lnTo>
                    <a:pt x="958719" y="1223794"/>
                  </a:lnTo>
                  <a:lnTo>
                    <a:pt x="959387" y="1223794"/>
                  </a:lnTo>
                  <a:lnTo>
                    <a:pt x="960055" y="1279421"/>
                  </a:lnTo>
                  <a:lnTo>
                    <a:pt x="960723" y="1279421"/>
                  </a:lnTo>
                  <a:lnTo>
                    <a:pt x="961391" y="1279421"/>
                  </a:lnTo>
                  <a:lnTo>
                    <a:pt x="962059" y="1279421"/>
                  </a:lnTo>
                  <a:lnTo>
                    <a:pt x="962727" y="1279421"/>
                  </a:lnTo>
                  <a:lnTo>
                    <a:pt x="963395" y="1301671"/>
                  </a:lnTo>
                  <a:lnTo>
                    <a:pt x="964063" y="1335048"/>
                  </a:lnTo>
                  <a:lnTo>
                    <a:pt x="964731" y="1335048"/>
                  </a:lnTo>
                  <a:lnTo>
                    <a:pt x="965399" y="1376768"/>
                  </a:lnTo>
                  <a:lnTo>
                    <a:pt x="966067" y="1493585"/>
                  </a:lnTo>
                  <a:lnTo>
                    <a:pt x="966735" y="1501929"/>
                  </a:lnTo>
                  <a:lnTo>
                    <a:pt x="967403" y="1501929"/>
                  </a:lnTo>
                  <a:lnTo>
                    <a:pt x="968071" y="1501929"/>
                  </a:lnTo>
                  <a:lnTo>
                    <a:pt x="968739" y="1501929"/>
                  </a:lnTo>
                  <a:lnTo>
                    <a:pt x="969407" y="1501929"/>
                  </a:lnTo>
                  <a:lnTo>
                    <a:pt x="970075" y="1501929"/>
                  </a:lnTo>
                  <a:lnTo>
                    <a:pt x="970743" y="1501929"/>
                  </a:lnTo>
                  <a:lnTo>
                    <a:pt x="971411" y="1510273"/>
                  </a:lnTo>
                  <a:lnTo>
                    <a:pt x="972079" y="1557556"/>
                  </a:lnTo>
                  <a:lnTo>
                    <a:pt x="972747" y="1535305"/>
                  </a:lnTo>
                  <a:lnTo>
                    <a:pt x="973415" y="1501929"/>
                  </a:lnTo>
                  <a:lnTo>
                    <a:pt x="974083" y="1554774"/>
                  </a:lnTo>
                  <a:lnTo>
                    <a:pt x="974751" y="1613183"/>
                  </a:lnTo>
                  <a:lnTo>
                    <a:pt x="975419" y="1579806"/>
                  </a:lnTo>
                  <a:lnTo>
                    <a:pt x="976087" y="1557556"/>
                  </a:lnTo>
                  <a:lnTo>
                    <a:pt x="976755" y="1557556"/>
                  </a:lnTo>
                  <a:lnTo>
                    <a:pt x="977424" y="1557556"/>
                  </a:lnTo>
                  <a:lnTo>
                    <a:pt x="978092" y="1557556"/>
                  </a:lnTo>
                  <a:lnTo>
                    <a:pt x="978760" y="1557556"/>
                  </a:lnTo>
                  <a:lnTo>
                    <a:pt x="979428" y="1538086"/>
                  </a:lnTo>
                  <a:lnTo>
                    <a:pt x="980096" y="1501929"/>
                  </a:lnTo>
                  <a:lnTo>
                    <a:pt x="980764" y="1501929"/>
                  </a:lnTo>
                  <a:lnTo>
                    <a:pt x="981432" y="1468552"/>
                  </a:lnTo>
                  <a:lnTo>
                    <a:pt x="982100" y="1437957"/>
                  </a:lnTo>
                  <a:lnTo>
                    <a:pt x="982768" y="1373987"/>
                  </a:lnTo>
                  <a:lnTo>
                    <a:pt x="983436" y="1335048"/>
                  </a:lnTo>
                  <a:lnTo>
                    <a:pt x="984104" y="1335048"/>
                  </a:lnTo>
                  <a:lnTo>
                    <a:pt x="984772" y="1335048"/>
                  </a:lnTo>
                  <a:lnTo>
                    <a:pt x="985440" y="1335048"/>
                  </a:lnTo>
                  <a:lnTo>
                    <a:pt x="986108" y="1335048"/>
                  </a:lnTo>
                  <a:lnTo>
                    <a:pt x="986776" y="1335048"/>
                  </a:lnTo>
                  <a:lnTo>
                    <a:pt x="987444" y="1335048"/>
                  </a:lnTo>
                  <a:lnTo>
                    <a:pt x="988112" y="1335048"/>
                  </a:lnTo>
                  <a:lnTo>
                    <a:pt x="988780" y="1335048"/>
                  </a:lnTo>
                  <a:lnTo>
                    <a:pt x="989448" y="1351736"/>
                  </a:lnTo>
                  <a:lnTo>
                    <a:pt x="990116" y="1335048"/>
                  </a:lnTo>
                  <a:lnTo>
                    <a:pt x="990784" y="1335048"/>
                  </a:lnTo>
                  <a:lnTo>
                    <a:pt x="991452" y="1287765"/>
                  </a:lnTo>
                  <a:lnTo>
                    <a:pt x="992120" y="1310015"/>
                  </a:lnTo>
                  <a:lnTo>
                    <a:pt x="992788" y="1315578"/>
                  </a:lnTo>
                  <a:lnTo>
                    <a:pt x="993456" y="1265514"/>
                  </a:lnTo>
                  <a:lnTo>
                    <a:pt x="994124" y="1223794"/>
                  </a:lnTo>
                  <a:lnTo>
                    <a:pt x="994792" y="1223794"/>
                  </a:lnTo>
                  <a:lnTo>
                    <a:pt x="995460" y="1215449"/>
                  </a:lnTo>
                  <a:lnTo>
                    <a:pt x="996128" y="1140353"/>
                  </a:lnTo>
                  <a:lnTo>
                    <a:pt x="996796" y="1112540"/>
                  </a:lnTo>
                  <a:lnTo>
                    <a:pt x="997464" y="1112540"/>
                  </a:lnTo>
                  <a:lnTo>
                    <a:pt x="998132" y="1143134"/>
                  </a:lnTo>
                  <a:lnTo>
                    <a:pt x="998800" y="1173729"/>
                  </a:lnTo>
                  <a:lnTo>
                    <a:pt x="999468" y="1237700"/>
                  </a:lnTo>
                  <a:lnTo>
                    <a:pt x="1000136" y="1279421"/>
                  </a:lnTo>
                  <a:lnTo>
                    <a:pt x="1000804" y="1279421"/>
                  </a:lnTo>
                  <a:lnTo>
                    <a:pt x="1001473" y="1279421"/>
                  </a:lnTo>
                  <a:lnTo>
                    <a:pt x="1002141" y="1265514"/>
                  </a:lnTo>
                  <a:lnTo>
                    <a:pt x="1002809" y="1223794"/>
                  </a:lnTo>
                  <a:lnTo>
                    <a:pt x="1003477" y="1173729"/>
                  </a:lnTo>
                  <a:lnTo>
                    <a:pt x="1004145" y="1168166"/>
                  </a:lnTo>
                  <a:lnTo>
                    <a:pt x="1004813" y="1168166"/>
                  </a:lnTo>
                  <a:lnTo>
                    <a:pt x="1005481" y="1168166"/>
                  </a:lnTo>
                  <a:lnTo>
                    <a:pt x="1006149" y="1168166"/>
                  </a:lnTo>
                  <a:lnTo>
                    <a:pt x="1006817" y="1223794"/>
                  </a:lnTo>
                  <a:lnTo>
                    <a:pt x="1007485" y="1215449"/>
                  </a:lnTo>
                  <a:lnTo>
                    <a:pt x="1008153" y="1212668"/>
                  </a:lnTo>
                  <a:lnTo>
                    <a:pt x="1008821" y="1223794"/>
                  </a:lnTo>
                  <a:lnTo>
                    <a:pt x="1009489" y="1240482"/>
                  </a:lnTo>
                  <a:lnTo>
                    <a:pt x="1010157" y="1290546"/>
                  </a:lnTo>
                  <a:lnTo>
                    <a:pt x="1010825" y="1335048"/>
                  </a:lnTo>
                  <a:lnTo>
                    <a:pt x="1011493" y="1335048"/>
                  </a:lnTo>
                  <a:lnTo>
                    <a:pt x="1012161" y="1340610"/>
                  </a:lnTo>
                  <a:lnTo>
                    <a:pt x="1012829" y="1429613"/>
                  </a:lnTo>
                  <a:lnTo>
                    <a:pt x="1013497" y="1501929"/>
                  </a:lnTo>
                  <a:lnTo>
                    <a:pt x="1014165" y="1501929"/>
                  </a:lnTo>
                  <a:lnTo>
                    <a:pt x="1014833" y="1501929"/>
                  </a:lnTo>
                  <a:lnTo>
                    <a:pt x="1015501" y="1501929"/>
                  </a:lnTo>
                  <a:lnTo>
                    <a:pt x="1016169" y="1501929"/>
                  </a:lnTo>
                  <a:lnTo>
                    <a:pt x="1016837" y="1501929"/>
                  </a:lnTo>
                  <a:lnTo>
                    <a:pt x="1017505" y="1501929"/>
                  </a:lnTo>
                  <a:lnTo>
                    <a:pt x="1018173" y="1501929"/>
                  </a:lnTo>
                  <a:lnTo>
                    <a:pt x="1018841" y="1513054"/>
                  </a:lnTo>
                  <a:lnTo>
                    <a:pt x="1019509" y="1532523"/>
                  </a:lnTo>
                  <a:lnTo>
                    <a:pt x="1020177" y="1549211"/>
                  </a:lnTo>
                  <a:lnTo>
                    <a:pt x="1020845" y="1557556"/>
                  </a:lnTo>
                  <a:lnTo>
                    <a:pt x="1021513" y="1557556"/>
                  </a:lnTo>
                  <a:lnTo>
                    <a:pt x="1022181" y="1557556"/>
                  </a:lnTo>
                  <a:lnTo>
                    <a:pt x="1022849" y="1557556"/>
                  </a:lnTo>
                  <a:lnTo>
                    <a:pt x="1023517" y="1557556"/>
                  </a:lnTo>
                  <a:lnTo>
                    <a:pt x="1024185" y="1563118"/>
                  </a:lnTo>
                  <a:lnTo>
                    <a:pt x="1024853" y="1613183"/>
                  </a:lnTo>
                  <a:lnTo>
                    <a:pt x="1025521" y="1613183"/>
                  </a:lnTo>
                  <a:lnTo>
                    <a:pt x="1026190" y="1613183"/>
                  </a:lnTo>
                  <a:lnTo>
                    <a:pt x="1026858" y="1613183"/>
                  </a:lnTo>
                  <a:lnTo>
                    <a:pt x="1027526" y="1613183"/>
                  </a:lnTo>
                  <a:lnTo>
                    <a:pt x="1028194" y="1585369"/>
                  </a:lnTo>
                  <a:lnTo>
                    <a:pt x="1028862" y="1557556"/>
                  </a:lnTo>
                  <a:lnTo>
                    <a:pt x="1029530" y="1557556"/>
                  </a:lnTo>
                  <a:lnTo>
                    <a:pt x="1030198" y="1557556"/>
                  </a:lnTo>
                  <a:lnTo>
                    <a:pt x="1030866" y="1557556"/>
                  </a:lnTo>
                  <a:lnTo>
                    <a:pt x="1031534" y="1557556"/>
                  </a:lnTo>
                  <a:lnTo>
                    <a:pt x="1032202" y="1557556"/>
                  </a:lnTo>
                  <a:lnTo>
                    <a:pt x="1032870" y="1518617"/>
                  </a:lnTo>
                  <a:lnTo>
                    <a:pt x="1033538" y="1435176"/>
                  </a:lnTo>
                  <a:lnTo>
                    <a:pt x="1034206" y="1351736"/>
                  </a:lnTo>
                  <a:lnTo>
                    <a:pt x="1034874" y="1310015"/>
                  </a:lnTo>
                  <a:lnTo>
                    <a:pt x="1035542" y="1240482"/>
                  </a:lnTo>
                  <a:lnTo>
                    <a:pt x="1036210" y="1207105"/>
                  </a:lnTo>
                  <a:lnTo>
                    <a:pt x="1036878" y="1148697"/>
                  </a:lnTo>
                  <a:lnTo>
                    <a:pt x="1037546" y="1068038"/>
                  </a:lnTo>
                  <a:lnTo>
                    <a:pt x="1038214" y="1056912"/>
                  </a:lnTo>
                  <a:lnTo>
                    <a:pt x="1038882" y="1056912"/>
                  </a:lnTo>
                  <a:lnTo>
                    <a:pt x="1039550" y="1056912"/>
                  </a:lnTo>
                  <a:lnTo>
                    <a:pt x="1040218" y="1056912"/>
                  </a:lnTo>
                  <a:lnTo>
                    <a:pt x="1040886" y="1056912"/>
                  </a:lnTo>
                  <a:lnTo>
                    <a:pt x="1041554" y="1056912"/>
                  </a:lnTo>
                  <a:lnTo>
                    <a:pt x="1042222" y="1001286"/>
                  </a:lnTo>
                  <a:lnTo>
                    <a:pt x="1042890" y="979035"/>
                  </a:lnTo>
                  <a:lnTo>
                    <a:pt x="1043558" y="945659"/>
                  </a:lnTo>
                  <a:lnTo>
                    <a:pt x="1044226" y="945659"/>
                  </a:lnTo>
                  <a:lnTo>
                    <a:pt x="1044894" y="970691"/>
                  </a:lnTo>
                  <a:lnTo>
                    <a:pt x="1045562" y="1001286"/>
                  </a:lnTo>
                  <a:lnTo>
                    <a:pt x="1046230" y="1001286"/>
                  </a:lnTo>
                  <a:lnTo>
                    <a:pt x="1046898" y="920626"/>
                  </a:lnTo>
                  <a:lnTo>
                    <a:pt x="1047566" y="890032"/>
                  </a:lnTo>
                  <a:lnTo>
                    <a:pt x="1048234" y="890032"/>
                  </a:lnTo>
                  <a:lnTo>
                    <a:pt x="1048902" y="890032"/>
                  </a:lnTo>
                  <a:lnTo>
                    <a:pt x="1049570" y="926189"/>
                  </a:lnTo>
                  <a:lnTo>
                    <a:pt x="1050238" y="1006848"/>
                  </a:lnTo>
                  <a:lnTo>
                    <a:pt x="1050907" y="1093070"/>
                  </a:lnTo>
                  <a:lnTo>
                    <a:pt x="1051575" y="1134790"/>
                  </a:lnTo>
                  <a:lnTo>
                    <a:pt x="1052243" y="1204324"/>
                  </a:lnTo>
                  <a:lnTo>
                    <a:pt x="1052911" y="1259951"/>
                  </a:lnTo>
                  <a:lnTo>
                    <a:pt x="1053579" y="1348954"/>
                  </a:lnTo>
                  <a:lnTo>
                    <a:pt x="1054247" y="1432395"/>
                  </a:lnTo>
                  <a:lnTo>
                    <a:pt x="1054915" y="1446302"/>
                  </a:lnTo>
                  <a:lnTo>
                    <a:pt x="1055583" y="1446302"/>
                  </a:lnTo>
                  <a:lnTo>
                    <a:pt x="1056251" y="1393456"/>
                  </a:lnTo>
                  <a:lnTo>
                    <a:pt x="1056919" y="1390675"/>
                  </a:lnTo>
                  <a:lnTo>
                    <a:pt x="1057587" y="1340610"/>
                  </a:lnTo>
                  <a:lnTo>
                    <a:pt x="1058255" y="1335048"/>
                  </a:lnTo>
                  <a:lnTo>
                    <a:pt x="1058923" y="1354517"/>
                  </a:lnTo>
                  <a:lnTo>
                    <a:pt x="1059591" y="1354517"/>
                  </a:lnTo>
                  <a:lnTo>
                    <a:pt x="1060259" y="1390675"/>
                  </a:lnTo>
                  <a:lnTo>
                    <a:pt x="1060927" y="1390675"/>
                  </a:lnTo>
                  <a:lnTo>
                    <a:pt x="1061595" y="1357298"/>
                  </a:lnTo>
                  <a:lnTo>
                    <a:pt x="1062263" y="1329485"/>
                  </a:lnTo>
                  <a:lnTo>
                    <a:pt x="1062931" y="1279421"/>
                  </a:lnTo>
                  <a:lnTo>
                    <a:pt x="1063599" y="1354517"/>
                  </a:lnTo>
                  <a:lnTo>
                    <a:pt x="1064267" y="1390675"/>
                  </a:lnTo>
                  <a:lnTo>
                    <a:pt x="1064935" y="1390675"/>
                  </a:lnTo>
                  <a:lnTo>
                    <a:pt x="1065603" y="1385112"/>
                  </a:lnTo>
                  <a:lnTo>
                    <a:pt x="1066271" y="1298890"/>
                  </a:lnTo>
                  <a:lnTo>
                    <a:pt x="1066939" y="1279421"/>
                  </a:lnTo>
                  <a:lnTo>
                    <a:pt x="1067607" y="1279421"/>
                  </a:lnTo>
                  <a:lnTo>
                    <a:pt x="1068275" y="1279421"/>
                  </a:lnTo>
                  <a:lnTo>
                    <a:pt x="1068943" y="1226575"/>
                  </a:lnTo>
                  <a:lnTo>
                    <a:pt x="1069611" y="1223794"/>
                  </a:lnTo>
                  <a:lnTo>
                    <a:pt x="1070279" y="1223794"/>
                  </a:lnTo>
                  <a:lnTo>
                    <a:pt x="1070947" y="1187636"/>
                  </a:lnTo>
                  <a:lnTo>
                    <a:pt x="1071615" y="1148697"/>
                  </a:lnTo>
                  <a:lnTo>
                    <a:pt x="1072283" y="1112540"/>
                  </a:lnTo>
                  <a:lnTo>
                    <a:pt x="1072951" y="1162604"/>
                  </a:lnTo>
                  <a:lnTo>
                    <a:pt x="1073619" y="1143134"/>
                  </a:lnTo>
                  <a:lnTo>
                    <a:pt x="1074287" y="1159822"/>
                  </a:lnTo>
                  <a:lnTo>
                    <a:pt x="1074955" y="1112540"/>
                  </a:lnTo>
                  <a:lnTo>
                    <a:pt x="1075624" y="1143134"/>
                  </a:lnTo>
                  <a:lnTo>
                    <a:pt x="1076292" y="1168166"/>
                  </a:lnTo>
                  <a:lnTo>
                    <a:pt x="1076960" y="1168166"/>
                  </a:lnTo>
                  <a:lnTo>
                    <a:pt x="1077628" y="1168166"/>
                  </a:lnTo>
                  <a:lnTo>
                    <a:pt x="1078296" y="1154260"/>
                  </a:lnTo>
                  <a:lnTo>
                    <a:pt x="1078964" y="1170948"/>
                  </a:lnTo>
                  <a:lnTo>
                    <a:pt x="1079632" y="1184855"/>
                  </a:lnTo>
                  <a:lnTo>
                    <a:pt x="1080300" y="1168166"/>
                  </a:lnTo>
                  <a:lnTo>
                    <a:pt x="1080968" y="1168166"/>
                  </a:lnTo>
                  <a:lnTo>
                    <a:pt x="1081636" y="1168166"/>
                  </a:lnTo>
                  <a:lnTo>
                    <a:pt x="1082304" y="1129228"/>
                  </a:lnTo>
                  <a:lnTo>
                    <a:pt x="1082972" y="1176511"/>
                  </a:lnTo>
                  <a:lnTo>
                    <a:pt x="1083640" y="1168166"/>
                  </a:lnTo>
                  <a:lnTo>
                    <a:pt x="1084308" y="1168166"/>
                  </a:lnTo>
                  <a:lnTo>
                    <a:pt x="1084976" y="1168166"/>
                  </a:lnTo>
                  <a:lnTo>
                    <a:pt x="1085644" y="1204324"/>
                  </a:lnTo>
                  <a:lnTo>
                    <a:pt x="1086312" y="1168166"/>
                  </a:lnTo>
                  <a:lnTo>
                    <a:pt x="1086980" y="1168166"/>
                  </a:lnTo>
                  <a:lnTo>
                    <a:pt x="1087648" y="1201543"/>
                  </a:lnTo>
                  <a:lnTo>
                    <a:pt x="1088316" y="1240482"/>
                  </a:lnTo>
                  <a:lnTo>
                    <a:pt x="1088984" y="1279421"/>
                  </a:lnTo>
                  <a:lnTo>
                    <a:pt x="1089652" y="1279421"/>
                  </a:lnTo>
                  <a:lnTo>
                    <a:pt x="1090320" y="1276639"/>
                  </a:lnTo>
                  <a:lnTo>
                    <a:pt x="1090988" y="1279421"/>
                  </a:lnTo>
                  <a:lnTo>
                    <a:pt x="1091656" y="1332266"/>
                  </a:lnTo>
                  <a:lnTo>
                    <a:pt x="1092324" y="1335048"/>
                  </a:lnTo>
                  <a:lnTo>
                    <a:pt x="1092992" y="1335048"/>
                  </a:lnTo>
                  <a:lnTo>
                    <a:pt x="1093660" y="1279421"/>
                  </a:lnTo>
                  <a:lnTo>
                    <a:pt x="1094328" y="1279421"/>
                  </a:lnTo>
                  <a:lnTo>
                    <a:pt x="1094996" y="1304453"/>
                  </a:lnTo>
                  <a:lnTo>
                    <a:pt x="1095664" y="1279421"/>
                  </a:lnTo>
                  <a:lnTo>
                    <a:pt x="1096332" y="1315578"/>
                  </a:lnTo>
                  <a:lnTo>
                    <a:pt x="1097000" y="1335048"/>
                  </a:lnTo>
                  <a:lnTo>
                    <a:pt x="1097668" y="1335048"/>
                  </a:lnTo>
                  <a:lnTo>
                    <a:pt x="1098336" y="1335048"/>
                  </a:lnTo>
                  <a:lnTo>
                    <a:pt x="1099004" y="1373986"/>
                  </a:lnTo>
                  <a:lnTo>
                    <a:pt x="1099673" y="1412925"/>
                  </a:lnTo>
                  <a:lnTo>
                    <a:pt x="1100341" y="1446302"/>
                  </a:lnTo>
                  <a:lnTo>
                    <a:pt x="1101009" y="1446302"/>
                  </a:lnTo>
                  <a:lnTo>
                    <a:pt x="1101677" y="1446302"/>
                  </a:lnTo>
                  <a:lnTo>
                    <a:pt x="1102345" y="1457427"/>
                  </a:lnTo>
                  <a:lnTo>
                    <a:pt x="1103013" y="1501929"/>
                  </a:lnTo>
                  <a:lnTo>
                    <a:pt x="1103681" y="1501929"/>
                  </a:lnTo>
                  <a:lnTo>
                    <a:pt x="1104349" y="1501929"/>
                  </a:lnTo>
                  <a:lnTo>
                    <a:pt x="1105017" y="1501929"/>
                  </a:lnTo>
                  <a:lnTo>
                    <a:pt x="1105685" y="1501929"/>
                  </a:lnTo>
                  <a:lnTo>
                    <a:pt x="1106353" y="1501929"/>
                  </a:lnTo>
                  <a:lnTo>
                    <a:pt x="1107021" y="1524179"/>
                  </a:lnTo>
                  <a:lnTo>
                    <a:pt x="1107689" y="1557556"/>
                  </a:lnTo>
                  <a:lnTo>
                    <a:pt x="1108357" y="1557556"/>
                  </a:lnTo>
                  <a:lnTo>
                    <a:pt x="1109025" y="1515835"/>
                  </a:lnTo>
                  <a:lnTo>
                    <a:pt x="1109693" y="1501929"/>
                  </a:lnTo>
                  <a:lnTo>
                    <a:pt x="1110361" y="1554774"/>
                  </a:lnTo>
                  <a:lnTo>
                    <a:pt x="1111029" y="1557556"/>
                  </a:lnTo>
                  <a:lnTo>
                    <a:pt x="1111697" y="1538086"/>
                  </a:lnTo>
                  <a:lnTo>
                    <a:pt x="1112365" y="1549212"/>
                  </a:lnTo>
                  <a:lnTo>
                    <a:pt x="1113033" y="1429613"/>
                  </a:lnTo>
                  <a:lnTo>
                    <a:pt x="1113701" y="1390675"/>
                  </a:lnTo>
                  <a:lnTo>
                    <a:pt x="1114369" y="1390675"/>
                  </a:lnTo>
                  <a:lnTo>
                    <a:pt x="1115037" y="1326704"/>
                  </a:lnTo>
                  <a:lnTo>
                    <a:pt x="1115705" y="1279421"/>
                  </a:lnTo>
                  <a:lnTo>
                    <a:pt x="1116373" y="1215449"/>
                  </a:lnTo>
                  <a:lnTo>
                    <a:pt x="1117041" y="1112540"/>
                  </a:lnTo>
                  <a:lnTo>
                    <a:pt x="1117709" y="1056912"/>
                  </a:lnTo>
                  <a:lnTo>
                    <a:pt x="1118377" y="876125"/>
                  </a:lnTo>
                  <a:lnTo>
                    <a:pt x="1119045" y="778777"/>
                  </a:lnTo>
                  <a:lnTo>
                    <a:pt x="1119713" y="778777"/>
                  </a:lnTo>
                  <a:lnTo>
                    <a:pt x="1120381" y="778777"/>
                  </a:lnTo>
                  <a:lnTo>
                    <a:pt x="1121049" y="725932"/>
                  </a:lnTo>
                  <a:lnTo>
                    <a:pt x="1121717" y="723150"/>
                  </a:lnTo>
                  <a:lnTo>
                    <a:pt x="1122385" y="723150"/>
                  </a:lnTo>
                  <a:lnTo>
                    <a:pt x="1123053" y="723150"/>
                  </a:lnTo>
                  <a:lnTo>
                    <a:pt x="1123721" y="689774"/>
                  </a:lnTo>
                  <a:lnTo>
                    <a:pt x="1124390" y="667523"/>
                  </a:lnTo>
                  <a:lnTo>
                    <a:pt x="1125058" y="667523"/>
                  </a:lnTo>
                  <a:lnTo>
                    <a:pt x="1125726" y="706463"/>
                  </a:lnTo>
                  <a:lnTo>
                    <a:pt x="1126394" y="723150"/>
                  </a:lnTo>
                  <a:lnTo>
                    <a:pt x="1127062" y="723150"/>
                  </a:lnTo>
                  <a:lnTo>
                    <a:pt x="1127730" y="709243"/>
                  </a:lnTo>
                  <a:lnTo>
                    <a:pt x="1128398" y="698118"/>
                  </a:lnTo>
                  <a:lnTo>
                    <a:pt x="1129066" y="728713"/>
                  </a:lnTo>
                  <a:lnTo>
                    <a:pt x="1129734" y="845530"/>
                  </a:lnTo>
                  <a:lnTo>
                    <a:pt x="1130402" y="890032"/>
                  </a:lnTo>
                  <a:lnTo>
                    <a:pt x="1131070" y="890032"/>
                  </a:lnTo>
                  <a:lnTo>
                    <a:pt x="1131738" y="948440"/>
                  </a:lnTo>
                  <a:lnTo>
                    <a:pt x="1132406" y="1001286"/>
                  </a:lnTo>
                  <a:lnTo>
                    <a:pt x="1133074" y="1056912"/>
                  </a:lnTo>
                  <a:lnTo>
                    <a:pt x="1133742" y="1106977"/>
                  </a:lnTo>
                  <a:lnTo>
                    <a:pt x="1134410" y="1168166"/>
                  </a:lnTo>
                  <a:lnTo>
                    <a:pt x="1135078" y="1335048"/>
                  </a:lnTo>
                  <a:lnTo>
                    <a:pt x="1135746" y="1446302"/>
                  </a:lnTo>
                  <a:lnTo>
                    <a:pt x="1136414" y="1432395"/>
                  </a:lnTo>
                  <a:lnTo>
                    <a:pt x="1137082" y="1390675"/>
                  </a:lnTo>
                  <a:lnTo>
                    <a:pt x="1137750" y="1440739"/>
                  </a:lnTo>
                  <a:lnTo>
                    <a:pt x="1138418" y="1446302"/>
                  </a:lnTo>
                  <a:lnTo>
                    <a:pt x="1139086" y="1446302"/>
                  </a:lnTo>
                  <a:lnTo>
                    <a:pt x="1139754" y="1421269"/>
                  </a:lnTo>
                  <a:lnTo>
                    <a:pt x="1140422" y="1421269"/>
                  </a:lnTo>
                  <a:lnTo>
                    <a:pt x="1141090" y="1446302"/>
                  </a:lnTo>
                  <a:lnTo>
                    <a:pt x="1141758" y="1446302"/>
                  </a:lnTo>
                  <a:lnTo>
                    <a:pt x="1142426" y="1446302"/>
                  </a:lnTo>
                  <a:lnTo>
                    <a:pt x="1143094" y="1446302"/>
                  </a:lnTo>
                  <a:lnTo>
                    <a:pt x="1143762" y="1446302"/>
                  </a:lnTo>
                  <a:lnTo>
                    <a:pt x="1144430" y="1421269"/>
                  </a:lnTo>
                  <a:lnTo>
                    <a:pt x="1145098" y="1415707"/>
                  </a:lnTo>
                  <a:lnTo>
                    <a:pt x="1145766" y="1390675"/>
                  </a:lnTo>
                  <a:lnTo>
                    <a:pt x="1146434" y="1390675"/>
                  </a:lnTo>
                  <a:lnTo>
                    <a:pt x="1147102" y="1390675"/>
                  </a:lnTo>
                  <a:lnTo>
                    <a:pt x="1147770" y="1390675"/>
                  </a:lnTo>
                  <a:lnTo>
                    <a:pt x="1148438" y="1390675"/>
                  </a:lnTo>
                  <a:lnTo>
                    <a:pt x="1149107" y="1343392"/>
                  </a:lnTo>
                  <a:lnTo>
                    <a:pt x="1149775" y="1335048"/>
                  </a:lnTo>
                  <a:lnTo>
                    <a:pt x="1150443" y="1390675"/>
                  </a:lnTo>
                  <a:lnTo>
                    <a:pt x="1151111" y="1348954"/>
                  </a:lnTo>
                  <a:lnTo>
                    <a:pt x="1151779" y="1279421"/>
                  </a:lnTo>
                  <a:lnTo>
                    <a:pt x="1152447" y="1279421"/>
                  </a:lnTo>
                  <a:lnTo>
                    <a:pt x="1153115" y="1265514"/>
                  </a:lnTo>
                  <a:lnTo>
                    <a:pt x="1153783" y="1279421"/>
                  </a:lnTo>
                  <a:lnTo>
                    <a:pt x="1154451" y="1229356"/>
                  </a:lnTo>
                  <a:lnTo>
                    <a:pt x="1155119" y="1081945"/>
                  </a:lnTo>
                  <a:lnTo>
                    <a:pt x="1155787" y="1001286"/>
                  </a:lnTo>
                  <a:lnTo>
                    <a:pt x="1156455" y="1023536"/>
                  </a:lnTo>
                  <a:lnTo>
                    <a:pt x="1157123" y="1051350"/>
                  </a:lnTo>
                  <a:lnTo>
                    <a:pt x="1157791" y="984598"/>
                  </a:lnTo>
                  <a:lnTo>
                    <a:pt x="1158459" y="856655"/>
                  </a:lnTo>
                  <a:lnTo>
                    <a:pt x="1159127" y="826060"/>
                  </a:lnTo>
                  <a:lnTo>
                    <a:pt x="1159795" y="778777"/>
                  </a:lnTo>
                  <a:lnTo>
                    <a:pt x="1160463" y="778777"/>
                  </a:lnTo>
                  <a:lnTo>
                    <a:pt x="1161131" y="812154"/>
                  </a:lnTo>
                  <a:lnTo>
                    <a:pt x="1161799" y="814935"/>
                  </a:lnTo>
                  <a:lnTo>
                    <a:pt x="1162467" y="834405"/>
                  </a:lnTo>
                  <a:lnTo>
                    <a:pt x="1163135" y="834405"/>
                  </a:lnTo>
                  <a:lnTo>
                    <a:pt x="1163803" y="803810"/>
                  </a:lnTo>
                  <a:lnTo>
                    <a:pt x="1164471" y="778777"/>
                  </a:lnTo>
                  <a:lnTo>
                    <a:pt x="1165139" y="778777"/>
                  </a:lnTo>
                  <a:lnTo>
                    <a:pt x="1165807" y="823279"/>
                  </a:lnTo>
                  <a:lnTo>
                    <a:pt x="1166475" y="834405"/>
                  </a:lnTo>
                  <a:lnTo>
                    <a:pt x="1167143" y="834405"/>
                  </a:lnTo>
                  <a:lnTo>
                    <a:pt x="1167811" y="870562"/>
                  </a:lnTo>
                  <a:lnTo>
                    <a:pt x="1168479" y="903938"/>
                  </a:lnTo>
                  <a:lnTo>
                    <a:pt x="1169147" y="890032"/>
                  </a:lnTo>
                  <a:lnTo>
                    <a:pt x="1169815" y="912282"/>
                  </a:lnTo>
                  <a:lnTo>
                    <a:pt x="1170483" y="945659"/>
                  </a:lnTo>
                  <a:lnTo>
                    <a:pt x="1171151" y="992942"/>
                  </a:lnTo>
                  <a:lnTo>
                    <a:pt x="1171819" y="1132009"/>
                  </a:lnTo>
                  <a:lnTo>
                    <a:pt x="1172487" y="1223794"/>
                  </a:lnTo>
                  <a:lnTo>
                    <a:pt x="1173155" y="1223794"/>
                  </a:lnTo>
                  <a:lnTo>
                    <a:pt x="1173824" y="1221012"/>
                  </a:lnTo>
                  <a:lnTo>
                    <a:pt x="1174492" y="1237700"/>
                  </a:lnTo>
                  <a:lnTo>
                    <a:pt x="1175160" y="1354517"/>
                  </a:lnTo>
                  <a:lnTo>
                    <a:pt x="1175828" y="1340610"/>
                  </a:lnTo>
                  <a:lnTo>
                    <a:pt x="1176496" y="1390675"/>
                  </a:lnTo>
                  <a:lnTo>
                    <a:pt x="1177164" y="1390675"/>
                  </a:lnTo>
                  <a:lnTo>
                    <a:pt x="1177832" y="1390675"/>
                  </a:lnTo>
                  <a:lnTo>
                    <a:pt x="1178500" y="1379549"/>
                  </a:lnTo>
                  <a:lnTo>
                    <a:pt x="1179168" y="1390675"/>
                  </a:lnTo>
                  <a:lnTo>
                    <a:pt x="1179836" y="1390675"/>
                  </a:lnTo>
                  <a:lnTo>
                    <a:pt x="1180504" y="1418488"/>
                  </a:lnTo>
                  <a:lnTo>
                    <a:pt x="1181172" y="1446302"/>
                  </a:lnTo>
                  <a:lnTo>
                    <a:pt x="1181840" y="1435176"/>
                  </a:lnTo>
                  <a:lnTo>
                    <a:pt x="1182508" y="1390675"/>
                  </a:lnTo>
                  <a:lnTo>
                    <a:pt x="1183176" y="1335048"/>
                  </a:lnTo>
                  <a:lnTo>
                    <a:pt x="1183844" y="1326704"/>
                  </a:lnTo>
                  <a:lnTo>
                    <a:pt x="1184512" y="1279421"/>
                  </a:lnTo>
                  <a:lnTo>
                    <a:pt x="1185180" y="1318360"/>
                  </a:lnTo>
                  <a:lnTo>
                    <a:pt x="1185848" y="1304453"/>
                  </a:lnTo>
                  <a:lnTo>
                    <a:pt x="1186516" y="1279421"/>
                  </a:lnTo>
                  <a:lnTo>
                    <a:pt x="1187184" y="1279421"/>
                  </a:lnTo>
                  <a:lnTo>
                    <a:pt x="1187852" y="1279421"/>
                  </a:lnTo>
                  <a:lnTo>
                    <a:pt x="1188520" y="1279421"/>
                  </a:lnTo>
                  <a:lnTo>
                    <a:pt x="1189188" y="1279421"/>
                  </a:lnTo>
                  <a:lnTo>
                    <a:pt x="1189856" y="1279421"/>
                  </a:lnTo>
                  <a:lnTo>
                    <a:pt x="1190524" y="1282202"/>
                  </a:lnTo>
                  <a:lnTo>
                    <a:pt x="1191192" y="1335048"/>
                  </a:lnTo>
                  <a:lnTo>
                    <a:pt x="1191860" y="1340610"/>
                  </a:lnTo>
                  <a:lnTo>
                    <a:pt x="1192528" y="1390675"/>
                  </a:lnTo>
                  <a:lnTo>
                    <a:pt x="1193196" y="1351736"/>
                  </a:lnTo>
                  <a:lnTo>
                    <a:pt x="1193864" y="1307234"/>
                  </a:lnTo>
                  <a:lnTo>
                    <a:pt x="1194532" y="1279421"/>
                  </a:lnTo>
                  <a:lnTo>
                    <a:pt x="1195200" y="1332266"/>
                  </a:lnTo>
                  <a:lnTo>
                    <a:pt x="1195868" y="1335048"/>
                  </a:lnTo>
                  <a:lnTo>
                    <a:pt x="1196536" y="1335048"/>
                  </a:lnTo>
                  <a:lnTo>
                    <a:pt x="1197204" y="1335048"/>
                  </a:lnTo>
                  <a:lnTo>
                    <a:pt x="1197873" y="1312797"/>
                  </a:lnTo>
                  <a:lnTo>
                    <a:pt x="1198541" y="1287765"/>
                  </a:lnTo>
                  <a:lnTo>
                    <a:pt x="1199209" y="1335048"/>
                  </a:lnTo>
                  <a:lnTo>
                    <a:pt x="1199877" y="1387893"/>
                  </a:lnTo>
                  <a:lnTo>
                    <a:pt x="1200545" y="1396237"/>
                  </a:lnTo>
                  <a:lnTo>
                    <a:pt x="1201213" y="1399019"/>
                  </a:lnTo>
                  <a:lnTo>
                    <a:pt x="1201881" y="1390675"/>
                  </a:lnTo>
                  <a:lnTo>
                    <a:pt x="1202549" y="1418488"/>
                  </a:lnTo>
                  <a:lnTo>
                    <a:pt x="1203217" y="1446302"/>
                  </a:lnTo>
                  <a:lnTo>
                    <a:pt x="1203885" y="1446302"/>
                  </a:lnTo>
                  <a:lnTo>
                    <a:pt x="1204553" y="1446302"/>
                  </a:lnTo>
                  <a:lnTo>
                    <a:pt x="1205221" y="1443520"/>
                  </a:lnTo>
                  <a:lnTo>
                    <a:pt x="1205889" y="1390675"/>
                  </a:lnTo>
                  <a:lnTo>
                    <a:pt x="1206557" y="1390675"/>
                  </a:lnTo>
                  <a:lnTo>
                    <a:pt x="1207225" y="1390675"/>
                  </a:lnTo>
                  <a:lnTo>
                    <a:pt x="1207893" y="1390675"/>
                  </a:lnTo>
                  <a:lnTo>
                    <a:pt x="1208561" y="1390675"/>
                  </a:lnTo>
                  <a:lnTo>
                    <a:pt x="1209229" y="1390675"/>
                  </a:lnTo>
                  <a:lnTo>
                    <a:pt x="1209897" y="1379549"/>
                  </a:lnTo>
                  <a:lnTo>
                    <a:pt x="1210565" y="1415707"/>
                  </a:lnTo>
                  <a:lnTo>
                    <a:pt x="1211233" y="1446302"/>
                  </a:lnTo>
                  <a:lnTo>
                    <a:pt x="1211901" y="1446302"/>
                  </a:lnTo>
                  <a:lnTo>
                    <a:pt x="1212569" y="1446302"/>
                  </a:lnTo>
                  <a:lnTo>
                    <a:pt x="1213237" y="1424051"/>
                  </a:lnTo>
                  <a:lnTo>
                    <a:pt x="1213905" y="1390675"/>
                  </a:lnTo>
                  <a:lnTo>
                    <a:pt x="1214573" y="1410144"/>
                  </a:lnTo>
                  <a:lnTo>
                    <a:pt x="1215241" y="1446302"/>
                  </a:lnTo>
                  <a:lnTo>
                    <a:pt x="1215909" y="1446302"/>
                  </a:lnTo>
                  <a:lnTo>
                    <a:pt x="1216577" y="1446302"/>
                  </a:lnTo>
                  <a:lnTo>
                    <a:pt x="1217245" y="1446302"/>
                  </a:lnTo>
                  <a:lnTo>
                    <a:pt x="1217913" y="1490803"/>
                  </a:lnTo>
                  <a:lnTo>
                    <a:pt x="1218581" y="1501929"/>
                  </a:lnTo>
                  <a:lnTo>
                    <a:pt x="1219249" y="1501929"/>
                  </a:lnTo>
                  <a:lnTo>
                    <a:pt x="1219917" y="1476896"/>
                  </a:lnTo>
                  <a:lnTo>
                    <a:pt x="1220585" y="1407363"/>
                  </a:lnTo>
                  <a:lnTo>
                    <a:pt x="1221253" y="1390675"/>
                  </a:lnTo>
                  <a:lnTo>
                    <a:pt x="1221921" y="1390675"/>
                  </a:lnTo>
                  <a:lnTo>
                    <a:pt x="1222590" y="1446302"/>
                  </a:lnTo>
                  <a:lnTo>
                    <a:pt x="1223258" y="1446302"/>
                  </a:lnTo>
                  <a:lnTo>
                    <a:pt x="1223926" y="1446302"/>
                  </a:lnTo>
                  <a:lnTo>
                    <a:pt x="1224594" y="1446302"/>
                  </a:lnTo>
                  <a:lnTo>
                    <a:pt x="1225262" y="1446302"/>
                  </a:lnTo>
                  <a:lnTo>
                    <a:pt x="1225930" y="1432395"/>
                  </a:lnTo>
                  <a:lnTo>
                    <a:pt x="1226598" y="1424051"/>
                  </a:lnTo>
                  <a:lnTo>
                    <a:pt x="1227266" y="1346173"/>
                  </a:lnTo>
                  <a:lnTo>
                    <a:pt x="1227934" y="1335048"/>
                  </a:lnTo>
                  <a:lnTo>
                    <a:pt x="1228602" y="1323922"/>
                  </a:lnTo>
                  <a:lnTo>
                    <a:pt x="1229270" y="1279421"/>
                  </a:lnTo>
                  <a:lnTo>
                    <a:pt x="1229938" y="1298890"/>
                  </a:lnTo>
                  <a:lnTo>
                    <a:pt x="1230606" y="1307234"/>
                  </a:lnTo>
                  <a:lnTo>
                    <a:pt x="1231274" y="1279421"/>
                  </a:lnTo>
                  <a:lnTo>
                    <a:pt x="1231942" y="1265514"/>
                  </a:lnTo>
                  <a:lnTo>
                    <a:pt x="1232610" y="1170948"/>
                  </a:lnTo>
                  <a:lnTo>
                    <a:pt x="1233278" y="1109758"/>
                  </a:lnTo>
                  <a:lnTo>
                    <a:pt x="1233946" y="1056912"/>
                  </a:lnTo>
                  <a:lnTo>
                    <a:pt x="1234614" y="1054131"/>
                  </a:lnTo>
                  <a:lnTo>
                    <a:pt x="1235282" y="1001286"/>
                  </a:lnTo>
                  <a:lnTo>
                    <a:pt x="1235950" y="962347"/>
                  </a:lnTo>
                  <a:lnTo>
                    <a:pt x="1236618" y="951221"/>
                  </a:lnTo>
                  <a:lnTo>
                    <a:pt x="1237286" y="981816"/>
                  </a:lnTo>
                  <a:lnTo>
                    <a:pt x="1237954" y="1001286"/>
                  </a:lnTo>
                  <a:lnTo>
                    <a:pt x="1238622" y="1001286"/>
                  </a:lnTo>
                  <a:lnTo>
                    <a:pt x="1239290" y="1001286"/>
                  </a:lnTo>
                  <a:lnTo>
                    <a:pt x="1239958" y="1001286"/>
                  </a:lnTo>
                  <a:lnTo>
                    <a:pt x="1240626" y="1001286"/>
                  </a:lnTo>
                  <a:lnTo>
                    <a:pt x="1241294" y="1001286"/>
                  </a:lnTo>
                  <a:lnTo>
                    <a:pt x="1241962" y="1001286"/>
                  </a:lnTo>
                  <a:lnTo>
                    <a:pt x="1242630" y="1012411"/>
                  </a:lnTo>
                  <a:lnTo>
                    <a:pt x="1243298" y="1040224"/>
                  </a:lnTo>
                  <a:lnTo>
                    <a:pt x="1243966" y="1098633"/>
                  </a:lnTo>
                  <a:lnTo>
                    <a:pt x="1244634" y="1112540"/>
                  </a:lnTo>
                  <a:lnTo>
                    <a:pt x="1245302" y="1120884"/>
                  </a:lnTo>
                  <a:lnTo>
                    <a:pt x="1245970" y="1151478"/>
                  </a:lnTo>
                  <a:lnTo>
                    <a:pt x="1246638" y="1056912"/>
                  </a:lnTo>
                  <a:lnTo>
                    <a:pt x="1247307" y="1081945"/>
                  </a:lnTo>
                  <a:lnTo>
                    <a:pt x="1247975" y="1112540"/>
                  </a:lnTo>
                  <a:lnTo>
                    <a:pt x="1248643" y="1123665"/>
                  </a:lnTo>
                  <a:lnTo>
                    <a:pt x="1249311" y="1215449"/>
                  </a:lnTo>
                  <a:lnTo>
                    <a:pt x="1249979" y="1279421"/>
                  </a:lnTo>
                  <a:lnTo>
                    <a:pt x="1250647" y="1335048"/>
                  </a:lnTo>
                  <a:lnTo>
                    <a:pt x="1251315" y="1335048"/>
                  </a:lnTo>
                  <a:lnTo>
                    <a:pt x="1251983" y="1390675"/>
                  </a:lnTo>
                  <a:lnTo>
                    <a:pt x="1252651" y="1426832"/>
                  </a:lnTo>
                  <a:lnTo>
                    <a:pt x="1253319" y="1418488"/>
                  </a:lnTo>
                  <a:lnTo>
                    <a:pt x="1253987" y="1446302"/>
                  </a:lnTo>
                  <a:lnTo>
                    <a:pt x="1254655" y="1446302"/>
                  </a:lnTo>
                  <a:lnTo>
                    <a:pt x="1255323" y="1446302"/>
                  </a:lnTo>
                  <a:lnTo>
                    <a:pt x="1255991" y="1429613"/>
                  </a:lnTo>
                  <a:lnTo>
                    <a:pt x="1256659" y="1390675"/>
                  </a:lnTo>
                  <a:lnTo>
                    <a:pt x="1257327" y="1390675"/>
                  </a:lnTo>
                  <a:lnTo>
                    <a:pt x="1257995" y="1390675"/>
                  </a:lnTo>
                  <a:lnTo>
                    <a:pt x="1258663" y="1340610"/>
                  </a:lnTo>
                  <a:lnTo>
                    <a:pt x="1259331" y="1335048"/>
                  </a:lnTo>
                  <a:lnTo>
                    <a:pt x="1259999" y="1357298"/>
                  </a:lnTo>
                  <a:lnTo>
                    <a:pt x="1260667" y="1390675"/>
                  </a:lnTo>
                  <a:lnTo>
                    <a:pt x="1261335" y="1390675"/>
                  </a:lnTo>
                  <a:lnTo>
                    <a:pt x="1262003" y="1385112"/>
                  </a:lnTo>
                  <a:lnTo>
                    <a:pt x="1262671" y="1310015"/>
                  </a:lnTo>
                  <a:lnTo>
                    <a:pt x="1263339" y="1387893"/>
                  </a:lnTo>
                  <a:lnTo>
                    <a:pt x="1264007" y="1360080"/>
                  </a:lnTo>
                  <a:lnTo>
                    <a:pt x="1264675" y="1335048"/>
                  </a:lnTo>
                  <a:lnTo>
                    <a:pt x="1265343" y="1335048"/>
                  </a:lnTo>
                  <a:lnTo>
                    <a:pt x="1266011" y="1335048"/>
                  </a:lnTo>
                  <a:lnTo>
                    <a:pt x="1266679" y="1335048"/>
                  </a:lnTo>
                  <a:lnTo>
                    <a:pt x="1267347" y="1335048"/>
                  </a:lnTo>
                  <a:lnTo>
                    <a:pt x="1268015" y="1335048"/>
                  </a:lnTo>
                  <a:lnTo>
                    <a:pt x="1268683" y="1335048"/>
                  </a:lnTo>
                  <a:lnTo>
                    <a:pt x="1269351" y="1335048"/>
                  </a:lnTo>
                  <a:lnTo>
                    <a:pt x="1270019" y="1373986"/>
                  </a:lnTo>
                  <a:lnTo>
                    <a:pt x="1270687" y="1390675"/>
                  </a:lnTo>
                  <a:lnTo>
                    <a:pt x="1271355" y="1390675"/>
                  </a:lnTo>
                  <a:lnTo>
                    <a:pt x="1272024" y="1323922"/>
                  </a:lnTo>
                  <a:lnTo>
                    <a:pt x="1272692" y="1293327"/>
                  </a:lnTo>
                  <a:lnTo>
                    <a:pt x="1273360" y="1284983"/>
                  </a:lnTo>
                  <a:lnTo>
                    <a:pt x="1274028" y="1279421"/>
                  </a:lnTo>
                  <a:lnTo>
                    <a:pt x="1274696" y="1265514"/>
                  </a:lnTo>
                  <a:lnTo>
                    <a:pt x="1275364" y="1271077"/>
                  </a:lnTo>
                  <a:lnTo>
                    <a:pt x="1276032" y="1279421"/>
                  </a:lnTo>
                  <a:lnTo>
                    <a:pt x="1276700" y="1279421"/>
                  </a:lnTo>
                  <a:lnTo>
                    <a:pt x="1277368" y="1279421"/>
                  </a:lnTo>
                  <a:lnTo>
                    <a:pt x="1278036" y="1279421"/>
                  </a:lnTo>
                  <a:lnTo>
                    <a:pt x="1278704" y="1282202"/>
                  </a:lnTo>
                  <a:lnTo>
                    <a:pt x="1279372" y="1371205"/>
                  </a:lnTo>
                  <a:lnTo>
                    <a:pt x="1280040" y="1390675"/>
                  </a:lnTo>
                  <a:lnTo>
                    <a:pt x="1280708" y="1418488"/>
                  </a:lnTo>
                  <a:lnTo>
                    <a:pt x="1281376" y="1446302"/>
                  </a:lnTo>
                  <a:lnTo>
                    <a:pt x="1282044" y="1446302"/>
                  </a:lnTo>
                  <a:lnTo>
                    <a:pt x="1282712" y="1401800"/>
                  </a:lnTo>
                  <a:lnTo>
                    <a:pt x="1283380" y="1335048"/>
                  </a:lnTo>
                  <a:lnTo>
                    <a:pt x="1284048" y="1335048"/>
                  </a:lnTo>
                  <a:lnTo>
                    <a:pt x="1284716" y="1326704"/>
                  </a:lnTo>
                  <a:lnTo>
                    <a:pt x="1285384" y="1240482"/>
                  </a:lnTo>
                  <a:lnTo>
                    <a:pt x="1286052" y="1223794"/>
                  </a:lnTo>
                  <a:lnTo>
                    <a:pt x="1286720" y="1218231"/>
                  </a:lnTo>
                  <a:lnTo>
                    <a:pt x="1287388" y="1168166"/>
                  </a:lnTo>
                  <a:lnTo>
                    <a:pt x="1288056" y="1168166"/>
                  </a:lnTo>
                  <a:lnTo>
                    <a:pt x="1288724" y="1190417"/>
                  </a:lnTo>
                  <a:lnTo>
                    <a:pt x="1289392" y="1223794"/>
                  </a:lnTo>
                  <a:lnTo>
                    <a:pt x="1290060" y="1248826"/>
                  </a:lnTo>
                  <a:lnTo>
                    <a:pt x="1290728" y="1223794"/>
                  </a:lnTo>
                  <a:lnTo>
                    <a:pt x="1291396" y="1187636"/>
                  </a:lnTo>
                  <a:lnTo>
                    <a:pt x="1292064" y="1201543"/>
                  </a:lnTo>
                  <a:lnTo>
                    <a:pt x="1292732" y="1168166"/>
                  </a:lnTo>
                  <a:lnTo>
                    <a:pt x="1293400" y="1168166"/>
                  </a:lnTo>
                  <a:lnTo>
                    <a:pt x="1294068" y="1168166"/>
                  </a:lnTo>
                  <a:lnTo>
                    <a:pt x="1294736" y="1168166"/>
                  </a:lnTo>
                  <a:lnTo>
                    <a:pt x="1295404" y="1168166"/>
                  </a:lnTo>
                  <a:lnTo>
                    <a:pt x="1296073" y="1168166"/>
                  </a:lnTo>
                  <a:lnTo>
                    <a:pt x="1296741" y="1168166"/>
                  </a:lnTo>
                  <a:lnTo>
                    <a:pt x="1297409" y="1168166"/>
                  </a:lnTo>
                  <a:lnTo>
                    <a:pt x="1298077" y="1168166"/>
                  </a:lnTo>
                  <a:lnTo>
                    <a:pt x="1298745" y="1168166"/>
                  </a:lnTo>
                  <a:lnTo>
                    <a:pt x="1299413" y="1207105"/>
                  </a:lnTo>
                  <a:lnTo>
                    <a:pt x="1300081" y="1279421"/>
                  </a:lnTo>
                  <a:lnTo>
                    <a:pt x="1300749" y="1273858"/>
                  </a:lnTo>
                  <a:lnTo>
                    <a:pt x="1301417" y="1229356"/>
                  </a:lnTo>
                  <a:lnTo>
                    <a:pt x="1302085" y="1315578"/>
                  </a:lnTo>
                  <a:lnTo>
                    <a:pt x="1302753" y="1335048"/>
                  </a:lnTo>
                  <a:lnTo>
                    <a:pt x="1303421" y="1337829"/>
                  </a:lnTo>
                  <a:lnTo>
                    <a:pt x="1304089" y="1390675"/>
                  </a:lnTo>
                  <a:lnTo>
                    <a:pt x="1304757" y="1390675"/>
                  </a:lnTo>
                  <a:lnTo>
                    <a:pt x="1305425" y="1426832"/>
                  </a:lnTo>
                  <a:lnTo>
                    <a:pt x="1306093" y="1446302"/>
                  </a:lnTo>
                  <a:lnTo>
                    <a:pt x="1306761" y="1465771"/>
                  </a:lnTo>
                  <a:lnTo>
                    <a:pt x="1307429" y="1501929"/>
                  </a:lnTo>
                  <a:lnTo>
                    <a:pt x="1308097" y="1546430"/>
                  </a:lnTo>
                  <a:lnTo>
                    <a:pt x="1308765" y="1577025"/>
                  </a:lnTo>
                  <a:lnTo>
                    <a:pt x="1309433" y="1613183"/>
                  </a:lnTo>
                  <a:lnTo>
                    <a:pt x="1310101" y="1582588"/>
                  </a:lnTo>
                  <a:lnTo>
                    <a:pt x="1310769" y="1557556"/>
                  </a:lnTo>
                  <a:lnTo>
                    <a:pt x="1311437" y="1557556"/>
                  </a:lnTo>
                  <a:lnTo>
                    <a:pt x="1312105" y="1557556"/>
                  </a:lnTo>
                  <a:lnTo>
                    <a:pt x="1312773" y="1557556"/>
                  </a:lnTo>
                  <a:lnTo>
                    <a:pt x="1313441" y="1515835"/>
                  </a:lnTo>
                  <a:lnTo>
                    <a:pt x="1314109" y="1501929"/>
                  </a:lnTo>
                  <a:lnTo>
                    <a:pt x="1314777" y="1501929"/>
                  </a:lnTo>
                  <a:lnTo>
                    <a:pt x="1315445" y="1501929"/>
                  </a:lnTo>
                  <a:lnTo>
                    <a:pt x="1316113" y="1501929"/>
                  </a:lnTo>
                  <a:lnTo>
                    <a:pt x="1316781" y="1501929"/>
                  </a:lnTo>
                  <a:lnTo>
                    <a:pt x="1317449" y="1504710"/>
                  </a:lnTo>
                  <a:lnTo>
                    <a:pt x="1318117" y="1513054"/>
                  </a:lnTo>
                  <a:lnTo>
                    <a:pt x="1318785" y="1501929"/>
                  </a:lnTo>
                  <a:lnTo>
                    <a:pt x="1319453" y="1501929"/>
                  </a:lnTo>
                  <a:lnTo>
                    <a:pt x="1320121" y="1501929"/>
                  </a:lnTo>
                  <a:lnTo>
                    <a:pt x="1320790" y="1426832"/>
                  </a:lnTo>
                  <a:lnTo>
                    <a:pt x="1321458" y="1348954"/>
                  </a:lnTo>
                  <a:lnTo>
                    <a:pt x="1322126" y="1296109"/>
                  </a:lnTo>
                  <a:lnTo>
                    <a:pt x="1322794" y="1240482"/>
                  </a:lnTo>
                  <a:lnTo>
                    <a:pt x="1323462" y="1190417"/>
                  </a:lnTo>
                  <a:lnTo>
                    <a:pt x="1324130" y="1148697"/>
                  </a:lnTo>
                  <a:lnTo>
                    <a:pt x="1324798" y="1101414"/>
                  </a:lnTo>
                  <a:lnTo>
                    <a:pt x="1325466" y="1056912"/>
                  </a:lnTo>
                  <a:lnTo>
                    <a:pt x="1326134" y="1056912"/>
                  </a:lnTo>
                  <a:lnTo>
                    <a:pt x="1326802" y="1084726"/>
                  </a:lnTo>
                  <a:lnTo>
                    <a:pt x="1327470" y="1112540"/>
                  </a:lnTo>
                  <a:lnTo>
                    <a:pt x="1328138" y="1079163"/>
                  </a:lnTo>
                  <a:lnTo>
                    <a:pt x="1328806" y="1029099"/>
                  </a:lnTo>
                  <a:lnTo>
                    <a:pt x="1329474" y="1001286"/>
                  </a:lnTo>
                  <a:lnTo>
                    <a:pt x="1330142" y="1040224"/>
                  </a:lnTo>
                  <a:lnTo>
                    <a:pt x="1330810" y="1056912"/>
                  </a:lnTo>
                  <a:lnTo>
                    <a:pt x="1331478" y="1056912"/>
                  </a:lnTo>
                  <a:lnTo>
                    <a:pt x="1332146" y="1037443"/>
                  </a:lnTo>
                  <a:lnTo>
                    <a:pt x="1332814" y="1001286"/>
                  </a:lnTo>
                  <a:lnTo>
                    <a:pt x="1333482" y="1001286"/>
                  </a:lnTo>
                  <a:lnTo>
                    <a:pt x="1334150" y="1001286"/>
                  </a:lnTo>
                  <a:lnTo>
                    <a:pt x="1334818" y="1043006"/>
                  </a:lnTo>
                  <a:lnTo>
                    <a:pt x="1335486" y="1040224"/>
                  </a:lnTo>
                  <a:lnTo>
                    <a:pt x="1336154" y="998504"/>
                  </a:lnTo>
                  <a:lnTo>
                    <a:pt x="1336822" y="934533"/>
                  </a:lnTo>
                  <a:lnTo>
                    <a:pt x="1337490" y="959565"/>
                  </a:lnTo>
                  <a:lnTo>
                    <a:pt x="1338158" y="1040224"/>
                  </a:lnTo>
                  <a:lnTo>
                    <a:pt x="1338826" y="1093070"/>
                  </a:lnTo>
                  <a:lnTo>
                    <a:pt x="1339494" y="1101414"/>
                  </a:lnTo>
                  <a:lnTo>
                    <a:pt x="1340162" y="1143134"/>
                  </a:lnTo>
                  <a:lnTo>
                    <a:pt x="1340830" y="1184855"/>
                  </a:lnTo>
                  <a:lnTo>
                    <a:pt x="1341498" y="1232138"/>
                  </a:lnTo>
                  <a:lnTo>
                    <a:pt x="1342166" y="1279421"/>
                  </a:lnTo>
                  <a:lnTo>
                    <a:pt x="1342834" y="1279421"/>
                  </a:lnTo>
                  <a:lnTo>
                    <a:pt x="1343502" y="1271077"/>
                  </a:lnTo>
                  <a:lnTo>
                    <a:pt x="1344170" y="1223794"/>
                  </a:lnTo>
                  <a:lnTo>
                    <a:pt x="1344838" y="1198761"/>
                  </a:lnTo>
                  <a:lnTo>
                    <a:pt x="1345507" y="1248826"/>
                  </a:lnTo>
                  <a:lnTo>
                    <a:pt x="1346175" y="1279421"/>
                  </a:lnTo>
                  <a:lnTo>
                    <a:pt x="1346843" y="1234919"/>
                  </a:lnTo>
                  <a:lnTo>
                    <a:pt x="1347511" y="1223794"/>
                  </a:lnTo>
                  <a:lnTo>
                    <a:pt x="1348179" y="1223794"/>
                  </a:lnTo>
                  <a:lnTo>
                    <a:pt x="1348847" y="1240482"/>
                  </a:lnTo>
                  <a:lnTo>
                    <a:pt x="1349515" y="1257170"/>
                  </a:lnTo>
                  <a:lnTo>
                    <a:pt x="1350183" y="1190417"/>
                  </a:lnTo>
                  <a:lnTo>
                    <a:pt x="1350851" y="1168166"/>
                  </a:lnTo>
                  <a:lnTo>
                    <a:pt x="1351519" y="1165385"/>
                  </a:lnTo>
                  <a:lnTo>
                    <a:pt x="1352187" y="1126446"/>
                  </a:lnTo>
                  <a:lnTo>
                    <a:pt x="1352855" y="1168166"/>
                  </a:lnTo>
                  <a:lnTo>
                    <a:pt x="1353523" y="1232138"/>
                  </a:lnTo>
                  <a:lnTo>
                    <a:pt x="1354191" y="1279421"/>
                  </a:lnTo>
                  <a:lnTo>
                    <a:pt x="1354859" y="1234919"/>
                  </a:lnTo>
                  <a:lnTo>
                    <a:pt x="1355527" y="1198761"/>
                  </a:lnTo>
                  <a:lnTo>
                    <a:pt x="1356195" y="1212668"/>
                  </a:lnTo>
                  <a:lnTo>
                    <a:pt x="1356863" y="1223794"/>
                  </a:lnTo>
                  <a:lnTo>
                    <a:pt x="1357531" y="1223794"/>
                  </a:lnTo>
                  <a:lnTo>
                    <a:pt x="1358199" y="1223794"/>
                  </a:lnTo>
                  <a:lnTo>
                    <a:pt x="1358867" y="1223794"/>
                  </a:lnTo>
                  <a:lnTo>
                    <a:pt x="1359535" y="1223794"/>
                  </a:lnTo>
                  <a:lnTo>
                    <a:pt x="1360203" y="1229356"/>
                  </a:lnTo>
                  <a:lnTo>
                    <a:pt x="1360871" y="1265514"/>
                  </a:lnTo>
                  <a:lnTo>
                    <a:pt x="1361539" y="1276639"/>
                  </a:lnTo>
                  <a:lnTo>
                    <a:pt x="1362207" y="1279421"/>
                  </a:lnTo>
                  <a:lnTo>
                    <a:pt x="1362875" y="1279421"/>
                  </a:lnTo>
                  <a:lnTo>
                    <a:pt x="1363543" y="1321141"/>
                  </a:lnTo>
                  <a:lnTo>
                    <a:pt x="1364211" y="1335048"/>
                  </a:lnTo>
                  <a:lnTo>
                    <a:pt x="1364879" y="1335048"/>
                  </a:lnTo>
                  <a:lnTo>
                    <a:pt x="1365547" y="1335048"/>
                  </a:lnTo>
                  <a:lnTo>
                    <a:pt x="1366215" y="1354517"/>
                  </a:lnTo>
                  <a:lnTo>
                    <a:pt x="1366883" y="1401800"/>
                  </a:lnTo>
                  <a:lnTo>
                    <a:pt x="1367551" y="1390675"/>
                  </a:lnTo>
                  <a:lnTo>
                    <a:pt x="1368219" y="1360080"/>
                  </a:lnTo>
                  <a:lnTo>
                    <a:pt x="1368887" y="1296109"/>
                  </a:lnTo>
                  <a:lnTo>
                    <a:pt x="1369556" y="1279421"/>
                  </a:lnTo>
                  <a:lnTo>
                    <a:pt x="1370224" y="1279421"/>
                  </a:lnTo>
                  <a:lnTo>
                    <a:pt x="1370892" y="1279421"/>
                  </a:lnTo>
                  <a:lnTo>
                    <a:pt x="1371560" y="1321141"/>
                  </a:lnTo>
                  <a:lnTo>
                    <a:pt x="1372228" y="1357298"/>
                  </a:lnTo>
                  <a:lnTo>
                    <a:pt x="1372896" y="1390675"/>
                  </a:lnTo>
                  <a:lnTo>
                    <a:pt x="1373564" y="1360080"/>
                  </a:lnTo>
                  <a:lnTo>
                    <a:pt x="1374232" y="1335048"/>
                  </a:lnTo>
                  <a:lnTo>
                    <a:pt x="1374900" y="1335048"/>
                  </a:lnTo>
                  <a:lnTo>
                    <a:pt x="1375568" y="1335048"/>
                  </a:lnTo>
                  <a:lnTo>
                    <a:pt x="1376236" y="1335048"/>
                  </a:lnTo>
                  <a:lnTo>
                    <a:pt x="1376904" y="1335048"/>
                  </a:lnTo>
                  <a:lnTo>
                    <a:pt x="1377572" y="1346173"/>
                  </a:lnTo>
                  <a:lnTo>
                    <a:pt x="1378240" y="1390675"/>
                  </a:lnTo>
                  <a:lnTo>
                    <a:pt x="1378908" y="1390675"/>
                  </a:lnTo>
                  <a:lnTo>
                    <a:pt x="1379576" y="1390675"/>
                  </a:lnTo>
                  <a:lnTo>
                    <a:pt x="1380244" y="1368424"/>
                  </a:lnTo>
                  <a:lnTo>
                    <a:pt x="1380912" y="1335048"/>
                  </a:lnTo>
                  <a:lnTo>
                    <a:pt x="1381580" y="1335048"/>
                  </a:lnTo>
                  <a:lnTo>
                    <a:pt x="1382248" y="1335048"/>
                  </a:lnTo>
                  <a:lnTo>
                    <a:pt x="1382916" y="1321141"/>
                  </a:lnTo>
                  <a:lnTo>
                    <a:pt x="1383584" y="1262732"/>
                  </a:lnTo>
                  <a:lnTo>
                    <a:pt x="1384252" y="1279421"/>
                  </a:lnTo>
                  <a:lnTo>
                    <a:pt x="1384920" y="1307234"/>
                  </a:lnTo>
                  <a:lnTo>
                    <a:pt x="1385588" y="1424051"/>
                  </a:lnTo>
                  <a:lnTo>
                    <a:pt x="1386256" y="1446302"/>
                  </a:lnTo>
                  <a:lnTo>
                    <a:pt x="1386924" y="1446302"/>
                  </a:lnTo>
                  <a:lnTo>
                    <a:pt x="1387592" y="1446302"/>
                  </a:lnTo>
                  <a:lnTo>
                    <a:pt x="1388260" y="1446302"/>
                  </a:lnTo>
                  <a:lnTo>
                    <a:pt x="1388928" y="1446302"/>
                  </a:lnTo>
                  <a:lnTo>
                    <a:pt x="1389596" y="1446302"/>
                  </a:lnTo>
                  <a:lnTo>
                    <a:pt x="1390264" y="1435176"/>
                  </a:lnTo>
                  <a:lnTo>
                    <a:pt x="1390932" y="1446302"/>
                  </a:lnTo>
                  <a:lnTo>
                    <a:pt x="1391600" y="1446302"/>
                  </a:lnTo>
                  <a:lnTo>
                    <a:pt x="1392268" y="1446302"/>
                  </a:lnTo>
                  <a:lnTo>
                    <a:pt x="1392936" y="1396237"/>
                  </a:lnTo>
                  <a:lnTo>
                    <a:pt x="1393604" y="1390675"/>
                  </a:lnTo>
                  <a:lnTo>
                    <a:pt x="1394273" y="1379549"/>
                  </a:lnTo>
                  <a:lnTo>
                    <a:pt x="1394941" y="1335048"/>
                  </a:lnTo>
                  <a:lnTo>
                    <a:pt x="1395609" y="1301671"/>
                  </a:lnTo>
                  <a:lnTo>
                    <a:pt x="1396277" y="1279421"/>
                  </a:lnTo>
                  <a:lnTo>
                    <a:pt x="1396945" y="1223793"/>
                  </a:lnTo>
                  <a:lnTo>
                    <a:pt x="1397613" y="1223794"/>
                  </a:lnTo>
                  <a:lnTo>
                    <a:pt x="1398281" y="1095851"/>
                  </a:lnTo>
                  <a:lnTo>
                    <a:pt x="1398949" y="1001286"/>
                  </a:lnTo>
                  <a:lnTo>
                    <a:pt x="1399617" y="1012411"/>
                  </a:lnTo>
                  <a:lnTo>
                    <a:pt x="1400285" y="1087507"/>
                  </a:lnTo>
                  <a:lnTo>
                    <a:pt x="1400953" y="1098633"/>
                  </a:lnTo>
                  <a:lnTo>
                    <a:pt x="1401621" y="1023536"/>
                  </a:lnTo>
                  <a:lnTo>
                    <a:pt x="1402289" y="892813"/>
                  </a:lnTo>
                  <a:lnTo>
                    <a:pt x="1402957" y="792684"/>
                  </a:lnTo>
                  <a:lnTo>
                    <a:pt x="1403625" y="778777"/>
                  </a:lnTo>
                  <a:lnTo>
                    <a:pt x="1404293" y="778777"/>
                  </a:lnTo>
                  <a:lnTo>
                    <a:pt x="1404961" y="703681"/>
                  </a:lnTo>
                  <a:lnTo>
                    <a:pt x="1405629" y="623022"/>
                  </a:lnTo>
                  <a:lnTo>
                    <a:pt x="1406297" y="600771"/>
                  </a:lnTo>
                  <a:lnTo>
                    <a:pt x="1406965" y="536800"/>
                  </a:lnTo>
                  <a:lnTo>
                    <a:pt x="1407633" y="508987"/>
                  </a:lnTo>
                  <a:lnTo>
                    <a:pt x="1408301" y="489517"/>
                  </a:lnTo>
                  <a:lnTo>
                    <a:pt x="1408969" y="445015"/>
                  </a:lnTo>
                  <a:lnTo>
                    <a:pt x="1409637" y="475610"/>
                  </a:lnTo>
                  <a:lnTo>
                    <a:pt x="1410305" y="445015"/>
                  </a:lnTo>
                  <a:lnTo>
                    <a:pt x="1410973" y="453359"/>
                  </a:lnTo>
                  <a:lnTo>
                    <a:pt x="1411641" y="456141"/>
                  </a:lnTo>
                  <a:lnTo>
                    <a:pt x="1412309" y="475610"/>
                  </a:lnTo>
                  <a:lnTo>
                    <a:pt x="1412977" y="500643"/>
                  </a:lnTo>
                  <a:lnTo>
                    <a:pt x="1413645" y="570177"/>
                  </a:lnTo>
                  <a:lnTo>
                    <a:pt x="1414313" y="611897"/>
                  </a:lnTo>
                  <a:lnTo>
                    <a:pt x="1414981" y="728713"/>
                  </a:lnTo>
                  <a:lnTo>
                    <a:pt x="1415649" y="834405"/>
                  </a:lnTo>
                  <a:lnTo>
                    <a:pt x="1416317" y="834405"/>
                  </a:lnTo>
                  <a:lnTo>
                    <a:pt x="1416985" y="834405"/>
                  </a:lnTo>
                  <a:lnTo>
                    <a:pt x="1417653" y="781559"/>
                  </a:lnTo>
                  <a:lnTo>
                    <a:pt x="1418321" y="809372"/>
                  </a:lnTo>
                  <a:lnTo>
                    <a:pt x="1418990" y="934533"/>
                  </a:lnTo>
                  <a:lnTo>
                    <a:pt x="1419658" y="1009630"/>
                  </a:lnTo>
                  <a:lnTo>
                    <a:pt x="1420326" y="1001286"/>
                  </a:lnTo>
                  <a:lnTo>
                    <a:pt x="1420994" y="1001286"/>
                  </a:lnTo>
                  <a:lnTo>
                    <a:pt x="1421662" y="1070819"/>
                  </a:lnTo>
                  <a:lnTo>
                    <a:pt x="1422330" y="1106977"/>
                  </a:lnTo>
                  <a:lnTo>
                    <a:pt x="1422998" y="1120884"/>
                  </a:lnTo>
                  <a:lnTo>
                    <a:pt x="1423666" y="1221012"/>
                  </a:lnTo>
                  <a:lnTo>
                    <a:pt x="1424334" y="1268295"/>
                  </a:lnTo>
                  <a:lnTo>
                    <a:pt x="1425002" y="1287765"/>
                  </a:lnTo>
                  <a:lnTo>
                    <a:pt x="1425670" y="1335048"/>
                  </a:lnTo>
                  <a:lnTo>
                    <a:pt x="1426338" y="1321141"/>
                  </a:lnTo>
                  <a:lnTo>
                    <a:pt x="1427006" y="1335048"/>
                  </a:lnTo>
                  <a:lnTo>
                    <a:pt x="1427674" y="1335048"/>
                  </a:lnTo>
                  <a:lnTo>
                    <a:pt x="1428342" y="1376768"/>
                  </a:lnTo>
                  <a:lnTo>
                    <a:pt x="1429010" y="1390675"/>
                  </a:lnTo>
                  <a:lnTo>
                    <a:pt x="1429678" y="1390675"/>
                  </a:lnTo>
                  <a:lnTo>
                    <a:pt x="1430346" y="1382331"/>
                  </a:lnTo>
                  <a:lnTo>
                    <a:pt x="1431014" y="1251607"/>
                  </a:lnTo>
                  <a:lnTo>
                    <a:pt x="1431682" y="1223794"/>
                  </a:lnTo>
                  <a:lnTo>
                    <a:pt x="1432350" y="1223794"/>
                  </a:lnTo>
                  <a:lnTo>
                    <a:pt x="1433018" y="1223794"/>
                  </a:lnTo>
                  <a:lnTo>
                    <a:pt x="1433686" y="1223794"/>
                  </a:lnTo>
                  <a:lnTo>
                    <a:pt x="1434354" y="1282202"/>
                  </a:lnTo>
                  <a:lnTo>
                    <a:pt x="1435022" y="1335048"/>
                  </a:lnTo>
                  <a:lnTo>
                    <a:pt x="1435690" y="1335048"/>
                  </a:lnTo>
                  <a:lnTo>
                    <a:pt x="1436358" y="1362861"/>
                  </a:lnTo>
                  <a:lnTo>
                    <a:pt x="1437026" y="1390675"/>
                  </a:lnTo>
                  <a:lnTo>
                    <a:pt x="1437694" y="1390675"/>
                  </a:lnTo>
                  <a:lnTo>
                    <a:pt x="1438362" y="1390675"/>
                  </a:lnTo>
                  <a:lnTo>
                    <a:pt x="1439030" y="1435176"/>
                  </a:lnTo>
                  <a:lnTo>
                    <a:pt x="1439698" y="1429613"/>
                  </a:lnTo>
                  <a:lnTo>
                    <a:pt x="1440366" y="1390675"/>
                  </a:lnTo>
                  <a:lnTo>
                    <a:pt x="1441034" y="1390675"/>
                  </a:lnTo>
                  <a:lnTo>
                    <a:pt x="1441702" y="1390675"/>
                  </a:lnTo>
                  <a:lnTo>
                    <a:pt x="1442370" y="1387893"/>
                  </a:lnTo>
                  <a:lnTo>
                    <a:pt x="1443038" y="1343392"/>
                  </a:lnTo>
                  <a:lnTo>
                    <a:pt x="1443707" y="1293327"/>
                  </a:lnTo>
                  <a:lnTo>
                    <a:pt x="1444375" y="1279421"/>
                  </a:lnTo>
                  <a:lnTo>
                    <a:pt x="1445043" y="1279421"/>
                  </a:lnTo>
                  <a:lnTo>
                    <a:pt x="1445711" y="1279421"/>
                  </a:lnTo>
                  <a:lnTo>
                    <a:pt x="1446379" y="1279421"/>
                  </a:lnTo>
                  <a:lnTo>
                    <a:pt x="1447047" y="1234919"/>
                  </a:lnTo>
                  <a:lnTo>
                    <a:pt x="1447715" y="1310015"/>
                  </a:lnTo>
                  <a:lnTo>
                    <a:pt x="1448383" y="1279421"/>
                  </a:lnTo>
                  <a:lnTo>
                    <a:pt x="1449051" y="1237700"/>
                  </a:lnTo>
                  <a:lnTo>
                    <a:pt x="1449719" y="1179292"/>
                  </a:lnTo>
                  <a:lnTo>
                    <a:pt x="1450387" y="1168166"/>
                  </a:lnTo>
                  <a:lnTo>
                    <a:pt x="1451055" y="1151478"/>
                  </a:lnTo>
                  <a:lnTo>
                    <a:pt x="1451723" y="1112540"/>
                  </a:lnTo>
                  <a:lnTo>
                    <a:pt x="1452391" y="1112540"/>
                  </a:lnTo>
                  <a:lnTo>
                    <a:pt x="1453059" y="1112540"/>
                  </a:lnTo>
                  <a:lnTo>
                    <a:pt x="1453727" y="1112540"/>
                  </a:lnTo>
                  <a:lnTo>
                    <a:pt x="1454395" y="1059694"/>
                  </a:lnTo>
                  <a:lnTo>
                    <a:pt x="1455063" y="1056912"/>
                  </a:lnTo>
                  <a:lnTo>
                    <a:pt x="1455731" y="1056912"/>
                  </a:lnTo>
                  <a:lnTo>
                    <a:pt x="1456399" y="1034662"/>
                  </a:lnTo>
                  <a:lnTo>
                    <a:pt x="1457067" y="1056912"/>
                  </a:lnTo>
                  <a:lnTo>
                    <a:pt x="1457735" y="1056912"/>
                  </a:lnTo>
                  <a:lnTo>
                    <a:pt x="1458403" y="1056912"/>
                  </a:lnTo>
                  <a:lnTo>
                    <a:pt x="1459071" y="1056912"/>
                  </a:lnTo>
                  <a:lnTo>
                    <a:pt x="1459739" y="1098633"/>
                  </a:lnTo>
                  <a:lnTo>
                    <a:pt x="1460407" y="1101414"/>
                  </a:lnTo>
                  <a:lnTo>
                    <a:pt x="1461075" y="1079163"/>
                  </a:lnTo>
                  <a:lnTo>
                    <a:pt x="1461743" y="1023536"/>
                  </a:lnTo>
                  <a:lnTo>
                    <a:pt x="1462411" y="1001286"/>
                  </a:lnTo>
                  <a:lnTo>
                    <a:pt x="1463079" y="1001286"/>
                  </a:lnTo>
                  <a:lnTo>
                    <a:pt x="1463747" y="1048568"/>
                  </a:lnTo>
                  <a:lnTo>
                    <a:pt x="1464415" y="1059694"/>
                  </a:lnTo>
                  <a:lnTo>
                    <a:pt x="1465083" y="1112540"/>
                  </a:lnTo>
                  <a:lnTo>
                    <a:pt x="1465751" y="1101414"/>
                  </a:lnTo>
                  <a:lnTo>
                    <a:pt x="1466419" y="1154260"/>
                  </a:lnTo>
                  <a:lnTo>
                    <a:pt x="1467087" y="1168166"/>
                  </a:lnTo>
                  <a:lnTo>
                    <a:pt x="1467756" y="1182073"/>
                  </a:lnTo>
                  <a:lnTo>
                    <a:pt x="1468424" y="1182073"/>
                  </a:lnTo>
                  <a:lnTo>
                    <a:pt x="1469092" y="1104195"/>
                  </a:lnTo>
                  <a:lnTo>
                    <a:pt x="1469760" y="1056912"/>
                  </a:lnTo>
                  <a:lnTo>
                    <a:pt x="1470428" y="1056912"/>
                  </a:lnTo>
                  <a:lnTo>
                    <a:pt x="1471096" y="1073601"/>
                  </a:lnTo>
                  <a:lnTo>
                    <a:pt x="1471764" y="1015192"/>
                  </a:lnTo>
                  <a:lnTo>
                    <a:pt x="1472432" y="903938"/>
                  </a:lnTo>
                  <a:lnTo>
                    <a:pt x="1473100" y="867781"/>
                  </a:lnTo>
                  <a:lnTo>
                    <a:pt x="1473768" y="845530"/>
                  </a:lnTo>
                  <a:lnTo>
                    <a:pt x="1474436" y="814935"/>
                  </a:lnTo>
                  <a:lnTo>
                    <a:pt x="1475104" y="731494"/>
                  </a:lnTo>
                  <a:lnTo>
                    <a:pt x="1475772" y="586864"/>
                  </a:lnTo>
                  <a:lnTo>
                    <a:pt x="1476440" y="567395"/>
                  </a:lnTo>
                  <a:lnTo>
                    <a:pt x="1477108" y="603553"/>
                  </a:lnTo>
                  <a:lnTo>
                    <a:pt x="1477776" y="642491"/>
                  </a:lnTo>
                  <a:lnTo>
                    <a:pt x="1478444" y="698118"/>
                  </a:lnTo>
                  <a:lnTo>
                    <a:pt x="1479112" y="650835"/>
                  </a:lnTo>
                  <a:lnTo>
                    <a:pt x="1479780" y="589646"/>
                  </a:lnTo>
                  <a:lnTo>
                    <a:pt x="1480448" y="517331"/>
                  </a:lnTo>
                  <a:lnTo>
                    <a:pt x="1481116" y="511768"/>
                  </a:lnTo>
                  <a:lnTo>
                    <a:pt x="1481784" y="497861"/>
                  </a:lnTo>
                  <a:lnTo>
                    <a:pt x="1482452" y="492299"/>
                  </a:lnTo>
                  <a:lnTo>
                    <a:pt x="1483120" y="447797"/>
                  </a:lnTo>
                  <a:lnTo>
                    <a:pt x="1483788" y="445015"/>
                  </a:lnTo>
                  <a:lnTo>
                    <a:pt x="1484456" y="356013"/>
                  </a:lnTo>
                  <a:lnTo>
                    <a:pt x="1485124" y="372700"/>
                  </a:lnTo>
                  <a:lnTo>
                    <a:pt x="1485792" y="361575"/>
                  </a:lnTo>
                  <a:lnTo>
                    <a:pt x="1486460" y="322636"/>
                  </a:lnTo>
                  <a:lnTo>
                    <a:pt x="1487128" y="230852"/>
                  </a:lnTo>
                  <a:lnTo>
                    <a:pt x="1487796" y="253102"/>
                  </a:lnTo>
                  <a:lnTo>
                    <a:pt x="1488464" y="311511"/>
                  </a:lnTo>
                  <a:lnTo>
                    <a:pt x="1489132" y="350450"/>
                  </a:lnTo>
                  <a:lnTo>
                    <a:pt x="1489800" y="389389"/>
                  </a:lnTo>
                  <a:lnTo>
                    <a:pt x="1490468" y="400514"/>
                  </a:lnTo>
                  <a:lnTo>
                    <a:pt x="1491136" y="369919"/>
                  </a:lnTo>
                  <a:lnTo>
                    <a:pt x="1491804" y="389389"/>
                  </a:lnTo>
                  <a:lnTo>
                    <a:pt x="1492473" y="522893"/>
                  </a:lnTo>
                  <a:lnTo>
                    <a:pt x="1493141" y="553488"/>
                  </a:lnTo>
                  <a:lnTo>
                    <a:pt x="1493809" y="478391"/>
                  </a:lnTo>
                  <a:lnTo>
                    <a:pt x="1494477" y="414421"/>
                  </a:lnTo>
                  <a:lnTo>
                    <a:pt x="1495145" y="389389"/>
                  </a:lnTo>
                  <a:lnTo>
                    <a:pt x="1495813" y="456141"/>
                  </a:lnTo>
                  <a:lnTo>
                    <a:pt x="1496481" y="520112"/>
                  </a:lnTo>
                  <a:lnTo>
                    <a:pt x="1497149" y="592427"/>
                  </a:lnTo>
                  <a:lnTo>
                    <a:pt x="1497817" y="634147"/>
                  </a:lnTo>
                  <a:lnTo>
                    <a:pt x="1498485" y="667523"/>
                  </a:lnTo>
                  <a:lnTo>
                    <a:pt x="1499153" y="723150"/>
                  </a:lnTo>
                  <a:lnTo>
                    <a:pt x="1499821" y="773215"/>
                  </a:lnTo>
                  <a:lnTo>
                    <a:pt x="1500489" y="753745"/>
                  </a:lnTo>
                  <a:lnTo>
                    <a:pt x="1501157" y="806591"/>
                  </a:lnTo>
                  <a:lnTo>
                    <a:pt x="1501825" y="784340"/>
                  </a:lnTo>
                  <a:lnTo>
                    <a:pt x="1502493" y="859437"/>
                  </a:lnTo>
                  <a:lnTo>
                    <a:pt x="1503161" y="895594"/>
                  </a:lnTo>
                  <a:lnTo>
                    <a:pt x="1503829" y="862218"/>
                  </a:lnTo>
                  <a:lnTo>
                    <a:pt x="1504497" y="834405"/>
                  </a:lnTo>
                  <a:lnTo>
                    <a:pt x="1505165" y="784340"/>
                  </a:lnTo>
                  <a:lnTo>
                    <a:pt x="1505833" y="851093"/>
                  </a:lnTo>
                  <a:lnTo>
                    <a:pt x="1506501" y="890032"/>
                  </a:lnTo>
                  <a:lnTo>
                    <a:pt x="1507169" y="892813"/>
                  </a:lnTo>
                  <a:lnTo>
                    <a:pt x="1507837" y="898376"/>
                  </a:lnTo>
                  <a:lnTo>
                    <a:pt x="1508505" y="926189"/>
                  </a:lnTo>
                  <a:lnTo>
                    <a:pt x="1509173" y="895594"/>
                  </a:lnTo>
                  <a:lnTo>
                    <a:pt x="1509841" y="845530"/>
                  </a:lnTo>
                  <a:lnTo>
                    <a:pt x="1510509" y="962347"/>
                  </a:lnTo>
                  <a:lnTo>
                    <a:pt x="1511177" y="1029099"/>
                  </a:lnTo>
                  <a:lnTo>
                    <a:pt x="1511845" y="1017974"/>
                  </a:lnTo>
                  <a:lnTo>
                    <a:pt x="1512513" y="1001286"/>
                  </a:lnTo>
                  <a:lnTo>
                    <a:pt x="1513181" y="956784"/>
                  </a:lnTo>
                  <a:lnTo>
                    <a:pt x="1513849" y="848311"/>
                  </a:lnTo>
                  <a:lnTo>
                    <a:pt x="1514517" y="834405"/>
                  </a:lnTo>
                  <a:lnTo>
                    <a:pt x="1515185" y="834405"/>
                  </a:lnTo>
                  <a:lnTo>
                    <a:pt x="1515853" y="834405"/>
                  </a:lnTo>
                  <a:lnTo>
                    <a:pt x="1516521" y="834405"/>
                  </a:lnTo>
                  <a:lnTo>
                    <a:pt x="1517190" y="826061"/>
                  </a:lnTo>
                  <a:lnTo>
                    <a:pt x="1517858" y="834405"/>
                  </a:lnTo>
                  <a:lnTo>
                    <a:pt x="1518526" y="881688"/>
                  </a:lnTo>
                  <a:lnTo>
                    <a:pt x="1519194" y="890032"/>
                  </a:lnTo>
                  <a:lnTo>
                    <a:pt x="1519862" y="940096"/>
                  </a:lnTo>
                  <a:lnTo>
                    <a:pt x="1520530" y="1068038"/>
                  </a:lnTo>
                  <a:lnTo>
                    <a:pt x="1521198" y="1112540"/>
                  </a:lnTo>
                  <a:lnTo>
                    <a:pt x="1521866" y="1115321"/>
                  </a:lnTo>
                  <a:lnTo>
                    <a:pt x="1522534" y="1012411"/>
                  </a:lnTo>
                  <a:lnTo>
                    <a:pt x="1523202" y="990160"/>
                  </a:lnTo>
                  <a:lnTo>
                    <a:pt x="1523870" y="967909"/>
                  </a:lnTo>
                  <a:lnTo>
                    <a:pt x="1524538" y="1023536"/>
                  </a:lnTo>
                  <a:lnTo>
                    <a:pt x="1525206" y="1056912"/>
                  </a:lnTo>
                  <a:lnTo>
                    <a:pt x="1525874" y="1101414"/>
                  </a:lnTo>
                  <a:lnTo>
                    <a:pt x="1526542" y="1159822"/>
                  </a:lnTo>
                  <a:lnTo>
                    <a:pt x="1527210" y="1112540"/>
                  </a:lnTo>
                  <a:lnTo>
                    <a:pt x="1527878" y="1112540"/>
                  </a:lnTo>
                  <a:lnTo>
                    <a:pt x="1528546" y="1148697"/>
                  </a:lnTo>
                  <a:lnTo>
                    <a:pt x="1529214" y="1168166"/>
                  </a:lnTo>
                  <a:lnTo>
                    <a:pt x="1529882" y="1207105"/>
                  </a:lnTo>
                  <a:lnTo>
                    <a:pt x="1530550" y="1221012"/>
                  </a:lnTo>
                  <a:lnTo>
                    <a:pt x="1531218" y="1168166"/>
                  </a:lnTo>
                  <a:lnTo>
                    <a:pt x="1531886" y="1168166"/>
                  </a:lnTo>
                  <a:lnTo>
                    <a:pt x="1532554" y="1168166"/>
                  </a:lnTo>
                  <a:lnTo>
                    <a:pt x="1533222" y="1168166"/>
                  </a:lnTo>
                  <a:lnTo>
                    <a:pt x="1533890" y="1162604"/>
                  </a:lnTo>
                  <a:lnTo>
                    <a:pt x="1534558" y="1106977"/>
                  </a:lnTo>
                  <a:lnTo>
                    <a:pt x="1535226" y="1056912"/>
                  </a:lnTo>
                  <a:lnTo>
                    <a:pt x="1535894" y="1056912"/>
                  </a:lnTo>
                  <a:lnTo>
                    <a:pt x="1536562" y="948440"/>
                  </a:lnTo>
                  <a:lnTo>
                    <a:pt x="1537230" y="817716"/>
                  </a:lnTo>
                  <a:lnTo>
                    <a:pt x="1537898" y="739839"/>
                  </a:lnTo>
                  <a:lnTo>
                    <a:pt x="1538566" y="764871"/>
                  </a:lnTo>
                  <a:lnTo>
                    <a:pt x="1539234" y="848311"/>
                  </a:lnTo>
                  <a:lnTo>
                    <a:pt x="1539902" y="842749"/>
                  </a:lnTo>
                  <a:lnTo>
                    <a:pt x="1540570" y="890032"/>
                  </a:lnTo>
                  <a:lnTo>
                    <a:pt x="1541238" y="890032"/>
                  </a:lnTo>
                  <a:lnTo>
                    <a:pt x="1541907" y="859437"/>
                  </a:lnTo>
                  <a:lnTo>
                    <a:pt x="1542575" y="834405"/>
                  </a:lnTo>
                  <a:lnTo>
                    <a:pt x="1543243" y="803810"/>
                  </a:lnTo>
                  <a:lnTo>
                    <a:pt x="1543911" y="784340"/>
                  </a:lnTo>
                  <a:lnTo>
                    <a:pt x="1544579" y="692555"/>
                  </a:lnTo>
                  <a:lnTo>
                    <a:pt x="1545247" y="667523"/>
                  </a:lnTo>
                  <a:lnTo>
                    <a:pt x="1545915" y="667523"/>
                  </a:lnTo>
                  <a:lnTo>
                    <a:pt x="1546583" y="659179"/>
                  </a:lnTo>
                  <a:lnTo>
                    <a:pt x="1547251" y="700900"/>
                  </a:lnTo>
                  <a:lnTo>
                    <a:pt x="1547919" y="775996"/>
                  </a:lnTo>
                  <a:lnTo>
                    <a:pt x="1548587" y="723150"/>
                  </a:lnTo>
                  <a:lnTo>
                    <a:pt x="1549255" y="692555"/>
                  </a:lnTo>
                  <a:lnTo>
                    <a:pt x="1549923" y="664742"/>
                  </a:lnTo>
                  <a:lnTo>
                    <a:pt x="1550591" y="634147"/>
                  </a:lnTo>
                  <a:lnTo>
                    <a:pt x="1551259" y="670305"/>
                  </a:lnTo>
                  <a:lnTo>
                    <a:pt x="1551927" y="723150"/>
                  </a:lnTo>
                  <a:lnTo>
                    <a:pt x="1552595" y="723150"/>
                  </a:lnTo>
                  <a:lnTo>
                    <a:pt x="1553263" y="778778"/>
                  </a:lnTo>
                  <a:lnTo>
                    <a:pt x="1553931" y="848311"/>
                  </a:lnTo>
                  <a:lnTo>
                    <a:pt x="1554599" y="926189"/>
                  </a:lnTo>
                  <a:lnTo>
                    <a:pt x="1555267" y="945659"/>
                  </a:lnTo>
                  <a:lnTo>
                    <a:pt x="1555935" y="926189"/>
                  </a:lnTo>
                  <a:lnTo>
                    <a:pt x="1556603" y="906720"/>
                  </a:lnTo>
                  <a:lnTo>
                    <a:pt x="1557271" y="853874"/>
                  </a:lnTo>
                  <a:lnTo>
                    <a:pt x="1557939" y="812154"/>
                  </a:lnTo>
                  <a:lnTo>
                    <a:pt x="1558607" y="792684"/>
                  </a:lnTo>
                  <a:lnTo>
                    <a:pt x="1559275" y="737057"/>
                  </a:lnTo>
                  <a:lnTo>
                    <a:pt x="1559943" y="756527"/>
                  </a:lnTo>
                  <a:lnTo>
                    <a:pt x="1560611" y="823279"/>
                  </a:lnTo>
                  <a:lnTo>
                    <a:pt x="1561279" y="917845"/>
                  </a:lnTo>
                  <a:lnTo>
                    <a:pt x="1561947" y="945659"/>
                  </a:lnTo>
                  <a:lnTo>
                    <a:pt x="1562615" y="926189"/>
                  </a:lnTo>
                  <a:lnTo>
                    <a:pt x="1563283" y="767652"/>
                  </a:lnTo>
                  <a:lnTo>
                    <a:pt x="1563951" y="723150"/>
                  </a:lnTo>
                  <a:lnTo>
                    <a:pt x="1564619" y="712025"/>
                  </a:lnTo>
                  <a:lnTo>
                    <a:pt x="1565287" y="723150"/>
                  </a:lnTo>
                  <a:lnTo>
                    <a:pt x="1565956" y="706462"/>
                  </a:lnTo>
                  <a:lnTo>
                    <a:pt x="1566624" y="667523"/>
                  </a:lnTo>
                  <a:lnTo>
                    <a:pt x="1567292" y="714806"/>
                  </a:lnTo>
                  <a:lnTo>
                    <a:pt x="1567960" y="723150"/>
                  </a:lnTo>
                  <a:lnTo>
                    <a:pt x="1568628" y="684211"/>
                  </a:lnTo>
                  <a:lnTo>
                    <a:pt x="1569296" y="667523"/>
                  </a:lnTo>
                  <a:lnTo>
                    <a:pt x="1569964" y="709244"/>
                  </a:lnTo>
                  <a:lnTo>
                    <a:pt x="1570632" y="773215"/>
                  </a:lnTo>
                  <a:lnTo>
                    <a:pt x="1571300" y="778777"/>
                  </a:lnTo>
                  <a:lnTo>
                    <a:pt x="1571968" y="778777"/>
                  </a:lnTo>
                  <a:lnTo>
                    <a:pt x="1572636" y="817717"/>
                  </a:lnTo>
                  <a:lnTo>
                    <a:pt x="1573304" y="870562"/>
                  </a:lnTo>
                  <a:lnTo>
                    <a:pt x="1573972" y="923408"/>
                  </a:lnTo>
                  <a:lnTo>
                    <a:pt x="1574640" y="965128"/>
                  </a:lnTo>
                  <a:lnTo>
                    <a:pt x="1575308" y="962347"/>
                  </a:lnTo>
                  <a:lnTo>
                    <a:pt x="1575976" y="1040224"/>
                  </a:lnTo>
                  <a:lnTo>
                    <a:pt x="1576644" y="1056912"/>
                  </a:lnTo>
                  <a:lnTo>
                    <a:pt x="1577312" y="1056912"/>
                  </a:lnTo>
                  <a:lnTo>
                    <a:pt x="1577980" y="1056912"/>
                  </a:lnTo>
                  <a:lnTo>
                    <a:pt x="1578648" y="1056912"/>
                  </a:lnTo>
                  <a:lnTo>
                    <a:pt x="1579316" y="1073601"/>
                  </a:lnTo>
                  <a:lnTo>
                    <a:pt x="1579984" y="1229356"/>
                  </a:lnTo>
                  <a:lnTo>
                    <a:pt x="1580652" y="1329485"/>
                  </a:lnTo>
                  <a:lnTo>
                    <a:pt x="1581320" y="1287765"/>
                  </a:lnTo>
                  <a:lnTo>
                    <a:pt x="1581988" y="1335048"/>
                  </a:lnTo>
                  <a:lnTo>
                    <a:pt x="1582656" y="1373986"/>
                  </a:lnTo>
                  <a:lnTo>
                    <a:pt x="1583324" y="1446302"/>
                  </a:lnTo>
                  <a:lnTo>
                    <a:pt x="1583992" y="1454646"/>
                  </a:lnTo>
                  <a:lnTo>
                    <a:pt x="1584660" y="1501929"/>
                  </a:lnTo>
                  <a:lnTo>
                    <a:pt x="1585328" y="1538086"/>
                  </a:lnTo>
                  <a:lnTo>
                    <a:pt x="1585996" y="1557556"/>
                  </a:lnTo>
                  <a:lnTo>
                    <a:pt x="1586664" y="1557556"/>
                  </a:lnTo>
                  <a:lnTo>
                    <a:pt x="1587332" y="1557556"/>
                  </a:lnTo>
                  <a:lnTo>
                    <a:pt x="1588000" y="1557556"/>
                  </a:lnTo>
                  <a:lnTo>
                    <a:pt x="1588668" y="1524179"/>
                  </a:lnTo>
                  <a:lnTo>
                    <a:pt x="1589336" y="1501929"/>
                  </a:lnTo>
                  <a:lnTo>
                    <a:pt x="1590004" y="1501929"/>
                  </a:lnTo>
                  <a:lnTo>
                    <a:pt x="1590673" y="1501929"/>
                  </a:lnTo>
                  <a:lnTo>
                    <a:pt x="1591341" y="1501929"/>
                  </a:lnTo>
                  <a:lnTo>
                    <a:pt x="1592009" y="1521398"/>
                  </a:lnTo>
                  <a:lnTo>
                    <a:pt x="1592677" y="1446302"/>
                  </a:lnTo>
                  <a:lnTo>
                    <a:pt x="1593345" y="1446302"/>
                  </a:lnTo>
                  <a:lnTo>
                    <a:pt x="1594013" y="1446302"/>
                  </a:lnTo>
                  <a:lnTo>
                    <a:pt x="1594681" y="1426832"/>
                  </a:lnTo>
                  <a:lnTo>
                    <a:pt x="1595349" y="1390675"/>
                  </a:lnTo>
                  <a:lnTo>
                    <a:pt x="1596017" y="1390675"/>
                  </a:lnTo>
                  <a:lnTo>
                    <a:pt x="1596685" y="1390675"/>
                  </a:lnTo>
                  <a:lnTo>
                    <a:pt x="1597353" y="1357298"/>
                  </a:lnTo>
                  <a:lnTo>
                    <a:pt x="1598021" y="1390675"/>
                  </a:lnTo>
                  <a:lnTo>
                    <a:pt x="1598689" y="1387893"/>
                  </a:lnTo>
                  <a:lnTo>
                    <a:pt x="1599357" y="1335048"/>
                  </a:lnTo>
                  <a:lnTo>
                    <a:pt x="1600025" y="1335048"/>
                  </a:lnTo>
                  <a:lnTo>
                    <a:pt x="1600693" y="1335048"/>
                  </a:lnTo>
                  <a:lnTo>
                    <a:pt x="1601361" y="1335048"/>
                  </a:lnTo>
                  <a:lnTo>
                    <a:pt x="1602029" y="1335048"/>
                  </a:lnTo>
                  <a:lnTo>
                    <a:pt x="1602697" y="1326704"/>
                  </a:lnTo>
                  <a:lnTo>
                    <a:pt x="1603365" y="1279421"/>
                  </a:lnTo>
                  <a:lnTo>
                    <a:pt x="1604033" y="1223794"/>
                  </a:lnTo>
                  <a:lnTo>
                    <a:pt x="1604701" y="1223794"/>
                  </a:lnTo>
                  <a:lnTo>
                    <a:pt x="1605369" y="1254388"/>
                  </a:lnTo>
                  <a:lnTo>
                    <a:pt x="1606037" y="1279421"/>
                  </a:lnTo>
                  <a:lnTo>
                    <a:pt x="1606705" y="1279421"/>
                  </a:lnTo>
                  <a:lnTo>
                    <a:pt x="1607373" y="1240482"/>
                  </a:lnTo>
                  <a:lnTo>
                    <a:pt x="1608041" y="1209887"/>
                  </a:lnTo>
                  <a:lnTo>
                    <a:pt x="1608709" y="1120884"/>
                  </a:lnTo>
                  <a:lnTo>
                    <a:pt x="1609377" y="1165385"/>
                  </a:lnTo>
                  <a:lnTo>
                    <a:pt x="1610045" y="1168166"/>
                  </a:lnTo>
                  <a:lnTo>
                    <a:pt x="1610713" y="1115321"/>
                  </a:lnTo>
                  <a:lnTo>
                    <a:pt x="1611381" y="1129228"/>
                  </a:lnTo>
                  <a:lnTo>
                    <a:pt x="1612049" y="1168166"/>
                  </a:lnTo>
                  <a:lnTo>
                    <a:pt x="1612717" y="1115321"/>
                  </a:lnTo>
                  <a:lnTo>
                    <a:pt x="1613385" y="1112540"/>
                  </a:lnTo>
                  <a:lnTo>
                    <a:pt x="1614053" y="1129228"/>
                  </a:lnTo>
                  <a:lnTo>
                    <a:pt x="1614721" y="1112540"/>
                  </a:lnTo>
                  <a:lnTo>
                    <a:pt x="1615390" y="1101414"/>
                  </a:lnTo>
                  <a:lnTo>
                    <a:pt x="1616058" y="1112540"/>
                  </a:lnTo>
                  <a:lnTo>
                    <a:pt x="1616726" y="1112540"/>
                  </a:lnTo>
                  <a:lnTo>
                    <a:pt x="1617394" y="1104195"/>
                  </a:lnTo>
                  <a:lnTo>
                    <a:pt x="1618062" y="1004067"/>
                  </a:lnTo>
                  <a:lnTo>
                    <a:pt x="1618730" y="992942"/>
                  </a:lnTo>
                  <a:lnTo>
                    <a:pt x="1619398" y="951221"/>
                  </a:lnTo>
                  <a:lnTo>
                    <a:pt x="1620066" y="1001286"/>
                  </a:lnTo>
                  <a:lnTo>
                    <a:pt x="1620734" y="1020755"/>
                  </a:lnTo>
                  <a:lnTo>
                    <a:pt x="1621402" y="1001286"/>
                  </a:lnTo>
                  <a:lnTo>
                    <a:pt x="1622070" y="1001286"/>
                  </a:lnTo>
                  <a:lnTo>
                    <a:pt x="1622738" y="1001286"/>
                  </a:lnTo>
                  <a:lnTo>
                    <a:pt x="1623406" y="951221"/>
                  </a:lnTo>
                  <a:lnTo>
                    <a:pt x="1624074" y="981816"/>
                  </a:lnTo>
                  <a:lnTo>
                    <a:pt x="1624742" y="965128"/>
                  </a:lnTo>
                  <a:lnTo>
                    <a:pt x="1625410" y="967909"/>
                  </a:lnTo>
                  <a:lnTo>
                    <a:pt x="1626078" y="903938"/>
                  </a:lnTo>
                  <a:lnTo>
                    <a:pt x="1626746" y="803810"/>
                  </a:lnTo>
                  <a:lnTo>
                    <a:pt x="1627414" y="828842"/>
                  </a:lnTo>
                  <a:lnTo>
                    <a:pt x="1628082" y="834405"/>
                  </a:lnTo>
                  <a:lnTo>
                    <a:pt x="1628750" y="737057"/>
                  </a:lnTo>
                  <a:lnTo>
                    <a:pt x="1629418" y="773215"/>
                  </a:lnTo>
                  <a:lnTo>
                    <a:pt x="1630086" y="778777"/>
                  </a:lnTo>
                  <a:lnTo>
                    <a:pt x="1630754" y="789903"/>
                  </a:lnTo>
                  <a:lnTo>
                    <a:pt x="1631422" y="689774"/>
                  </a:lnTo>
                  <a:lnTo>
                    <a:pt x="1632090" y="659179"/>
                  </a:lnTo>
                  <a:lnTo>
                    <a:pt x="1632758" y="631366"/>
                  </a:lnTo>
                  <a:lnTo>
                    <a:pt x="1633426" y="611897"/>
                  </a:lnTo>
                  <a:lnTo>
                    <a:pt x="1634094" y="617459"/>
                  </a:lnTo>
                  <a:lnTo>
                    <a:pt x="1634762" y="692556"/>
                  </a:lnTo>
                  <a:lnTo>
                    <a:pt x="1635430" y="673086"/>
                  </a:lnTo>
                  <a:lnTo>
                    <a:pt x="1636098" y="723150"/>
                  </a:lnTo>
                  <a:lnTo>
                    <a:pt x="1636766" y="723150"/>
                  </a:lnTo>
                  <a:lnTo>
                    <a:pt x="1637434" y="750964"/>
                  </a:lnTo>
                  <a:lnTo>
                    <a:pt x="1638102" y="723150"/>
                  </a:lnTo>
                  <a:lnTo>
                    <a:pt x="1638770" y="723150"/>
                  </a:lnTo>
                  <a:lnTo>
                    <a:pt x="1639438" y="723150"/>
                  </a:lnTo>
                  <a:lnTo>
                    <a:pt x="1640107" y="770433"/>
                  </a:lnTo>
                  <a:lnTo>
                    <a:pt x="1640775" y="778777"/>
                  </a:lnTo>
                  <a:lnTo>
                    <a:pt x="1641443" y="823279"/>
                  </a:lnTo>
                  <a:lnTo>
                    <a:pt x="1642111" y="906720"/>
                  </a:lnTo>
                  <a:lnTo>
                    <a:pt x="1642779" y="981816"/>
                  </a:lnTo>
                  <a:lnTo>
                    <a:pt x="1643447" y="1084726"/>
                  </a:lnTo>
                  <a:lnTo>
                    <a:pt x="1644115" y="1112540"/>
                  </a:lnTo>
                  <a:lnTo>
                    <a:pt x="1644783" y="1112540"/>
                  </a:lnTo>
                  <a:lnTo>
                    <a:pt x="1645451" y="1204324"/>
                  </a:lnTo>
                  <a:lnTo>
                    <a:pt x="1646119" y="1212668"/>
                  </a:lnTo>
                  <a:lnTo>
                    <a:pt x="1646787" y="1159822"/>
                  </a:lnTo>
                  <a:lnTo>
                    <a:pt x="1647455" y="1081945"/>
                  </a:lnTo>
                  <a:lnTo>
                    <a:pt x="1648123" y="1132009"/>
                  </a:lnTo>
                  <a:lnTo>
                    <a:pt x="1648791" y="1093070"/>
                  </a:lnTo>
                  <a:lnTo>
                    <a:pt x="1649459" y="1101414"/>
                  </a:lnTo>
                  <a:lnTo>
                    <a:pt x="1650127" y="1112540"/>
                  </a:lnTo>
                  <a:lnTo>
                    <a:pt x="1650795" y="1112540"/>
                  </a:lnTo>
                  <a:lnTo>
                    <a:pt x="1651463" y="1132009"/>
                  </a:lnTo>
                  <a:lnTo>
                    <a:pt x="1652131" y="1112540"/>
                  </a:lnTo>
                  <a:lnTo>
                    <a:pt x="1652799" y="1059694"/>
                  </a:lnTo>
                  <a:lnTo>
                    <a:pt x="1653467" y="1056912"/>
                  </a:lnTo>
                  <a:lnTo>
                    <a:pt x="1654135" y="1037443"/>
                  </a:lnTo>
                  <a:lnTo>
                    <a:pt x="1654803" y="1051350"/>
                  </a:lnTo>
                  <a:lnTo>
                    <a:pt x="1655471" y="1001286"/>
                  </a:lnTo>
                  <a:lnTo>
                    <a:pt x="1656139" y="1001286"/>
                  </a:lnTo>
                  <a:lnTo>
                    <a:pt x="1656807" y="1001286"/>
                  </a:lnTo>
                  <a:lnTo>
                    <a:pt x="1657475" y="1001286"/>
                  </a:lnTo>
                  <a:lnTo>
                    <a:pt x="1658143" y="1001286"/>
                  </a:lnTo>
                  <a:lnTo>
                    <a:pt x="1658811" y="967909"/>
                  </a:lnTo>
                  <a:lnTo>
                    <a:pt x="1659479" y="1001286"/>
                  </a:lnTo>
                  <a:lnTo>
                    <a:pt x="1660147" y="1001286"/>
                  </a:lnTo>
                  <a:lnTo>
                    <a:pt x="1660815" y="1001286"/>
                  </a:lnTo>
                  <a:lnTo>
                    <a:pt x="1661483" y="1001286"/>
                  </a:lnTo>
                  <a:lnTo>
                    <a:pt x="1662151" y="1001286"/>
                  </a:lnTo>
                  <a:lnTo>
                    <a:pt x="1662819" y="992942"/>
                  </a:lnTo>
                  <a:lnTo>
                    <a:pt x="1663487" y="992942"/>
                  </a:lnTo>
                  <a:lnTo>
                    <a:pt x="1664156" y="998504"/>
                  </a:lnTo>
                  <a:lnTo>
                    <a:pt x="1664824" y="1059694"/>
                  </a:lnTo>
                  <a:lnTo>
                    <a:pt x="1665492" y="1048568"/>
                  </a:lnTo>
                  <a:lnTo>
                    <a:pt x="1666160" y="1037443"/>
                  </a:lnTo>
                  <a:lnTo>
                    <a:pt x="1666828" y="973472"/>
                  </a:lnTo>
                  <a:lnTo>
                    <a:pt x="1667496" y="945659"/>
                  </a:lnTo>
                  <a:lnTo>
                    <a:pt x="1668164" y="945659"/>
                  </a:lnTo>
                  <a:lnTo>
                    <a:pt x="1668832" y="1001286"/>
                  </a:lnTo>
                  <a:lnTo>
                    <a:pt x="1669500" y="1043006"/>
                  </a:lnTo>
                  <a:lnTo>
                    <a:pt x="1670168" y="956784"/>
                  </a:lnTo>
                  <a:lnTo>
                    <a:pt x="1670836" y="909501"/>
                  </a:lnTo>
                  <a:lnTo>
                    <a:pt x="1671504" y="948440"/>
                  </a:lnTo>
                  <a:lnTo>
                    <a:pt x="1672172" y="1001286"/>
                  </a:lnTo>
                  <a:lnTo>
                    <a:pt x="1672840" y="998504"/>
                  </a:lnTo>
                  <a:lnTo>
                    <a:pt x="1673508" y="912282"/>
                  </a:lnTo>
                  <a:lnTo>
                    <a:pt x="1674176" y="876125"/>
                  </a:lnTo>
                  <a:lnTo>
                    <a:pt x="1674844" y="834405"/>
                  </a:lnTo>
                  <a:lnTo>
                    <a:pt x="1675512" y="828842"/>
                  </a:lnTo>
                  <a:lnTo>
                    <a:pt x="1676180" y="798247"/>
                  </a:lnTo>
                  <a:lnTo>
                    <a:pt x="1676848" y="723150"/>
                  </a:lnTo>
                  <a:lnTo>
                    <a:pt x="1677516" y="703681"/>
                  </a:lnTo>
                  <a:lnTo>
                    <a:pt x="1678184" y="667523"/>
                  </a:lnTo>
                  <a:lnTo>
                    <a:pt x="1678852" y="634147"/>
                  </a:lnTo>
                  <a:lnTo>
                    <a:pt x="1679520" y="567395"/>
                  </a:lnTo>
                  <a:lnTo>
                    <a:pt x="1680188" y="567395"/>
                  </a:lnTo>
                  <a:lnTo>
                    <a:pt x="1680856" y="575739"/>
                  </a:lnTo>
                  <a:lnTo>
                    <a:pt x="1681524" y="556269"/>
                  </a:lnTo>
                  <a:lnTo>
                    <a:pt x="1682192" y="620241"/>
                  </a:lnTo>
                  <a:lnTo>
                    <a:pt x="1682860" y="667523"/>
                  </a:lnTo>
                  <a:lnTo>
                    <a:pt x="1683528" y="709244"/>
                  </a:lnTo>
                  <a:lnTo>
                    <a:pt x="1684196" y="692555"/>
                  </a:lnTo>
                  <a:lnTo>
                    <a:pt x="1684864" y="667523"/>
                  </a:lnTo>
                  <a:lnTo>
                    <a:pt x="1685532" y="667523"/>
                  </a:lnTo>
                  <a:lnTo>
                    <a:pt x="1686200" y="673086"/>
                  </a:lnTo>
                  <a:lnTo>
                    <a:pt x="1686868" y="764871"/>
                  </a:lnTo>
                  <a:lnTo>
                    <a:pt x="1687536" y="828842"/>
                  </a:lnTo>
                  <a:lnTo>
                    <a:pt x="1688204" y="834405"/>
                  </a:lnTo>
                  <a:lnTo>
                    <a:pt x="1688873" y="820498"/>
                  </a:lnTo>
                  <a:lnTo>
                    <a:pt x="1689541" y="756527"/>
                  </a:lnTo>
                  <a:lnTo>
                    <a:pt x="1690209" y="753745"/>
                  </a:lnTo>
                  <a:lnTo>
                    <a:pt x="1690877" y="789903"/>
                  </a:lnTo>
                  <a:lnTo>
                    <a:pt x="1691545" y="834405"/>
                  </a:lnTo>
                  <a:lnTo>
                    <a:pt x="1692213" y="884469"/>
                  </a:lnTo>
                  <a:lnTo>
                    <a:pt x="1692881" y="912282"/>
                  </a:lnTo>
                  <a:lnTo>
                    <a:pt x="1693549" y="945659"/>
                  </a:lnTo>
                  <a:lnTo>
                    <a:pt x="1694217" y="962347"/>
                  </a:lnTo>
                  <a:lnTo>
                    <a:pt x="1694885" y="1001286"/>
                  </a:lnTo>
                  <a:lnTo>
                    <a:pt x="1695553" y="1029099"/>
                  </a:lnTo>
                  <a:lnTo>
                    <a:pt x="1696221" y="1112540"/>
                  </a:lnTo>
                  <a:lnTo>
                    <a:pt x="1696889" y="1148697"/>
                  </a:lnTo>
                  <a:lnTo>
                    <a:pt x="1697557" y="1170948"/>
                  </a:lnTo>
                  <a:lnTo>
                    <a:pt x="1698225" y="1193199"/>
                  </a:lnTo>
                  <a:lnTo>
                    <a:pt x="1698893" y="1190417"/>
                  </a:lnTo>
                  <a:lnTo>
                    <a:pt x="1699561" y="1223794"/>
                  </a:lnTo>
                  <a:lnTo>
                    <a:pt x="1700229" y="1237700"/>
                  </a:lnTo>
                  <a:lnTo>
                    <a:pt x="1700897" y="1195980"/>
                  </a:lnTo>
                  <a:lnTo>
                    <a:pt x="1701565" y="1223794"/>
                  </a:lnTo>
                  <a:lnTo>
                    <a:pt x="1702233" y="1223794"/>
                  </a:lnTo>
                  <a:lnTo>
                    <a:pt x="1702901" y="1223794"/>
                  </a:lnTo>
                  <a:lnTo>
                    <a:pt x="1703569" y="1223794"/>
                  </a:lnTo>
                  <a:lnTo>
                    <a:pt x="1704237" y="1187636"/>
                  </a:lnTo>
                  <a:lnTo>
                    <a:pt x="1704905" y="1168166"/>
                  </a:lnTo>
                  <a:lnTo>
                    <a:pt x="1705573" y="1173729"/>
                  </a:lnTo>
                  <a:lnTo>
                    <a:pt x="1706241" y="1170948"/>
                  </a:lnTo>
                  <a:lnTo>
                    <a:pt x="1706909" y="1223794"/>
                  </a:lnTo>
                  <a:lnTo>
                    <a:pt x="1707577" y="1223794"/>
                  </a:lnTo>
                  <a:lnTo>
                    <a:pt x="1708245" y="1182073"/>
                  </a:lnTo>
                  <a:lnTo>
                    <a:pt x="1708913" y="1118102"/>
                  </a:lnTo>
                  <a:lnTo>
                    <a:pt x="1709581" y="1118102"/>
                  </a:lnTo>
                  <a:lnTo>
                    <a:pt x="1710249" y="1168166"/>
                  </a:lnTo>
                  <a:lnTo>
                    <a:pt x="1710917" y="1168166"/>
                  </a:lnTo>
                  <a:lnTo>
                    <a:pt x="1711585" y="1168166"/>
                  </a:lnTo>
                  <a:lnTo>
                    <a:pt x="1712253" y="1168166"/>
                  </a:lnTo>
                  <a:lnTo>
                    <a:pt x="1712921" y="1168166"/>
                  </a:lnTo>
                  <a:lnTo>
                    <a:pt x="1713590" y="1143134"/>
                  </a:lnTo>
                  <a:lnTo>
                    <a:pt x="1714258" y="1112540"/>
                  </a:lnTo>
                  <a:lnTo>
                    <a:pt x="1714926" y="1140353"/>
                  </a:lnTo>
                  <a:lnTo>
                    <a:pt x="1715594" y="1168166"/>
                  </a:lnTo>
                  <a:lnTo>
                    <a:pt x="1716262" y="1168166"/>
                  </a:lnTo>
                  <a:lnTo>
                    <a:pt x="1716930" y="1184855"/>
                  </a:lnTo>
                  <a:lnTo>
                    <a:pt x="1717598" y="1279421"/>
                  </a:lnTo>
                  <a:lnTo>
                    <a:pt x="1718266" y="1279421"/>
                  </a:lnTo>
                  <a:lnTo>
                    <a:pt x="1718934" y="1279421"/>
                  </a:lnTo>
                  <a:lnTo>
                    <a:pt x="1719602" y="1279421"/>
                  </a:lnTo>
                  <a:lnTo>
                    <a:pt x="1720270" y="1279421"/>
                  </a:lnTo>
                  <a:lnTo>
                    <a:pt x="1720938" y="1312797"/>
                  </a:lnTo>
                  <a:lnTo>
                    <a:pt x="1721606" y="1335048"/>
                  </a:lnTo>
                  <a:lnTo>
                    <a:pt x="1722274" y="1337829"/>
                  </a:lnTo>
                  <a:lnTo>
                    <a:pt x="1722942" y="1365642"/>
                  </a:lnTo>
                  <a:lnTo>
                    <a:pt x="1723610" y="1368424"/>
                  </a:lnTo>
                  <a:lnTo>
                    <a:pt x="1724278" y="1335048"/>
                  </a:lnTo>
                  <a:lnTo>
                    <a:pt x="1724946" y="1373986"/>
                  </a:lnTo>
                  <a:lnTo>
                    <a:pt x="1725614" y="1437957"/>
                  </a:lnTo>
                  <a:lnTo>
                    <a:pt x="1726282" y="1415707"/>
                  </a:lnTo>
                  <a:lnTo>
                    <a:pt x="1726950" y="1390675"/>
                  </a:lnTo>
                  <a:lnTo>
                    <a:pt x="1727618" y="1376768"/>
                  </a:lnTo>
                  <a:lnTo>
                    <a:pt x="1728286" y="1301671"/>
                  </a:lnTo>
                  <a:lnTo>
                    <a:pt x="1728954" y="1273858"/>
                  </a:lnTo>
                  <a:lnTo>
                    <a:pt x="1729622" y="1187636"/>
                  </a:lnTo>
                  <a:lnTo>
                    <a:pt x="1730290" y="1204324"/>
                  </a:lnTo>
                  <a:lnTo>
                    <a:pt x="1730958" y="1279421"/>
                  </a:lnTo>
                  <a:lnTo>
                    <a:pt x="1731626" y="1279421"/>
                  </a:lnTo>
                  <a:lnTo>
                    <a:pt x="1732294" y="1234919"/>
                  </a:lnTo>
                  <a:lnTo>
                    <a:pt x="1732962" y="1201543"/>
                  </a:lnTo>
                  <a:lnTo>
                    <a:pt x="1733630" y="1168166"/>
                  </a:lnTo>
                  <a:lnTo>
                    <a:pt x="1734298" y="1145916"/>
                  </a:lnTo>
                  <a:lnTo>
                    <a:pt x="1734966" y="1073601"/>
                  </a:lnTo>
                  <a:lnTo>
                    <a:pt x="1735634" y="1056912"/>
                  </a:lnTo>
                  <a:lnTo>
                    <a:pt x="1736302" y="1056912"/>
                  </a:lnTo>
                  <a:lnTo>
                    <a:pt x="1736970" y="1056912"/>
                  </a:lnTo>
                  <a:lnTo>
                    <a:pt x="1737638" y="1001286"/>
                  </a:lnTo>
                  <a:lnTo>
                    <a:pt x="1738307" y="1001286"/>
                  </a:lnTo>
                  <a:lnTo>
                    <a:pt x="1738975" y="1001286"/>
                  </a:lnTo>
                  <a:lnTo>
                    <a:pt x="1739643" y="1034662"/>
                  </a:lnTo>
                  <a:lnTo>
                    <a:pt x="1740311" y="1076382"/>
                  </a:lnTo>
                  <a:lnTo>
                    <a:pt x="1740979" y="1079163"/>
                  </a:lnTo>
                  <a:lnTo>
                    <a:pt x="1741647" y="1056912"/>
                  </a:lnTo>
                  <a:lnTo>
                    <a:pt x="1742315" y="1056912"/>
                  </a:lnTo>
                  <a:lnTo>
                    <a:pt x="1742983" y="1084726"/>
                  </a:lnTo>
                  <a:lnTo>
                    <a:pt x="1743651" y="1026318"/>
                  </a:lnTo>
                  <a:lnTo>
                    <a:pt x="1744319" y="970691"/>
                  </a:lnTo>
                  <a:lnTo>
                    <a:pt x="1744987" y="1023536"/>
                  </a:lnTo>
                  <a:lnTo>
                    <a:pt x="1745655" y="951221"/>
                  </a:lnTo>
                  <a:lnTo>
                    <a:pt x="1746323" y="1034662"/>
                  </a:lnTo>
                  <a:lnTo>
                    <a:pt x="1746991" y="1056912"/>
                  </a:lnTo>
                  <a:lnTo>
                    <a:pt x="1747659" y="1017974"/>
                  </a:lnTo>
                  <a:lnTo>
                    <a:pt x="1748327" y="1001286"/>
                  </a:lnTo>
                  <a:lnTo>
                    <a:pt x="1748995" y="995723"/>
                  </a:lnTo>
                  <a:lnTo>
                    <a:pt x="1749663" y="928971"/>
                  </a:lnTo>
                  <a:lnTo>
                    <a:pt x="1750331" y="909501"/>
                  </a:lnTo>
                  <a:lnTo>
                    <a:pt x="1750999" y="845530"/>
                  </a:lnTo>
                  <a:lnTo>
                    <a:pt x="1751667" y="856655"/>
                  </a:lnTo>
                  <a:lnTo>
                    <a:pt x="1752335" y="789903"/>
                  </a:lnTo>
                  <a:lnTo>
                    <a:pt x="1753003" y="778777"/>
                  </a:lnTo>
                  <a:lnTo>
                    <a:pt x="1753671" y="778777"/>
                  </a:lnTo>
                  <a:lnTo>
                    <a:pt x="1754339" y="831623"/>
                  </a:lnTo>
                  <a:lnTo>
                    <a:pt x="1755007" y="834405"/>
                  </a:lnTo>
                  <a:lnTo>
                    <a:pt x="1755675" y="834405"/>
                  </a:lnTo>
                  <a:lnTo>
                    <a:pt x="1756343" y="834405"/>
                  </a:lnTo>
                  <a:lnTo>
                    <a:pt x="1757011" y="834405"/>
                  </a:lnTo>
                  <a:lnTo>
                    <a:pt x="1757679" y="864999"/>
                  </a:lnTo>
                  <a:lnTo>
                    <a:pt x="1758347" y="890032"/>
                  </a:lnTo>
                  <a:lnTo>
                    <a:pt x="1759015" y="890032"/>
                  </a:lnTo>
                  <a:lnTo>
                    <a:pt x="1759683" y="890032"/>
                  </a:lnTo>
                  <a:lnTo>
                    <a:pt x="1760351" y="970691"/>
                  </a:lnTo>
                  <a:lnTo>
                    <a:pt x="1761019" y="1040224"/>
                  </a:lnTo>
                  <a:lnTo>
                    <a:pt x="1761687" y="1062475"/>
                  </a:lnTo>
                  <a:lnTo>
                    <a:pt x="1762356" y="1154260"/>
                  </a:lnTo>
                  <a:lnTo>
                    <a:pt x="1763024" y="1112540"/>
                  </a:lnTo>
                  <a:lnTo>
                    <a:pt x="1763692" y="1112540"/>
                  </a:lnTo>
                  <a:lnTo>
                    <a:pt x="1764360" y="1148697"/>
                  </a:lnTo>
                  <a:lnTo>
                    <a:pt x="1765028" y="1168166"/>
                  </a:lnTo>
                  <a:lnTo>
                    <a:pt x="1765696" y="1209887"/>
                  </a:lnTo>
                  <a:lnTo>
                    <a:pt x="1766364" y="1312797"/>
                  </a:lnTo>
                  <a:lnTo>
                    <a:pt x="1767032" y="1365642"/>
                  </a:lnTo>
                  <a:lnTo>
                    <a:pt x="1767700" y="1351736"/>
                  </a:lnTo>
                  <a:lnTo>
                    <a:pt x="1768368" y="1401800"/>
                  </a:lnTo>
                  <a:lnTo>
                    <a:pt x="1769036" y="1488022"/>
                  </a:lnTo>
                  <a:lnTo>
                    <a:pt x="1769704" y="1485240"/>
                  </a:lnTo>
                  <a:lnTo>
                    <a:pt x="1770372" y="1446302"/>
                  </a:lnTo>
                  <a:lnTo>
                    <a:pt x="1771040" y="1401800"/>
                  </a:lnTo>
                  <a:lnTo>
                    <a:pt x="1771708" y="1390675"/>
                  </a:lnTo>
                  <a:lnTo>
                    <a:pt x="1772376" y="1390675"/>
                  </a:lnTo>
                  <a:lnTo>
                    <a:pt x="1773044" y="1390675"/>
                  </a:lnTo>
                  <a:lnTo>
                    <a:pt x="1773712" y="1390675"/>
                  </a:lnTo>
                  <a:lnTo>
                    <a:pt x="1774380" y="1390675"/>
                  </a:lnTo>
                  <a:lnTo>
                    <a:pt x="1775048" y="1390675"/>
                  </a:lnTo>
                  <a:lnTo>
                    <a:pt x="1775716" y="1390675"/>
                  </a:lnTo>
                  <a:lnTo>
                    <a:pt x="1776384" y="1390675"/>
                  </a:lnTo>
                  <a:lnTo>
                    <a:pt x="1777052" y="1390675"/>
                  </a:lnTo>
                  <a:lnTo>
                    <a:pt x="1777720" y="1390675"/>
                  </a:lnTo>
                  <a:lnTo>
                    <a:pt x="1778388" y="1390675"/>
                  </a:lnTo>
                  <a:lnTo>
                    <a:pt x="1779056" y="1396237"/>
                  </a:lnTo>
                  <a:lnTo>
                    <a:pt x="1779724" y="1446302"/>
                  </a:lnTo>
                  <a:lnTo>
                    <a:pt x="1780392" y="1446302"/>
                  </a:lnTo>
                  <a:lnTo>
                    <a:pt x="1781060" y="1446302"/>
                  </a:lnTo>
                  <a:lnTo>
                    <a:pt x="1781728" y="1446302"/>
                  </a:lnTo>
                  <a:lnTo>
                    <a:pt x="1782396" y="1396237"/>
                  </a:lnTo>
                  <a:lnTo>
                    <a:pt x="1783064" y="1390675"/>
                  </a:lnTo>
                  <a:lnTo>
                    <a:pt x="1783732" y="1390675"/>
                  </a:lnTo>
                  <a:lnTo>
                    <a:pt x="1784400" y="1485240"/>
                  </a:lnTo>
                  <a:lnTo>
                    <a:pt x="1785068" y="1501929"/>
                  </a:lnTo>
                  <a:lnTo>
                    <a:pt x="1785736" y="1446302"/>
                  </a:lnTo>
                  <a:lnTo>
                    <a:pt x="1786404" y="1460208"/>
                  </a:lnTo>
                  <a:lnTo>
                    <a:pt x="1787073" y="1501929"/>
                  </a:lnTo>
                  <a:lnTo>
                    <a:pt x="1787741" y="1543649"/>
                  </a:lnTo>
                  <a:lnTo>
                    <a:pt x="1788409" y="1557556"/>
                  </a:lnTo>
                  <a:lnTo>
                    <a:pt x="1789077" y="1557556"/>
                  </a:lnTo>
                  <a:lnTo>
                    <a:pt x="1789745" y="1507491"/>
                  </a:lnTo>
                  <a:lnTo>
                    <a:pt x="1790413" y="1468552"/>
                  </a:lnTo>
                  <a:lnTo>
                    <a:pt x="1791081" y="1446302"/>
                  </a:lnTo>
                  <a:lnTo>
                    <a:pt x="1791749" y="1446302"/>
                  </a:lnTo>
                  <a:lnTo>
                    <a:pt x="1792417" y="1446302"/>
                  </a:lnTo>
                  <a:lnTo>
                    <a:pt x="1793085" y="1410144"/>
                  </a:lnTo>
                  <a:lnTo>
                    <a:pt x="1793753" y="1390675"/>
                  </a:lnTo>
                  <a:lnTo>
                    <a:pt x="1794421" y="1390675"/>
                  </a:lnTo>
                  <a:lnTo>
                    <a:pt x="1795089" y="1390675"/>
                  </a:lnTo>
                  <a:lnTo>
                    <a:pt x="1795757" y="1390675"/>
                  </a:lnTo>
                  <a:lnTo>
                    <a:pt x="1796425" y="1382331"/>
                  </a:lnTo>
                  <a:lnTo>
                    <a:pt x="1797093" y="1335048"/>
                  </a:lnTo>
                  <a:lnTo>
                    <a:pt x="1797761" y="1335048"/>
                  </a:lnTo>
                  <a:lnTo>
                    <a:pt x="1798429" y="1335048"/>
                  </a:lnTo>
                  <a:lnTo>
                    <a:pt x="1799097" y="1382330"/>
                  </a:lnTo>
                  <a:lnTo>
                    <a:pt x="1799765" y="1390675"/>
                  </a:lnTo>
                  <a:lnTo>
                    <a:pt x="1800433" y="1390675"/>
                  </a:lnTo>
                  <a:lnTo>
                    <a:pt x="1801101" y="1390675"/>
                  </a:lnTo>
                  <a:lnTo>
                    <a:pt x="1801769" y="1390675"/>
                  </a:lnTo>
                  <a:lnTo>
                    <a:pt x="1802437" y="1440739"/>
                  </a:lnTo>
                  <a:lnTo>
                    <a:pt x="1803105" y="1387893"/>
                  </a:lnTo>
                  <a:lnTo>
                    <a:pt x="1803773" y="1329485"/>
                  </a:lnTo>
                  <a:lnTo>
                    <a:pt x="1804441" y="1279421"/>
                  </a:lnTo>
                  <a:lnTo>
                    <a:pt x="1805109" y="1273858"/>
                  </a:lnTo>
                  <a:lnTo>
                    <a:pt x="1805777" y="1168166"/>
                  </a:lnTo>
                  <a:lnTo>
                    <a:pt x="1806445" y="1215449"/>
                  </a:lnTo>
                  <a:lnTo>
                    <a:pt x="1807113" y="1254388"/>
                  </a:lnTo>
                  <a:lnTo>
                    <a:pt x="1807781" y="1223794"/>
                  </a:lnTo>
                  <a:lnTo>
                    <a:pt x="1808449" y="1223794"/>
                  </a:lnTo>
                  <a:lnTo>
                    <a:pt x="1809117" y="1223794"/>
                  </a:lnTo>
                  <a:lnTo>
                    <a:pt x="1809785" y="1209887"/>
                  </a:lnTo>
                  <a:lnTo>
                    <a:pt x="1810453" y="1223794"/>
                  </a:lnTo>
                  <a:lnTo>
                    <a:pt x="1811121" y="1223794"/>
                  </a:lnTo>
                  <a:lnTo>
                    <a:pt x="1811790" y="1223794"/>
                  </a:lnTo>
                  <a:lnTo>
                    <a:pt x="1812458" y="1223794"/>
                  </a:lnTo>
                  <a:lnTo>
                    <a:pt x="1813126" y="1215449"/>
                  </a:lnTo>
                  <a:lnTo>
                    <a:pt x="1813794" y="1223794"/>
                  </a:lnTo>
                  <a:lnTo>
                    <a:pt x="1814462" y="1223794"/>
                  </a:lnTo>
                  <a:lnTo>
                    <a:pt x="1815130" y="1223794"/>
                  </a:lnTo>
                  <a:lnTo>
                    <a:pt x="1815798" y="1223794"/>
                  </a:lnTo>
                  <a:lnTo>
                    <a:pt x="1816466" y="1223794"/>
                  </a:lnTo>
                  <a:lnTo>
                    <a:pt x="1817134" y="1223794"/>
                  </a:lnTo>
                  <a:lnTo>
                    <a:pt x="1817802" y="1223794"/>
                  </a:lnTo>
                  <a:lnTo>
                    <a:pt x="1818470" y="1223794"/>
                  </a:lnTo>
                  <a:lnTo>
                    <a:pt x="1819138" y="1223794"/>
                  </a:lnTo>
                  <a:lnTo>
                    <a:pt x="1819806" y="1279421"/>
                  </a:lnTo>
                  <a:lnTo>
                    <a:pt x="1820474" y="1337829"/>
                  </a:lnTo>
                  <a:lnTo>
                    <a:pt x="1821142" y="1390675"/>
                  </a:lnTo>
                  <a:lnTo>
                    <a:pt x="1821810" y="1354517"/>
                  </a:lnTo>
                  <a:lnTo>
                    <a:pt x="1822478" y="1443520"/>
                  </a:lnTo>
                  <a:lnTo>
                    <a:pt x="1823146" y="1446302"/>
                  </a:lnTo>
                  <a:lnTo>
                    <a:pt x="1823814" y="1393456"/>
                  </a:lnTo>
                  <a:lnTo>
                    <a:pt x="1824482" y="1415707"/>
                  </a:lnTo>
                  <a:lnTo>
                    <a:pt x="1825150" y="1354517"/>
                  </a:lnTo>
                  <a:lnTo>
                    <a:pt x="1825818" y="1335048"/>
                  </a:lnTo>
                  <a:lnTo>
                    <a:pt x="1826486" y="1379549"/>
                  </a:lnTo>
                  <a:lnTo>
                    <a:pt x="1827154" y="1390675"/>
                  </a:lnTo>
                  <a:lnTo>
                    <a:pt x="1827822" y="1390675"/>
                  </a:lnTo>
                  <a:lnTo>
                    <a:pt x="1828490" y="1390675"/>
                  </a:lnTo>
                  <a:lnTo>
                    <a:pt x="1829158" y="1390675"/>
                  </a:lnTo>
                  <a:lnTo>
                    <a:pt x="1829826" y="1360080"/>
                  </a:lnTo>
                  <a:lnTo>
                    <a:pt x="1830494" y="1390675"/>
                  </a:lnTo>
                  <a:lnTo>
                    <a:pt x="1831162" y="1390675"/>
                  </a:lnTo>
                  <a:lnTo>
                    <a:pt x="1831830" y="1340610"/>
                  </a:lnTo>
                  <a:lnTo>
                    <a:pt x="1832498" y="1279421"/>
                  </a:lnTo>
                  <a:lnTo>
                    <a:pt x="1833166" y="1279421"/>
                  </a:lnTo>
                  <a:lnTo>
                    <a:pt x="1833834" y="1279421"/>
                  </a:lnTo>
                  <a:lnTo>
                    <a:pt x="1834502" y="1279421"/>
                  </a:lnTo>
                  <a:lnTo>
                    <a:pt x="1835170" y="1279421"/>
                  </a:lnTo>
                  <a:lnTo>
                    <a:pt x="1835838" y="1251607"/>
                  </a:lnTo>
                  <a:lnTo>
                    <a:pt x="1836507" y="1198761"/>
                  </a:lnTo>
                  <a:lnTo>
                    <a:pt x="1837175" y="1168166"/>
                  </a:lnTo>
                  <a:lnTo>
                    <a:pt x="1837843" y="1168166"/>
                  </a:lnTo>
                  <a:lnTo>
                    <a:pt x="1838511" y="1204324"/>
                  </a:lnTo>
                  <a:lnTo>
                    <a:pt x="1839179" y="1223794"/>
                  </a:lnTo>
                  <a:lnTo>
                    <a:pt x="1839847" y="1190417"/>
                  </a:lnTo>
                  <a:lnTo>
                    <a:pt x="1840515" y="1218231"/>
                  </a:lnTo>
                  <a:lnTo>
                    <a:pt x="1841183" y="1248826"/>
                  </a:lnTo>
                  <a:lnTo>
                    <a:pt x="1841851" y="1312797"/>
                  </a:lnTo>
                  <a:lnTo>
                    <a:pt x="1842519" y="1335048"/>
                  </a:lnTo>
                  <a:lnTo>
                    <a:pt x="1843187" y="1335048"/>
                  </a:lnTo>
                  <a:lnTo>
                    <a:pt x="1843855" y="1335048"/>
                  </a:lnTo>
                  <a:lnTo>
                    <a:pt x="1844523" y="1335048"/>
                  </a:lnTo>
                  <a:lnTo>
                    <a:pt x="1845191" y="1335048"/>
                  </a:lnTo>
                  <a:lnTo>
                    <a:pt x="1845859" y="1335048"/>
                  </a:lnTo>
                  <a:lnTo>
                    <a:pt x="1846527" y="1373986"/>
                  </a:lnTo>
                  <a:lnTo>
                    <a:pt x="1847195" y="1390675"/>
                  </a:lnTo>
                  <a:lnTo>
                    <a:pt x="1847863" y="1390675"/>
                  </a:lnTo>
                  <a:lnTo>
                    <a:pt x="1848531" y="1437957"/>
                  </a:lnTo>
                  <a:lnTo>
                    <a:pt x="1849199" y="1499147"/>
                  </a:lnTo>
                  <a:lnTo>
                    <a:pt x="1849867" y="1501929"/>
                  </a:lnTo>
                  <a:lnTo>
                    <a:pt x="1850535" y="1501929"/>
                  </a:lnTo>
                  <a:lnTo>
                    <a:pt x="1851203" y="1501929"/>
                  </a:lnTo>
                  <a:lnTo>
                    <a:pt x="1851871" y="1496366"/>
                  </a:lnTo>
                  <a:lnTo>
                    <a:pt x="1852539" y="1418488"/>
                  </a:lnTo>
                  <a:lnTo>
                    <a:pt x="1853207" y="1468552"/>
                  </a:lnTo>
                  <a:lnTo>
                    <a:pt x="1853875" y="1501929"/>
                  </a:lnTo>
                  <a:lnTo>
                    <a:pt x="1854543" y="1474115"/>
                  </a:lnTo>
                  <a:lnTo>
                    <a:pt x="1855211" y="1446302"/>
                  </a:lnTo>
                  <a:lnTo>
                    <a:pt x="1855879" y="1373987"/>
                  </a:lnTo>
                  <a:lnTo>
                    <a:pt x="1856547" y="1357298"/>
                  </a:lnTo>
                  <a:lnTo>
                    <a:pt x="1857215" y="1335048"/>
                  </a:lnTo>
                  <a:lnTo>
                    <a:pt x="1857883" y="1273858"/>
                  </a:lnTo>
                  <a:lnTo>
                    <a:pt x="1858551" y="1198761"/>
                  </a:lnTo>
                  <a:lnTo>
                    <a:pt x="1859219" y="1137572"/>
                  </a:lnTo>
                  <a:lnTo>
                    <a:pt x="1859887" y="1095851"/>
                  </a:lnTo>
                  <a:lnTo>
                    <a:pt x="1860556" y="1015192"/>
                  </a:lnTo>
                  <a:lnTo>
                    <a:pt x="1861224" y="970691"/>
                  </a:lnTo>
                  <a:lnTo>
                    <a:pt x="1861892" y="945659"/>
                  </a:lnTo>
                  <a:lnTo>
                    <a:pt x="1862560" y="945659"/>
                  </a:lnTo>
                  <a:lnTo>
                    <a:pt x="1863228" y="945659"/>
                  </a:lnTo>
                  <a:lnTo>
                    <a:pt x="1863896" y="862218"/>
                  </a:lnTo>
                  <a:lnTo>
                    <a:pt x="1864564" y="723150"/>
                  </a:lnTo>
                  <a:lnTo>
                    <a:pt x="1865232" y="723150"/>
                  </a:lnTo>
                  <a:lnTo>
                    <a:pt x="1865900" y="723150"/>
                  </a:lnTo>
                  <a:lnTo>
                    <a:pt x="1866568" y="681430"/>
                  </a:lnTo>
                  <a:lnTo>
                    <a:pt x="1867236" y="611897"/>
                  </a:lnTo>
                  <a:lnTo>
                    <a:pt x="1867904" y="611897"/>
                  </a:lnTo>
                  <a:lnTo>
                    <a:pt x="1868572" y="534019"/>
                  </a:lnTo>
                  <a:lnTo>
                    <a:pt x="1869240" y="606334"/>
                  </a:lnTo>
                  <a:lnTo>
                    <a:pt x="1869908" y="611897"/>
                  </a:lnTo>
                  <a:lnTo>
                    <a:pt x="1870576" y="611897"/>
                  </a:lnTo>
                  <a:lnTo>
                    <a:pt x="1871244" y="636929"/>
                  </a:lnTo>
                  <a:lnTo>
                    <a:pt x="1871912" y="636929"/>
                  </a:lnTo>
                  <a:lnTo>
                    <a:pt x="1872580" y="678649"/>
                  </a:lnTo>
                  <a:lnTo>
                    <a:pt x="1873248" y="728713"/>
                  </a:lnTo>
                  <a:lnTo>
                    <a:pt x="1873916" y="778777"/>
                  </a:lnTo>
                  <a:lnTo>
                    <a:pt x="1874584" y="789903"/>
                  </a:lnTo>
                  <a:lnTo>
                    <a:pt x="1875252" y="856655"/>
                  </a:lnTo>
                  <a:lnTo>
                    <a:pt x="1875920" y="917845"/>
                  </a:lnTo>
                  <a:lnTo>
                    <a:pt x="1876588" y="959565"/>
                  </a:lnTo>
                  <a:lnTo>
                    <a:pt x="1877256" y="1040224"/>
                  </a:lnTo>
                  <a:lnTo>
                    <a:pt x="1877924" y="1084726"/>
                  </a:lnTo>
                  <a:lnTo>
                    <a:pt x="1878592" y="1081945"/>
                  </a:lnTo>
                  <a:lnTo>
                    <a:pt x="1879260" y="987379"/>
                  </a:lnTo>
                  <a:lnTo>
                    <a:pt x="1879928" y="945659"/>
                  </a:lnTo>
                  <a:lnTo>
                    <a:pt x="1880596" y="923408"/>
                  </a:lnTo>
                  <a:lnTo>
                    <a:pt x="1881264" y="1056912"/>
                  </a:lnTo>
                  <a:lnTo>
                    <a:pt x="1881932" y="1015192"/>
                  </a:lnTo>
                  <a:lnTo>
                    <a:pt x="1882600" y="998504"/>
                  </a:lnTo>
                  <a:lnTo>
                    <a:pt x="1883268" y="981816"/>
                  </a:lnTo>
                  <a:lnTo>
                    <a:pt x="1883936" y="1056912"/>
                  </a:lnTo>
                  <a:lnTo>
                    <a:pt x="1884604" y="1020755"/>
                  </a:lnTo>
                  <a:lnTo>
                    <a:pt x="1885273" y="1076382"/>
                  </a:lnTo>
                  <a:lnTo>
                    <a:pt x="1885941" y="1112540"/>
                  </a:lnTo>
                  <a:lnTo>
                    <a:pt x="1886609" y="1112540"/>
                  </a:lnTo>
                  <a:lnTo>
                    <a:pt x="1887277" y="1112540"/>
                  </a:lnTo>
                  <a:lnTo>
                    <a:pt x="1887945" y="1112540"/>
                  </a:lnTo>
                  <a:lnTo>
                    <a:pt x="1888613" y="1115321"/>
                  </a:lnTo>
                  <a:lnTo>
                    <a:pt x="1889281" y="1095851"/>
                  </a:lnTo>
                  <a:lnTo>
                    <a:pt x="1889949" y="1015192"/>
                  </a:lnTo>
                  <a:lnTo>
                    <a:pt x="1890617" y="1001286"/>
                  </a:lnTo>
                  <a:lnTo>
                    <a:pt x="1891285" y="1043006"/>
                  </a:lnTo>
                  <a:lnTo>
                    <a:pt x="1891953" y="1056912"/>
                  </a:lnTo>
                  <a:lnTo>
                    <a:pt x="1892621" y="1056912"/>
                  </a:lnTo>
                  <a:lnTo>
                    <a:pt x="1893289" y="1056912"/>
                  </a:lnTo>
                  <a:lnTo>
                    <a:pt x="1893957" y="1056912"/>
                  </a:lnTo>
                  <a:lnTo>
                    <a:pt x="1894625" y="1056912"/>
                  </a:lnTo>
                  <a:lnTo>
                    <a:pt x="1895293" y="1081945"/>
                  </a:lnTo>
                  <a:lnTo>
                    <a:pt x="1895961" y="1179292"/>
                  </a:lnTo>
                  <a:lnTo>
                    <a:pt x="1896629" y="1223794"/>
                  </a:lnTo>
                  <a:lnTo>
                    <a:pt x="1897297" y="1312797"/>
                  </a:lnTo>
                  <a:lnTo>
                    <a:pt x="1897965" y="1335048"/>
                  </a:lnTo>
                  <a:lnTo>
                    <a:pt x="1898633" y="1337829"/>
                  </a:lnTo>
                  <a:lnTo>
                    <a:pt x="1899301" y="1279421"/>
                  </a:lnTo>
                  <a:lnTo>
                    <a:pt x="1899969" y="1262732"/>
                  </a:lnTo>
                  <a:lnTo>
                    <a:pt x="1900637" y="1215449"/>
                  </a:lnTo>
                  <a:lnTo>
                    <a:pt x="1901305" y="1201543"/>
                  </a:lnTo>
                  <a:lnTo>
                    <a:pt x="1901973" y="1223794"/>
                  </a:lnTo>
                  <a:lnTo>
                    <a:pt x="1902641" y="1140353"/>
                  </a:lnTo>
                  <a:lnTo>
                    <a:pt x="1903309" y="1051350"/>
                  </a:lnTo>
                  <a:lnTo>
                    <a:pt x="1903977" y="1001286"/>
                  </a:lnTo>
                  <a:lnTo>
                    <a:pt x="1904645" y="959565"/>
                  </a:lnTo>
                  <a:lnTo>
                    <a:pt x="1905313" y="967909"/>
                  </a:lnTo>
                  <a:lnTo>
                    <a:pt x="1905981" y="1015192"/>
                  </a:lnTo>
                  <a:lnTo>
                    <a:pt x="1906649" y="1095851"/>
                  </a:lnTo>
                  <a:lnTo>
                    <a:pt x="1907317" y="1112540"/>
                  </a:lnTo>
                  <a:lnTo>
                    <a:pt x="1907985" y="1112540"/>
                  </a:lnTo>
                  <a:lnTo>
                    <a:pt x="1908653" y="1112540"/>
                  </a:lnTo>
                  <a:lnTo>
                    <a:pt x="1909321" y="1051350"/>
                  </a:lnTo>
                  <a:lnTo>
                    <a:pt x="1909990" y="1001286"/>
                  </a:lnTo>
                  <a:lnTo>
                    <a:pt x="1910658" y="1001286"/>
                  </a:lnTo>
                  <a:lnTo>
                    <a:pt x="1911326" y="1001286"/>
                  </a:lnTo>
                  <a:lnTo>
                    <a:pt x="1911994" y="1001286"/>
                  </a:lnTo>
                  <a:lnTo>
                    <a:pt x="1912662" y="1001286"/>
                  </a:lnTo>
                  <a:lnTo>
                    <a:pt x="1913330" y="1001286"/>
                  </a:lnTo>
                  <a:lnTo>
                    <a:pt x="1913998" y="1001286"/>
                  </a:lnTo>
                  <a:lnTo>
                    <a:pt x="1914666" y="1001286"/>
                  </a:lnTo>
                  <a:lnTo>
                    <a:pt x="1915334" y="1031880"/>
                  </a:lnTo>
                  <a:lnTo>
                    <a:pt x="1916002" y="1112540"/>
                  </a:lnTo>
                  <a:lnTo>
                    <a:pt x="1916670" y="1179292"/>
                  </a:lnTo>
                  <a:lnTo>
                    <a:pt x="1917338" y="1223794"/>
                  </a:lnTo>
                  <a:lnTo>
                    <a:pt x="1918006" y="1218231"/>
                  </a:lnTo>
                  <a:lnTo>
                    <a:pt x="1918674" y="1168166"/>
                  </a:lnTo>
                  <a:lnTo>
                    <a:pt x="1919342" y="1246044"/>
                  </a:lnTo>
                  <a:lnTo>
                    <a:pt x="1920010" y="1335048"/>
                  </a:lnTo>
                  <a:lnTo>
                    <a:pt x="1920678" y="1390675"/>
                  </a:lnTo>
                  <a:lnTo>
                    <a:pt x="1921346" y="1429613"/>
                  </a:lnTo>
                  <a:lnTo>
                    <a:pt x="1922014" y="1401800"/>
                  </a:lnTo>
                  <a:lnTo>
                    <a:pt x="1922682" y="1390675"/>
                  </a:lnTo>
                  <a:lnTo>
                    <a:pt x="1923350" y="1390675"/>
                  </a:lnTo>
                  <a:lnTo>
                    <a:pt x="1924018" y="1373987"/>
                  </a:lnTo>
                  <a:lnTo>
                    <a:pt x="1924686" y="1335048"/>
                  </a:lnTo>
                  <a:lnTo>
                    <a:pt x="1925354" y="1335048"/>
                  </a:lnTo>
                  <a:lnTo>
                    <a:pt x="1926022" y="1390675"/>
                  </a:lnTo>
                  <a:lnTo>
                    <a:pt x="1926690" y="1446302"/>
                  </a:lnTo>
                  <a:lnTo>
                    <a:pt x="1927358" y="1446302"/>
                  </a:lnTo>
                  <a:lnTo>
                    <a:pt x="1928026" y="1446302"/>
                  </a:lnTo>
                  <a:lnTo>
                    <a:pt x="1928694" y="1446302"/>
                  </a:lnTo>
                  <a:lnTo>
                    <a:pt x="1929362" y="1446302"/>
                  </a:lnTo>
                  <a:lnTo>
                    <a:pt x="1930030" y="1446302"/>
                  </a:lnTo>
                  <a:lnTo>
                    <a:pt x="1930698" y="1424051"/>
                  </a:lnTo>
                  <a:lnTo>
                    <a:pt x="1931366" y="1390675"/>
                  </a:lnTo>
                  <a:lnTo>
                    <a:pt x="1932034" y="1390675"/>
                  </a:lnTo>
                  <a:lnTo>
                    <a:pt x="1932702" y="1390675"/>
                  </a:lnTo>
                  <a:lnTo>
                    <a:pt x="1933370" y="1390675"/>
                  </a:lnTo>
                  <a:lnTo>
                    <a:pt x="1934039" y="1393456"/>
                  </a:lnTo>
                  <a:lnTo>
                    <a:pt x="1934707" y="1446302"/>
                  </a:lnTo>
                  <a:lnTo>
                    <a:pt x="1935375" y="1446302"/>
                  </a:lnTo>
                  <a:lnTo>
                    <a:pt x="1936043" y="1429613"/>
                  </a:lnTo>
                  <a:lnTo>
                    <a:pt x="1936711" y="1390675"/>
                  </a:lnTo>
                  <a:lnTo>
                    <a:pt x="1937379" y="1390675"/>
                  </a:lnTo>
                  <a:lnTo>
                    <a:pt x="1938047" y="1390675"/>
                  </a:lnTo>
                  <a:lnTo>
                    <a:pt x="1938715" y="1432395"/>
                  </a:lnTo>
                  <a:lnTo>
                    <a:pt x="1939383" y="1446302"/>
                  </a:lnTo>
                  <a:lnTo>
                    <a:pt x="1940051" y="1446302"/>
                  </a:lnTo>
                  <a:lnTo>
                    <a:pt x="1940719" y="1460208"/>
                  </a:lnTo>
                  <a:lnTo>
                    <a:pt x="1941387" y="1490803"/>
                  </a:lnTo>
                  <a:lnTo>
                    <a:pt x="1942055" y="1446302"/>
                  </a:lnTo>
                  <a:lnTo>
                    <a:pt x="1942723" y="1382331"/>
                  </a:lnTo>
                  <a:lnTo>
                    <a:pt x="1943391" y="1335048"/>
                  </a:lnTo>
                  <a:lnTo>
                    <a:pt x="1944059" y="1326704"/>
                  </a:lnTo>
                  <a:lnTo>
                    <a:pt x="1944727" y="1240482"/>
                  </a:lnTo>
                  <a:lnTo>
                    <a:pt x="1945395" y="1223794"/>
                  </a:lnTo>
                  <a:lnTo>
                    <a:pt x="1946063" y="1193199"/>
                  </a:lnTo>
                  <a:lnTo>
                    <a:pt x="1946731" y="1073601"/>
                  </a:lnTo>
                  <a:lnTo>
                    <a:pt x="1947399" y="1076382"/>
                  </a:lnTo>
                  <a:lnTo>
                    <a:pt x="1948067" y="1087507"/>
                  </a:lnTo>
                  <a:lnTo>
                    <a:pt x="1948735" y="956784"/>
                  </a:lnTo>
                  <a:lnTo>
                    <a:pt x="1949403" y="878906"/>
                  </a:lnTo>
                  <a:lnTo>
                    <a:pt x="1950071" y="809372"/>
                  </a:lnTo>
                  <a:lnTo>
                    <a:pt x="1950739" y="778777"/>
                  </a:lnTo>
                  <a:lnTo>
                    <a:pt x="1951407" y="720369"/>
                  </a:lnTo>
                  <a:lnTo>
                    <a:pt x="1952075" y="692555"/>
                  </a:lnTo>
                  <a:lnTo>
                    <a:pt x="1952743" y="681430"/>
                  </a:lnTo>
                  <a:lnTo>
                    <a:pt x="1953411" y="723150"/>
                  </a:lnTo>
                  <a:lnTo>
                    <a:pt x="1954079" y="723150"/>
                  </a:lnTo>
                  <a:lnTo>
                    <a:pt x="1954747" y="723150"/>
                  </a:lnTo>
                  <a:lnTo>
                    <a:pt x="1955415" y="675868"/>
                  </a:lnTo>
                  <a:lnTo>
                    <a:pt x="1956083" y="559051"/>
                  </a:lnTo>
                  <a:lnTo>
                    <a:pt x="1956751" y="503424"/>
                  </a:lnTo>
                  <a:lnTo>
                    <a:pt x="1957419" y="500643"/>
                  </a:lnTo>
                  <a:lnTo>
                    <a:pt x="1958087" y="508987"/>
                  </a:lnTo>
                  <a:lnTo>
                    <a:pt x="1958756" y="556269"/>
                  </a:lnTo>
                  <a:lnTo>
                    <a:pt x="1959424" y="614678"/>
                  </a:lnTo>
                  <a:lnTo>
                    <a:pt x="1960092" y="667523"/>
                  </a:lnTo>
                  <a:lnTo>
                    <a:pt x="1960760" y="673086"/>
                  </a:lnTo>
                  <a:lnTo>
                    <a:pt x="1961428" y="759308"/>
                  </a:lnTo>
                  <a:lnTo>
                    <a:pt x="1962096" y="723150"/>
                  </a:lnTo>
                  <a:lnTo>
                    <a:pt x="1962764" y="748183"/>
                  </a:lnTo>
                  <a:lnTo>
                    <a:pt x="1963432" y="870562"/>
                  </a:lnTo>
                  <a:lnTo>
                    <a:pt x="1964100" y="890032"/>
                  </a:lnTo>
                  <a:lnTo>
                    <a:pt x="1964768" y="912282"/>
                  </a:lnTo>
                  <a:lnTo>
                    <a:pt x="1965436" y="1012411"/>
                  </a:lnTo>
                  <a:lnTo>
                    <a:pt x="1966104" y="1017974"/>
                  </a:lnTo>
                  <a:lnTo>
                    <a:pt x="1966772" y="1079163"/>
                  </a:lnTo>
                  <a:lnTo>
                    <a:pt x="1967440" y="1112540"/>
                  </a:lnTo>
                  <a:lnTo>
                    <a:pt x="1968108" y="1165385"/>
                  </a:lnTo>
                  <a:lnTo>
                    <a:pt x="1968776" y="1251607"/>
                  </a:lnTo>
                  <a:lnTo>
                    <a:pt x="1969444" y="1279421"/>
                  </a:lnTo>
                  <a:lnTo>
                    <a:pt x="1970112" y="1279421"/>
                  </a:lnTo>
                  <a:lnTo>
                    <a:pt x="1970780" y="1279421"/>
                  </a:lnTo>
                  <a:lnTo>
                    <a:pt x="1971448" y="1251607"/>
                  </a:lnTo>
                  <a:lnTo>
                    <a:pt x="1972116" y="1265514"/>
                  </a:lnTo>
                  <a:lnTo>
                    <a:pt x="1972784" y="1385112"/>
                  </a:lnTo>
                  <a:lnTo>
                    <a:pt x="1973452" y="1440739"/>
                  </a:lnTo>
                  <a:lnTo>
                    <a:pt x="1974120" y="1446302"/>
                  </a:lnTo>
                  <a:lnTo>
                    <a:pt x="1974788" y="1446302"/>
                  </a:lnTo>
                  <a:lnTo>
                    <a:pt x="1975456" y="1446302"/>
                  </a:lnTo>
                  <a:lnTo>
                    <a:pt x="1976124" y="1446302"/>
                  </a:lnTo>
                  <a:lnTo>
                    <a:pt x="1976792" y="1446302"/>
                  </a:lnTo>
                  <a:lnTo>
                    <a:pt x="1977460" y="1446302"/>
                  </a:lnTo>
                  <a:lnTo>
                    <a:pt x="1978128" y="1446302"/>
                  </a:lnTo>
                  <a:lnTo>
                    <a:pt x="1978796" y="1499147"/>
                  </a:lnTo>
                  <a:lnTo>
                    <a:pt x="1979464" y="1501929"/>
                  </a:lnTo>
                  <a:lnTo>
                    <a:pt x="1980132" y="1501929"/>
                  </a:lnTo>
                  <a:lnTo>
                    <a:pt x="1980800" y="1501929"/>
                  </a:lnTo>
                  <a:lnTo>
                    <a:pt x="1981468" y="1501929"/>
                  </a:lnTo>
                  <a:lnTo>
                    <a:pt x="1982136" y="1524179"/>
                  </a:lnTo>
                  <a:lnTo>
                    <a:pt x="1982804" y="1554774"/>
                  </a:lnTo>
                  <a:lnTo>
                    <a:pt x="1983473" y="1501929"/>
                  </a:lnTo>
                  <a:lnTo>
                    <a:pt x="1984141" y="1501929"/>
                  </a:lnTo>
                  <a:lnTo>
                    <a:pt x="1984809" y="1501929"/>
                  </a:lnTo>
                  <a:lnTo>
                    <a:pt x="1985477" y="1501929"/>
                  </a:lnTo>
                  <a:lnTo>
                    <a:pt x="1986145" y="1451864"/>
                  </a:lnTo>
                  <a:lnTo>
                    <a:pt x="1986813" y="1446302"/>
                  </a:lnTo>
                  <a:lnTo>
                    <a:pt x="1987481" y="1446302"/>
                  </a:lnTo>
                  <a:lnTo>
                    <a:pt x="1988149" y="1471334"/>
                  </a:lnTo>
                  <a:lnTo>
                    <a:pt x="1988817" y="1501929"/>
                  </a:lnTo>
                  <a:lnTo>
                    <a:pt x="1989485" y="1501929"/>
                  </a:lnTo>
                  <a:lnTo>
                    <a:pt x="1990153" y="1501929"/>
                  </a:lnTo>
                  <a:lnTo>
                    <a:pt x="1990821" y="1501929"/>
                  </a:lnTo>
                  <a:lnTo>
                    <a:pt x="1991489" y="1501929"/>
                  </a:lnTo>
                  <a:lnTo>
                    <a:pt x="1992157" y="1501929"/>
                  </a:lnTo>
                  <a:lnTo>
                    <a:pt x="1992825" y="1501929"/>
                  </a:lnTo>
                  <a:lnTo>
                    <a:pt x="1993493" y="1501929"/>
                  </a:lnTo>
                  <a:lnTo>
                    <a:pt x="1994161" y="1501929"/>
                  </a:lnTo>
                  <a:lnTo>
                    <a:pt x="1994829" y="1501929"/>
                  </a:lnTo>
                  <a:lnTo>
                    <a:pt x="1995497" y="1501929"/>
                  </a:lnTo>
                  <a:lnTo>
                    <a:pt x="1996165" y="1501929"/>
                  </a:lnTo>
                  <a:lnTo>
                    <a:pt x="1996833" y="1501929"/>
                  </a:lnTo>
                  <a:lnTo>
                    <a:pt x="1997501" y="1501929"/>
                  </a:lnTo>
                  <a:lnTo>
                    <a:pt x="1998169" y="1443520"/>
                  </a:lnTo>
                  <a:lnTo>
                    <a:pt x="1998837" y="1390675"/>
                  </a:lnTo>
                  <a:lnTo>
                    <a:pt x="1999505" y="1418488"/>
                  </a:lnTo>
                  <a:lnTo>
                    <a:pt x="2000173" y="1399019"/>
                  </a:lnTo>
                  <a:lnTo>
                    <a:pt x="2000841" y="1379549"/>
                  </a:lnTo>
                  <a:lnTo>
                    <a:pt x="2001509" y="1293327"/>
                  </a:lnTo>
                  <a:lnTo>
                    <a:pt x="2002177" y="1229356"/>
                  </a:lnTo>
                  <a:lnTo>
                    <a:pt x="2002845" y="1215449"/>
                  </a:lnTo>
                  <a:lnTo>
                    <a:pt x="2003513" y="1223794"/>
                  </a:lnTo>
                  <a:lnTo>
                    <a:pt x="2004181" y="1223794"/>
                  </a:lnTo>
                  <a:lnTo>
                    <a:pt x="2004849" y="1223794"/>
                  </a:lnTo>
                  <a:lnTo>
                    <a:pt x="2005517" y="1223794"/>
                  </a:lnTo>
                  <a:lnTo>
                    <a:pt x="2006185" y="1168166"/>
                  </a:lnTo>
                  <a:lnTo>
                    <a:pt x="2006853" y="1087507"/>
                  </a:lnTo>
                  <a:lnTo>
                    <a:pt x="2007521" y="984598"/>
                  </a:lnTo>
                  <a:lnTo>
                    <a:pt x="2008190" y="945659"/>
                  </a:lnTo>
                  <a:lnTo>
                    <a:pt x="2008858" y="945659"/>
                  </a:lnTo>
                  <a:lnTo>
                    <a:pt x="2009526" y="945659"/>
                  </a:lnTo>
                  <a:lnTo>
                    <a:pt x="2010194" y="903938"/>
                  </a:lnTo>
                  <a:lnTo>
                    <a:pt x="2010862" y="890032"/>
                  </a:lnTo>
                  <a:lnTo>
                    <a:pt x="2011530" y="887250"/>
                  </a:lnTo>
                  <a:lnTo>
                    <a:pt x="2012198" y="834405"/>
                  </a:lnTo>
                  <a:lnTo>
                    <a:pt x="2012866" y="834405"/>
                  </a:lnTo>
                  <a:lnTo>
                    <a:pt x="2013534" y="834405"/>
                  </a:lnTo>
                  <a:lnTo>
                    <a:pt x="2014202" y="798247"/>
                  </a:lnTo>
                  <a:lnTo>
                    <a:pt x="2014870" y="831623"/>
                  </a:lnTo>
                  <a:lnTo>
                    <a:pt x="2015538" y="890032"/>
                  </a:lnTo>
                  <a:lnTo>
                    <a:pt x="2016206" y="901157"/>
                  </a:lnTo>
                  <a:lnTo>
                    <a:pt x="2016874" y="970691"/>
                  </a:lnTo>
                  <a:lnTo>
                    <a:pt x="2017542" y="923408"/>
                  </a:lnTo>
                  <a:lnTo>
                    <a:pt x="2018210" y="976254"/>
                  </a:lnTo>
                  <a:lnTo>
                    <a:pt x="2018878" y="992942"/>
                  </a:lnTo>
                  <a:lnTo>
                    <a:pt x="2019546" y="1012411"/>
                  </a:lnTo>
                  <a:lnTo>
                    <a:pt x="2020214" y="981816"/>
                  </a:lnTo>
                  <a:lnTo>
                    <a:pt x="2020882" y="945659"/>
                  </a:lnTo>
                  <a:lnTo>
                    <a:pt x="2021550" y="892813"/>
                  </a:lnTo>
                  <a:lnTo>
                    <a:pt x="2022218" y="859437"/>
                  </a:lnTo>
                  <a:lnTo>
                    <a:pt x="2022886" y="884469"/>
                  </a:lnTo>
                  <a:lnTo>
                    <a:pt x="2023554" y="967909"/>
                  </a:lnTo>
                  <a:lnTo>
                    <a:pt x="2024222" y="1065256"/>
                  </a:lnTo>
                  <a:lnTo>
                    <a:pt x="2024890" y="1056912"/>
                  </a:lnTo>
                  <a:lnTo>
                    <a:pt x="2025558" y="1056912"/>
                  </a:lnTo>
                  <a:lnTo>
                    <a:pt x="2026226" y="1056912"/>
                  </a:lnTo>
                  <a:lnTo>
                    <a:pt x="2026894" y="1095851"/>
                  </a:lnTo>
                  <a:lnTo>
                    <a:pt x="2027562" y="1065256"/>
                  </a:lnTo>
                  <a:lnTo>
                    <a:pt x="2028230" y="1056912"/>
                  </a:lnTo>
                  <a:lnTo>
                    <a:pt x="2028898" y="1112540"/>
                  </a:lnTo>
                  <a:lnTo>
                    <a:pt x="2029566" y="1112540"/>
                  </a:lnTo>
                  <a:lnTo>
                    <a:pt x="2030234" y="1112540"/>
                  </a:lnTo>
                  <a:lnTo>
                    <a:pt x="2030902" y="1145916"/>
                  </a:lnTo>
                  <a:lnTo>
                    <a:pt x="2031570" y="1168166"/>
                  </a:lnTo>
                  <a:lnTo>
                    <a:pt x="2032239" y="1168166"/>
                  </a:lnTo>
                  <a:lnTo>
                    <a:pt x="2032907" y="1168166"/>
                  </a:lnTo>
                  <a:lnTo>
                    <a:pt x="2033575" y="1184855"/>
                  </a:lnTo>
                  <a:lnTo>
                    <a:pt x="2034243" y="1221012"/>
                  </a:lnTo>
                  <a:lnTo>
                    <a:pt x="2034911" y="1229356"/>
                  </a:lnTo>
                  <a:lnTo>
                    <a:pt x="2035579" y="1279421"/>
                  </a:lnTo>
                  <a:lnTo>
                    <a:pt x="2036247" y="1318360"/>
                  </a:lnTo>
                  <a:lnTo>
                    <a:pt x="2036915" y="1351736"/>
                  </a:lnTo>
                  <a:lnTo>
                    <a:pt x="2037583" y="1390675"/>
                  </a:lnTo>
                  <a:lnTo>
                    <a:pt x="2038251" y="1440739"/>
                  </a:lnTo>
                  <a:lnTo>
                    <a:pt x="2038919" y="1474115"/>
                  </a:lnTo>
                  <a:lnTo>
                    <a:pt x="2039587" y="1462990"/>
                  </a:lnTo>
                  <a:lnTo>
                    <a:pt x="2040255" y="1446302"/>
                  </a:lnTo>
                  <a:lnTo>
                    <a:pt x="2040923" y="1446302"/>
                  </a:lnTo>
                  <a:lnTo>
                    <a:pt x="2041591" y="1501929"/>
                  </a:lnTo>
                  <a:lnTo>
                    <a:pt x="2042259" y="1501929"/>
                  </a:lnTo>
                  <a:lnTo>
                    <a:pt x="2042927" y="1451864"/>
                  </a:lnTo>
                  <a:lnTo>
                    <a:pt x="2043595" y="1446302"/>
                  </a:lnTo>
                  <a:lnTo>
                    <a:pt x="2044263" y="1490803"/>
                  </a:lnTo>
                  <a:lnTo>
                    <a:pt x="2044931" y="1501929"/>
                  </a:lnTo>
                  <a:lnTo>
                    <a:pt x="2045599" y="1501929"/>
                  </a:lnTo>
                  <a:lnTo>
                    <a:pt x="2046267" y="1501929"/>
                  </a:lnTo>
                  <a:lnTo>
                    <a:pt x="2046935" y="1501929"/>
                  </a:lnTo>
                  <a:lnTo>
                    <a:pt x="2047603" y="1501929"/>
                  </a:lnTo>
                  <a:lnTo>
                    <a:pt x="2048271" y="1501929"/>
                  </a:lnTo>
                  <a:lnTo>
                    <a:pt x="2048939" y="1501929"/>
                  </a:lnTo>
                  <a:lnTo>
                    <a:pt x="2049607" y="1449083"/>
                  </a:lnTo>
                  <a:lnTo>
                    <a:pt x="2050275" y="1435176"/>
                  </a:lnTo>
                  <a:lnTo>
                    <a:pt x="2050943" y="1418488"/>
                  </a:lnTo>
                  <a:lnTo>
                    <a:pt x="2051611" y="1446302"/>
                  </a:lnTo>
                  <a:lnTo>
                    <a:pt x="2052279" y="1435176"/>
                  </a:lnTo>
                  <a:lnTo>
                    <a:pt x="2052947" y="1390675"/>
                  </a:lnTo>
                  <a:lnTo>
                    <a:pt x="2053615" y="1390675"/>
                  </a:lnTo>
                  <a:lnTo>
                    <a:pt x="2054283" y="1390675"/>
                  </a:lnTo>
                  <a:lnTo>
                    <a:pt x="2054951" y="1390675"/>
                  </a:lnTo>
                  <a:lnTo>
                    <a:pt x="2055619" y="1390675"/>
                  </a:lnTo>
                  <a:lnTo>
                    <a:pt x="2056287" y="1396237"/>
                  </a:lnTo>
                  <a:lnTo>
                    <a:pt x="2056956" y="1390675"/>
                  </a:lnTo>
                  <a:lnTo>
                    <a:pt x="2057624" y="1360080"/>
                  </a:lnTo>
                  <a:lnTo>
                    <a:pt x="2058292" y="1335048"/>
                  </a:lnTo>
                  <a:lnTo>
                    <a:pt x="2058960" y="1310015"/>
                  </a:lnTo>
                  <a:lnTo>
                    <a:pt x="2059628" y="1287765"/>
                  </a:lnTo>
                  <a:lnTo>
                    <a:pt x="2060296" y="1226575"/>
                  </a:lnTo>
                  <a:lnTo>
                    <a:pt x="2060964" y="1223794"/>
                  </a:lnTo>
                  <a:lnTo>
                    <a:pt x="2061632" y="1207105"/>
                  </a:lnTo>
                  <a:lnTo>
                    <a:pt x="2062300" y="1168166"/>
                  </a:lnTo>
                  <a:lnTo>
                    <a:pt x="2062968" y="1165385"/>
                  </a:lnTo>
                  <a:lnTo>
                    <a:pt x="2063636" y="1112540"/>
                  </a:lnTo>
                  <a:lnTo>
                    <a:pt x="2064304" y="1112540"/>
                  </a:lnTo>
                  <a:lnTo>
                    <a:pt x="2064972" y="1112540"/>
                  </a:lnTo>
                  <a:lnTo>
                    <a:pt x="2065640" y="1112540"/>
                  </a:lnTo>
                  <a:lnTo>
                    <a:pt x="2066308" y="1162604"/>
                  </a:lnTo>
                  <a:lnTo>
                    <a:pt x="2066976" y="1176511"/>
                  </a:lnTo>
                  <a:lnTo>
                    <a:pt x="2067644" y="1179292"/>
                  </a:lnTo>
                  <a:lnTo>
                    <a:pt x="2068312" y="1168166"/>
                  </a:lnTo>
                  <a:lnTo>
                    <a:pt x="2068980" y="1176511"/>
                  </a:lnTo>
                  <a:lnTo>
                    <a:pt x="2069648" y="1187636"/>
                  </a:lnTo>
                  <a:lnTo>
                    <a:pt x="2070316" y="1129228"/>
                  </a:lnTo>
                  <a:lnTo>
                    <a:pt x="2070984" y="1065256"/>
                  </a:lnTo>
                  <a:lnTo>
                    <a:pt x="2071652" y="1006848"/>
                  </a:lnTo>
                  <a:lnTo>
                    <a:pt x="2072320" y="1001286"/>
                  </a:lnTo>
                  <a:lnTo>
                    <a:pt x="2072988" y="1001286"/>
                  </a:lnTo>
                  <a:lnTo>
                    <a:pt x="2073656" y="984598"/>
                  </a:lnTo>
                  <a:lnTo>
                    <a:pt x="2074324" y="973472"/>
                  </a:lnTo>
                  <a:lnTo>
                    <a:pt x="2074992" y="1001286"/>
                  </a:lnTo>
                  <a:lnTo>
                    <a:pt x="2075660" y="998504"/>
                  </a:lnTo>
                  <a:lnTo>
                    <a:pt x="2076328" y="1037443"/>
                  </a:lnTo>
                  <a:lnTo>
                    <a:pt x="2076996" y="1106977"/>
                  </a:lnTo>
                  <a:lnTo>
                    <a:pt x="2077664" y="1112540"/>
                  </a:lnTo>
                  <a:lnTo>
                    <a:pt x="2078332" y="1126446"/>
                  </a:lnTo>
                  <a:lnTo>
                    <a:pt x="2079000" y="1168166"/>
                  </a:lnTo>
                  <a:lnTo>
                    <a:pt x="2079668" y="1168166"/>
                  </a:lnTo>
                  <a:lnTo>
                    <a:pt x="2080336" y="1223794"/>
                  </a:lnTo>
                  <a:lnTo>
                    <a:pt x="2081004" y="1223794"/>
                  </a:lnTo>
                  <a:lnTo>
                    <a:pt x="2081673" y="1223794"/>
                  </a:lnTo>
                  <a:lnTo>
                    <a:pt x="2082341" y="1223794"/>
                  </a:lnTo>
                  <a:lnTo>
                    <a:pt x="2083009" y="1223794"/>
                  </a:lnTo>
                  <a:lnTo>
                    <a:pt x="2083677" y="1223794"/>
                  </a:lnTo>
                  <a:lnTo>
                    <a:pt x="2084345" y="1265514"/>
                  </a:lnTo>
                  <a:lnTo>
                    <a:pt x="2085013" y="1279421"/>
                  </a:lnTo>
                  <a:lnTo>
                    <a:pt x="2085681" y="1279421"/>
                  </a:lnTo>
                  <a:lnTo>
                    <a:pt x="2086349" y="1312797"/>
                  </a:lnTo>
                  <a:lnTo>
                    <a:pt x="2087017" y="1371205"/>
                  </a:lnTo>
                  <a:lnTo>
                    <a:pt x="2087685" y="1435176"/>
                  </a:lnTo>
                  <a:lnTo>
                    <a:pt x="2088353" y="1482459"/>
                  </a:lnTo>
                  <a:lnTo>
                    <a:pt x="2089021" y="1446302"/>
                  </a:lnTo>
                  <a:lnTo>
                    <a:pt x="2089689" y="1471334"/>
                  </a:lnTo>
                  <a:lnTo>
                    <a:pt x="2090357" y="1515835"/>
                  </a:lnTo>
                  <a:lnTo>
                    <a:pt x="2091025" y="1524179"/>
                  </a:lnTo>
                  <a:lnTo>
                    <a:pt x="2091693" y="1501929"/>
                  </a:lnTo>
                  <a:lnTo>
                    <a:pt x="2092361" y="1488022"/>
                  </a:lnTo>
                  <a:lnTo>
                    <a:pt x="2093029" y="1501929"/>
                  </a:lnTo>
                  <a:lnTo>
                    <a:pt x="2093697" y="1501929"/>
                  </a:lnTo>
                  <a:lnTo>
                    <a:pt x="2094365" y="1501929"/>
                  </a:lnTo>
                  <a:lnTo>
                    <a:pt x="2095033" y="1501929"/>
                  </a:lnTo>
                  <a:lnTo>
                    <a:pt x="2095701" y="1501929"/>
                  </a:lnTo>
                  <a:lnTo>
                    <a:pt x="2096369" y="1501929"/>
                  </a:lnTo>
                  <a:lnTo>
                    <a:pt x="2097037" y="1471334"/>
                  </a:lnTo>
                  <a:lnTo>
                    <a:pt x="2097705" y="1404581"/>
                  </a:lnTo>
                  <a:lnTo>
                    <a:pt x="2098373" y="1354517"/>
                  </a:lnTo>
                  <a:lnTo>
                    <a:pt x="2099041" y="1335048"/>
                  </a:lnTo>
                  <a:lnTo>
                    <a:pt x="2099709" y="1318359"/>
                  </a:lnTo>
                  <a:lnTo>
                    <a:pt x="2100377" y="1279421"/>
                  </a:lnTo>
                  <a:lnTo>
                    <a:pt x="2101045" y="1279421"/>
                  </a:lnTo>
                  <a:lnTo>
                    <a:pt x="2101713" y="1184855"/>
                  </a:lnTo>
                  <a:lnTo>
                    <a:pt x="2102381" y="1151478"/>
                  </a:lnTo>
                  <a:lnTo>
                    <a:pt x="2103049" y="1106977"/>
                  </a:lnTo>
                  <a:lnTo>
                    <a:pt x="2103717" y="1056912"/>
                  </a:lnTo>
                  <a:lnTo>
                    <a:pt x="2104385" y="1056912"/>
                  </a:lnTo>
                  <a:lnTo>
                    <a:pt x="2105053" y="1065256"/>
                  </a:lnTo>
                  <a:lnTo>
                    <a:pt x="2105721" y="1112540"/>
                  </a:lnTo>
                  <a:lnTo>
                    <a:pt x="2106390" y="1112540"/>
                  </a:lnTo>
                  <a:lnTo>
                    <a:pt x="2107058" y="1112540"/>
                  </a:lnTo>
                  <a:lnTo>
                    <a:pt x="2107726" y="1143134"/>
                  </a:lnTo>
                  <a:lnTo>
                    <a:pt x="2108394" y="1168166"/>
                  </a:lnTo>
                  <a:lnTo>
                    <a:pt x="2109062" y="1201543"/>
                  </a:lnTo>
                  <a:lnTo>
                    <a:pt x="2109730" y="1223794"/>
                  </a:lnTo>
                  <a:lnTo>
                    <a:pt x="2110398" y="1223794"/>
                  </a:lnTo>
                  <a:lnTo>
                    <a:pt x="2111066" y="1223794"/>
                  </a:lnTo>
                  <a:lnTo>
                    <a:pt x="2111734" y="1223794"/>
                  </a:lnTo>
                  <a:lnTo>
                    <a:pt x="2112402" y="1223794"/>
                  </a:lnTo>
                  <a:lnTo>
                    <a:pt x="2113070" y="1223794"/>
                  </a:lnTo>
                  <a:lnTo>
                    <a:pt x="2113738" y="1251607"/>
                  </a:lnTo>
                  <a:lnTo>
                    <a:pt x="2114406" y="1318360"/>
                  </a:lnTo>
                  <a:lnTo>
                    <a:pt x="2115074" y="1323922"/>
                  </a:lnTo>
                  <a:lnTo>
                    <a:pt x="2115742" y="1335048"/>
                  </a:lnTo>
                  <a:lnTo>
                    <a:pt x="2116410" y="1348954"/>
                  </a:lnTo>
                  <a:lnTo>
                    <a:pt x="2117078" y="1390675"/>
                  </a:lnTo>
                  <a:lnTo>
                    <a:pt x="2117746" y="1390675"/>
                  </a:lnTo>
                  <a:lnTo>
                    <a:pt x="2118414" y="1479678"/>
                  </a:lnTo>
                  <a:lnTo>
                    <a:pt x="2119082" y="1451864"/>
                  </a:lnTo>
                  <a:lnTo>
                    <a:pt x="2119750" y="1449083"/>
                  </a:lnTo>
                  <a:lnTo>
                    <a:pt x="2120418" y="1501929"/>
                  </a:lnTo>
                  <a:lnTo>
                    <a:pt x="2121086" y="1501929"/>
                  </a:lnTo>
                  <a:lnTo>
                    <a:pt x="2121754" y="1499147"/>
                  </a:lnTo>
                  <a:lnTo>
                    <a:pt x="2122422" y="1446302"/>
                  </a:lnTo>
                  <a:lnTo>
                    <a:pt x="2123090" y="1446302"/>
                  </a:lnTo>
                  <a:lnTo>
                    <a:pt x="2123758" y="1446302"/>
                  </a:lnTo>
                  <a:lnTo>
                    <a:pt x="2124426" y="1401800"/>
                  </a:lnTo>
                  <a:lnTo>
                    <a:pt x="2125094" y="1390675"/>
                  </a:lnTo>
                  <a:lnTo>
                    <a:pt x="2125762" y="1390675"/>
                  </a:lnTo>
                  <a:lnTo>
                    <a:pt x="2126430" y="1390675"/>
                  </a:lnTo>
                  <a:lnTo>
                    <a:pt x="2127098" y="1390675"/>
                  </a:lnTo>
                  <a:lnTo>
                    <a:pt x="2127766" y="1390675"/>
                  </a:lnTo>
                  <a:lnTo>
                    <a:pt x="2128434" y="1390675"/>
                  </a:lnTo>
                  <a:lnTo>
                    <a:pt x="2129102" y="1390675"/>
                  </a:lnTo>
                  <a:lnTo>
                    <a:pt x="2129770" y="1390675"/>
                  </a:lnTo>
                  <a:lnTo>
                    <a:pt x="2130439" y="1390675"/>
                  </a:lnTo>
                  <a:lnTo>
                    <a:pt x="2131107" y="1365642"/>
                  </a:lnTo>
                  <a:lnTo>
                    <a:pt x="2131775" y="1376768"/>
                  </a:lnTo>
                  <a:lnTo>
                    <a:pt x="2132443" y="1390675"/>
                  </a:lnTo>
                  <a:lnTo>
                    <a:pt x="2133111" y="1390675"/>
                  </a:lnTo>
                  <a:lnTo>
                    <a:pt x="2133779" y="1390675"/>
                  </a:lnTo>
                  <a:lnTo>
                    <a:pt x="2134447" y="1390675"/>
                  </a:lnTo>
                  <a:lnTo>
                    <a:pt x="2135115" y="1390675"/>
                  </a:lnTo>
                  <a:lnTo>
                    <a:pt x="2135783" y="1449083"/>
                  </a:lnTo>
                  <a:lnTo>
                    <a:pt x="2136451" y="1501929"/>
                  </a:lnTo>
                  <a:lnTo>
                    <a:pt x="2137119" y="1485240"/>
                  </a:lnTo>
                  <a:lnTo>
                    <a:pt x="2137787" y="1446302"/>
                  </a:lnTo>
                  <a:lnTo>
                    <a:pt x="2138455" y="1446302"/>
                  </a:lnTo>
                  <a:lnTo>
                    <a:pt x="2139123" y="1501929"/>
                  </a:lnTo>
                  <a:lnTo>
                    <a:pt x="2139791" y="1501929"/>
                  </a:lnTo>
                  <a:lnTo>
                    <a:pt x="2140459" y="1501929"/>
                  </a:lnTo>
                  <a:lnTo>
                    <a:pt x="2141127" y="1543649"/>
                  </a:lnTo>
                  <a:lnTo>
                    <a:pt x="2141795" y="1557556"/>
                  </a:lnTo>
                  <a:lnTo>
                    <a:pt x="2142463" y="1557556"/>
                  </a:lnTo>
                  <a:lnTo>
                    <a:pt x="2143131" y="1557556"/>
                  </a:lnTo>
                  <a:lnTo>
                    <a:pt x="2143799" y="1557556"/>
                  </a:lnTo>
                  <a:lnTo>
                    <a:pt x="2144467" y="1557556"/>
                  </a:lnTo>
                  <a:lnTo>
                    <a:pt x="2145135" y="1557556"/>
                  </a:lnTo>
                  <a:lnTo>
                    <a:pt x="2145803" y="1557556"/>
                  </a:lnTo>
                  <a:lnTo>
                    <a:pt x="2146471" y="1557556"/>
                  </a:lnTo>
                  <a:lnTo>
                    <a:pt x="2147139" y="1557556"/>
                  </a:lnTo>
                  <a:lnTo>
                    <a:pt x="2147807" y="1579806"/>
                  </a:lnTo>
                  <a:lnTo>
                    <a:pt x="2148475" y="1613183"/>
                  </a:lnTo>
                  <a:lnTo>
                    <a:pt x="2149143" y="1557556"/>
                  </a:lnTo>
                  <a:lnTo>
                    <a:pt x="2149811" y="1557556"/>
                  </a:lnTo>
                  <a:lnTo>
                    <a:pt x="2150479" y="1557556"/>
                  </a:lnTo>
                  <a:lnTo>
                    <a:pt x="2151147" y="1518617"/>
                  </a:lnTo>
                  <a:lnTo>
                    <a:pt x="2151815" y="1501929"/>
                  </a:lnTo>
                  <a:lnTo>
                    <a:pt x="2152483" y="1501929"/>
                  </a:lnTo>
                  <a:lnTo>
                    <a:pt x="2153151" y="1501929"/>
                  </a:lnTo>
                  <a:lnTo>
                    <a:pt x="2153819" y="1515835"/>
                  </a:lnTo>
                  <a:lnTo>
                    <a:pt x="2154487" y="1557556"/>
                  </a:lnTo>
                  <a:lnTo>
                    <a:pt x="2155156" y="1557556"/>
                  </a:lnTo>
                  <a:lnTo>
                    <a:pt x="2155824" y="1557556"/>
                  </a:lnTo>
                  <a:lnTo>
                    <a:pt x="2156492" y="1504710"/>
                  </a:lnTo>
                  <a:lnTo>
                    <a:pt x="2157160" y="1499147"/>
                  </a:lnTo>
                  <a:lnTo>
                    <a:pt x="2157828" y="1446302"/>
                  </a:lnTo>
                  <a:lnTo>
                    <a:pt x="2158496" y="1446302"/>
                  </a:lnTo>
                  <a:lnTo>
                    <a:pt x="2159164" y="1446302"/>
                  </a:lnTo>
                  <a:lnTo>
                    <a:pt x="2159832" y="1446302"/>
                  </a:lnTo>
                  <a:lnTo>
                    <a:pt x="2160500" y="1446302"/>
                  </a:lnTo>
                  <a:lnTo>
                    <a:pt x="2161168" y="1446302"/>
                  </a:lnTo>
                  <a:lnTo>
                    <a:pt x="2161836" y="1446302"/>
                  </a:lnTo>
                  <a:lnTo>
                    <a:pt x="2162504" y="1446302"/>
                  </a:lnTo>
                  <a:lnTo>
                    <a:pt x="2163172" y="1446302"/>
                  </a:lnTo>
                  <a:lnTo>
                    <a:pt x="2163840" y="1415707"/>
                  </a:lnTo>
                  <a:lnTo>
                    <a:pt x="2164508" y="1390675"/>
                  </a:lnTo>
                  <a:lnTo>
                    <a:pt x="2165176" y="1390675"/>
                  </a:lnTo>
                  <a:lnTo>
                    <a:pt x="2165844" y="1443520"/>
                  </a:lnTo>
                  <a:lnTo>
                    <a:pt x="2166512" y="1446302"/>
                  </a:lnTo>
                  <a:lnTo>
                    <a:pt x="2167180" y="1446302"/>
                  </a:lnTo>
                  <a:lnTo>
                    <a:pt x="2167848" y="1482459"/>
                  </a:lnTo>
                  <a:lnTo>
                    <a:pt x="2168516" y="1501929"/>
                  </a:lnTo>
                  <a:lnTo>
                    <a:pt x="2169184" y="1501929"/>
                  </a:lnTo>
                  <a:lnTo>
                    <a:pt x="2169852" y="1501929"/>
                  </a:lnTo>
                  <a:lnTo>
                    <a:pt x="2170520" y="1501929"/>
                  </a:lnTo>
                  <a:lnTo>
                    <a:pt x="2171188" y="1501929"/>
                  </a:lnTo>
                  <a:lnTo>
                    <a:pt x="2171856" y="1501929"/>
                  </a:lnTo>
                  <a:lnTo>
                    <a:pt x="2172524" y="1501929"/>
                  </a:lnTo>
                  <a:lnTo>
                    <a:pt x="2173192" y="1551993"/>
                  </a:lnTo>
                  <a:lnTo>
                    <a:pt x="2173860" y="1493584"/>
                  </a:lnTo>
                  <a:lnTo>
                    <a:pt x="2174528" y="1501929"/>
                  </a:lnTo>
                  <a:lnTo>
                    <a:pt x="2175196" y="1454646"/>
                  </a:lnTo>
                  <a:lnTo>
                    <a:pt x="2175864" y="1407363"/>
                  </a:lnTo>
                  <a:lnTo>
                    <a:pt x="2176532" y="1390675"/>
                  </a:lnTo>
                  <a:lnTo>
                    <a:pt x="2177200" y="1390675"/>
                  </a:lnTo>
                  <a:lnTo>
                    <a:pt x="2177868" y="1390675"/>
                  </a:lnTo>
                  <a:lnTo>
                    <a:pt x="2178536" y="1365642"/>
                  </a:lnTo>
                  <a:lnTo>
                    <a:pt x="2179204" y="1335048"/>
                  </a:lnTo>
                  <a:lnTo>
                    <a:pt x="2179873" y="1335048"/>
                  </a:lnTo>
                  <a:lnTo>
                    <a:pt x="2180541" y="1335048"/>
                  </a:lnTo>
                  <a:lnTo>
                    <a:pt x="2181209" y="1335048"/>
                  </a:lnTo>
                  <a:lnTo>
                    <a:pt x="2181877" y="1335048"/>
                  </a:lnTo>
                  <a:lnTo>
                    <a:pt x="2182545" y="1335048"/>
                  </a:lnTo>
                  <a:lnTo>
                    <a:pt x="2183213" y="1265514"/>
                  </a:lnTo>
                  <a:lnTo>
                    <a:pt x="2183881" y="1223794"/>
                  </a:lnTo>
                  <a:lnTo>
                    <a:pt x="2184549" y="1223794"/>
                  </a:lnTo>
                  <a:lnTo>
                    <a:pt x="2185217" y="1223794"/>
                  </a:lnTo>
                  <a:lnTo>
                    <a:pt x="2185885" y="1223794"/>
                  </a:lnTo>
                  <a:lnTo>
                    <a:pt x="2186553" y="1223794"/>
                  </a:lnTo>
                  <a:lnTo>
                    <a:pt x="2187221" y="1179292"/>
                  </a:lnTo>
                  <a:lnTo>
                    <a:pt x="2187889" y="1034662"/>
                  </a:lnTo>
                  <a:lnTo>
                    <a:pt x="2188557" y="998504"/>
                  </a:lnTo>
                  <a:lnTo>
                    <a:pt x="2189225" y="937315"/>
                  </a:lnTo>
                  <a:lnTo>
                    <a:pt x="2189893" y="890032"/>
                  </a:lnTo>
                  <a:lnTo>
                    <a:pt x="2190561" y="948440"/>
                  </a:lnTo>
                  <a:lnTo>
                    <a:pt x="2191229" y="1001286"/>
                  </a:lnTo>
                  <a:lnTo>
                    <a:pt x="2191897" y="995723"/>
                  </a:lnTo>
                  <a:lnTo>
                    <a:pt x="2192565" y="1037443"/>
                  </a:lnTo>
                  <a:lnTo>
                    <a:pt x="2193233" y="1017974"/>
                  </a:lnTo>
                  <a:lnTo>
                    <a:pt x="2193901" y="1001286"/>
                  </a:lnTo>
                  <a:lnTo>
                    <a:pt x="2194569" y="1001286"/>
                  </a:lnTo>
                  <a:lnTo>
                    <a:pt x="2195237" y="967909"/>
                  </a:lnTo>
                  <a:lnTo>
                    <a:pt x="2195905" y="956784"/>
                  </a:lnTo>
                  <a:lnTo>
                    <a:pt x="2196573" y="945659"/>
                  </a:lnTo>
                  <a:lnTo>
                    <a:pt x="2197241" y="970691"/>
                  </a:lnTo>
                  <a:lnTo>
                    <a:pt x="2197909" y="1001286"/>
                  </a:lnTo>
                  <a:lnTo>
                    <a:pt x="2198577" y="1001286"/>
                  </a:lnTo>
                  <a:lnTo>
                    <a:pt x="2199245" y="1001286"/>
                  </a:lnTo>
                  <a:lnTo>
                    <a:pt x="2199913" y="1065256"/>
                  </a:lnTo>
                  <a:lnTo>
                    <a:pt x="2200581" y="1112540"/>
                  </a:lnTo>
                  <a:lnTo>
                    <a:pt x="2201249" y="1095851"/>
                  </a:lnTo>
                  <a:lnTo>
                    <a:pt x="2201917" y="1056912"/>
                  </a:lnTo>
                  <a:lnTo>
                    <a:pt x="2202585" y="1056912"/>
                  </a:lnTo>
                  <a:lnTo>
                    <a:pt x="2203253" y="1048568"/>
                  </a:lnTo>
                  <a:lnTo>
                    <a:pt x="2203921" y="1040224"/>
                  </a:lnTo>
                  <a:lnTo>
                    <a:pt x="2204590" y="1134790"/>
                  </a:lnTo>
                  <a:lnTo>
                    <a:pt x="2205258" y="1129228"/>
                  </a:lnTo>
                  <a:lnTo>
                    <a:pt x="2205926" y="1173729"/>
                  </a:lnTo>
                  <a:lnTo>
                    <a:pt x="2206594" y="1223794"/>
                  </a:lnTo>
                  <a:lnTo>
                    <a:pt x="2207262" y="1223794"/>
                  </a:lnTo>
                  <a:lnTo>
                    <a:pt x="2207930" y="1223794"/>
                  </a:lnTo>
                  <a:lnTo>
                    <a:pt x="2208598" y="1271077"/>
                  </a:lnTo>
                  <a:lnTo>
                    <a:pt x="2209266" y="1279421"/>
                  </a:lnTo>
                  <a:lnTo>
                    <a:pt x="2209934" y="1315578"/>
                  </a:lnTo>
                  <a:lnTo>
                    <a:pt x="2210602" y="1335048"/>
                  </a:lnTo>
                  <a:lnTo>
                    <a:pt x="2211270" y="1315578"/>
                  </a:lnTo>
                  <a:lnTo>
                    <a:pt x="2211938" y="1332266"/>
                  </a:lnTo>
                  <a:lnTo>
                    <a:pt x="2212606" y="1354517"/>
                  </a:lnTo>
                  <a:lnTo>
                    <a:pt x="2213274" y="1321141"/>
                  </a:lnTo>
                  <a:lnTo>
                    <a:pt x="2213942" y="1279421"/>
                  </a:lnTo>
                  <a:lnTo>
                    <a:pt x="2214610" y="1279421"/>
                  </a:lnTo>
                  <a:lnTo>
                    <a:pt x="2215278" y="1226575"/>
                  </a:lnTo>
                  <a:lnTo>
                    <a:pt x="2215946" y="1223794"/>
                  </a:lnTo>
                  <a:lnTo>
                    <a:pt x="2216614" y="1223794"/>
                  </a:lnTo>
                  <a:lnTo>
                    <a:pt x="2217282" y="1223794"/>
                  </a:lnTo>
                  <a:lnTo>
                    <a:pt x="2217950" y="1237700"/>
                  </a:lnTo>
                  <a:lnTo>
                    <a:pt x="2218618" y="1279421"/>
                  </a:lnTo>
                  <a:lnTo>
                    <a:pt x="2219286" y="1279421"/>
                  </a:lnTo>
                  <a:lnTo>
                    <a:pt x="2219954" y="1284983"/>
                  </a:lnTo>
                  <a:lnTo>
                    <a:pt x="2220622" y="1335048"/>
                  </a:lnTo>
                  <a:lnTo>
                    <a:pt x="2221290" y="1382330"/>
                  </a:lnTo>
                  <a:lnTo>
                    <a:pt x="2221958" y="1426832"/>
                  </a:lnTo>
                  <a:lnTo>
                    <a:pt x="2222626" y="1446302"/>
                  </a:lnTo>
                  <a:lnTo>
                    <a:pt x="2223294" y="1446302"/>
                  </a:lnTo>
                  <a:lnTo>
                    <a:pt x="2223962" y="1446302"/>
                  </a:lnTo>
                  <a:lnTo>
                    <a:pt x="2224630" y="1446302"/>
                  </a:lnTo>
                  <a:lnTo>
                    <a:pt x="2225298" y="1446302"/>
                  </a:lnTo>
                  <a:lnTo>
                    <a:pt x="2225966" y="1446302"/>
                  </a:lnTo>
                  <a:lnTo>
                    <a:pt x="2226634" y="1446302"/>
                  </a:lnTo>
                  <a:lnTo>
                    <a:pt x="2227302" y="1446302"/>
                  </a:lnTo>
                  <a:lnTo>
                    <a:pt x="2227970" y="1462990"/>
                  </a:lnTo>
                  <a:lnTo>
                    <a:pt x="2228639" y="1501929"/>
                  </a:lnTo>
                  <a:lnTo>
                    <a:pt x="2229307" y="1501929"/>
                  </a:lnTo>
                  <a:lnTo>
                    <a:pt x="2229975" y="1513054"/>
                  </a:lnTo>
                  <a:lnTo>
                    <a:pt x="2230643" y="1557556"/>
                  </a:lnTo>
                  <a:lnTo>
                    <a:pt x="2231311" y="1557556"/>
                  </a:lnTo>
                  <a:lnTo>
                    <a:pt x="2231979" y="1607620"/>
                  </a:lnTo>
                  <a:lnTo>
                    <a:pt x="2232647" y="1613183"/>
                  </a:lnTo>
                  <a:lnTo>
                    <a:pt x="2233315" y="1571462"/>
                  </a:lnTo>
                  <a:lnTo>
                    <a:pt x="2233983" y="1557556"/>
                  </a:lnTo>
                  <a:lnTo>
                    <a:pt x="2234651" y="1557556"/>
                  </a:lnTo>
                  <a:lnTo>
                    <a:pt x="2235319" y="1501929"/>
                  </a:lnTo>
                  <a:lnTo>
                    <a:pt x="2235987" y="1446302"/>
                  </a:lnTo>
                  <a:lnTo>
                    <a:pt x="2236655" y="1446302"/>
                  </a:lnTo>
                  <a:lnTo>
                    <a:pt x="2237323" y="1410144"/>
                  </a:lnTo>
                  <a:lnTo>
                    <a:pt x="2237991" y="1362861"/>
                  </a:lnTo>
                  <a:lnTo>
                    <a:pt x="2238659" y="1335048"/>
                  </a:lnTo>
                  <a:lnTo>
                    <a:pt x="2239327" y="1335048"/>
                  </a:lnTo>
                  <a:lnTo>
                    <a:pt x="2239995" y="1335048"/>
                  </a:lnTo>
                  <a:lnTo>
                    <a:pt x="2240663" y="1335048"/>
                  </a:lnTo>
                  <a:lnTo>
                    <a:pt x="2241331" y="1335048"/>
                  </a:lnTo>
                  <a:lnTo>
                    <a:pt x="2241999" y="1282202"/>
                  </a:lnTo>
                  <a:lnTo>
                    <a:pt x="2242667" y="1279421"/>
                  </a:lnTo>
                  <a:lnTo>
                    <a:pt x="2243335" y="1279421"/>
                  </a:lnTo>
                  <a:lnTo>
                    <a:pt x="2244003" y="1279421"/>
                  </a:lnTo>
                  <a:lnTo>
                    <a:pt x="2244671" y="1279421"/>
                  </a:lnTo>
                  <a:lnTo>
                    <a:pt x="2245339" y="1279421"/>
                  </a:lnTo>
                  <a:lnTo>
                    <a:pt x="2246007" y="1265514"/>
                  </a:lnTo>
                  <a:lnTo>
                    <a:pt x="2246675" y="1279421"/>
                  </a:lnTo>
                  <a:lnTo>
                    <a:pt x="2247343" y="1279421"/>
                  </a:lnTo>
                  <a:lnTo>
                    <a:pt x="2248011" y="1279421"/>
                  </a:lnTo>
                  <a:lnTo>
                    <a:pt x="2248679" y="1279421"/>
                  </a:lnTo>
                  <a:lnTo>
                    <a:pt x="2249347" y="1279421"/>
                  </a:lnTo>
                  <a:lnTo>
                    <a:pt x="2250015" y="1318360"/>
                  </a:lnTo>
                  <a:lnTo>
                    <a:pt x="2250683" y="1335048"/>
                  </a:lnTo>
                  <a:lnTo>
                    <a:pt x="2251351" y="1335048"/>
                  </a:lnTo>
                  <a:lnTo>
                    <a:pt x="2252019" y="1385112"/>
                  </a:lnTo>
                  <a:lnTo>
                    <a:pt x="2252687" y="1446302"/>
                  </a:lnTo>
                  <a:lnTo>
                    <a:pt x="2253356" y="1446302"/>
                  </a:lnTo>
                  <a:lnTo>
                    <a:pt x="2254024" y="1479678"/>
                  </a:lnTo>
                  <a:lnTo>
                    <a:pt x="2254692" y="1504710"/>
                  </a:lnTo>
                  <a:lnTo>
                    <a:pt x="2255360" y="1501929"/>
                  </a:lnTo>
                  <a:lnTo>
                    <a:pt x="2256028" y="1501929"/>
                  </a:lnTo>
                  <a:lnTo>
                    <a:pt x="2256696" y="1501929"/>
                  </a:lnTo>
                  <a:lnTo>
                    <a:pt x="2257364" y="1501929"/>
                  </a:lnTo>
                  <a:lnTo>
                    <a:pt x="2258032" y="1501929"/>
                  </a:lnTo>
                  <a:lnTo>
                    <a:pt x="2258700" y="1551993"/>
                  </a:lnTo>
                  <a:lnTo>
                    <a:pt x="2259368" y="1557556"/>
                  </a:lnTo>
                  <a:lnTo>
                    <a:pt x="2260036" y="1557556"/>
                  </a:lnTo>
                  <a:lnTo>
                    <a:pt x="2260704" y="1557556"/>
                  </a:lnTo>
                  <a:lnTo>
                    <a:pt x="2261372" y="1557556"/>
                  </a:lnTo>
                  <a:lnTo>
                    <a:pt x="2262040" y="1557556"/>
                  </a:lnTo>
                  <a:lnTo>
                    <a:pt x="2262708" y="1585369"/>
                  </a:lnTo>
                  <a:lnTo>
                    <a:pt x="2263376" y="1613183"/>
                  </a:lnTo>
                  <a:lnTo>
                    <a:pt x="2264044" y="1613183"/>
                  </a:lnTo>
                  <a:lnTo>
                    <a:pt x="2264712" y="1613183"/>
                  </a:lnTo>
                  <a:lnTo>
                    <a:pt x="2265380" y="1613183"/>
                  </a:lnTo>
                  <a:lnTo>
                    <a:pt x="2266048" y="1613183"/>
                  </a:lnTo>
                  <a:lnTo>
                    <a:pt x="2266716" y="1613183"/>
                  </a:lnTo>
                  <a:lnTo>
                    <a:pt x="2267384" y="1613183"/>
                  </a:lnTo>
                  <a:lnTo>
                    <a:pt x="2268052" y="1613183"/>
                  </a:lnTo>
                  <a:lnTo>
                    <a:pt x="2268720" y="1613183"/>
                  </a:lnTo>
                  <a:lnTo>
                    <a:pt x="2269388" y="1613183"/>
                  </a:lnTo>
                  <a:lnTo>
                    <a:pt x="2270056" y="1613183"/>
                  </a:lnTo>
                  <a:lnTo>
                    <a:pt x="2270724" y="1613183"/>
                  </a:lnTo>
                  <a:lnTo>
                    <a:pt x="2271392" y="1632652"/>
                  </a:lnTo>
                  <a:lnTo>
                    <a:pt x="2272060" y="1668810"/>
                  </a:lnTo>
                  <a:lnTo>
                    <a:pt x="2272060" y="1668810"/>
                  </a:lnTo>
                  <a:lnTo>
                    <a:pt x="2272728" y="1668810"/>
                  </a:lnTo>
                  <a:lnTo>
                    <a:pt x="2273396" y="1668810"/>
                  </a:lnTo>
                  <a:lnTo>
                    <a:pt x="2274064" y="1668810"/>
                  </a:lnTo>
                  <a:lnTo>
                    <a:pt x="2274732" y="1668810"/>
                  </a:lnTo>
                  <a:lnTo>
                    <a:pt x="2275400" y="1668810"/>
                  </a:lnTo>
                  <a:lnTo>
                    <a:pt x="2276068" y="1668810"/>
                  </a:lnTo>
                  <a:lnTo>
                    <a:pt x="2276736" y="1668810"/>
                  </a:lnTo>
                  <a:lnTo>
                    <a:pt x="2277404" y="1668810"/>
                  </a:lnTo>
                  <a:lnTo>
                    <a:pt x="2278073" y="1668810"/>
                  </a:lnTo>
                  <a:lnTo>
                    <a:pt x="2278741" y="1668810"/>
                  </a:lnTo>
                  <a:lnTo>
                    <a:pt x="2279409" y="1668810"/>
                  </a:lnTo>
                  <a:lnTo>
                    <a:pt x="2280077" y="1668810"/>
                  </a:lnTo>
                  <a:lnTo>
                    <a:pt x="2280745" y="1668810"/>
                  </a:lnTo>
                  <a:lnTo>
                    <a:pt x="2281413" y="1668810"/>
                  </a:lnTo>
                  <a:lnTo>
                    <a:pt x="2282081" y="1668810"/>
                  </a:lnTo>
                  <a:lnTo>
                    <a:pt x="2282749" y="1668810"/>
                  </a:lnTo>
                  <a:lnTo>
                    <a:pt x="2283417" y="1668810"/>
                  </a:lnTo>
                  <a:lnTo>
                    <a:pt x="2284085" y="1640996"/>
                  </a:lnTo>
                  <a:lnTo>
                    <a:pt x="2284753" y="1613183"/>
                  </a:lnTo>
                  <a:lnTo>
                    <a:pt x="2285421" y="1590932"/>
                  </a:lnTo>
                  <a:lnTo>
                    <a:pt x="2286089" y="1557556"/>
                  </a:lnTo>
                  <a:lnTo>
                    <a:pt x="2286757" y="1557556"/>
                  </a:lnTo>
                  <a:lnTo>
                    <a:pt x="2287425" y="1557556"/>
                  </a:lnTo>
                  <a:lnTo>
                    <a:pt x="2288093" y="1510273"/>
                  </a:lnTo>
                  <a:lnTo>
                    <a:pt x="2288761" y="1501929"/>
                  </a:lnTo>
                  <a:lnTo>
                    <a:pt x="2289429" y="1501929"/>
                  </a:lnTo>
                  <a:lnTo>
                    <a:pt x="2290097" y="1501929"/>
                  </a:lnTo>
                  <a:lnTo>
                    <a:pt x="2290765" y="1501929"/>
                  </a:lnTo>
                  <a:lnTo>
                    <a:pt x="2291433" y="1501929"/>
                  </a:lnTo>
                  <a:lnTo>
                    <a:pt x="2292101" y="1501929"/>
                  </a:lnTo>
                  <a:lnTo>
                    <a:pt x="2292769" y="1501929"/>
                  </a:lnTo>
                  <a:lnTo>
                    <a:pt x="2293437" y="1501929"/>
                  </a:lnTo>
                  <a:lnTo>
                    <a:pt x="2294105" y="1501929"/>
                  </a:lnTo>
                  <a:lnTo>
                    <a:pt x="2294773" y="1501929"/>
                  </a:lnTo>
                  <a:lnTo>
                    <a:pt x="2295441" y="1501929"/>
                  </a:lnTo>
                  <a:lnTo>
                    <a:pt x="2296109" y="1501929"/>
                  </a:lnTo>
                  <a:lnTo>
                    <a:pt x="2296777" y="1501929"/>
                  </a:lnTo>
                  <a:lnTo>
                    <a:pt x="2297445" y="1501929"/>
                  </a:lnTo>
                  <a:lnTo>
                    <a:pt x="2298113" y="1501929"/>
                  </a:lnTo>
                  <a:lnTo>
                    <a:pt x="2298781" y="1501929"/>
                  </a:lnTo>
                  <a:lnTo>
                    <a:pt x="2299449" y="1488022"/>
                  </a:lnTo>
                  <a:lnTo>
                    <a:pt x="2300117" y="1446302"/>
                  </a:lnTo>
                  <a:lnTo>
                    <a:pt x="2300785" y="1471334"/>
                  </a:lnTo>
                  <a:lnTo>
                    <a:pt x="2301453" y="1501929"/>
                  </a:lnTo>
                  <a:lnTo>
                    <a:pt x="2302121" y="1521398"/>
                  </a:lnTo>
                  <a:lnTo>
                    <a:pt x="2302790" y="1557556"/>
                  </a:lnTo>
                  <a:lnTo>
                    <a:pt x="2303458" y="1557556"/>
                  </a:lnTo>
                  <a:lnTo>
                    <a:pt x="2304126" y="1557556"/>
                  </a:lnTo>
                  <a:lnTo>
                    <a:pt x="2304794" y="1602057"/>
                  </a:lnTo>
                  <a:lnTo>
                    <a:pt x="2305462" y="1613183"/>
                  </a:lnTo>
                  <a:lnTo>
                    <a:pt x="2306130" y="1565900"/>
                  </a:lnTo>
                  <a:lnTo>
                    <a:pt x="2306798" y="1510273"/>
                  </a:lnTo>
                  <a:lnTo>
                    <a:pt x="2307466" y="1401800"/>
                  </a:lnTo>
                  <a:lnTo>
                    <a:pt x="2308134" y="1390675"/>
                  </a:lnTo>
                  <a:lnTo>
                    <a:pt x="2308802" y="1385112"/>
                  </a:lnTo>
                  <a:lnTo>
                    <a:pt x="2309470" y="1335048"/>
                  </a:lnTo>
                  <a:lnTo>
                    <a:pt x="2310138" y="1276639"/>
                  </a:lnTo>
                  <a:lnTo>
                    <a:pt x="2310806" y="1176511"/>
                  </a:lnTo>
                  <a:lnTo>
                    <a:pt x="2311474" y="1168166"/>
                  </a:lnTo>
                  <a:lnTo>
                    <a:pt x="2312142" y="1168166"/>
                  </a:lnTo>
                  <a:lnTo>
                    <a:pt x="2312810" y="1168166"/>
                  </a:lnTo>
                  <a:lnTo>
                    <a:pt x="2313478" y="1168166"/>
                  </a:lnTo>
                  <a:lnTo>
                    <a:pt x="2314146" y="1168166"/>
                  </a:lnTo>
                  <a:lnTo>
                    <a:pt x="2314814" y="1168166"/>
                  </a:lnTo>
                  <a:lnTo>
                    <a:pt x="2315482" y="1168166"/>
                  </a:lnTo>
                  <a:lnTo>
                    <a:pt x="2316150" y="1179292"/>
                  </a:lnTo>
                  <a:lnTo>
                    <a:pt x="2316818" y="1223794"/>
                  </a:lnTo>
                  <a:lnTo>
                    <a:pt x="2317486" y="1223794"/>
                  </a:lnTo>
                  <a:lnTo>
                    <a:pt x="2318154" y="1223794"/>
                  </a:lnTo>
                  <a:lnTo>
                    <a:pt x="2318822" y="1223794"/>
                  </a:lnTo>
                  <a:lnTo>
                    <a:pt x="2319490" y="1223794"/>
                  </a:lnTo>
                  <a:lnTo>
                    <a:pt x="2320158" y="1223794"/>
                  </a:lnTo>
                  <a:lnTo>
                    <a:pt x="2320826" y="1223794"/>
                  </a:lnTo>
                  <a:lnTo>
                    <a:pt x="2321494" y="1223794"/>
                  </a:lnTo>
                  <a:lnTo>
                    <a:pt x="2322162" y="1223794"/>
                  </a:lnTo>
                  <a:lnTo>
                    <a:pt x="2322830" y="1268295"/>
                  </a:lnTo>
                  <a:lnTo>
                    <a:pt x="2323498" y="1321141"/>
                  </a:lnTo>
                  <a:lnTo>
                    <a:pt x="2324166" y="1432395"/>
                  </a:lnTo>
                  <a:lnTo>
                    <a:pt x="2324834" y="1446302"/>
                  </a:lnTo>
                  <a:lnTo>
                    <a:pt x="2325502" y="1449083"/>
                  </a:lnTo>
                  <a:lnTo>
                    <a:pt x="2326170" y="1462990"/>
                  </a:lnTo>
                  <a:lnTo>
                    <a:pt x="2326839" y="1499147"/>
                  </a:lnTo>
                  <a:lnTo>
                    <a:pt x="2327507" y="1602057"/>
                  </a:lnTo>
                  <a:lnTo>
                    <a:pt x="2328175" y="1613183"/>
                  </a:lnTo>
                  <a:lnTo>
                    <a:pt x="2328843" y="1613183"/>
                  </a:lnTo>
                  <a:lnTo>
                    <a:pt x="2329511" y="1613183"/>
                  </a:lnTo>
                  <a:lnTo>
                    <a:pt x="2330179" y="1613183"/>
                  </a:lnTo>
                  <a:lnTo>
                    <a:pt x="2330847" y="1613183"/>
                  </a:lnTo>
                  <a:lnTo>
                    <a:pt x="2331515" y="1613183"/>
                  </a:lnTo>
                  <a:lnTo>
                    <a:pt x="2332183" y="1602057"/>
                  </a:lnTo>
                  <a:lnTo>
                    <a:pt x="2332851" y="1557556"/>
                  </a:lnTo>
                  <a:lnTo>
                    <a:pt x="2333519" y="1557556"/>
                  </a:lnTo>
                  <a:lnTo>
                    <a:pt x="2334187" y="1557556"/>
                  </a:lnTo>
                  <a:lnTo>
                    <a:pt x="2334855" y="1557556"/>
                  </a:lnTo>
                  <a:lnTo>
                    <a:pt x="2335523" y="1557556"/>
                  </a:lnTo>
                  <a:lnTo>
                    <a:pt x="2336191" y="1557556"/>
                  </a:lnTo>
                  <a:lnTo>
                    <a:pt x="2336859" y="1557556"/>
                  </a:lnTo>
                  <a:lnTo>
                    <a:pt x="2337527" y="1557556"/>
                  </a:lnTo>
                  <a:lnTo>
                    <a:pt x="2338195" y="1557556"/>
                  </a:lnTo>
                  <a:lnTo>
                    <a:pt x="2338863" y="1557556"/>
                  </a:lnTo>
                  <a:lnTo>
                    <a:pt x="2339531" y="1557556"/>
                  </a:lnTo>
                  <a:lnTo>
                    <a:pt x="2340199" y="1524179"/>
                  </a:lnTo>
                  <a:lnTo>
                    <a:pt x="2340867" y="1501929"/>
                  </a:lnTo>
                  <a:lnTo>
                    <a:pt x="2341535" y="1501929"/>
                  </a:lnTo>
                  <a:lnTo>
                    <a:pt x="2342203" y="1501929"/>
                  </a:lnTo>
                  <a:lnTo>
                    <a:pt x="2342871" y="1538086"/>
                  </a:lnTo>
                  <a:lnTo>
                    <a:pt x="2343539" y="1557556"/>
                  </a:lnTo>
                  <a:lnTo>
                    <a:pt x="2344207" y="1543649"/>
                  </a:lnTo>
                  <a:lnTo>
                    <a:pt x="2344875" y="1501929"/>
                  </a:lnTo>
                  <a:lnTo>
                    <a:pt x="2345543" y="1501929"/>
                  </a:lnTo>
                  <a:lnTo>
                    <a:pt x="2346211" y="1501929"/>
                  </a:lnTo>
                  <a:lnTo>
                    <a:pt x="2346879" y="1501929"/>
                  </a:lnTo>
                  <a:lnTo>
                    <a:pt x="2347547" y="1501929"/>
                  </a:lnTo>
                  <a:lnTo>
                    <a:pt x="2348215" y="1446302"/>
                  </a:lnTo>
                  <a:lnTo>
                    <a:pt x="2348883" y="1454646"/>
                  </a:lnTo>
                  <a:lnTo>
                    <a:pt x="2349551" y="1501929"/>
                  </a:lnTo>
                  <a:lnTo>
                    <a:pt x="2350219" y="1501929"/>
                  </a:lnTo>
                  <a:lnTo>
                    <a:pt x="2350887" y="1501929"/>
                  </a:lnTo>
                  <a:lnTo>
                    <a:pt x="2351556" y="1501929"/>
                  </a:lnTo>
                  <a:lnTo>
                    <a:pt x="2352224" y="1479678"/>
                  </a:lnTo>
                  <a:lnTo>
                    <a:pt x="2352892" y="1446302"/>
                  </a:lnTo>
                  <a:lnTo>
                    <a:pt x="2353560" y="1446302"/>
                  </a:lnTo>
                  <a:lnTo>
                    <a:pt x="2354228" y="1404581"/>
                  </a:lnTo>
                  <a:lnTo>
                    <a:pt x="2354896" y="1390675"/>
                  </a:lnTo>
                  <a:lnTo>
                    <a:pt x="2355564" y="1390675"/>
                  </a:lnTo>
                  <a:lnTo>
                    <a:pt x="2356232" y="1390675"/>
                  </a:lnTo>
                  <a:lnTo>
                    <a:pt x="2356900" y="1421269"/>
                  </a:lnTo>
                  <a:lnTo>
                    <a:pt x="2357568" y="1446302"/>
                  </a:lnTo>
                  <a:lnTo>
                    <a:pt x="2358236" y="1407363"/>
                  </a:lnTo>
                  <a:lnTo>
                    <a:pt x="2358904" y="1343392"/>
                  </a:lnTo>
                  <a:lnTo>
                    <a:pt x="2359572" y="1335048"/>
                  </a:lnTo>
                  <a:lnTo>
                    <a:pt x="2360240" y="1335048"/>
                  </a:lnTo>
                  <a:lnTo>
                    <a:pt x="2360908" y="1329485"/>
                  </a:lnTo>
                  <a:lnTo>
                    <a:pt x="2361576" y="1335048"/>
                  </a:lnTo>
                  <a:lnTo>
                    <a:pt x="2362244" y="1335048"/>
                  </a:lnTo>
                  <a:lnTo>
                    <a:pt x="2362912" y="1282202"/>
                  </a:lnTo>
                  <a:lnTo>
                    <a:pt x="2363580" y="1279421"/>
                  </a:lnTo>
                  <a:lnTo>
                    <a:pt x="2364248" y="1226575"/>
                  </a:lnTo>
                  <a:lnTo>
                    <a:pt x="2364916" y="1223793"/>
                  </a:lnTo>
                  <a:lnTo>
                    <a:pt x="2365584" y="1120884"/>
                  </a:lnTo>
                  <a:lnTo>
                    <a:pt x="2366252" y="1093070"/>
                  </a:lnTo>
                  <a:lnTo>
                    <a:pt x="2366920" y="1045787"/>
                  </a:lnTo>
                  <a:lnTo>
                    <a:pt x="2367588" y="995723"/>
                  </a:lnTo>
                  <a:lnTo>
                    <a:pt x="2368256" y="945659"/>
                  </a:lnTo>
                  <a:lnTo>
                    <a:pt x="2368924" y="867781"/>
                  </a:lnTo>
                  <a:lnTo>
                    <a:pt x="2369592" y="864999"/>
                  </a:lnTo>
                  <a:lnTo>
                    <a:pt x="2370260" y="834405"/>
                  </a:lnTo>
                  <a:lnTo>
                    <a:pt x="2370928" y="873343"/>
                  </a:lnTo>
                  <a:lnTo>
                    <a:pt x="2371596" y="890032"/>
                  </a:lnTo>
                  <a:lnTo>
                    <a:pt x="2372264" y="890032"/>
                  </a:lnTo>
                  <a:lnTo>
                    <a:pt x="2372932" y="890032"/>
                  </a:lnTo>
                  <a:lnTo>
                    <a:pt x="2373600" y="890032"/>
                  </a:lnTo>
                  <a:lnTo>
                    <a:pt x="2374268" y="864999"/>
                  </a:lnTo>
                  <a:lnTo>
                    <a:pt x="2374936" y="870562"/>
                  </a:lnTo>
                  <a:lnTo>
                    <a:pt x="2375604" y="934533"/>
                  </a:lnTo>
                  <a:lnTo>
                    <a:pt x="2376273" y="945659"/>
                  </a:lnTo>
                  <a:lnTo>
                    <a:pt x="2376941" y="945659"/>
                  </a:lnTo>
                  <a:lnTo>
                    <a:pt x="2377609" y="937315"/>
                  </a:lnTo>
                  <a:lnTo>
                    <a:pt x="2378277" y="945659"/>
                  </a:lnTo>
                  <a:lnTo>
                    <a:pt x="2378945" y="892813"/>
                  </a:lnTo>
                  <a:lnTo>
                    <a:pt x="2379613" y="940096"/>
                  </a:lnTo>
                  <a:lnTo>
                    <a:pt x="2380281" y="906720"/>
                  </a:lnTo>
                  <a:lnTo>
                    <a:pt x="2380949" y="940096"/>
                  </a:lnTo>
                  <a:lnTo>
                    <a:pt x="2381617" y="992942"/>
                  </a:lnTo>
                  <a:lnTo>
                    <a:pt x="2382285" y="1101414"/>
                  </a:lnTo>
                  <a:lnTo>
                    <a:pt x="2382953" y="1129228"/>
                  </a:lnTo>
                  <a:lnTo>
                    <a:pt x="2383621" y="1176511"/>
                  </a:lnTo>
                  <a:lnTo>
                    <a:pt x="2384289" y="1226575"/>
                  </a:lnTo>
                  <a:lnTo>
                    <a:pt x="2384957" y="1279421"/>
                  </a:lnTo>
                  <a:lnTo>
                    <a:pt x="2385625" y="1371205"/>
                  </a:lnTo>
                  <a:lnTo>
                    <a:pt x="2386293" y="1412925"/>
                  </a:lnTo>
                  <a:lnTo>
                    <a:pt x="2386961" y="1446302"/>
                  </a:lnTo>
                  <a:lnTo>
                    <a:pt x="2387629" y="1446302"/>
                  </a:lnTo>
                  <a:lnTo>
                    <a:pt x="2388297" y="1446302"/>
                  </a:lnTo>
                  <a:lnTo>
                    <a:pt x="2388965" y="1446302"/>
                  </a:lnTo>
                  <a:lnTo>
                    <a:pt x="2389633" y="1446302"/>
                  </a:lnTo>
                  <a:lnTo>
                    <a:pt x="2390301" y="1393456"/>
                  </a:lnTo>
                  <a:lnTo>
                    <a:pt x="2390969" y="1365642"/>
                  </a:lnTo>
                  <a:lnTo>
                    <a:pt x="2391637" y="1390675"/>
                  </a:lnTo>
                  <a:lnTo>
                    <a:pt x="2392305" y="1390675"/>
                  </a:lnTo>
                  <a:lnTo>
                    <a:pt x="2392973" y="1390675"/>
                  </a:lnTo>
                  <a:lnTo>
                    <a:pt x="2393641" y="1390675"/>
                  </a:lnTo>
                  <a:lnTo>
                    <a:pt x="2394309" y="1410144"/>
                  </a:lnTo>
                  <a:lnTo>
                    <a:pt x="2394977" y="1446302"/>
                  </a:lnTo>
                  <a:lnTo>
                    <a:pt x="2395645" y="1496366"/>
                  </a:lnTo>
                  <a:lnTo>
                    <a:pt x="2396313" y="1501929"/>
                  </a:lnTo>
                  <a:lnTo>
                    <a:pt x="2396981" y="1538086"/>
                  </a:lnTo>
                  <a:lnTo>
                    <a:pt x="2397649" y="1557556"/>
                  </a:lnTo>
                  <a:lnTo>
                    <a:pt x="2398317" y="1557556"/>
                  </a:lnTo>
                  <a:lnTo>
                    <a:pt x="2398985" y="1557556"/>
                  </a:lnTo>
                  <a:lnTo>
                    <a:pt x="2399653" y="1557556"/>
                  </a:lnTo>
                  <a:lnTo>
                    <a:pt x="2400321" y="1557556"/>
                  </a:lnTo>
                  <a:lnTo>
                    <a:pt x="2400990" y="1557556"/>
                  </a:lnTo>
                  <a:lnTo>
                    <a:pt x="2401658" y="1557556"/>
                  </a:lnTo>
                  <a:lnTo>
                    <a:pt x="2402326" y="1557556"/>
                  </a:lnTo>
                  <a:lnTo>
                    <a:pt x="2402994" y="1557556"/>
                  </a:lnTo>
                  <a:lnTo>
                    <a:pt x="2403662" y="1557556"/>
                  </a:lnTo>
                  <a:lnTo>
                    <a:pt x="2404330" y="1557556"/>
                  </a:lnTo>
                  <a:lnTo>
                    <a:pt x="2404998" y="1557556"/>
                  </a:lnTo>
                  <a:lnTo>
                    <a:pt x="2405666" y="1557556"/>
                  </a:lnTo>
                  <a:lnTo>
                    <a:pt x="2406334" y="1557556"/>
                  </a:lnTo>
                  <a:lnTo>
                    <a:pt x="2407002" y="1607620"/>
                  </a:lnTo>
                  <a:lnTo>
                    <a:pt x="2407670" y="1657684"/>
                  </a:lnTo>
                  <a:lnTo>
                    <a:pt x="2408338" y="1668810"/>
                  </a:lnTo>
                  <a:lnTo>
                    <a:pt x="2408338" y="1668810"/>
                  </a:lnTo>
                  <a:lnTo>
                    <a:pt x="2409006" y="1627089"/>
                  </a:lnTo>
                  <a:lnTo>
                    <a:pt x="2409674" y="1596494"/>
                  </a:lnTo>
                  <a:lnTo>
                    <a:pt x="2410342" y="1557556"/>
                  </a:lnTo>
                  <a:lnTo>
                    <a:pt x="2411010" y="1557556"/>
                  </a:lnTo>
                  <a:lnTo>
                    <a:pt x="2411678" y="1557556"/>
                  </a:lnTo>
                  <a:lnTo>
                    <a:pt x="2412346" y="1557556"/>
                  </a:lnTo>
                  <a:lnTo>
                    <a:pt x="2413014" y="1557556"/>
                  </a:lnTo>
                  <a:lnTo>
                    <a:pt x="2413682" y="1515835"/>
                  </a:lnTo>
                  <a:lnTo>
                    <a:pt x="2414350" y="1501929"/>
                  </a:lnTo>
                  <a:lnTo>
                    <a:pt x="2415018" y="1499147"/>
                  </a:lnTo>
                  <a:lnTo>
                    <a:pt x="2415686" y="1446302"/>
                  </a:lnTo>
                  <a:lnTo>
                    <a:pt x="2416354" y="1424051"/>
                  </a:lnTo>
                  <a:lnTo>
                    <a:pt x="2417022" y="1390675"/>
                  </a:lnTo>
                  <a:lnTo>
                    <a:pt x="2417690" y="1390675"/>
                  </a:lnTo>
                  <a:lnTo>
                    <a:pt x="2418358" y="1365642"/>
                  </a:lnTo>
                  <a:lnTo>
                    <a:pt x="2419026" y="1335048"/>
                  </a:lnTo>
                  <a:lnTo>
                    <a:pt x="2419694" y="1335048"/>
                  </a:lnTo>
                  <a:lnTo>
                    <a:pt x="2420362" y="1326704"/>
                  </a:lnTo>
                  <a:lnTo>
                    <a:pt x="2421030" y="1279421"/>
                  </a:lnTo>
                  <a:lnTo>
                    <a:pt x="2421698" y="1246044"/>
                  </a:lnTo>
                  <a:lnTo>
                    <a:pt x="2422366" y="1223794"/>
                  </a:lnTo>
                  <a:lnTo>
                    <a:pt x="2423034" y="1223794"/>
                  </a:lnTo>
                  <a:lnTo>
                    <a:pt x="2423702" y="1173729"/>
                  </a:lnTo>
                  <a:lnTo>
                    <a:pt x="2424370" y="1168166"/>
                  </a:lnTo>
                  <a:lnTo>
                    <a:pt x="2425039" y="1168166"/>
                  </a:lnTo>
                  <a:lnTo>
                    <a:pt x="2425707" y="1207105"/>
                  </a:lnTo>
                  <a:lnTo>
                    <a:pt x="2426375" y="1237700"/>
                  </a:lnTo>
                  <a:lnTo>
                    <a:pt x="2427043" y="1279421"/>
                  </a:lnTo>
                  <a:lnTo>
                    <a:pt x="2427711" y="1243263"/>
                  </a:lnTo>
                  <a:lnTo>
                    <a:pt x="2428379" y="1223794"/>
                  </a:lnTo>
                  <a:lnTo>
                    <a:pt x="2429047" y="1223794"/>
                  </a:lnTo>
                  <a:lnTo>
                    <a:pt x="2429715" y="1223794"/>
                  </a:lnTo>
                  <a:lnTo>
                    <a:pt x="2430383" y="1262732"/>
                  </a:lnTo>
                  <a:lnTo>
                    <a:pt x="2431051" y="1279421"/>
                  </a:lnTo>
                  <a:lnTo>
                    <a:pt x="2431719" y="1279421"/>
                  </a:lnTo>
                  <a:lnTo>
                    <a:pt x="2432387" y="1335048"/>
                  </a:lnTo>
                  <a:lnTo>
                    <a:pt x="2433055" y="1354517"/>
                  </a:lnTo>
                  <a:lnTo>
                    <a:pt x="2433723" y="1390675"/>
                  </a:lnTo>
                  <a:lnTo>
                    <a:pt x="2434391" y="1390675"/>
                  </a:lnTo>
                  <a:lnTo>
                    <a:pt x="2435059" y="1412925"/>
                  </a:lnTo>
                  <a:lnTo>
                    <a:pt x="2435727" y="1446302"/>
                  </a:lnTo>
                  <a:lnTo>
                    <a:pt x="2436395" y="1446302"/>
                  </a:lnTo>
                  <a:lnTo>
                    <a:pt x="2437063" y="1399019"/>
                  </a:lnTo>
                  <a:lnTo>
                    <a:pt x="2437731" y="1446302"/>
                  </a:lnTo>
                  <a:lnTo>
                    <a:pt x="2438399" y="1476896"/>
                  </a:lnTo>
                  <a:lnTo>
                    <a:pt x="2439067" y="1501929"/>
                  </a:lnTo>
                  <a:lnTo>
                    <a:pt x="2439735" y="1501929"/>
                  </a:lnTo>
                  <a:lnTo>
                    <a:pt x="2440403" y="1549211"/>
                  </a:lnTo>
                  <a:lnTo>
                    <a:pt x="2441071" y="1557556"/>
                  </a:lnTo>
                  <a:lnTo>
                    <a:pt x="2441739" y="1557556"/>
                  </a:lnTo>
                  <a:lnTo>
                    <a:pt x="2442407" y="1557556"/>
                  </a:lnTo>
                  <a:lnTo>
                    <a:pt x="2443075" y="1557556"/>
                  </a:lnTo>
                  <a:lnTo>
                    <a:pt x="2443743" y="1557556"/>
                  </a:lnTo>
                  <a:lnTo>
                    <a:pt x="2444411" y="1590932"/>
                  </a:lnTo>
                  <a:lnTo>
                    <a:pt x="2445079" y="1613183"/>
                  </a:lnTo>
                  <a:lnTo>
                    <a:pt x="2445747" y="1571462"/>
                  </a:lnTo>
                  <a:lnTo>
                    <a:pt x="2446415" y="1546430"/>
                  </a:lnTo>
                  <a:lnTo>
                    <a:pt x="2447083" y="1501929"/>
                  </a:lnTo>
                  <a:lnTo>
                    <a:pt x="2447751" y="1501929"/>
                  </a:lnTo>
                  <a:lnTo>
                    <a:pt x="2448419" y="1501929"/>
                  </a:lnTo>
                  <a:lnTo>
                    <a:pt x="2449087" y="1501929"/>
                  </a:lnTo>
                  <a:lnTo>
                    <a:pt x="2449756" y="1501929"/>
                  </a:lnTo>
                  <a:lnTo>
                    <a:pt x="2450424" y="1501929"/>
                  </a:lnTo>
                  <a:lnTo>
                    <a:pt x="2451092" y="1501929"/>
                  </a:lnTo>
                  <a:lnTo>
                    <a:pt x="2451760" y="1501929"/>
                  </a:lnTo>
                  <a:lnTo>
                    <a:pt x="2452428" y="1501929"/>
                  </a:lnTo>
                  <a:lnTo>
                    <a:pt x="2453096" y="1501929"/>
                  </a:lnTo>
                  <a:lnTo>
                    <a:pt x="2453764" y="1551993"/>
                  </a:lnTo>
                  <a:lnTo>
                    <a:pt x="2454432" y="1557556"/>
                  </a:lnTo>
                  <a:lnTo>
                    <a:pt x="2455100" y="1557556"/>
                  </a:lnTo>
                  <a:lnTo>
                    <a:pt x="2455768" y="1557556"/>
                  </a:lnTo>
                  <a:lnTo>
                    <a:pt x="2456436" y="1557556"/>
                  </a:lnTo>
                  <a:lnTo>
                    <a:pt x="2457104" y="1557556"/>
                  </a:lnTo>
                  <a:lnTo>
                    <a:pt x="2457772" y="1518617"/>
                  </a:lnTo>
                  <a:lnTo>
                    <a:pt x="2458440" y="1501929"/>
                  </a:lnTo>
                  <a:lnTo>
                    <a:pt x="2459108" y="1501929"/>
                  </a:lnTo>
                  <a:lnTo>
                    <a:pt x="2459776" y="1501929"/>
                  </a:lnTo>
                  <a:lnTo>
                    <a:pt x="2460444" y="1501929"/>
                  </a:lnTo>
                  <a:lnTo>
                    <a:pt x="2461112" y="1501929"/>
                  </a:lnTo>
                  <a:lnTo>
                    <a:pt x="2461780" y="1501929"/>
                  </a:lnTo>
                  <a:lnTo>
                    <a:pt x="2462448" y="1540867"/>
                  </a:lnTo>
                  <a:lnTo>
                    <a:pt x="2463116" y="1565900"/>
                  </a:lnTo>
                  <a:lnTo>
                    <a:pt x="2463784" y="1613183"/>
                  </a:lnTo>
                  <a:lnTo>
                    <a:pt x="2464452" y="1613183"/>
                  </a:lnTo>
                  <a:lnTo>
                    <a:pt x="2465120" y="1613183"/>
                  </a:lnTo>
                  <a:lnTo>
                    <a:pt x="2465788" y="1613183"/>
                  </a:lnTo>
                  <a:lnTo>
                    <a:pt x="2466456" y="1613183"/>
                  </a:lnTo>
                  <a:lnTo>
                    <a:pt x="2467124" y="1613183"/>
                  </a:lnTo>
                  <a:lnTo>
                    <a:pt x="2467792" y="1568681"/>
                  </a:lnTo>
                  <a:lnTo>
                    <a:pt x="2468460" y="1557556"/>
                  </a:lnTo>
                  <a:lnTo>
                    <a:pt x="2469128" y="1557556"/>
                  </a:lnTo>
                  <a:lnTo>
                    <a:pt x="2469796" y="1557556"/>
                  </a:lnTo>
                  <a:lnTo>
                    <a:pt x="2470464" y="1557556"/>
                  </a:lnTo>
                  <a:lnTo>
                    <a:pt x="2471132" y="1557556"/>
                  </a:lnTo>
                  <a:lnTo>
                    <a:pt x="2471800" y="1557556"/>
                  </a:lnTo>
                  <a:lnTo>
                    <a:pt x="2472468" y="1507491"/>
                  </a:lnTo>
                  <a:lnTo>
                    <a:pt x="2473136" y="1501929"/>
                  </a:lnTo>
                  <a:lnTo>
                    <a:pt x="2473804" y="1479678"/>
                  </a:lnTo>
                  <a:lnTo>
                    <a:pt x="2474473" y="1482459"/>
                  </a:lnTo>
                  <a:lnTo>
                    <a:pt x="2475141" y="1501929"/>
                  </a:lnTo>
                  <a:lnTo>
                    <a:pt x="2475809" y="1501929"/>
                  </a:lnTo>
                  <a:lnTo>
                    <a:pt x="2476477" y="1501929"/>
                  </a:lnTo>
                  <a:lnTo>
                    <a:pt x="2477145" y="1501929"/>
                  </a:lnTo>
                  <a:lnTo>
                    <a:pt x="2477813" y="1501929"/>
                  </a:lnTo>
                  <a:lnTo>
                    <a:pt x="2478481" y="1501929"/>
                  </a:lnTo>
                  <a:lnTo>
                    <a:pt x="2479149" y="1501929"/>
                  </a:lnTo>
                  <a:lnTo>
                    <a:pt x="2479817" y="1501929"/>
                  </a:lnTo>
                  <a:lnTo>
                    <a:pt x="2480485" y="1501929"/>
                  </a:lnTo>
                  <a:lnTo>
                    <a:pt x="2481153" y="1501929"/>
                  </a:lnTo>
                  <a:lnTo>
                    <a:pt x="2481821" y="1501929"/>
                  </a:lnTo>
                  <a:lnTo>
                    <a:pt x="2482489" y="1451864"/>
                  </a:lnTo>
                  <a:lnTo>
                    <a:pt x="2483157" y="1446302"/>
                  </a:lnTo>
                  <a:lnTo>
                    <a:pt x="2483825" y="1443520"/>
                  </a:lnTo>
                  <a:lnTo>
                    <a:pt x="2484493" y="1432395"/>
                  </a:lnTo>
                  <a:lnTo>
                    <a:pt x="2485161" y="1446302"/>
                  </a:lnTo>
                  <a:lnTo>
                    <a:pt x="2485829" y="1446302"/>
                  </a:lnTo>
                  <a:lnTo>
                    <a:pt x="2486497" y="1446302"/>
                  </a:lnTo>
                  <a:lnTo>
                    <a:pt x="2487165" y="1446302"/>
                  </a:lnTo>
                  <a:lnTo>
                    <a:pt x="2487833" y="1446302"/>
                  </a:lnTo>
                  <a:lnTo>
                    <a:pt x="2488501" y="1446302"/>
                  </a:lnTo>
                  <a:lnTo>
                    <a:pt x="2489169" y="1493585"/>
                  </a:lnTo>
                  <a:lnTo>
                    <a:pt x="2489837" y="1501929"/>
                  </a:lnTo>
                  <a:lnTo>
                    <a:pt x="2490505" y="1521398"/>
                  </a:lnTo>
                  <a:lnTo>
                    <a:pt x="2491173" y="1557556"/>
                  </a:lnTo>
                  <a:lnTo>
                    <a:pt x="2491841" y="1557556"/>
                  </a:lnTo>
                  <a:lnTo>
                    <a:pt x="2492509" y="1557556"/>
                  </a:lnTo>
                  <a:lnTo>
                    <a:pt x="2493177" y="1557556"/>
                  </a:lnTo>
                  <a:lnTo>
                    <a:pt x="2493845" y="1557556"/>
                  </a:lnTo>
                  <a:lnTo>
                    <a:pt x="2494513" y="1557556"/>
                  </a:lnTo>
                  <a:lnTo>
                    <a:pt x="2495181" y="1557556"/>
                  </a:lnTo>
                  <a:lnTo>
                    <a:pt x="2495849" y="1557556"/>
                  </a:lnTo>
                  <a:lnTo>
                    <a:pt x="2496517" y="1557556"/>
                  </a:lnTo>
                  <a:lnTo>
                    <a:pt x="2497185" y="1557556"/>
                  </a:lnTo>
                  <a:lnTo>
                    <a:pt x="2497853" y="1557556"/>
                  </a:lnTo>
                  <a:lnTo>
                    <a:pt x="2498521" y="1557556"/>
                  </a:lnTo>
                  <a:lnTo>
                    <a:pt x="2499190" y="1604839"/>
                  </a:lnTo>
                  <a:lnTo>
                    <a:pt x="2499858" y="1613183"/>
                  </a:lnTo>
                  <a:lnTo>
                    <a:pt x="2500526" y="1613183"/>
                  </a:lnTo>
                  <a:lnTo>
                    <a:pt x="2501194" y="1668810"/>
                  </a:lnTo>
                  <a:lnTo>
                    <a:pt x="2501194" y="1668810"/>
                  </a:lnTo>
                  <a:lnTo>
                    <a:pt x="2501862" y="1668810"/>
                  </a:lnTo>
                  <a:lnTo>
                    <a:pt x="2502530" y="1668810"/>
                  </a:lnTo>
                  <a:lnTo>
                    <a:pt x="2503198" y="1668810"/>
                  </a:lnTo>
                  <a:lnTo>
                    <a:pt x="2503866" y="1668810"/>
                  </a:lnTo>
                  <a:lnTo>
                    <a:pt x="2504534" y="1668810"/>
                  </a:lnTo>
                  <a:lnTo>
                    <a:pt x="2505202" y="1668810"/>
                  </a:lnTo>
                  <a:lnTo>
                    <a:pt x="2505870" y="1668810"/>
                  </a:lnTo>
                  <a:lnTo>
                    <a:pt x="2506538" y="1668810"/>
                  </a:lnTo>
                  <a:lnTo>
                    <a:pt x="2507206" y="1668810"/>
                  </a:lnTo>
                  <a:lnTo>
                    <a:pt x="2507874" y="1668810"/>
                  </a:lnTo>
                  <a:lnTo>
                    <a:pt x="2508542" y="1668810"/>
                  </a:lnTo>
                  <a:lnTo>
                    <a:pt x="2509210" y="1668810"/>
                  </a:lnTo>
                  <a:lnTo>
                    <a:pt x="2509878" y="1668810"/>
                  </a:lnTo>
                  <a:lnTo>
                    <a:pt x="2510546" y="1668810"/>
                  </a:lnTo>
                  <a:lnTo>
                    <a:pt x="2511214" y="1613183"/>
                  </a:lnTo>
                  <a:lnTo>
                    <a:pt x="2511882" y="1613183"/>
                  </a:lnTo>
                  <a:lnTo>
                    <a:pt x="2512550" y="1568681"/>
                  </a:lnTo>
                  <a:lnTo>
                    <a:pt x="2513218" y="1546430"/>
                  </a:lnTo>
                  <a:lnTo>
                    <a:pt x="2513886" y="1501929"/>
                  </a:lnTo>
                  <a:lnTo>
                    <a:pt x="2514554" y="1501929"/>
                  </a:lnTo>
                  <a:lnTo>
                    <a:pt x="2515222" y="1501929"/>
                  </a:lnTo>
                  <a:lnTo>
                    <a:pt x="2515890" y="1501929"/>
                  </a:lnTo>
                  <a:lnTo>
                    <a:pt x="2516558" y="1501929"/>
                  </a:lnTo>
                  <a:lnTo>
                    <a:pt x="2517226" y="1501929"/>
                  </a:lnTo>
                  <a:lnTo>
                    <a:pt x="2517894" y="1501929"/>
                  </a:lnTo>
                  <a:lnTo>
                    <a:pt x="2518562" y="1501929"/>
                  </a:lnTo>
                  <a:lnTo>
                    <a:pt x="2519230" y="1501929"/>
                  </a:lnTo>
                  <a:lnTo>
                    <a:pt x="2519898" y="1501929"/>
                  </a:lnTo>
                  <a:lnTo>
                    <a:pt x="2520566" y="1501929"/>
                  </a:lnTo>
                  <a:lnTo>
                    <a:pt x="2521234" y="1468552"/>
                  </a:lnTo>
                  <a:lnTo>
                    <a:pt x="2521902" y="1446302"/>
                  </a:lnTo>
                  <a:lnTo>
                    <a:pt x="2522570" y="1418488"/>
                  </a:lnTo>
                  <a:lnTo>
                    <a:pt x="2523239" y="1390675"/>
                  </a:lnTo>
                  <a:lnTo>
                    <a:pt x="2523907" y="1390675"/>
                  </a:lnTo>
                  <a:lnTo>
                    <a:pt x="2524575" y="1390675"/>
                  </a:lnTo>
                  <a:lnTo>
                    <a:pt x="2525243" y="1379549"/>
                  </a:lnTo>
                  <a:lnTo>
                    <a:pt x="2525911" y="1326704"/>
                  </a:lnTo>
                  <a:lnTo>
                    <a:pt x="2526579" y="1279421"/>
                  </a:lnTo>
                  <a:lnTo>
                    <a:pt x="2527247" y="1279421"/>
                  </a:lnTo>
                  <a:lnTo>
                    <a:pt x="2527915" y="1332266"/>
                  </a:lnTo>
                  <a:lnTo>
                    <a:pt x="2528583" y="1335048"/>
                  </a:lnTo>
                  <a:lnTo>
                    <a:pt x="2529251" y="1376768"/>
                  </a:lnTo>
                  <a:lnTo>
                    <a:pt x="2529919" y="1399019"/>
                  </a:lnTo>
                  <a:lnTo>
                    <a:pt x="2530587" y="1446302"/>
                  </a:lnTo>
                  <a:lnTo>
                    <a:pt x="2531255" y="1446302"/>
                  </a:lnTo>
                  <a:lnTo>
                    <a:pt x="2531923" y="1446302"/>
                  </a:lnTo>
                  <a:lnTo>
                    <a:pt x="2532591" y="1446302"/>
                  </a:lnTo>
                  <a:lnTo>
                    <a:pt x="2533259" y="1446302"/>
                  </a:lnTo>
                  <a:lnTo>
                    <a:pt x="2533927" y="1446302"/>
                  </a:lnTo>
                  <a:lnTo>
                    <a:pt x="2534595" y="1412925"/>
                  </a:lnTo>
                  <a:lnTo>
                    <a:pt x="2535263" y="1390675"/>
                  </a:lnTo>
                  <a:lnTo>
                    <a:pt x="2535931" y="1390675"/>
                  </a:lnTo>
                  <a:lnTo>
                    <a:pt x="2536599" y="1390675"/>
                  </a:lnTo>
                  <a:lnTo>
                    <a:pt x="2537267" y="1390675"/>
                  </a:lnTo>
                  <a:lnTo>
                    <a:pt x="2537935" y="1421269"/>
                  </a:lnTo>
                  <a:lnTo>
                    <a:pt x="2538603" y="1446302"/>
                  </a:lnTo>
                  <a:lnTo>
                    <a:pt x="2539271" y="1471334"/>
                  </a:lnTo>
                  <a:lnTo>
                    <a:pt x="2539939" y="1501929"/>
                  </a:lnTo>
                  <a:lnTo>
                    <a:pt x="2540607" y="1501929"/>
                  </a:lnTo>
                  <a:lnTo>
                    <a:pt x="2541275" y="1501929"/>
                  </a:lnTo>
                  <a:lnTo>
                    <a:pt x="2541943" y="1510273"/>
                  </a:lnTo>
                  <a:lnTo>
                    <a:pt x="2542611" y="1563118"/>
                  </a:lnTo>
                  <a:lnTo>
                    <a:pt x="2543279" y="1613183"/>
                  </a:lnTo>
                  <a:lnTo>
                    <a:pt x="2543947" y="1613183"/>
                  </a:lnTo>
                  <a:lnTo>
                    <a:pt x="2544615" y="1613183"/>
                  </a:lnTo>
                  <a:lnTo>
                    <a:pt x="2545283" y="1613183"/>
                  </a:lnTo>
                  <a:lnTo>
                    <a:pt x="2545951" y="1613183"/>
                  </a:lnTo>
                  <a:lnTo>
                    <a:pt x="2546619" y="1593713"/>
                  </a:lnTo>
                  <a:lnTo>
                    <a:pt x="2547287" y="1557556"/>
                  </a:lnTo>
                  <a:lnTo>
                    <a:pt x="2547956" y="1557556"/>
                  </a:lnTo>
                  <a:lnTo>
                    <a:pt x="2548624" y="1557556"/>
                  </a:lnTo>
                  <a:lnTo>
                    <a:pt x="2549292" y="1557556"/>
                  </a:lnTo>
                  <a:lnTo>
                    <a:pt x="2549960" y="1557556"/>
                  </a:lnTo>
                  <a:lnTo>
                    <a:pt x="2550628" y="1557556"/>
                  </a:lnTo>
                  <a:lnTo>
                    <a:pt x="2551296" y="1532523"/>
                  </a:lnTo>
                  <a:lnTo>
                    <a:pt x="2551964" y="1557556"/>
                  </a:lnTo>
                  <a:lnTo>
                    <a:pt x="2552632" y="1546430"/>
                  </a:lnTo>
                  <a:lnTo>
                    <a:pt x="2553300" y="1501929"/>
                  </a:lnTo>
                  <a:lnTo>
                    <a:pt x="2553968" y="1501929"/>
                  </a:lnTo>
                  <a:lnTo>
                    <a:pt x="2554636" y="1501929"/>
                  </a:lnTo>
                  <a:lnTo>
                    <a:pt x="2555304" y="1501929"/>
                  </a:lnTo>
                  <a:lnTo>
                    <a:pt x="2555972" y="1501929"/>
                  </a:lnTo>
                  <a:lnTo>
                    <a:pt x="2556640" y="1501929"/>
                  </a:lnTo>
                  <a:lnTo>
                    <a:pt x="2557308" y="1501929"/>
                  </a:lnTo>
                  <a:lnTo>
                    <a:pt x="2557976" y="1462990"/>
                  </a:lnTo>
                  <a:lnTo>
                    <a:pt x="2558644" y="1446302"/>
                  </a:lnTo>
                  <a:lnTo>
                    <a:pt x="2559312" y="1446302"/>
                  </a:lnTo>
                  <a:lnTo>
                    <a:pt x="2559980" y="1446302"/>
                  </a:lnTo>
                  <a:lnTo>
                    <a:pt x="2560648" y="1404581"/>
                  </a:lnTo>
                  <a:lnTo>
                    <a:pt x="2561316" y="1335048"/>
                  </a:lnTo>
                  <a:lnTo>
                    <a:pt x="2561984" y="1335048"/>
                  </a:lnTo>
                  <a:lnTo>
                    <a:pt x="2562652" y="1335048"/>
                  </a:lnTo>
                  <a:lnTo>
                    <a:pt x="2563320" y="1318359"/>
                  </a:lnTo>
                  <a:lnTo>
                    <a:pt x="2563988" y="1335048"/>
                  </a:lnTo>
                  <a:lnTo>
                    <a:pt x="2564656" y="1335048"/>
                  </a:lnTo>
                  <a:lnTo>
                    <a:pt x="2565324" y="1335048"/>
                  </a:lnTo>
                  <a:lnTo>
                    <a:pt x="2565992" y="1335048"/>
                  </a:lnTo>
                  <a:lnTo>
                    <a:pt x="2566660" y="1335048"/>
                  </a:lnTo>
                  <a:lnTo>
                    <a:pt x="2567328" y="1307234"/>
                  </a:lnTo>
                  <a:lnTo>
                    <a:pt x="2567996" y="1332266"/>
                  </a:lnTo>
                  <a:lnTo>
                    <a:pt x="2568664" y="1335048"/>
                  </a:lnTo>
                  <a:lnTo>
                    <a:pt x="2569332" y="1343392"/>
                  </a:lnTo>
                  <a:lnTo>
                    <a:pt x="2570000" y="1390675"/>
                  </a:lnTo>
                  <a:lnTo>
                    <a:pt x="2570668" y="1387893"/>
                  </a:lnTo>
                  <a:lnTo>
                    <a:pt x="2571336" y="1335048"/>
                  </a:lnTo>
                  <a:lnTo>
                    <a:pt x="2572004" y="1240482"/>
                  </a:lnTo>
                  <a:lnTo>
                    <a:pt x="2572673" y="1223794"/>
                  </a:lnTo>
                  <a:lnTo>
                    <a:pt x="2573341" y="1198761"/>
                  </a:lnTo>
                  <a:lnTo>
                    <a:pt x="2574009" y="1168166"/>
                  </a:lnTo>
                  <a:lnTo>
                    <a:pt x="2574677" y="1184855"/>
                  </a:lnTo>
                  <a:lnTo>
                    <a:pt x="2575345" y="1168166"/>
                  </a:lnTo>
                  <a:lnTo>
                    <a:pt x="2576013" y="1145916"/>
                  </a:lnTo>
                  <a:lnTo>
                    <a:pt x="2576681" y="1112540"/>
                  </a:lnTo>
                  <a:lnTo>
                    <a:pt x="2577349" y="1140353"/>
                  </a:lnTo>
                  <a:lnTo>
                    <a:pt x="2578017" y="1168166"/>
                  </a:lnTo>
                  <a:lnTo>
                    <a:pt x="2578685" y="1168166"/>
                  </a:lnTo>
                  <a:lnTo>
                    <a:pt x="2579353" y="1168166"/>
                  </a:lnTo>
                  <a:lnTo>
                    <a:pt x="2580021" y="1168166"/>
                  </a:lnTo>
                  <a:lnTo>
                    <a:pt x="2580689" y="1157041"/>
                  </a:lnTo>
                  <a:lnTo>
                    <a:pt x="2581357" y="1112540"/>
                  </a:lnTo>
                  <a:lnTo>
                    <a:pt x="2582025" y="1112540"/>
                  </a:lnTo>
                  <a:lnTo>
                    <a:pt x="2582693" y="1112540"/>
                  </a:lnTo>
                  <a:lnTo>
                    <a:pt x="2583361" y="1112540"/>
                  </a:lnTo>
                  <a:lnTo>
                    <a:pt x="2584029" y="1137572"/>
                  </a:lnTo>
                  <a:lnTo>
                    <a:pt x="2584697" y="1168166"/>
                  </a:lnTo>
                  <a:lnTo>
                    <a:pt x="2585365" y="1168166"/>
                  </a:lnTo>
                  <a:lnTo>
                    <a:pt x="2586033" y="1168166"/>
                  </a:lnTo>
                  <a:lnTo>
                    <a:pt x="2586701" y="1168166"/>
                  </a:lnTo>
                  <a:lnTo>
                    <a:pt x="2587369" y="1123665"/>
                  </a:lnTo>
                  <a:lnTo>
                    <a:pt x="2588037" y="1168166"/>
                  </a:lnTo>
                  <a:lnTo>
                    <a:pt x="2588705" y="1257170"/>
                  </a:lnTo>
                  <a:lnTo>
                    <a:pt x="2589373" y="1279421"/>
                  </a:lnTo>
                  <a:lnTo>
                    <a:pt x="2590041" y="1301671"/>
                  </a:lnTo>
                  <a:lnTo>
                    <a:pt x="2590709" y="1335048"/>
                  </a:lnTo>
                  <a:lnTo>
                    <a:pt x="2591377" y="1351736"/>
                  </a:lnTo>
                  <a:lnTo>
                    <a:pt x="2592045" y="1390675"/>
                  </a:lnTo>
                  <a:lnTo>
                    <a:pt x="2592713" y="1410144"/>
                  </a:lnTo>
                  <a:lnTo>
                    <a:pt x="2593381" y="1446302"/>
                  </a:lnTo>
                  <a:lnTo>
                    <a:pt x="2594049" y="1451864"/>
                  </a:lnTo>
                  <a:lnTo>
                    <a:pt x="2594717" y="1501929"/>
                  </a:lnTo>
                  <a:lnTo>
                    <a:pt x="2595385" y="1501929"/>
                  </a:lnTo>
                  <a:lnTo>
                    <a:pt x="2596053" y="1501929"/>
                  </a:lnTo>
                  <a:lnTo>
                    <a:pt x="2596722" y="1529742"/>
                  </a:lnTo>
                  <a:lnTo>
                    <a:pt x="2597390" y="1513054"/>
                  </a:lnTo>
                  <a:lnTo>
                    <a:pt x="2598058" y="1557556"/>
                  </a:lnTo>
                  <a:lnTo>
                    <a:pt x="2598726" y="1557556"/>
                  </a:lnTo>
                  <a:lnTo>
                    <a:pt x="2599394" y="1474115"/>
                  </a:lnTo>
                  <a:lnTo>
                    <a:pt x="2600062" y="1446302"/>
                  </a:lnTo>
                  <a:lnTo>
                    <a:pt x="2600730" y="1446302"/>
                  </a:lnTo>
                  <a:lnTo>
                    <a:pt x="2601398" y="1446302"/>
                  </a:lnTo>
                  <a:lnTo>
                    <a:pt x="2602066" y="1446302"/>
                  </a:lnTo>
                  <a:lnTo>
                    <a:pt x="2602734" y="1446302"/>
                  </a:lnTo>
                  <a:lnTo>
                    <a:pt x="2603402" y="1446302"/>
                  </a:lnTo>
                  <a:lnTo>
                    <a:pt x="2604070" y="1488022"/>
                  </a:lnTo>
                  <a:lnTo>
                    <a:pt x="2604738" y="1501929"/>
                  </a:lnTo>
                  <a:lnTo>
                    <a:pt x="2605406" y="1501929"/>
                  </a:lnTo>
                  <a:lnTo>
                    <a:pt x="2606074" y="1501929"/>
                  </a:lnTo>
                  <a:lnTo>
                    <a:pt x="2606742" y="1479678"/>
                  </a:lnTo>
                  <a:lnTo>
                    <a:pt x="2607410" y="1446302"/>
                  </a:lnTo>
                  <a:lnTo>
                    <a:pt x="2608078" y="1446302"/>
                  </a:lnTo>
                  <a:lnTo>
                    <a:pt x="2608746" y="1446302"/>
                  </a:lnTo>
                  <a:lnTo>
                    <a:pt x="2609414" y="1446302"/>
                  </a:lnTo>
                  <a:lnTo>
                    <a:pt x="2610082" y="1446302"/>
                  </a:lnTo>
                  <a:lnTo>
                    <a:pt x="2610750" y="1446302"/>
                  </a:lnTo>
                  <a:lnTo>
                    <a:pt x="2611418" y="1446302"/>
                  </a:lnTo>
                  <a:lnTo>
                    <a:pt x="2612086" y="1446302"/>
                  </a:lnTo>
                  <a:lnTo>
                    <a:pt x="2612754" y="1446302"/>
                  </a:lnTo>
                  <a:lnTo>
                    <a:pt x="2613422" y="1446302"/>
                  </a:lnTo>
                  <a:lnTo>
                    <a:pt x="2614090" y="1496366"/>
                  </a:lnTo>
                  <a:lnTo>
                    <a:pt x="2614758" y="1501929"/>
                  </a:lnTo>
                  <a:lnTo>
                    <a:pt x="2615426" y="1501929"/>
                  </a:lnTo>
                  <a:lnTo>
                    <a:pt x="2616094" y="1579806"/>
                  </a:lnTo>
                  <a:lnTo>
                    <a:pt x="2616762" y="1613183"/>
                  </a:lnTo>
                  <a:lnTo>
                    <a:pt x="2617430" y="1568681"/>
                  </a:lnTo>
                  <a:lnTo>
                    <a:pt x="2618098" y="1515835"/>
                  </a:lnTo>
                  <a:lnTo>
                    <a:pt x="2618766" y="1501929"/>
                  </a:lnTo>
                  <a:lnTo>
                    <a:pt x="2619434" y="1501929"/>
                  </a:lnTo>
                  <a:lnTo>
                    <a:pt x="2620102" y="1490803"/>
                  </a:lnTo>
                  <a:lnTo>
                    <a:pt x="2620770" y="1446302"/>
                  </a:lnTo>
                  <a:lnTo>
                    <a:pt x="2621439" y="1426832"/>
                  </a:lnTo>
                  <a:lnTo>
                    <a:pt x="2622107" y="1390675"/>
                  </a:lnTo>
                  <a:lnTo>
                    <a:pt x="2622775" y="1382331"/>
                  </a:lnTo>
                  <a:lnTo>
                    <a:pt x="2623443" y="1312797"/>
                  </a:lnTo>
                  <a:lnTo>
                    <a:pt x="2624111" y="1335048"/>
                  </a:lnTo>
                  <a:lnTo>
                    <a:pt x="2624779" y="1310015"/>
                  </a:lnTo>
                  <a:lnTo>
                    <a:pt x="2625447" y="1279421"/>
                  </a:lnTo>
                  <a:lnTo>
                    <a:pt x="2626115" y="1279421"/>
                  </a:lnTo>
                  <a:lnTo>
                    <a:pt x="2626783" y="1279421"/>
                  </a:lnTo>
                  <a:lnTo>
                    <a:pt x="2627451" y="1279421"/>
                  </a:lnTo>
                  <a:lnTo>
                    <a:pt x="2628119" y="1229356"/>
                  </a:lnTo>
                  <a:lnTo>
                    <a:pt x="2628787" y="1223794"/>
                  </a:lnTo>
                  <a:lnTo>
                    <a:pt x="2629455" y="1223794"/>
                  </a:lnTo>
                  <a:lnTo>
                    <a:pt x="2630123" y="1223794"/>
                  </a:lnTo>
                  <a:lnTo>
                    <a:pt x="2630791" y="1223794"/>
                  </a:lnTo>
                  <a:lnTo>
                    <a:pt x="2631459" y="1223794"/>
                  </a:lnTo>
                  <a:lnTo>
                    <a:pt x="2632127" y="1184855"/>
                  </a:lnTo>
                  <a:lnTo>
                    <a:pt x="2632795" y="1143134"/>
                  </a:lnTo>
                  <a:lnTo>
                    <a:pt x="2633463" y="1112540"/>
                  </a:lnTo>
                  <a:lnTo>
                    <a:pt x="2634131" y="1154260"/>
                  </a:lnTo>
                  <a:lnTo>
                    <a:pt x="2634799" y="1182073"/>
                  </a:lnTo>
                  <a:lnTo>
                    <a:pt x="2635467" y="1148697"/>
                  </a:lnTo>
                  <a:lnTo>
                    <a:pt x="2636135" y="1112540"/>
                  </a:lnTo>
                  <a:lnTo>
                    <a:pt x="2636803" y="1076382"/>
                  </a:lnTo>
                  <a:lnTo>
                    <a:pt x="2637471" y="1081945"/>
                  </a:lnTo>
                  <a:lnTo>
                    <a:pt x="2638139" y="1073601"/>
                  </a:lnTo>
                  <a:lnTo>
                    <a:pt x="2638807" y="1112540"/>
                  </a:lnTo>
                  <a:lnTo>
                    <a:pt x="2639475" y="1118102"/>
                  </a:lnTo>
                  <a:lnTo>
                    <a:pt x="2640143" y="1123665"/>
                  </a:lnTo>
                  <a:lnTo>
                    <a:pt x="2640811" y="1026318"/>
                  </a:lnTo>
                  <a:lnTo>
                    <a:pt x="2641479" y="1023536"/>
                  </a:lnTo>
                  <a:lnTo>
                    <a:pt x="2642147" y="1056912"/>
                  </a:lnTo>
                  <a:lnTo>
                    <a:pt x="2642815" y="1054131"/>
                  </a:lnTo>
                  <a:lnTo>
                    <a:pt x="2643483" y="931752"/>
                  </a:lnTo>
                  <a:lnTo>
                    <a:pt x="2644151" y="890032"/>
                  </a:lnTo>
                  <a:lnTo>
                    <a:pt x="2644819" y="937315"/>
                  </a:lnTo>
                  <a:lnTo>
                    <a:pt x="2645487" y="945659"/>
                  </a:lnTo>
                  <a:lnTo>
                    <a:pt x="2646156" y="945659"/>
                  </a:lnTo>
                  <a:lnTo>
                    <a:pt x="2646824" y="945659"/>
                  </a:lnTo>
                  <a:lnTo>
                    <a:pt x="2647492" y="945659"/>
                  </a:lnTo>
                  <a:lnTo>
                    <a:pt x="2648160" y="945659"/>
                  </a:lnTo>
                  <a:lnTo>
                    <a:pt x="2648828" y="959565"/>
                  </a:lnTo>
                  <a:lnTo>
                    <a:pt x="2649496" y="923408"/>
                  </a:lnTo>
                  <a:lnTo>
                    <a:pt x="2650164" y="945659"/>
                  </a:lnTo>
                  <a:lnTo>
                    <a:pt x="2650832" y="945659"/>
                  </a:lnTo>
                  <a:lnTo>
                    <a:pt x="2651500" y="909501"/>
                  </a:lnTo>
                  <a:lnTo>
                    <a:pt x="2652168" y="906720"/>
                  </a:lnTo>
                  <a:lnTo>
                    <a:pt x="2652836" y="945659"/>
                  </a:lnTo>
                  <a:lnTo>
                    <a:pt x="2653504" y="987379"/>
                  </a:lnTo>
                  <a:lnTo>
                    <a:pt x="2654172" y="1029099"/>
                  </a:lnTo>
                  <a:lnTo>
                    <a:pt x="2654840" y="1056912"/>
                  </a:lnTo>
                  <a:lnTo>
                    <a:pt x="2655508" y="1056912"/>
                  </a:lnTo>
                  <a:lnTo>
                    <a:pt x="2656176" y="1056912"/>
                  </a:lnTo>
                  <a:lnTo>
                    <a:pt x="2656844" y="1098633"/>
                  </a:lnTo>
                  <a:lnTo>
                    <a:pt x="2657512" y="1193199"/>
                  </a:lnTo>
                  <a:lnTo>
                    <a:pt x="2658180" y="1173729"/>
                  </a:lnTo>
                  <a:lnTo>
                    <a:pt x="2658848" y="1168166"/>
                  </a:lnTo>
                  <a:lnTo>
                    <a:pt x="2659516" y="1120884"/>
                  </a:lnTo>
                  <a:lnTo>
                    <a:pt x="2660184" y="1232138"/>
                  </a:lnTo>
                  <a:lnTo>
                    <a:pt x="2660852" y="1271077"/>
                  </a:lnTo>
                  <a:lnTo>
                    <a:pt x="2661520" y="1223794"/>
                  </a:lnTo>
                  <a:lnTo>
                    <a:pt x="2662188" y="1215449"/>
                  </a:lnTo>
                  <a:lnTo>
                    <a:pt x="2662856" y="1132009"/>
                  </a:lnTo>
                  <a:lnTo>
                    <a:pt x="2663524" y="1112540"/>
                  </a:lnTo>
                  <a:lnTo>
                    <a:pt x="2664192" y="1043006"/>
                  </a:lnTo>
                  <a:lnTo>
                    <a:pt x="2664860" y="937315"/>
                  </a:lnTo>
                  <a:lnTo>
                    <a:pt x="2665528" y="859437"/>
                  </a:lnTo>
                  <a:lnTo>
                    <a:pt x="2666196" y="901157"/>
                  </a:lnTo>
                  <a:lnTo>
                    <a:pt x="2666864" y="890032"/>
                  </a:lnTo>
                  <a:lnTo>
                    <a:pt x="2667532" y="878906"/>
                  </a:lnTo>
                  <a:lnTo>
                    <a:pt x="2668200" y="837186"/>
                  </a:lnTo>
                  <a:lnTo>
                    <a:pt x="2668868" y="834405"/>
                  </a:lnTo>
                  <a:lnTo>
                    <a:pt x="2669536" y="834405"/>
                  </a:lnTo>
                  <a:lnTo>
                    <a:pt x="2670204" y="834405"/>
                  </a:lnTo>
                  <a:lnTo>
                    <a:pt x="2670873" y="834405"/>
                  </a:lnTo>
                  <a:lnTo>
                    <a:pt x="2671541" y="834405"/>
                  </a:lnTo>
                  <a:lnTo>
                    <a:pt x="2672209" y="834405"/>
                  </a:lnTo>
                  <a:lnTo>
                    <a:pt x="2672877" y="834405"/>
                  </a:lnTo>
                  <a:lnTo>
                    <a:pt x="2673545" y="867781"/>
                  </a:lnTo>
                  <a:lnTo>
                    <a:pt x="2674213" y="890032"/>
                  </a:lnTo>
                  <a:lnTo>
                    <a:pt x="2674881" y="937315"/>
                  </a:lnTo>
                  <a:lnTo>
                    <a:pt x="2675549" y="945659"/>
                  </a:lnTo>
                  <a:lnTo>
                    <a:pt x="2676217" y="990160"/>
                  </a:lnTo>
                  <a:lnTo>
                    <a:pt x="2676885" y="1001286"/>
                  </a:lnTo>
                  <a:lnTo>
                    <a:pt x="2677553" y="1006848"/>
                  </a:lnTo>
                  <a:lnTo>
                    <a:pt x="2678221" y="1056912"/>
                  </a:lnTo>
                  <a:lnTo>
                    <a:pt x="2678889" y="1037443"/>
                  </a:lnTo>
                  <a:lnTo>
                    <a:pt x="2679557" y="1090289"/>
                  </a:lnTo>
                  <a:lnTo>
                    <a:pt x="2680225" y="1112540"/>
                  </a:lnTo>
                  <a:lnTo>
                    <a:pt x="2680893" y="1173729"/>
                  </a:lnTo>
                  <a:lnTo>
                    <a:pt x="2681561" y="1284983"/>
                  </a:lnTo>
                  <a:lnTo>
                    <a:pt x="2682229" y="1382330"/>
                  </a:lnTo>
                  <a:lnTo>
                    <a:pt x="2682897" y="1418488"/>
                  </a:lnTo>
                  <a:lnTo>
                    <a:pt x="2683565" y="1446302"/>
                  </a:lnTo>
                  <a:lnTo>
                    <a:pt x="2684233" y="1454646"/>
                  </a:lnTo>
                  <a:lnTo>
                    <a:pt x="2684901" y="1546430"/>
                  </a:lnTo>
                  <a:lnTo>
                    <a:pt x="2685569" y="1613183"/>
                  </a:lnTo>
                  <a:lnTo>
                    <a:pt x="2686237" y="1613183"/>
                  </a:lnTo>
                  <a:lnTo>
                    <a:pt x="2686905" y="1613183"/>
                  </a:lnTo>
                  <a:lnTo>
                    <a:pt x="2687573" y="1613183"/>
                  </a:lnTo>
                  <a:lnTo>
                    <a:pt x="2688241" y="1613183"/>
                  </a:lnTo>
                  <a:lnTo>
                    <a:pt x="2688909" y="1613183"/>
                  </a:lnTo>
                  <a:lnTo>
                    <a:pt x="2689577" y="1613183"/>
                  </a:lnTo>
                  <a:lnTo>
                    <a:pt x="2690245" y="1613183"/>
                  </a:lnTo>
                  <a:lnTo>
                    <a:pt x="2690913" y="1563118"/>
                  </a:lnTo>
                  <a:lnTo>
                    <a:pt x="2691581" y="1557556"/>
                  </a:lnTo>
                  <a:lnTo>
                    <a:pt x="2692249" y="1557556"/>
                  </a:lnTo>
                  <a:lnTo>
                    <a:pt x="2692917" y="1557556"/>
                  </a:lnTo>
                  <a:lnTo>
                    <a:pt x="2693585" y="1557556"/>
                  </a:lnTo>
                  <a:lnTo>
                    <a:pt x="2694253" y="1557556"/>
                  </a:lnTo>
                  <a:lnTo>
                    <a:pt x="2694922" y="1557556"/>
                  </a:lnTo>
                  <a:lnTo>
                    <a:pt x="2695590" y="1579806"/>
                  </a:lnTo>
                  <a:lnTo>
                    <a:pt x="2696258" y="1613183"/>
                  </a:lnTo>
                  <a:lnTo>
                    <a:pt x="2696926" y="1613183"/>
                  </a:lnTo>
                  <a:lnTo>
                    <a:pt x="2697594" y="1602057"/>
                  </a:lnTo>
                  <a:lnTo>
                    <a:pt x="2698262" y="1557556"/>
                  </a:lnTo>
                  <a:lnTo>
                    <a:pt x="2698930" y="1557556"/>
                  </a:lnTo>
                  <a:lnTo>
                    <a:pt x="2699598" y="1557556"/>
                  </a:lnTo>
                  <a:lnTo>
                    <a:pt x="2700266" y="1557556"/>
                  </a:lnTo>
                  <a:lnTo>
                    <a:pt x="2700934" y="1557556"/>
                  </a:lnTo>
                  <a:lnTo>
                    <a:pt x="2701602" y="1557556"/>
                  </a:lnTo>
                  <a:lnTo>
                    <a:pt x="2702270" y="1557556"/>
                  </a:lnTo>
                  <a:lnTo>
                    <a:pt x="2702938" y="1557556"/>
                  </a:lnTo>
                  <a:lnTo>
                    <a:pt x="2703606" y="1557556"/>
                  </a:lnTo>
                  <a:lnTo>
                    <a:pt x="2704274" y="1557556"/>
                  </a:lnTo>
                  <a:lnTo>
                    <a:pt x="2704942" y="1521398"/>
                  </a:lnTo>
                  <a:lnTo>
                    <a:pt x="2705610" y="1501929"/>
                  </a:lnTo>
                  <a:lnTo>
                    <a:pt x="2706278" y="1501929"/>
                  </a:lnTo>
                  <a:lnTo>
                    <a:pt x="2706946" y="1396237"/>
                  </a:lnTo>
                  <a:lnTo>
                    <a:pt x="2707614" y="1437957"/>
                  </a:lnTo>
                  <a:lnTo>
                    <a:pt x="2708282" y="1446302"/>
                  </a:lnTo>
                  <a:lnTo>
                    <a:pt x="2708950" y="1446302"/>
                  </a:lnTo>
                  <a:lnTo>
                    <a:pt x="2709618" y="1446302"/>
                  </a:lnTo>
                  <a:lnTo>
                    <a:pt x="2710286" y="1446302"/>
                  </a:lnTo>
                  <a:lnTo>
                    <a:pt x="2710954" y="1446302"/>
                  </a:lnTo>
                  <a:lnTo>
                    <a:pt x="2711622" y="1446302"/>
                  </a:lnTo>
                  <a:lnTo>
                    <a:pt x="2712290" y="1390675"/>
                  </a:lnTo>
                  <a:lnTo>
                    <a:pt x="2712958" y="1390675"/>
                  </a:lnTo>
                  <a:lnTo>
                    <a:pt x="2713626" y="1390675"/>
                  </a:lnTo>
                  <a:lnTo>
                    <a:pt x="2714294" y="1321141"/>
                  </a:lnTo>
                  <a:lnTo>
                    <a:pt x="2714962" y="1335048"/>
                  </a:lnTo>
                  <a:lnTo>
                    <a:pt x="2715630" y="1310015"/>
                  </a:lnTo>
                  <a:lnTo>
                    <a:pt x="2716298" y="1279421"/>
                  </a:lnTo>
                  <a:lnTo>
                    <a:pt x="2716966" y="1248826"/>
                  </a:lnTo>
                  <a:lnTo>
                    <a:pt x="2717634" y="1223794"/>
                  </a:lnTo>
                  <a:lnTo>
                    <a:pt x="2718302" y="1179292"/>
                  </a:lnTo>
                  <a:lnTo>
                    <a:pt x="2718970" y="1157041"/>
                  </a:lnTo>
                  <a:lnTo>
                    <a:pt x="2719639" y="1112540"/>
                  </a:lnTo>
                  <a:lnTo>
                    <a:pt x="2720307" y="1076382"/>
                  </a:lnTo>
                  <a:lnTo>
                    <a:pt x="2720975" y="1056912"/>
                  </a:lnTo>
                  <a:lnTo>
                    <a:pt x="2721643" y="1090289"/>
                  </a:lnTo>
                  <a:lnTo>
                    <a:pt x="2722311" y="1059694"/>
                  </a:lnTo>
                  <a:lnTo>
                    <a:pt x="2722979" y="954003"/>
                  </a:lnTo>
                  <a:lnTo>
                    <a:pt x="2723647" y="1045787"/>
                  </a:lnTo>
                  <a:lnTo>
                    <a:pt x="2724315" y="1056912"/>
                  </a:lnTo>
                  <a:lnTo>
                    <a:pt x="2724983" y="1056912"/>
                  </a:lnTo>
                  <a:lnTo>
                    <a:pt x="2725651" y="1056912"/>
                  </a:lnTo>
                  <a:lnTo>
                    <a:pt x="2726319" y="1056912"/>
                  </a:lnTo>
                  <a:lnTo>
                    <a:pt x="2726987" y="1015192"/>
                  </a:lnTo>
                  <a:lnTo>
                    <a:pt x="2727655" y="948440"/>
                  </a:lnTo>
                  <a:lnTo>
                    <a:pt x="2728323" y="898376"/>
                  </a:lnTo>
                  <a:lnTo>
                    <a:pt x="2728991" y="937315"/>
                  </a:lnTo>
                  <a:lnTo>
                    <a:pt x="2729659" y="806591"/>
                  </a:lnTo>
                  <a:lnTo>
                    <a:pt x="2730327" y="778777"/>
                  </a:lnTo>
                  <a:lnTo>
                    <a:pt x="2730995" y="851093"/>
                  </a:lnTo>
                  <a:lnTo>
                    <a:pt x="2731663" y="890032"/>
                  </a:lnTo>
                  <a:lnTo>
                    <a:pt x="2732331" y="912282"/>
                  </a:lnTo>
                  <a:lnTo>
                    <a:pt x="2732999" y="945659"/>
                  </a:lnTo>
                  <a:lnTo>
                    <a:pt x="2733667" y="973472"/>
                  </a:lnTo>
                  <a:lnTo>
                    <a:pt x="2734335" y="1001286"/>
                  </a:lnTo>
                  <a:lnTo>
                    <a:pt x="2735003" y="1043006"/>
                  </a:lnTo>
                  <a:lnTo>
                    <a:pt x="2735671" y="1065256"/>
                  </a:lnTo>
                  <a:lnTo>
                    <a:pt x="2736339" y="1112540"/>
                  </a:lnTo>
                  <a:lnTo>
                    <a:pt x="2737007" y="1104195"/>
                  </a:lnTo>
                  <a:lnTo>
                    <a:pt x="2737675" y="1056912"/>
                  </a:lnTo>
                  <a:lnTo>
                    <a:pt x="2738343" y="1015192"/>
                  </a:lnTo>
                  <a:lnTo>
                    <a:pt x="2739011" y="1051350"/>
                  </a:lnTo>
                  <a:lnTo>
                    <a:pt x="2739679" y="1154260"/>
                  </a:lnTo>
                  <a:lnTo>
                    <a:pt x="2740347" y="1168166"/>
                  </a:lnTo>
                  <a:lnTo>
                    <a:pt x="2741015" y="1168166"/>
                  </a:lnTo>
                  <a:lnTo>
                    <a:pt x="2741683" y="1168166"/>
                  </a:lnTo>
                  <a:lnTo>
                    <a:pt x="2742351" y="1115321"/>
                  </a:lnTo>
                  <a:lnTo>
                    <a:pt x="2743019" y="1101414"/>
                  </a:lnTo>
                  <a:lnTo>
                    <a:pt x="2743687" y="1095851"/>
                  </a:lnTo>
                  <a:lnTo>
                    <a:pt x="2744356" y="1162604"/>
                  </a:lnTo>
                  <a:lnTo>
                    <a:pt x="2745024" y="1193199"/>
                  </a:lnTo>
                  <a:lnTo>
                    <a:pt x="2745692" y="1170948"/>
                  </a:lnTo>
                  <a:lnTo>
                    <a:pt x="2746360" y="1301671"/>
                  </a:lnTo>
                  <a:lnTo>
                    <a:pt x="2747028" y="1335048"/>
                  </a:lnTo>
                  <a:lnTo>
                    <a:pt x="2747696" y="1332266"/>
                  </a:lnTo>
                  <a:lnTo>
                    <a:pt x="2748364" y="1237700"/>
                  </a:lnTo>
                  <a:lnTo>
                    <a:pt x="2749032" y="1223794"/>
                  </a:lnTo>
                  <a:lnTo>
                    <a:pt x="2749700" y="1170948"/>
                  </a:lnTo>
                  <a:lnTo>
                    <a:pt x="2750368" y="1120884"/>
                  </a:lnTo>
                  <a:lnTo>
                    <a:pt x="2751036" y="1112540"/>
                  </a:lnTo>
                  <a:lnTo>
                    <a:pt x="2751704" y="1079163"/>
                  </a:lnTo>
                  <a:lnTo>
                    <a:pt x="2752372" y="1056912"/>
                  </a:lnTo>
                  <a:lnTo>
                    <a:pt x="2753040" y="1056912"/>
                  </a:lnTo>
                  <a:lnTo>
                    <a:pt x="2753708" y="1093070"/>
                  </a:lnTo>
                  <a:lnTo>
                    <a:pt x="2754376" y="1168166"/>
                  </a:lnTo>
                  <a:lnTo>
                    <a:pt x="2755044" y="1207105"/>
                  </a:lnTo>
                  <a:lnTo>
                    <a:pt x="2755712" y="1223794"/>
                  </a:lnTo>
                  <a:lnTo>
                    <a:pt x="2756380" y="1223794"/>
                  </a:lnTo>
                  <a:lnTo>
                    <a:pt x="2757048" y="1223794"/>
                  </a:lnTo>
                  <a:lnTo>
                    <a:pt x="2757716" y="1179292"/>
                  </a:lnTo>
                  <a:lnTo>
                    <a:pt x="2758384" y="1168166"/>
                  </a:lnTo>
                  <a:lnTo>
                    <a:pt x="2759052" y="1218231"/>
                  </a:lnTo>
                  <a:lnTo>
                    <a:pt x="2759720" y="1232138"/>
                  </a:lnTo>
                  <a:lnTo>
                    <a:pt x="2760388" y="1279421"/>
                  </a:lnTo>
                  <a:lnTo>
                    <a:pt x="2761056" y="1279421"/>
                  </a:lnTo>
                  <a:lnTo>
                    <a:pt x="2761724" y="1296109"/>
                  </a:lnTo>
                  <a:lnTo>
                    <a:pt x="2762392" y="1335048"/>
                  </a:lnTo>
                  <a:lnTo>
                    <a:pt x="2763060" y="1335048"/>
                  </a:lnTo>
                  <a:lnTo>
                    <a:pt x="2763728" y="1335048"/>
                  </a:lnTo>
                  <a:lnTo>
                    <a:pt x="2764396" y="1335048"/>
                  </a:lnTo>
                  <a:lnTo>
                    <a:pt x="2765064" y="1429613"/>
                  </a:lnTo>
                  <a:lnTo>
                    <a:pt x="2765732" y="1446302"/>
                  </a:lnTo>
                  <a:lnTo>
                    <a:pt x="2766400" y="1496366"/>
                  </a:lnTo>
                  <a:lnTo>
                    <a:pt x="2767068" y="1546430"/>
                  </a:lnTo>
                  <a:lnTo>
                    <a:pt x="2767736" y="1557556"/>
                  </a:lnTo>
                  <a:lnTo>
                    <a:pt x="2768404" y="1588150"/>
                  </a:lnTo>
                  <a:lnTo>
                    <a:pt x="2769073" y="1579806"/>
                  </a:lnTo>
                  <a:lnTo>
                    <a:pt x="2769741" y="1549212"/>
                  </a:lnTo>
                  <a:lnTo>
                    <a:pt x="2770409" y="1501929"/>
                  </a:lnTo>
                  <a:lnTo>
                    <a:pt x="2771077" y="1501929"/>
                  </a:lnTo>
                  <a:lnTo>
                    <a:pt x="2771745" y="1501929"/>
                  </a:lnTo>
                  <a:lnTo>
                    <a:pt x="2772413" y="1501929"/>
                  </a:lnTo>
                  <a:lnTo>
                    <a:pt x="2773081" y="1496366"/>
                  </a:lnTo>
                  <a:lnTo>
                    <a:pt x="2773749" y="1446302"/>
                  </a:lnTo>
                  <a:lnTo>
                    <a:pt x="2774417" y="1488022"/>
                  </a:lnTo>
                  <a:lnTo>
                    <a:pt x="2775085" y="1501929"/>
                  </a:lnTo>
                  <a:lnTo>
                    <a:pt x="2775753" y="1501929"/>
                  </a:lnTo>
                  <a:lnTo>
                    <a:pt x="2776421" y="1501929"/>
                  </a:lnTo>
                  <a:lnTo>
                    <a:pt x="2777089" y="1501929"/>
                  </a:lnTo>
                  <a:lnTo>
                    <a:pt x="2777757" y="1485240"/>
                  </a:lnTo>
                  <a:lnTo>
                    <a:pt x="2778425" y="1424051"/>
                  </a:lnTo>
                  <a:lnTo>
                    <a:pt x="2779093" y="1346173"/>
                  </a:lnTo>
                  <a:lnTo>
                    <a:pt x="2779761" y="1193199"/>
                  </a:lnTo>
                  <a:lnTo>
                    <a:pt x="2780429" y="1168166"/>
                  </a:lnTo>
                  <a:lnTo>
                    <a:pt x="2781097" y="1112540"/>
                  </a:lnTo>
                  <a:lnTo>
                    <a:pt x="2781765" y="1112540"/>
                  </a:lnTo>
                  <a:lnTo>
                    <a:pt x="2782433" y="1112540"/>
                  </a:lnTo>
                  <a:lnTo>
                    <a:pt x="2783101" y="1112540"/>
                  </a:lnTo>
                  <a:lnTo>
                    <a:pt x="2783769" y="1112540"/>
                  </a:lnTo>
                  <a:lnTo>
                    <a:pt x="2784437" y="1095851"/>
                  </a:lnTo>
                  <a:lnTo>
                    <a:pt x="2785105" y="1031880"/>
                  </a:lnTo>
                  <a:lnTo>
                    <a:pt x="2785773" y="984598"/>
                  </a:lnTo>
                  <a:lnTo>
                    <a:pt x="2786441" y="1006848"/>
                  </a:lnTo>
                  <a:lnTo>
                    <a:pt x="2787109" y="1056912"/>
                  </a:lnTo>
                  <a:lnTo>
                    <a:pt x="2787777" y="1056912"/>
                  </a:lnTo>
                  <a:lnTo>
                    <a:pt x="2788445" y="1009630"/>
                  </a:lnTo>
                  <a:lnTo>
                    <a:pt x="2789113" y="1001286"/>
                  </a:lnTo>
                  <a:lnTo>
                    <a:pt x="2789781" y="1004067"/>
                  </a:lnTo>
                  <a:lnTo>
                    <a:pt x="2790449" y="1056912"/>
                  </a:lnTo>
                  <a:lnTo>
                    <a:pt x="2791117" y="1056912"/>
                  </a:lnTo>
                  <a:lnTo>
                    <a:pt x="2791785" y="1056912"/>
                  </a:lnTo>
                  <a:lnTo>
                    <a:pt x="2792453" y="1056912"/>
                  </a:lnTo>
                  <a:lnTo>
                    <a:pt x="2793122" y="1056912"/>
                  </a:lnTo>
                  <a:lnTo>
                    <a:pt x="2793790" y="1056912"/>
                  </a:lnTo>
                  <a:lnTo>
                    <a:pt x="2794458" y="1070819"/>
                  </a:lnTo>
                  <a:lnTo>
                    <a:pt x="2795126" y="1104195"/>
                  </a:lnTo>
                  <a:lnTo>
                    <a:pt x="2795794" y="1151478"/>
                  </a:lnTo>
                  <a:lnTo>
                    <a:pt x="2796462" y="1304453"/>
                  </a:lnTo>
                  <a:lnTo>
                    <a:pt x="2797130" y="1335048"/>
                  </a:lnTo>
                  <a:lnTo>
                    <a:pt x="2797798" y="1387893"/>
                  </a:lnTo>
                  <a:lnTo>
                    <a:pt x="2798466" y="1390675"/>
                  </a:lnTo>
                  <a:lnTo>
                    <a:pt x="2799134" y="1390675"/>
                  </a:lnTo>
                  <a:lnTo>
                    <a:pt x="2799802" y="1390675"/>
                  </a:lnTo>
                  <a:lnTo>
                    <a:pt x="2800470" y="1390675"/>
                  </a:lnTo>
                  <a:lnTo>
                    <a:pt x="2801138" y="1404581"/>
                  </a:lnTo>
                  <a:lnTo>
                    <a:pt x="2801806" y="1468552"/>
                  </a:lnTo>
                  <a:lnTo>
                    <a:pt x="2802474" y="1546430"/>
                  </a:lnTo>
                  <a:lnTo>
                    <a:pt x="2803142" y="1557556"/>
                  </a:lnTo>
                  <a:lnTo>
                    <a:pt x="2803810" y="1557556"/>
                  </a:lnTo>
                  <a:lnTo>
                    <a:pt x="2804478" y="1557556"/>
                  </a:lnTo>
                  <a:lnTo>
                    <a:pt x="2805146" y="1602057"/>
                  </a:lnTo>
                  <a:lnTo>
                    <a:pt x="2805814" y="1613183"/>
                  </a:lnTo>
                  <a:lnTo>
                    <a:pt x="2806482" y="1613183"/>
                  </a:lnTo>
                  <a:lnTo>
                    <a:pt x="2807150" y="1613183"/>
                  </a:lnTo>
                  <a:lnTo>
                    <a:pt x="2807818" y="1613183"/>
                  </a:lnTo>
                  <a:lnTo>
                    <a:pt x="2808486" y="1613183"/>
                  </a:lnTo>
                  <a:lnTo>
                    <a:pt x="2809154" y="1613183"/>
                  </a:lnTo>
                  <a:lnTo>
                    <a:pt x="2809822" y="1613183"/>
                  </a:lnTo>
                  <a:lnTo>
                    <a:pt x="2810490" y="1613183"/>
                  </a:lnTo>
                  <a:lnTo>
                    <a:pt x="2811158" y="1613183"/>
                  </a:lnTo>
                  <a:lnTo>
                    <a:pt x="2811826" y="1638215"/>
                  </a:lnTo>
                  <a:lnTo>
                    <a:pt x="2812494" y="1668810"/>
                  </a:lnTo>
                  <a:lnTo>
                    <a:pt x="2812494" y="1668810"/>
                  </a:lnTo>
                  <a:lnTo>
                    <a:pt x="2813162" y="1668810"/>
                  </a:lnTo>
                  <a:lnTo>
                    <a:pt x="2813830" y="1663247"/>
                  </a:lnTo>
                  <a:lnTo>
                    <a:pt x="2814498" y="1613183"/>
                  </a:lnTo>
                  <a:lnTo>
                    <a:pt x="2815166" y="1613183"/>
                  </a:lnTo>
                  <a:lnTo>
                    <a:pt x="2815834" y="1613183"/>
                  </a:lnTo>
                  <a:lnTo>
                    <a:pt x="2816502" y="1613183"/>
                  </a:lnTo>
                  <a:lnTo>
                    <a:pt x="2817170" y="1613183"/>
                  </a:lnTo>
                  <a:lnTo>
                    <a:pt x="2817839" y="1613183"/>
                  </a:lnTo>
                  <a:lnTo>
                    <a:pt x="2818507" y="1568681"/>
                  </a:lnTo>
                  <a:lnTo>
                    <a:pt x="2819175" y="1554774"/>
                  </a:lnTo>
                  <a:lnTo>
                    <a:pt x="2819843" y="1501929"/>
                  </a:lnTo>
                  <a:lnTo>
                    <a:pt x="2820511" y="1501929"/>
                  </a:lnTo>
                  <a:lnTo>
                    <a:pt x="2821179" y="1501929"/>
                  </a:lnTo>
                  <a:lnTo>
                    <a:pt x="2821847" y="1501929"/>
                  </a:lnTo>
                  <a:lnTo>
                    <a:pt x="2822515" y="1501929"/>
                  </a:lnTo>
                  <a:lnTo>
                    <a:pt x="2823183" y="1479678"/>
                  </a:lnTo>
                  <a:lnTo>
                    <a:pt x="2823851" y="1401800"/>
                  </a:lnTo>
                  <a:lnTo>
                    <a:pt x="2824519" y="1335048"/>
                  </a:lnTo>
                  <a:lnTo>
                    <a:pt x="2825187" y="1335048"/>
                  </a:lnTo>
                  <a:lnTo>
                    <a:pt x="2825855" y="1335048"/>
                  </a:lnTo>
                  <a:lnTo>
                    <a:pt x="2826523" y="1335048"/>
                  </a:lnTo>
                  <a:lnTo>
                    <a:pt x="2827191" y="1326704"/>
                  </a:lnTo>
                  <a:lnTo>
                    <a:pt x="2827859" y="1279421"/>
                  </a:lnTo>
                  <a:lnTo>
                    <a:pt x="2828527" y="1279421"/>
                  </a:lnTo>
                  <a:lnTo>
                    <a:pt x="2829195" y="1279421"/>
                  </a:lnTo>
                  <a:lnTo>
                    <a:pt x="2829863" y="1279421"/>
                  </a:lnTo>
                  <a:lnTo>
                    <a:pt x="2830531" y="1257170"/>
                  </a:lnTo>
                  <a:lnTo>
                    <a:pt x="2831199" y="1273858"/>
                  </a:lnTo>
                  <a:lnTo>
                    <a:pt x="2831867" y="1223794"/>
                  </a:lnTo>
                  <a:lnTo>
                    <a:pt x="2832535" y="1223794"/>
                  </a:lnTo>
                  <a:lnTo>
                    <a:pt x="2833203" y="1223794"/>
                  </a:lnTo>
                  <a:lnTo>
                    <a:pt x="2833871" y="1223794"/>
                  </a:lnTo>
                  <a:lnTo>
                    <a:pt x="2834539" y="1223794"/>
                  </a:lnTo>
                  <a:lnTo>
                    <a:pt x="2835207" y="1265514"/>
                  </a:lnTo>
                  <a:lnTo>
                    <a:pt x="2835875" y="1279421"/>
                  </a:lnTo>
                  <a:lnTo>
                    <a:pt x="2836543" y="1335048"/>
                  </a:lnTo>
                  <a:lnTo>
                    <a:pt x="2837211" y="1335048"/>
                  </a:lnTo>
                  <a:lnTo>
                    <a:pt x="2837879" y="1335048"/>
                  </a:lnTo>
                  <a:lnTo>
                    <a:pt x="2838547" y="1335048"/>
                  </a:lnTo>
                  <a:lnTo>
                    <a:pt x="2839215" y="1335048"/>
                  </a:lnTo>
                  <a:lnTo>
                    <a:pt x="2839883" y="1354517"/>
                  </a:lnTo>
                  <a:lnTo>
                    <a:pt x="2840551" y="1432395"/>
                  </a:lnTo>
                  <a:lnTo>
                    <a:pt x="2841219" y="1499147"/>
                  </a:lnTo>
                  <a:lnTo>
                    <a:pt x="2841887" y="1493585"/>
                  </a:lnTo>
                  <a:lnTo>
                    <a:pt x="2842556" y="1446302"/>
                  </a:lnTo>
                  <a:lnTo>
                    <a:pt x="2843224" y="1446302"/>
                  </a:lnTo>
                  <a:lnTo>
                    <a:pt x="2843892" y="1451864"/>
                  </a:lnTo>
                  <a:lnTo>
                    <a:pt x="2844560" y="1501929"/>
                  </a:lnTo>
                  <a:lnTo>
                    <a:pt x="2845228" y="1501929"/>
                  </a:lnTo>
                  <a:lnTo>
                    <a:pt x="2845896" y="1501929"/>
                  </a:lnTo>
                  <a:lnTo>
                    <a:pt x="2846564" y="1482459"/>
                  </a:lnTo>
                  <a:lnTo>
                    <a:pt x="2847232" y="1468552"/>
                  </a:lnTo>
                  <a:lnTo>
                    <a:pt x="2847900" y="1504710"/>
                  </a:lnTo>
                  <a:lnTo>
                    <a:pt x="2848568" y="1557556"/>
                  </a:lnTo>
                  <a:lnTo>
                    <a:pt x="2849236" y="1535305"/>
                  </a:lnTo>
                  <a:lnTo>
                    <a:pt x="2849904" y="1501929"/>
                  </a:lnTo>
                  <a:lnTo>
                    <a:pt x="2850572" y="1501929"/>
                  </a:lnTo>
                  <a:lnTo>
                    <a:pt x="2851240" y="1501929"/>
                  </a:lnTo>
                  <a:lnTo>
                    <a:pt x="2851908" y="1501929"/>
                  </a:lnTo>
                  <a:lnTo>
                    <a:pt x="2852576" y="1501929"/>
                  </a:lnTo>
                  <a:lnTo>
                    <a:pt x="2853244" y="1501929"/>
                  </a:lnTo>
                  <a:lnTo>
                    <a:pt x="2853912" y="1479678"/>
                  </a:lnTo>
                  <a:lnTo>
                    <a:pt x="2854580" y="1446302"/>
                  </a:lnTo>
                  <a:lnTo>
                    <a:pt x="2855248" y="1446302"/>
                  </a:lnTo>
                  <a:lnTo>
                    <a:pt x="2855916" y="1396237"/>
                  </a:lnTo>
                  <a:lnTo>
                    <a:pt x="2856584" y="1390675"/>
                  </a:lnTo>
                  <a:lnTo>
                    <a:pt x="2857252" y="1390675"/>
                  </a:lnTo>
                  <a:lnTo>
                    <a:pt x="2857920" y="1390675"/>
                  </a:lnTo>
                  <a:lnTo>
                    <a:pt x="2858588" y="1360080"/>
                  </a:lnTo>
                  <a:lnTo>
                    <a:pt x="2859256" y="1390675"/>
                  </a:lnTo>
                  <a:lnTo>
                    <a:pt x="2859924" y="1343392"/>
                  </a:lnTo>
                  <a:lnTo>
                    <a:pt x="2860592" y="1279421"/>
                  </a:lnTo>
                  <a:lnTo>
                    <a:pt x="2861260" y="1279421"/>
                  </a:lnTo>
                  <a:lnTo>
                    <a:pt x="2861928" y="1279421"/>
                  </a:lnTo>
                  <a:lnTo>
                    <a:pt x="2862596" y="1234919"/>
                  </a:lnTo>
                  <a:lnTo>
                    <a:pt x="2863264" y="1184855"/>
                  </a:lnTo>
                  <a:lnTo>
                    <a:pt x="2863932" y="1223794"/>
                  </a:lnTo>
                  <a:lnTo>
                    <a:pt x="2864600" y="1223794"/>
                  </a:lnTo>
                  <a:lnTo>
                    <a:pt x="2865268" y="1223794"/>
                  </a:lnTo>
                  <a:lnTo>
                    <a:pt x="2865936" y="1232138"/>
                  </a:lnTo>
                  <a:lnTo>
                    <a:pt x="2866604" y="1223794"/>
                  </a:lnTo>
                  <a:lnTo>
                    <a:pt x="2867273" y="1223794"/>
                  </a:lnTo>
                  <a:lnTo>
                    <a:pt x="2867941" y="1223794"/>
                  </a:lnTo>
                  <a:lnTo>
                    <a:pt x="2868609" y="1223794"/>
                  </a:lnTo>
                  <a:lnTo>
                    <a:pt x="2869277" y="1223794"/>
                  </a:lnTo>
                  <a:lnTo>
                    <a:pt x="2869945" y="1184855"/>
                  </a:lnTo>
                  <a:lnTo>
                    <a:pt x="2870613" y="1187636"/>
                  </a:lnTo>
                  <a:lnTo>
                    <a:pt x="2871281" y="1223794"/>
                  </a:lnTo>
                  <a:lnTo>
                    <a:pt x="2871949" y="1176511"/>
                  </a:lnTo>
                  <a:lnTo>
                    <a:pt x="2872617" y="1126446"/>
                  </a:lnTo>
                  <a:lnTo>
                    <a:pt x="2873285" y="1112540"/>
                  </a:lnTo>
                  <a:lnTo>
                    <a:pt x="2873953" y="1112540"/>
                  </a:lnTo>
                  <a:lnTo>
                    <a:pt x="2874621" y="1112540"/>
                  </a:lnTo>
                  <a:lnTo>
                    <a:pt x="2875289" y="1098633"/>
                  </a:lnTo>
                  <a:lnTo>
                    <a:pt x="2875957" y="1112540"/>
                  </a:lnTo>
                  <a:lnTo>
                    <a:pt x="2876625" y="1157041"/>
                  </a:lnTo>
                  <a:lnTo>
                    <a:pt x="2877293" y="1193199"/>
                  </a:lnTo>
                  <a:lnTo>
                    <a:pt x="2877961" y="1168166"/>
                  </a:lnTo>
                  <a:lnTo>
                    <a:pt x="2878629" y="1168166"/>
                  </a:lnTo>
                  <a:lnTo>
                    <a:pt x="2879297" y="1207105"/>
                  </a:lnTo>
                  <a:lnTo>
                    <a:pt x="2879965" y="1279421"/>
                  </a:lnTo>
                  <a:lnTo>
                    <a:pt x="2880633" y="1279421"/>
                  </a:lnTo>
                  <a:lnTo>
                    <a:pt x="2881301" y="1279421"/>
                  </a:lnTo>
                  <a:lnTo>
                    <a:pt x="2881969" y="1279421"/>
                  </a:lnTo>
                  <a:lnTo>
                    <a:pt x="2882637" y="1287765"/>
                  </a:lnTo>
                  <a:lnTo>
                    <a:pt x="2883305" y="1335048"/>
                  </a:lnTo>
                  <a:lnTo>
                    <a:pt x="2883973" y="1335048"/>
                  </a:lnTo>
                  <a:lnTo>
                    <a:pt x="2884641" y="1335048"/>
                  </a:lnTo>
                  <a:lnTo>
                    <a:pt x="2885309" y="1335048"/>
                  </a:lnTo>
                  <a:lnTo>
                    <a:pt x="2885977" y="1335048"/>
                  </a:lnTo>
                  <a:lnTo>
                    <a:pt x="2886645" y="1371205"/>
                  </a:lnTo>
                  <a:lnTo>
                    <a:pt x="2887313" y="1390675"/>
                  </a:lnTo>
                  <a:lnTo>
                    <a:pt x="2887981" y="1390675"/>
                  </a:lnTo>
                  <a:lnTo>
                    <a:pt x="2888649" y="1432395"/>
                  </a:lnTo>
                  <a:lnTo>
                    <a:pt x="2889317" y="1532523"/>
                  </a:lnTo>
                  <a:lnTo>
                    <a:pt x="2889985" y="1557556"/>
                  </a:lnTo>
                  <a:lnTo>
                    <a:pt x="2890653" y="1557556"/>
                  </a:lnTo>
                  <a:lnTo>
                    <a:pt x="2891322" y="1557556"/>
                  </a:lnTo>
                  <a:lnTo>
                    <a:pt x="2891990" y="1602057"/>
                  </a:lnTo>
                  <a:lnTo>
                    <a:pt x="2892658" y="1613183"/>
                  </a:lnTo>
                  <a:lnTo>
                    <a:pt x="2893326" y="1613183"/>
                  </a:lnTo>
                  <a:lnTo>
                    <a:pt x="2893994" y="1638215"/>
                  </a:lnTo>
                  <a:lnTo>
                    <a:pt x="2894662" y="1668810"/>
                  </a:lnTo>
                  <a:lnTo>
                    <a:pt x="2894662" y="1668810"/>
                  </a:lnTo>
                  <a:lnTo>
                    <a:pt x="2895330" y="1668810"/>
                  </a:lnTo>
                  <a:lnTo>
                    <a:pt x="2895998" y="1668810"/>
                  </a:lnTo>
                  <a:lnTo>
                    <a:pt x="2896666" y="1668810"/>
                  </a:lnTo>
                  <a:lnTo>
                    <a:pt x="2897334" y="1668810"/>
                  </a:lnTo>
                  <a:lnTo>
                    <a:pt x="2898002" y="1668810"/>
                  </a:lnTo>
                  <a:lnTo>
                    <a:pt x="2898670" y="1668810"/>
                  </a:lnTo>
                  <a:lnTo>
                    <a:pt x="2899338" y="1629871"/>
                  </a:lnTo>
                  <a:lnTo>
                    <a:pt x="2900006" y="1613183"/>
                  </a:lnTo>
                  <a:lnTo>
                    <a:pt x="2900674" y="1613183"/>
                  </a:lnTo>
                  <a:lnTo>
                    <a:pt x="2901342" y="1607620"/>
                  </a:lnTo>
                  <a:lnTo>
                    <a:pt x="2902010" y="1557556"/>
                  </a:lnTo>
                  <a:lnTo>
                    <a:pt x="2902678" y="1557556"/>
                  </a:lnTo>
                  <a:lnTo>
                    <a:pt x="2903346" y="1557556"/>
                  </a:lnTo>
                  <a:lnTo>
                    <a:pt x="2904014" y="1557556"/>
                  </a:lnTo>
                  <a:lnTo>
                    <a:pt x="2904682" y="1557556"/>
                  </a:lnTo>
                  <a:lnTo>
                    <a:pt x="2905350" y="1557556"/>
                  </a:lnTo>
                  <a:lnTo>
                    <a:pt x="2906018" y="1557556"/>
                  </a:lnTo>
                  <a:lnTo>
                    <a:pt x="2906686" y="1557556"/>
                  </a:lnTo>
                  <a:lnTo>
                    <a:pt x="2907354" y="1557556"/>
                  </a:lnTo>
                  <a:lnTo>
                    <a:pt x="2908022" y="1557556"/>
                  </a:lnTo>
                  <a:lnTo>
                    <a:pt x="2908690" y="1557556"/>
                  </a:lnTo>
                  <a:lnTo>
                    <a:pt x="2909358" y="1557556"/>
                  </a:lnTo>
                  <a:lnTo>
                    <a:pt x="2910026" y="1557556"/>
                  </a:lnTo>
                  <a:lnTo>
                    <a:pt x="2910694" y="1554774"/>
                  </a:lnTo>
                  <a:lnTo>
                    <a:pt x="2911362" y="1501929"/>
                  </a:lnTo>
                  <a:lnTo>
                    <a:pt x="2912030" y="1501929"/>
                  </a:lnTo>
                  <a:lnTo>
                    <a:pt x="2912698" y="1501929"/>
                  </a:lnTo>
                  <a:lnTo>
                    <a:pt x="2913366" y="1457427"/>
                  </a:lnTo>
                  <a:lnTo>
                    <a:pt x="2914034" y="1446302"/>
                  </a:lnTo>
                  <a:lnTo>
                    <a:pt x="2914702" y="1446302"/>
                  </a:lnTo>
                  <a:lnTo>
                    <a:pt x="2915370" y="1446302"/>
                  </a:lnTo>
                  <a:lnTo>
                    <a:pt x="2916039" y="1482459"/>
                  </a:lnTo>
                  <a:lnTo>
                    <a:pt x="2916707" y="1501929"/>
                  </a:lnTo>
                  <a:lnTo>
                    <a:pt x="2917375" y="1501929"/>
                  </a:lnTo>
                  <a:lnTo>
                    <a:pt x="2918043" y="1504710"/>
                  </a:lnTo>
                  <a:lnTo>
                    <a:pt x="2918711" y="1557556"/>
                  </a:lnTo>
                  <a:lnTo>
                    <a:pt x="2919379" y="1557556"/>
                  </a:lnTo>
                  <a:lnTo>
                    <a:pt x="2920047" y="1515835"/>
                  </a:lnTo>
                  <a:lnTo>
                    <a:pt x="2920715" y="1501929"/>
                  </a:lnTo>
                  <a:lnTo>
                    <a:pt x="2921383" y="1501929"/>
                  </a:lnTo>
                  <a:lnTo>
                    <a:pt x="2922051" y="1501929"/>
                  </a:lnTo>
                  <a:lnTo>
                    <a:pt x="2922719" y="1501929"/>
                  </a:lnTo>
                  <a:lnTo>
                    <a:pt x="2923387" y="1485240"/>
                  </a:lnTo>
                  <a:lnTo>
                    <a:pt x="2924055" y="1418488"/>
                  </a:lnTo>
                  <a:lnTo>
                    <a:pt x="2924723" y="1390675"/>
                  </a:lnTo>
                  <a:lnTo>
                    <a:pt x="2925391" y="1390675"/>
                  </a:lnTo>
                  <a:lnTo>
                    <a:pt x="2926059" y="1390675"/>
                  </a:lnTo>
                  <a:lnTo>
                    <a:pt x="2926727" y="1390675"/>
                  </a:lnTo>
                  <a:lnTo>
                    <a:pt x="2927395" y="1390675"/>
                  </a:lnTo>
                  <a:lnTo>
                    <a:pt x="2928063" y="1404581"/>
                  </a:lnTo>
                  <a:lnTo>
                    <a:pt x="2928731" y="1390675"/>
                  </a:lnTo>
                  <a:lnTo>
                    <a:pt x="2929399" y="1390675"/>
                  </a:lnTo>
                  <a:lnTo>
                    <a:pt x="2930067" y="1432395"/>
                  </a:lnTo>
                  <a:lnTo>
                    <a:pt x="2930735" y="1446302"/>
                  </a:lnTo>
                  <a:lnTo>
                    <a:pt x="2931403" y="1373987"/>
                  </a:lnTo>
                  <a:lnTo>
                    <a:pt x="2932071" y="1335048"/>
                  </a:lnTo>
                  <a:lnTo>
                    <a:pt x="2932739" y="1335048"/>
                  </a:lnTo>
                  <a:lnTo>
                    <a:pt x="2933407" y="1335048"/>
                  </a:lnTo>
                  <a:lnTo>
                    <a:pt x="2934075" y="1335048"/>
                  </a:lnTo>
                  <a:lnTo>
                    <a:pt x="2934743" y="1335048"/>
                  </a:lnTo>
                  <a:lnTo>
                    <a:pt x="2935411" y="1335048"/>
                  </a:lnTo>
                  <a:lnTo>
                    <a:pt x="2936079" y="1335048"/>
                  </a:lnTo>
                  <a:lnTo>
                    <a:pt x="2936747" y="1373986"/>
                  </a:lnTo>
                  <a:lnTo>
                    <a:pt x="2937415" y="1390675"/>
                  </a:lnTo>
                  <a:lnTo>
                    <a:pt x="2938083" y="1390675"/>
                  </a:lnTo>
                  <a:lnTo>
                    <a:pt x="2938751" y="1390675"/>
                  </a:lnTo>
                  <a:lnTo>
                    <a:pt x="2939419" y="1390675"/>
                  </a:lnTo>
                  <a:lnTo>
                    <a:pt x="2940087" y="1404581"/>
                  </a:lnTo>
                  <a:lnTo>
                    <a:pt x="2940756" y="1471334"/>
                  </a:lnTo>
                  <a:lnTo>
                    <a:pt x="2941424" y="1501929"/>
                  </a:lnTo>
                  <a:lnTo>
                    <a:pt x="2942092" y="1501929"/>
                  </a:lnTo>
                  <a:lnTo>
                    <a:pt x="2942760" y="1501929"/>
                  </a:lnTo>
                  <a:lnTo>
                    <a:pt x="2943428" y="1454646"/>
                  </a:lnTo>
                  <a:lnTo>
                    <a:pt x="2944096" y="1401800"/>
                  </a:lnTo>
                  <a:lnTo>
                    <a:pt x="2944764" y="1346173"/>
                  </a:lnTo>
                  <a:lnTo>
                    <a:pt x="2945432" y="1279421"/>
                  </a:lnTo>
                  <a:lnTo>
                    <a:pt x="2946100" y="1279421"/>
                  </a:lnTo>
                  <a:lnTo>
                    <a:pt x="2946768" y="1279421"/>
                  </a:lnTo>
                  <a:lnTo>
                    <a:pt x="2947436" y="1279421"/>
                  </a:lnTo>
                  <a:lnTo>
                    <a:pt x="2948104" y="1346173"/>
                  </a:lnTo>
                  <a:lnTo>
                    <a:pt x="2948772" y="1390675"/>
                  </a:lnTo>
                  <a:lnTo>
                    <a:pt x="2949440" y="1390675"/>
                  </a:lnTo>
                  <a:lnTo>
                    <a:pt x="2950108" y="1390675"/>
                  </a:lnTo>
                  <a:lnTo>
                    <a:pt x="2950776" y="1390675"/>
                  </a:lnTo>
                  <a:lnTo>
                    <a:pt x="2951444" y="1390675"/>
                  </a:lnTo>
                  <a:lnTo>
                    <a:pt x="2952112" y="1390675"/>
                  </a:lnTo>
                  <a:lnTo>
                    <a:pt x="2952780" y="1390675"/>
                  </a:lnTo>
                  <a:lnTo>
                    <a:pt x="2953448" y="1346173"/>
                  </a:lnTo>
                  <a:lnTo>
                    <a:pt x="2954116" y="1293327"/>
                  </a:lnTo>
                  <a:lnTo>
                    <a:pt x="2954784" y="1279421"/>
                  </a:lnTo>
                  <a:lnTo>
                    <a:pt x="2955452" y="1279421"/>
                  </a:lnTo>
                  <a:lnTo>
                    <a:pt x="2956120" y="1279421"/>
                  </a:lnTo>
                  <a:lnTo>
                    <a:pt x="2956788" y="1279421"/>
                  </a:lnTo>
                  <a:lnTo>
                    <a:pt x="2957456" y="1279421"/>
                  </a:lnTo>
                  <a:lnTo>
                    <a:pt x="2958124" y="1279421"/>
                  </a:lnTo>
                  <a:lnTo>
                    <a:pt x="2958792" y="1279421"/>
                  </a:lnTo>
                  <a:lnTo>
                    <a:pt x="2959460" y="1279421"/>
                  </a:lnTo>
                  <a:lnTo>
                    <a:pt x="2960128" y="1323922"/>
                  </a:lnTo>
                  <a:lnTo>
                    <a:pt x="2960796" y="1373986"/>
                  </a:lnTo>
                  <a:lnTo>
                    <a:pt x="2961464" y="1451864"/>
                  </a:lnTo>
                  <a:lnTo>
                    <a:pt x="2962132" y="1488022"/>
                  </a:lnTo>
                  <a:lnTo>
                    <a:pt x="2962800" y="1446302"/>
                  </a:lnTo>
                  <a:lnTo>
                    <a:pt x="2963468" y="1446302"/>
                  </a:lnTo>
                  <a:lnTo>
                    <a:pt x="2964136" y="1390675"/>
                  </a:lnTo>
                  <a:lnTo>
                    <a:pt x="2964804" y="1390675"/>
                  </a:lnTo>
                  <a:lnTo>
                    <a:pt x="2965473" y="1390675"/>
                  </a:lnTo>
                  <a:lnTo>
                    <a:pt x="2966141" y="1390675"/>
                  </a:lnTo>
                  <a:lnTo>
                    <a:pt x="2966809" y="1390675"/>
                  </a:lnTo>
                  <a:lnTo>
                    <a:pt x="2967477" y="1390675"/>
                  </a:lnTo>
                  <a:lnTo>
                    <a:pt x="2968145" y="1390675"/>
                  </a:lnTo>
                  <a:lnTo>
                    <a:pt x="2968813" y="1390675"/>
                  </a:lnTo>
                  <a:lnTo>
                    <a:pt x="2969481" y="1354517"/>
                  </a:lnTo>
                  <a:lnTo>
                    <a:pt x="2970149" y="1376768"/>
                  </a:lnTo>
                  <a:lnTo>
                    <a:pt x="2970817" y="1429613"/>
                  </a:lnTo>
                  <a:lnTo>
                    <a:pt x="2971485" y="1446302"/>
                  </a:lnTo>
                  <a:lnTo>
                    <a:pt x="2972153" y="1446302"/>
                  </a:lnTo>
                  <a:lnTo>
                    <a:pt x="2972821" y="1446302"/>
                  </a:lnTo>
                  <a:lnTo>
                    <a:pt x="2973489" y="1446302"/>
                  </a:lnTo>
                  <a:lnTo>
                    <a:pt x="2974157" y="1446302"/>
                  </a:lnTo>
                  <a:lnTo>
                    <a:pt x="2974825" y="1446302"/>
                  </a:lnTo>
                  <a:lnTo>
                    <a:pt x="2975493" y="1440739"/>
                  </a:lnTo>
                  <a:lnTo>
                    <a:pt x="2976161" y="1390675"/>
                  </a:lnTo>
                  <a:lnTo>
                    <a:pt x="2976829" y="1357298"/>
                  </a:lnTo>
                  <a:lnTo>
                    <a:pt x="2977497" y="1335048"/>
                  </a:lnTo>
                  <a:lnTo>
                    <a:pt x="2978165" y="1351736"/>
                  </a:lnTo>
                  <a:lnTo>
                    <a:pt x="2978833" y="1399019"/>
                  </a:lnTo>
                  <a:lnTo>
                    <a:pt x="2979501" y="1446302"/>
                  </a:lnTo>
                  <a:lnTo>
                    <a:pt x="2980169" y="1446302"/>
                  </a:lnTo>
                  <a:lnTo>
                    <a:pt x="2980837" y="1499147"/>
                  </a:lnTo>
                  <a:lnTo>
                    <a:pt x="2981505" y="1501929"/>
                  </a:lnTo>
                  <a:lnTo>
                    <a:pt x="2982173" y="1501929"/>
                  </a:lnTo>
                  <a:lnTo>
                    <a:pt x="2982841" y="1501929"/>
                  </a:lnTo>
                  <a:lnTo>
                    <a:pt x="2983509" y="1451864"/>
                  </a:lnTo>
                  <a:lnTo>
                    <a:pt x="2984177" y="1446302"/>
                  </a:lnTo>
                  <a:lnTo>
                    <a:pt x="2984845" y="1446302"/>
                  </a:lnTo>
                  <a:lnTo>
                    <a:pt x="2985513" y="1390675"/>
                  </a:lnTo>
                  <a:lnTo>
                    <a:pt x="2986181" y="1424051"/>
                  </a:lnTo>
                  <a:lnTo>
                    <a:pt x="2986849" y="1446302"/>
                  </a:lnTo>
                  <a:lnTo>
                    <a:pt x="2987517" y="1407363"/>
                  </a:lnTo>
                  <a:lnTo>
                    <a:pt x="2988185" y="1390675"/>
                  </a:lnTo>
                  <a:lnTo>
                    <a:pt x="2988853" y="1390675"/>
                  </a:lnTo>
                  <a:lnTo>
                    <a:pt x="2989522" y="1390675"/>
                  </a:lnTo>
                  <a:lnTo>
                    <a:pt x="2990190" y="1390675"/>
                  </a:lnTo>
                  <a:lnTo>
                    <a:pt x="2990858" y="1390675"/>
                  </a:lnTo>
                  <a:lnTo>
                    <a:pt x="2991526" y="1357298"/>
                  </a:lnTo>
                  <a:lnTo>
                    <a:pt x="2992194" y="1337829"/>
                  </a:lnTo>
                  <a:lnTo>
                    <a:pt x="2992862" y="1390675"/>
                  </a:lnTo>
                  <a:lnTo>
                    <a:pt x="2993530" y="1421269"/>
                  </a:lnTo>
                  <a:lnTo>
                    <a:pt x="2994198" y="1446302"/>
                  </a:lnTo>
                  <a:lnTo>
                    <a:pt x="2994866" y="1446302"/>
                  </a:lnTo>
                  <a:lnTo>
                    <a:pt x="2995534" y="1446302"/>
                  </a:lnTo>
                  <a:lnTo>
                    <a:pt x="2996202" y="1446302"/>
                  </a:lnTo>
                  <a:lnTo>
                    <a:pt x="2996870" y="1446302"/>
                  </a:lnTo>
                  <a:lnTo>
                    <a:pt x="2997538" y="1446302"/>
                  </a:lnTo>
                  <a:lnTo>
                    <a:pt x="2998206" y="1446302"/>
                  </a:lnTo>
                  <a:lnTo>
                    <a:pt x="2998874" y="1429613"/>
                  </a:lnTo>
                  <a:lnTo>
                    <a:pt x="2999542" y="1337829"/>
                  </a:lnTo>
                  <a:lnTo>
                    <a:pt x="3000210" y="1382330"/>
                  </a:lnTo>
                  <a:lnTo>
                    <a:pt x="3000878" y="1343392"/>
                  </a:lnTo>
                  <a:lnTo>
                    <a:pt x="3001546" y="1290546"/>
                  </a:lnTo>
                  <a:lnTo>
                    <a:pt x="3002214" y="1332266"/>
                  </a:lnTo>
                  <a:lnTo>
                    <a:pt x="3002882" y="1335048"/>
                  </a:lnTo>
                  <a:lnTo>
                    <a:pt x="3003550" y="1335048"/>
                  </a:lnTo>
                  <a:lnTo>
                    <a:pt x="3004218" y="1371205"/>
                  </a:lnTo>
                  <a:lnTo>
                    <a:pt x="3004886" y="1351736"/>
                  </a:lnTo>
                  <a:lnTo>
                    <a:pt x="3005554" y="1335048"/>
                  </a:lnTo>
                  <a:lnTo>
                    <a:pt x="3006222" y="1318359"/>
                  </a:lnTo>
                  <a:lnTo>
                    <a:pt x="3006890" y="1279421"/>
                  </a:lnTo>
                  <a:lnTo>
                    <a:pt x="3007558" y="1279421"/>
                  </a:lnTo>
                  <a:lnTo>
                    <a:pt x="3008226" y="1268295"/>
                  </a:lnTo>
                  <a:lnTo>
                    <a:pt x="3008894" y="1279421"/>
                  </a:lnTo>
                  <a:lnTo>
                    <a:pt x="3009562" y="1268295"/>
                  </a:lnTo>
                  <a:lnTo>
                    <a:pt x="3010230" y="1207105"/>
                  </a:lnTo>
                  <a:lnTo>
                    <a:pt x="3010898" y="1168166"/>
                  </a:lnTo>
                  <a:lnTo>
                    <a:pt x="3011566" y="1168166"/>
                  </a:lnTo>
                  <a:lnTo>
                    <a:pt x="3012234" y="1168166"/>
                  </a:lnTo>
                  <a:lnTo>
                    <a:pt x="3012902" y="1168166"/>
                  </a:lnTo>
                  <a:lnTo>
                    <a:pt x="3013570" y="1159822"/>
                  </a:lnTo>
                  <a:lnTo>
                    <a:pt x="3014239" y="1112540"/>
                  </a:lnTo>
                  <a:lnTo>
                    <a:pt x="3014907" y="1112540"/>
                  </a:lnTo>
                  <a:lnTo>
                    <a:pt x="3015575" y="1126446"/>
                  </a:lnTo>
                  <a:lnTo>
                    <a:pt x="3016243" y="1218231"/>
                  </a:lnTo>
                  <a:lnTo>
                    <a:pt x="3016911" y="1223794"/>
                  </a:lnTo>
                  <a:lnTo>
                    <a:pt x="3017579" y="1268295"/>
                  </a:lnTo>
                  <a:lnTo>
                    <a:pt x="3018247" y="1321141"/>
                  </a:lnTo>
                  <a:lnTo>
                    <a:pt x="3018915" y="1335048"/>
                  </a:lnTo>
                  <a:lnTo>
                    <a:pt x="3019583" y="1335048"/>
                  </a:lnTo>
                  <a:lnTo>
                    <a:pt x="3020251" y="1335048"/>
                  </a:lnTo>
                  <a:lnTo>
                    <a:pt x="3020919" y="1335048"/>
                  </a:lnTo>
                  <a:lnTo>
                    <a:pt x="3021587" y="1371205"/>
                  </a:lnTo>
                  <a:lnTo>
                    <a:pt x="3022255" y="1390675"/>
                  </a:lnTo>
                  <a:lnTo>
                    <a:pt x="3022923" y="1404581"/>
                  </a:lnTo>
                  <a:lnTo>
                    <a:pt x="3023591" y="1446302"/>
                  </a:lnTo>
                  <a:lnTo>
                    <a:pt x="3024259" y="1446302"/>
                  </a:lnTo>
                  <a:lnTo>
                    <a:pt x="3024927" y="1485240"/>
                  </a:lnTo>
                  <a:lnTo>
                    <a:pt x="3025595" y="1501929"/>
                  </a:lnTo>
                  <a:lnTo>
                    <a:pt x="3026263" y="1510273"/>
                  </a:lnTo>
                  <a:lnTo>
                    <a:pt x="3026931" y="1571462"/>
                  </a:lnTo>
                  <a:lnTo>
                    <a:pt x="3027599" y="1602057"/>
                  </a:lnTo>
                  <a:lnTo>
                    <a:pt x="3028267" y="1535305"/>
                  </a:lnTo>
                  <a:lnTo>
                    <a:pt x="3028935" y="1501929"/>
                  </a:lnTo>
                  <a:lnTo>
                    <a:pt x="3029603" y="1501929"/>
                  </a:lnTo>
                  <a:lnTo>
                    <a:pt x="3030271" y="1507491"/>
                  </a:lnTo>
                  <a:lnTo>
                    <a:pt x="3030939" y="1557556"/>
                  </a:lnTo>
                  <a:lnTo>
                    <a:pt x="3031607" y="1515835"/>
                  </a:lnTo>
                  <a:lnTo>
                    <a:pt x="3032275" y="1457427"/>
                  </a:lnTo>
                  <a:lnTo>
                    <a:pt x="3032943" y="1446302"/>
                  </a:lnTo>
                  <a:lnTo>
                    <a:pt x="3033611" y="1426832"/>
                  </a:lnTo>
                  <a:lnTo>
                    <a:pt x="3034279" y="1390675"/>
                  </a:lnTo>
                  <a:lnTo>
                    <a:pt x="3034947" y="1390675"/>
                  </a:lnTo>
                  <a:lnTo>
                    <a:pt x="3035615" y="1390675"/>
                  </a:lnTo>
                  <a:lnTo>
                    <a:pt x="3036283" y="1390675"/>
                  </a:lnTo>
                  <a:lnTo>
                    <a:pt x="3036951" y="1390675"/>
                  </a:lnTo>
                  <a:lnTo>
                    <a:pt x="3037619" y="1390675"/>
                  </a:lnTo>
                  <a:lnTo>
                    <a:pt x="3038287" y="1390675"/>
                  </a:lnTo>
                  <a:lnTo>
                    <a:pt x="3038956" y="1390675"/>
                  </a:lnTo>
                  <a:lnTo>
                    <a:pt x="3039624" y="1390675"/>
                  </a:lnTo>
                  <a:lnTo>
                    <a:pt x="3040292" y="1390675"/>
                  </a:lnTo>
                  <a:lnTo>
                    <a:pt x="3040960" y="1343392"/>
                  </a:lnTo>
                  <a:lnTo>
                    <a:pt x="3041628" y="1335048"/>
                  </a:lnTo>
                  <a:lnTo>
                    <a:pt x="3042296" y="1335048"/>
                  </a:lnTo>
                  <a:lnTo>
                    <a:pt x="3042964" y="1335048"/>
                  </a:lnTo>
                  <a:lnTo>
                    <a:pt x="3043632" y="1335048"/>
                  </a:lnTo>
                  <a:lnTo>
                    <a:pt x="3044300" y="1343392"/>
                  </a:lnTo>
                  <a:lnTo>
                    <a:pt x="3044968" y="1410144"/>
                  </a:lnTo>
                  <a:lnTo>
                    <a:pt x="3045636" y="1393456"/>
                  </a:lnTo>
                  <a:lnTo>
                    <a:pt x="3046304" y="1296109"/>
                  </a:lnTo>
                  <a:lnTo>
                    <a:pt x="3046972" y="1262732"/>
                  </a:lnTo>
                  <a:lnTo>
                    <a:pt x="3047640" y="1223794"/>
                  </a:lnTo>
                  <a:lnTo>
                    <a:pt x="3048308" y="1229356"/>
                  </a:lnTo>
                  <a:lnTo>
                    <a:pt x="3048976" y="1265514"/>
                  </a:lnTo>
                  <a:lnTo>
                    <a:pt x="3049644" y="1232138"/>
                  </a:lnTo>
                  <a:lnTo>
                    <a:pt x="3050312" y="1184855"/>
                  </a:lnTo>
                  <a:lnTo>
                    <a:pt x="3050980" y="1223794"/>
                  </a:lnTo>
                  <a:lnTo>
                    <a:pt x="3051648" y="1207105"/>
                  </a:lnTo>
                  <a:lnTo>
                    <a:pt x="3052316" y="1168166"/>
                  </a:lnTo>
                  <a:lnTo>
                    <a:pt x="3052984" y="1126446"/>
                  </a:lnTo>
                  <a:lnTo>
                    <a:pt x="3053652" y="1070819"/>
                  </a:lnTo>
                  <a:lnTo>
                    <a:pt x="3054320" y="1056912"/>
                  </a:lnTo>
                  <a:lnTo>
                    <a:pt x="3054988" y="1056912"/>
                  </a:lnTo>
                  <a:lnTo>
                    <a:pt x="3055656" y="1056912"/>
                  </a:lnTo>
                  <a:lnTo>
                    <a:pt x="3056324" y="1056912"/>
                  </a:lnTo>
                  <a:lnTo>
                    <a:pt x="3056992" y="1048568"/>
                  </a:lnTo>
                  <a:lnTo>
                    <a:pt x="3057660" y="1045787"/>
                  </a:lnTo>
                  <a:lnTo>
                    <a:pt x="3058328" y="1045787"/>
                  </a:lnTo>
                  <a:lnTo>
                    <a:pt x="3058996" y="1001286"/>
                  </a:lnTo>
                  <a:lnTo>
                    <a:pt x="3059664" y="1001286"/>
                  </a:lnTo>
                  <a:lnTo>
                    <a:pt x="3060332" y="1001286"/>
                  </a:lnTo>
                  <a:lnTo>
                    <a:pt x="3061000" y="1001286"/>
                  </a:lnTo>
                  <a:lnTo>
                    <a:pt x="3061668" y="1001286"/>
                  </a:lnTo>
                  <a:lnTo>
                    <a:pt x="3062336" y="1015192"/>
                  </a:lnTo>
                  <a:lnTo>
                    <a:pt x="3063004" y="1090289"/>
                  </a:lnTo>
                  <a:lnTo>
                    <a:pt x="3063673" y="1126446"/>
                  </a:lnTo>
                  <a:lnTo>
                    <a:pt x="3064341" y="1168166"/>
                  </a:lnTo>
                  <a:lnTo>
                    <a:pt x="3065009" y="1198761"/>
                  </a:lnTo>
                  <a:lnTo>
                    <a:pt x="3065677" y="1223794"/>
                  </a:lnTo>
                  <a:lnTo>
                    <a:pt x="3066345" y="1251607"/>
                  </a:lnTo>
                  <a:lnTo>
                    <a:pt x="3067013" y="1248826"/>
                  </a:lnTo>
                  <a:lnTo>
                    <a:pt x="3067681" y="1168166"/>
                  </a:lnTo>
                  <a:lnTo>
                    <a:pt x="3068349" y="1157041"/>
                  </a:lnTo>
                  <a:lnTo>
                    <a:pt x="3069017" y="1168166"/>
                  </a:lnTo>
                  <a:lnTo>
                    <a:pt x="3069685" y="1207105"/>
                  </a:lnTo>
                  <a:lnTo>
                    <a:pt x="3070353" y="1259951"/>
                  </a:lnTo>
                  <a:lnTo>
                    <a:pt x="3071021" y="1223794"/>
                  </a:lnTo>
                  <a:lnTo>
                    <a:pt x="3071689" y="1168166"/>
                  </a:lnTo>
                  <a:lnTo>
                    <a:pt x="3072357" y="1159822"/>
                  </a:lnTo>
                  <a:lnTo>
                    <a:pt x="3073025" y="1040225"/>
                  </a:lnTo>
                  <a:lnTo>
                    <a:pt x="3073693" y="1006848"/>
                  </a:lnTo>
                  <a:lnTo>
                    <a:pt x="3074361" y="1006848"/>
                  </a:lnTo>
                  <a:lnTo>
                    <a:pt x="3075029" y="1009630"/>
                  </a:lnTo>
                  <a:lnTo>
                    <a:pt x="3075697" y="1056912"/>
                  </a:lnTo>
                  <a:lnTo>
                    <a:pt x="3076365" y="1056912"/>
                  </a:lnTo>
                  <a:lnTo>
                    <a:pt x="3077033" y="1056912"/>
                  </a:lnTo>
                  <a:lnTo>
                    <a:pt x="3077701" y="1056912"/>
                  </a:lnTo>
                  <a:lnTo>
                    <a:pt x="3078369" y="1056912"/>
                  </a:lnTo>
                  <a:lnTo>
                    <a:pt x="3079037" y="1090289"/>
                  </a:lnTo>
                  <a:lnTo>
                    <a:pt x="3079705" y="1112540"/>
                  </a:lnTo>
                  <a:lnTo>
                    <a:pt x="3080373" y="1112540"/>
                  </a:lnTo>
                  <a:lnTo>
                    <a:pt x="3081041" y="1112540"/>
                  </a:lnTo>
                  <a:lnTo>
                    <a:pt x="3081709" y="1112540"/>
                  </a:lnTo>
                  <a:lnTo>
                    <a:pt x="3082377" y="1112540"/>
                  </a:lnTo>
                  <a:lnTo>
                    <a:pt x="3083045" y="1123665"/>
                  </a:lnTo>
                  <a:lnTo>
                    <a:pt x="3083713" y="1195980"/>
                  </a:lnTo>
                  <a:lnTo>
                    <a:pt x="3084381" y="1276639"/>
                  </a:lnTo>
                  <a:lnTo>
                    <a:pt x="3085049" y="1301671"/>
                  </a:lnTo>
                  <a:lnTo>
                    <a:pt x="3085717" y="1335048"/>
                  </a:lnTo>
                  <a:lnTo>
                    <a:pt x="3086385" y="1335048"/>
                  </a:lnTo>
                  <a:lnTo>
                    <a:pt x="3087053" y="1335048"/>
                  </a:lnTo>
                  <a:lnTo>
                    <a:pt x="3087722" y="1390675"/>
                  </a:lnTo>
                  <a:lnTo>
                    <a:pt x="3088390" y="1443520"/>
                  </a:lnTo>
                  <a:lnTo>
                    <a:pt x="3089058" y="1451864"/>
                  </a:lnTo>
                  <a:lnTo>
                    <a:pt x="3089726" y="1568681"/>
                  </a:lnTo>
                  <a:lnTo>
                    <a:pt x="3090394" y="1613183"/>
                  </a:lnTo>
                  <a:lnTo>
                    <a:pt x="3091062" y="1660466"/>
                  </a:lnTo>
                  <a:lnTo>
                    <a:pt x="3091730" y="1668810"/>
                  </a:lnTo>
                  <a:lnTo>
                    <a:pt x="3091730" y="1668810"/>
                  </a:lnTo>
                  <a:lnTo>
                    <a:pt x="3092398" y="1668810"/>
                  </a:lnTo>
                  <a:lnTo>
                    <a:pt x="3093066" y="1668810"/>
                  </a:lnTo>
                  <a:lnTo>
                    <a:pt x="3093734" y="1668810"/>
                  </a:lnTo>
                  <a:lnTo>
                    <a:pt x="3094402" y="1640996"/>
                  </a:lnTo>
                  <a:lnTo>
                    <a:pt x="3095070" y="1613183"/>
                  </a:lnTo>
                  <a:lnTo>
                    <a:pt x="3095738" y="1613183"/>
                  </a:lnTo>
                  <a:lnTo>
                    <a:pt x="3096406" y="1596494"/>
                  </a:lnTo>
                  <a:lnTo>
                    <a:pt x="3097074" y="1557556"/>
                  </a:lnTo>
                  <a:lnTo>
                    <a:pt x="3097742" y="1557556"/>
                  </a:lnTo>
                  <a:lnTo>
                    <a:pt x="3098410" y="1526961"/>
                  </a:lnTo>
                  <a:lnTo>
                    <a:pt x="3099078" y="1501929"/>
                  </a:lnTo>
                  <a:lnTo>
                    <a:pt x="3099746" y="1501929"/>
                  </a:lnTo>
                  <a:lnTo>
                    <a:pt x="3100414" y="1501929"/>
                  </a:lnTo>
                  <a:lnTo>
                    <a:pt x="3101082" y="1501929"/>
                  </a:lnTo>
                  <a:lnTo>
                    <a:pt x="3101750" y="1501929"/>
                  </a:lnTo>
                  <a:lnTo>
                    <a:pt x="3102418" y="1446302"/>
                  </a:lnTo>
                  <a:lnTo>
                    <a:pt x="3103086" y="1443520"/>
                  </a:lnTo>
                  <a:lnTo>
                    <a:pt x="3103754" y="1390675"/>
                  </a:lnTo>
                  <a:lnTo>
                    <a:pt x="3104422" y="1390675"/>
                  </a:lnTo>
                  <a:lnTo>
                    <a:pt x="3105090" y="1390675"/>
                  </a:lnTo>
                  <a:lnTo>
                    <a:pt x="3105758" y="1368424"/>
                  </a:lnTo>
                  <a:lnTo>
                    <a:pt x="3106426" y="1335048"/>
                  </a:lnTo>
                  <a:lnTo>
                    <a:pt x="3107094" y="1335048"/>
                  </a:lnTo>
                  <a:lnTo>
                    <a:pt x="3107762" y="1329485"/>
                  </a:lnTo>
                  <a:lnTo>
                    <a:pt x="3108430" y="1279421"/>
                  </a:lnTo>
                  <a:lnTo>
                    <a:pt x="3109098" y="1279421"/>
                  </a:lnTo>
                  <a:lnTo>
                    <a:pt x="3109766" y="1279421"/>
                  </a:lnTo>
                  <a:lnTo>
                    <a:pt x="3110434" y="1279421"/>
                  </a:lnTo>
                  <a:lnTo>
                    <a:pt x="3111102" y="1304453"/>
                  </a:lnTo>
                  <a:lnTo>
                    <a:pt x="3111770" y="1335048"/>
                  </a:lnTo>
                  <a:lnTo>
                    <a:pt x="3112439" y="1335048"/>
                  </a:lnTo>
                  <a:lnTo>
                    <a:pt x="3113107" y="1346173"/>
                  </a:lnTo>
                  <a:lnTo>
                    <a:pt x="3113775" y="1335048"/>
                  </a:lnTo>
                  <a:lnTo>
                    <a:pt x="3114443" y="1335048"/>
                  </a:lnTo>
                  <a:lnTo>
                    <a:pt x="3115111" y="1362861"/>
                  </a:lnTo>
                  <a:lnTo>
                    <a:pt x="3115779" y="1390675"/>
                  </a:lnTo>
                  <a:lnTo>
                    <a:pt x="3116447" y="1390675"/>
                  </a:lnTo>
                  <a:lnTo>
                    <a:pt x="3117115" y="1351736"/>
                  </a:lnTo>
                  <a:lnTo>
                    <a:pt x="3117783" y="1335048"/>
                  </a:lnTo>
                  <a:lnTo>
                    <a:pt x="3118451" y="1335048"/>
                  </a:lnTo>
                  <a:lnTo>
                    <a:pt x="3119119" y="1387893"/>
                  </a:lnTo>
                  <a:lnTo>
                    <a:pt x="3119787" y="1390675"/>
                  </a:lnTo>
                  <a:lnTo>
                    <a:pt x="3120455" y="1446302"/>
                  </a:lnTo>
                  <a:lnTo>
                    <a:pt x="3121123" y="1446302"/>
                  </a:lnTo>
                  <a:lnTo>
                    <a:pt x="3121791" y="1446302"/>
                  </a:lnTo>
                  <a:lnTo>
                    <a:pt x="3122459" y="1465771"/>
                  </a:lnTo>
                  <a:lnTo>
                    <a:pt x="3123127" y="1462990"/>
                  </a:lnTo>
                  <a:lnTo>
                    <a:pt x="3123795" y="1390675"/>
                  </a:lnTo>
                  <a:lnTo>
                    <a:pt x="3124463" y="1393456"/>
                  </a:lnTo>
                  <a:lnTo>
                    <a:pt x="3125131" y="1446302"/>
                  </a:lnTo>
                  <a:lnTo>
                    <a:pt x="3125799" y="1351736"/>
                  </a:lnTo>
                  <a:lnTo>
                    <a:pt x="3126467" y="1273858"/>
                  </a:lnTo>
                  <a:lnTo>
                    <a:pt x="3127135" y="1223794"/>
                  </a:lnTo>
                  <a:lnTo>
                    <a:pt x="3127803" y="1173729"/>
                  </a:lnTo>
                  <a:lnTo>
                    <a:pt x="3128471" y="1168166"/>
                  </a:lnTo>
                  <a:lnTo>
                    <a:pt x="3129139" y="1129228"/>
                  </a:lnTo>
                  <a:lnTo>
                    <a:pt x="3129807" y="1112540"/>
                  </a:lnTo>
                  <a:lnTo>
                    <a:pt x="3130475" y="1168166"/>
                  </a:lnTo>
                  <a:lnTo>
                    <a:pt x="3131143" y="1157041"/>
                  </a:lnTo>
                  <a:lnTo>
                    <a:pt x="3131811" y="1087507"/>
                  </a:lnTo>
                  <a:lnTo>
                    <a:pt x="3132479" y="1056912"/>
                  </a:lnTo>
                  <a:lnTo>
                    <a:pt x="3133147" y="1056912"/>
                  </a:lnTo>
                  <a:lnTo>
                    <a:pt x="3133815" y="1093070"/>
                  </a:lnTo>
                  <a:lnTo>
                    <a:pt x="3134483" y="1059694"/>
                  </a:lnTo>
                  <a:lnTo>
                    <a:pt x="3135151" y="1056912"/>
                  </a:lnTo>
                  <a:lnTo>
                    <a:pt x="3135819" y="1056912"/>
                  </a:lnTo>
                  <a:lnTo>
                    <a:pt x="3136487" y="1056912"/>
                  </a:lnTo>
                  <a:lnTo>
                    <a:pt x="3137156" y="1056912"/>
                  </a:lnTo>
                  <a:lnTo>
                    <a:pt x="3137824" y="1004067"/>
                  </a:lnTo>
                  <a:lnTo>
                    <a:pt x="3138492" y="1001286"/>
                  </a:lnTo>
                  <a:lnTo>
                    <a:pt x="3139160" y="1001286"/>
                  </a:lnTo>
                  <a:lnTo>
                    <a:pt x="3139828" y="1034662"/>
                  </a:lnTo>
                  <a:lnTo>
                    <a:pt x="3140496" y="1112540"/>
                  </a:lnTo>
                  <a:lnTo>
                    <a:pt x="3141164" y="1106977"/>
                  </a:lnTo>
                  <a:lnTo>
                    <a:pt x="3141832" y="1056912"/>
                  </a:lnTo>
                  <a:lnTo>
                    <a:pt x="3142500" y="1143134"/>
                  </a:lnTo>
                  <a:lnTo>
                    <a:pt x="3143168" y="1201543"/>
                  </a:lnTo>
                  <a:lnTo>
                    <a:pt x="3143836" y="1223794"/>
                  </a:lnTo>
                  <a:lnTo>
                    <a:pt x="3144504" y="1271077"/>
                  </a:lnTo>
                  <a:lnTo>
                    <a:pt x="3145172" y="1279421"/>
                  </a:lnTo>
                  <a:lnTo>
                    <a:pt x="3145840" y="1315578"/>
                  </a:lnTo>
                  <a:lnTo>
                    <a:pt x="3146508" y="1335048"/>
                  </a:lnTo>
                  <a:lnTo>
                    <a:pt x="3147176" y="1335048"/>
                  </a:lnTo>
                  <a:lnTo>
                    <a:pt x="3147844" y="1343392"/>
                  </a:lnTo>
                  <a:lnTo>
                    <a:pt x="3148512" y="1376768"/>
                  </a:lnTo>
                  <a:lnTo>
                    <a:pt x="3149180" y="1357298"/>
                  </a:lnTo>
                  <a:lnTo>
                    <a:pt x="3149848" y="1335048"/>
                  </a:lnTo>
                  <a:lnTo>
                    <a:pt x="3150516" y="1335048"/>
                  </a:lnTo>
                  <a:lnTo>
                    <a:pt x="3151184" y="1385112"/>
                  </a:lnTo>
                  <a:lnTo>
                    <a:pt x="3151852" y="1390675"/>
                  </a:lnTo>
                  <a:lnTo>
                    <a:pt x="3152520" y="1390675"/>
                  </a:lnTo>
                  <a:lnTo>
                    <a:pt x="3153188" y="1340610"/>
                  </a:lnTo>
                  <a:lnTo>
                    <a:pt x="3153856" y="1335048"/>
                  </a:lnTo>
                  <a:lnTo>
                    <a:pt x="3154524" y="1385112"/>
                  </a:lnTo>
                  <a:lnTo>
                    <a:pt x="3155192" y="1390675"/>
                  </a:lnTo>
                  <a:lnTo>
                    <a:pt x="3155860" y="1390675"/>
                  </a:lnTo>
                  <a:lnTo>
                    <a:pt x="3156528" y="1390675"/>
                  </a:lnTo>
                  <a:lnTo>
                    <a:pt x="3157196" y="1390675"/>
                  </a:lnTo>
                  <a:lnTo>
                    <a:pt x="3157864" y="1393456"/>
                  </a:lnTo>
                  <a:lnTo>
                    <a:pt x="3158532" y="1446302"/>
                  </a:lnTo>
                  <a:lnTo>
                    <a:pt x="3159200" y="1446302"/>
                  </a:lnTo>
                  <a:lnTo>
                    <a:pt x="3159868" y="1468552"/>
                  </a:lnTo>
                  <a:lnTo>
                    <a:pt x="3160536" y="1501929"/>
                  </a:lnTo>
                  <a:lnTo>
                    <a:pt x="3161204" y="1501929"/>
                  </a:lnTo>
                  <a:lnTo>
                    <a:pt x="3161873" y="1501929"/>
                  </a:lnTo>
                  <a:lnTo>
                    <a:pt x="3162541" y="1501929"/>
                  </a:lnTo>
                  <a:lnTo>
                    <a:pt x="3163209" y="1501929"/>
                  </a:lnTo>
                  <a:lnTo>
                    <a:pt x="3163877" y="1501929"/>
                  </a:lnTo>
                  <a:lnTo>
                    <a:pt x="3164545" y="1501929"/>
                  </a:lnTo>
                  <a:lnTo>
                    <a:pt x="3165213" y="1535305"/>
                  </a:lnTo>
                  <a:lnTo>
                    <a:pt x="3165881" y="1588150"/>
                  </a:lnTo>
                  <a:lnTo>
                    <a:pt x="3166549" y="1613183"/>
                  </a:lnTo>
                  <a:lnTo>
                    <a:pt x="3167217" y="1613183"/>
                  </a:lnTo>
                  <a:lnTo>
                    <a:pt x="3167885" y="1613183"/>
                  </a:lnTo>
                  <a:lnTo>
                    <a:pt x="3168553" y="1613183"/>
                  </a:lnTo>
                  <a:lnTo>
                    <a:pt x="3169221" y="1613183"/>
                  </a:lnTo>
                  <a:lnTo>
                    <a:pt x="3169889" y="1660466"/>
                  </a:lnTo>
                  <a:lnTo>
                    <a:pt x="3170557" y="1668810"/>
                  </a:lnTo>
                  <a:lnTo>
                    <a:pt x="3170557" y="1668810"/>
                  </a:lnTo>
                  <a:lnTo>
                    <a:pt x="3171225" y="1668810"/>
                  </a:lnTo>
                  <a:lnTo>
                    <a:pt x="3171893" y="1660466"/>
                  </a:lnTo>
                  <a:lnTo>
                    <a:pt x="3172561" y="1579806"/>
                  </a:lnTo>
                  <a:lnTo>
                    <a:pt x="3173229" y="1557556"/>
                  </a:lnTo>
                  <a:lnTo>
                    <a:pt x="3173897" y="1557556"/>
                  </a:lnTo>
                  <a:lnTo>
                    <a:pt x="3174565" y="1557556"/>
                  </a:lnTo>
                  <a:lnTo>
                    <a:pt x="3175233" y="1557556"/>
                  </a:lnTo>
                  <a:lnTo>
                    <a:pt x="3175901" y="1557556"/>
                  </a:lnTo>
                  <a:lnTo>
                    <a:pt x="3176569" y="1557556"/>
                  </a:lnTo>
                  <a:lnTo>
                    <a:pt x="3177237" y="1557556"/>
                  </a:lnTo>
                  <a:lnTo>
                    <a:pt x="3177905" y="1557556"/>
                  </a:lnTo>
                  <a:lnTo>
                    <a:pt x="3178573" y="1557556"/>
                  </a:lnTo>
                  <a:lnTo>
                    <a:pt x="3179241" y="1557556"/>
                  </a:lnTo>
                  <a:lnTo>
                    <a:pt x="3179909" y="1557556"/>
                  </a:lnTo>
                  <a:lnTo>
                    <a:pt x="3180577" y="1557556"/>
                  </a:lnTo>
                  <a:lnTo>
                    <a:pt x="3181245" y="1557556"/>
                  </a:lnTo>
                  <a:lnTo>
                    <a:pt x="3181913" y="1557556"/>
                  </a:lnTo>
                  <a:lnTo>
                    <a:pt x="3182581" y="1557556"/>
                  </a:lnTo>
                  <a:lnTo>
                    <a:pt x="3183249" y="1557556"/>
                  </a:lnTo>
                  <a:lnTo>
                    <a:pt x="3183917" y="1557556"/>
                  </a:lnTo>
                  <a:lnTo>
                    <a:pt x="3184585" y="1557556"/>
                  </a:lnTo>
                  <a:lnTo>
                    <a:pt x="3185253" y="1557556"/>
                  </a:lnTo>
                  <a:lnTo>
                    <a:pt x="3185922" y="1557556"/>
                  </a:lnTo>
                  <a:lnTo>
                    <a:pt x="3186590" y="1557556"/>
                  </a:lnTo>
                  <a:lnTo>
                    <a:pt x="3187258" y="1557556"/>
                  </a:lnTo>
                  <a:lnTo>
                    <a:pt x="3187926" y="1557556"/>
                  </a:lnTo>
                  <a:lnTo>
                    <a:pt x="3188594" y="1563118"/>
                  </a:lnTo>
                  <a:lnTo>
                    <a:pt x="3189262" y="1643777"/>
                  </a:lnTo>
                  <a:lnTo>
                    <a:pt x="3189930" y="1624308"/>
                  </a:lnTo>
                  <a:lnTo>
                    <a:pt x="3190598" y="1613183"/>
                  </a:lnTo>
                  <a:lnTo>
                    <a:pt x="3191266" y="1613183"/>
                  </a:lnTo>
                  <a:lnTo>
                    <a:pt x="3191934" y="1613183"/>
                  </a:lnTo>
                  <a:lnTo>
                    <a:pt x="3192602" y="1613183"/>
                  </a:lnTo>
                  <a:lnTo>
                    <a:pt x="3193270" y="1613183"/>
                  </a:lnTo>
                  <a:lnTo>
                    <a:pt x="3193938" y="1613183"/>
                  </a:lnTo>
                  <a:lnTo>
                    <a:pt x="3194606" y="1613183"/>
                  </a:lnTo>
                  <a:lnTo>
                    <a:pt x="3195274" y="1613183"/>
                  </a:lnTo>
                  <a:lnTo>
                    <a:pt x="3195942" y="1613183"/>
                  </a:lnTo>
                  <a:lnTo>
                    <a:pt x="3196610" y="1613183"/>
                  </a:lnTo>
                  <a:lnTo>
                    <a:pt x="3197278" y="1613183"/>
                  </a:lnTo>
                  <a:lnTo>
                    <a:pt x="3197946" y="1613183"/>
                  </a:lnTo>
                  <a:lnTo>
                    <a:pt x="3198614" y="1613183"/>
                  </a:lnTo>
                  <a:lnTo>
                    <a:pt x="3199282" y="1613183"/>
                  </a:lnTo>
                  <a:lnTo>
                    <a:pt x="3199950" y="1613183"/>
                  </a:lnTo>
                  <a:lnTo>
                    <a:pt x="3200618" y="1613183"/>
                  </a:lnTo>
                  <a:lnTo>
                    <a:pt x="3201286" y="1613183"/>
                  </a:lnTo>
                  <a:lnTo>
                    <a:pt x="3201954" y="1613183"/>
                  </a:lnTo>
                  <a:lnTo>
                    <a:pt x="3202622" y="1613183"/>
                  </a:lnTo>
                  <a:lnTo>
                    <a:pt x="3203290" y="1613183"/>
                  </a:lnTo>
                  <a:lnTo>
                    <a:pt x="3203958" y="1613183"/>
                  </a:lnTo>
                  <a:lnTo>
                    <a:pt x="3204626" y="1613183"/>
                  </a:lnTo>
                  <a:lnTo>
                    <a:pt x="3205294" y="1613183"/>
                  </a:lnTo>
                  <a:lnTo>
                    <a:pt x="3205962" y="1613183"/>
                  </a:lnTo>
                  <a:lnTo>
                    <a:pt x="3206630" y="1654903"/>
                  </a:lnTo>
                  <a:lnTo>
                    <a:pt x="3207298" y="1668810"/>
                  </a:lnTo>
                  <a:lnTo>
                    <a:pt x="3207298" y="1668810"/>
                  </a:lnTo>
                  <a:lnTo>
                    <a:pt x="3207966" y="1668810"/>
                  </a:lnTo>
                  <a:lnTo>
                    <a:pt x="3208634" y="1668810"/>
                  </a:lnTo>
                  <a:lnTo>
                    <a:pt x="3209302" y="1668810"/>
                  </a:lnTo>
                  <a:lnTo>
                    <a:pt x="3209970" y="1668810"/>
                  </a:lnTo>
                  <a:lnTo>
                    <a:pt x="3210639" y="1668810"/>
                  </a:lnTo>
                  <a:lnTo>
                    <a:pt x="3211307" y="1668810"/>
                  </a:lnTo>
                  <a:lnTo>
                    <a:pt x="3211975" y="1668810"/>
                  </a:lnTo>
                  <a:lnTo>
                    <a:pt x="3212643" y="1668810"/>
                  </a:lnTo>
                  <a:lnTo>
                    <a:pt x="3213311" y="1668810"/>
                  </a:lnTo>
                  <a:lnTo>
                    <a:pt x="3213979" y="1668810"/>
                  </a:lnTo>
                  <a:lnTo>
                    <a:pt x="3214647" y="1668810"/>
                  </a:lnTo>
                  <a:lnTo>
                    <a:pt x="3215315" y="1668810"/>
                  </a:lnTo>
                  <a:lnTo>
                    <a:pt x="3215983" y="1668810"/>
                  </a:lnTo>
                  <a:lnTo>
                    <a:pt x="3216651" y="1668810"/>
                  </a:lnTo>
                  <a:lnTo>
                    <a:pt x="3217319" y="1668810"/>
                  </a:lnTo>
                  <a:lnTo>
                    <a:pt x="3217987" y="1668810"/>
                  </a:lnTo>
                  <a:lnTo>
                    <a:pt x="3218655" y="1668810"/>
                  </a:lnTo>
                  <a:lnTo>
                    <a:pt x="3219323" y="1668810"/>
                  </a:lnTo>
                  <a:lnTo>
                    <a:pt x="3219991" y="1668810"/>
                  </a:lnTo>
                  <a:lnTo>
                    <a:pt x="3220659" y="1654903"/>
                  </a:lnTo>
                  <a:lnTo>
                    <a:pt x="3221327" y="1613183"/>
                  </a:lnTo>
                  <a:lnTo>
                    <a:pt x="3221995" y="1613183"/>
                  </a:lnTo>
                  <a:lnTo>
                    <a:pt x="3222663" y="1613183"/>
                  </a:lnTo>
                  <a:lnTo>
                    <a:pt x="3223331" y="1613183"/>
                  </a:lnTo>
                  <a:lnTo>
                    <a:pt x="3223999" y="1613183"/>
                  </a:lnTo>
                  <a:lnTo>
                    <a:pt x="3224667" y="1613183"/>
                  </a:lnTo>
                  <a:lnTo>
                    <a:pt x="3225335" y="1613183"/>
                  </a:lnTo>
                  <a:lnTo>
                    <a:pt x="3226003" y="1613183"/>
                  </a:lnTo>
                  <a:lnTo>
                    <a:pt x="3226671" y="1582588"/>
                  </a:lnTo>
                  <a:lnTo>
                    <a:pt x="3227339" y="1535305"/>
                  </a:lnTo>
                  <a:lnTo>
                    <a:pt x="3228007" y="1501929"/>
                  </a:lnTo>
                  <a:lnTo>
                    <a:pt x="3228675" y="1501929"/>
                  </a:lnTo>
                  <a:lnTo>
                    <a:pt x="3229343" y="1501929"/>
                  </a:lnTo>
                  <a:lnTo>
                    <a:pt x="3230011" y="1501929"/>
                  </a:lnTo>
                  <a:lnTo>
                    <a:pt x="3230679" y="1501929"/>
                  </a:lnTo>
                  <a:lnTo>
                    <a:pt x="3231347" y="1412925"/>
                  </a:lnTo>
                  <a:lnTo>
                    <a:pt x="3232015" y="1390675"/>
                  </a:lnTo>
                  <a:lnTo>
                    <a:pt x="3232683" y="1335048"/>
                  </a:lnTo>
                  <a:lnTo>
                    <a:pt x="3233351" y="1240482"/>
                  </a:lnTo>
                  <a:lnTo>
                    <a:pt x="3234019" y="1168166"/>
                  </a:lnTo>
                  <a:lnTo>
                    <a:pt x="3234687" y="1115321"/>
                  </a:lnTo>
                  <a:lnTo>
                    <a:pt x="3235356" y="1079163"/>
                  </a:lnTo>
                  <a:lnTo>
                    <a:pt x="3236024" y="1001286"/>
                  </a:lnTo>
                  <a:lnTo>
                    <a:pt x="3236692" y="1001286"/>
                  </a:lnTo>
                  <a:lnTo>
                    <a:pt x="3237360" y="998504"/>
                  </a:lnTo>
                  <a:lnTo>
                    <a:pt x="3238028" y="1001286"/>
                  </a:lnTo>
                  <a:lnTo>
                    <a:pt x="3238696" y="962347"/>
                  </a:lnTo>
                  <a:lnTo>
                    <a:pt x="3239364" y="890032"/>
                  </a:lnTo>
                  <a:lnTo>
                    <a:pt x="3240032" y="890032"/>
                  </a:lnTo>
                  <a:lnTo>
                    <a:pt x="3240700" y="890032"/>
                  </a:lnTo>
                  <a:lnTo>
                    <a:pt x="3241368" y="890032"/>
                  </a:lnTo>
                  <a:lnTo>
                    <a:pt x="3242036" y="834405"/>
                  </a:lnTo>
                  <a:lnTo>
                    <a:pt x="3242704" y="834405"/>
                  </a:lnTo>
                  <a:lnTo>
                    <a:pt x="3243372" y="812154"/>
                  </a:lnTo>
                  <a:lnTo>
                    <a:pt x="3244040" y="742620"/>
                  </a:lnTo>
                  <a:lnTo>
                    <a:pt x="3244708" y="778777"/>
                  </a:lnTo>
                  <a:lnTo>
                    <a:pt x="3245376" y="778777"/>
                  </a:lnTo>
                  <a:lnTo>
                    <a:pt x="3246044" y="778777"/>
                  </a:lnTo>
                  <a:lnTo>
                    <a:pt x="3246712" y="778777"/>
                  </a:lnTo>
                  <a:lnTo>
                    <a:pt x="3247380" y="767652"/>
                  </a:lnTo>
                  <a:lnTo>
                    <a:pt x="3248048" y="806591"/>
                  </a:lnTo>
                  <a:lnTo>
                    <a:pt x="3248716" y="784340"/>
                  </a:lnTo>
                  <a:lnTo>
                    <a:pt x="3249384" y="812154"/>
                  </a:lnTo>
                  <a:lnTo>
                    <a:pt x="3250052" y="864999"/>
                  </a:lnTo>
                  <a:lnTo>
                    <a:pt x="3250720" y="890032"/>
                  </a:lnTo>
                  <a:lnTo>
                    <a:pt x="3251388" y="940096"/>
                  </a:lnTo>
                  <a:lnTo>
                    <a:pt x="3252056" y="973472"/>
                  </a:lnTo>
                  <a:lnTo>
                    <a:pt x="3252724" y="1056912"/>
                  </a:lnTo>
                  <a:lnTo>
                    <a:pt x="3253392" y="1056912"/>
                  </a:lnTo>
                  <a:lnTo>
                    <a:pt x="3254060" y="1068038"/>
                  </a:lnTo>
                  <a:lnTo>
                    <a:pt x="3254728" y="1112540"/>
                  </a:lnTo>
                  <a:lnTo>
                    <a:pt x="3255396" y="1145916"/>
                  </a:lnTo>
                  <a:lnTo>
                    <a:pt x="3256064" y="1223794"/>
                  </a:lnTo>
                  <a:lnTo>
                    <a:pt x="3256732" y="1223794"/>
                  </a:lnTo>
                  <a:lnTo>
                    <a:pt x="3257400" y="1223794"/>
                  </a:lnTo>
                  <a:lnTo>
                    <a:pt x="3258068" y="1223794"/>
                  </a:lnTo>
                  <a:lnTo>
                    <a:pt x="3258736" y="1276639"/>
                  </a:lnTo>
                  <a:lnTo>
                    <a:pt x="3259405" y="1279421"/>
                  </a:lnTo>
                  <a:lnTo>
                    <a:pt x="3260073" y="1321141"/>
                  </a:lnTo>
                  <a:lnTo>
                    <a:pt x="3260741" y="1415707"/>
                  </a:lnTo>
                  <a:lnTo>
                    <a:pt x="3261409" y="1390675"/>
                  </a:lnTo>
                  <a:lnTo>
                    <a:pt x="3262077" y="1390675"/>
                  </a:lnTo>
                  <a:lnTo>
                    <a:pt x="3262745" y="1390675"/>
                  </a:lnTo>
                  <a:lnTo>
                    <a:pt x="3263413" y="1376768"/>
                  </a:lnTo>
                  <a:lnTo>
                    <a:pt x="3264081" y="1343392"/>
                  </a:lnTo>
                  <a:lnTo>
                    <a:pt x="3264749" y="1390675"/>
                  </a:lnTo>
                  <a:lnTo>
                    <a:pt x="3265417" y="1390675"/>
                  </a:lnTo>
                  <a:lnTo>
                    <a:pt x="3266085" y="1321141"/>
                  </a:lnTo>
                  <a:lnTo>
                    <a:pt x="3266753" y="1290546"/>
                  </a:lnTo>
                  <a:lnTo>
                    <a:pt x="3267421" y="1335048"/>
                  </a:lnTo>
                  <a:lnTo>
                    <a:pt x="3268089" y="1301671"/>
                  </a:lnTo>
                  <a:lnTo>
                    <a:pt x="3268757" y="1190417"/>
                  </a:lnTo>
                  <a:lnTo>
                    <a:pt x="3269425" y="1137572"/>
                  </a:lnTo>
                  <a:lnTo>
                    <a:pt x="3270093" y="1112540"/>
                  </a:lnTo>
                  <a:lnTo>
                    <a:pt x="3270761" y="1112540"/>
                  </a:lnTo>
                  <a:lnTo>
                    <a:pt x="3271429" y="1087507"/>
                  </a:lnTo>
                  <a:lnTo>
                    <a:pt x="3272097" y="1001286"/>
                  </a:lnTo>
                  <a:lnTo>
                    <a:pt x="3272765" y="1001286"/>
                  </a:lnTo>
                  <a:lnTo>
                    <a:pt x="3273433" y="1001286"/>
                  </a:lnTo>
                  <a:lnTo>
                    <a:pt x="3274101" y="1001286"/>
                  </a:lnTo>
                  <a:lnTo>
                    <a:pt x="3274769" y="1001286"/>
                  </a:lnTo>
                  <a:lnTo>
                    <a:pt x="3275437" y="940096"/>
                  </a:lnTo>
                  <a:lnTo>
                    <a:pt x="3276105" y="890032"/>
                  </a:lnTo>
                  <a:lnTo>
                    <a:pt x="3276773" y="842749"/>
                  </a:lnTo>
                  <a:lnTo>
                    <a:pt x="3277441" y="792684"/>
                  </a:lnTo>
                  <a:lnTo>
                    <a:pt x="3278109" y="745401"/>
                  </a:lnTo>
                  <a:lnTo>
                    <a:pt x="3278777" y="717588"/>
                  </a:lnTo>
                  <a:lnTo>
                    <a:pt x="3279445" y="667523"/>
                  </a:lnTo>
                  <a:lnTo>
                    <a:pt x="3280113" y="678649"/>
                  </a:lnTo>
                  <a:lnTo>
                    <a:pt x="3280781" y="723150"/>
                  </a:lnTo>
                  <a:lnTo>
                    <a:pt x="3281449" y="723150"/>
                  </a:lnTo>
                  <a:lnTo>
                    <a:pt x="3282117" y="712025"/>
                  </a:lnTo>
                  <a:lnTo>
                    <a:pt x="3282785" y="748183"/>
                  </a:lnTo>
                  <a:lnTo>
                    <a:pt x="3283453" y="820498"/>
                  </a:lnTo>
                  <a:lnTo>
                    <a:pt x="3284122" y="834405"/>
                  </a:lnTo>
                  <a:lnTo>
                    <a:pt x="3284790" y="864999"/>
                  </a:lnTo>
                  <a:lnTo>
                    <a:pt x="3285458" y="948440"/>
                  </a:lnTo>
                  <a:lnTo>
                    <a:pt x="3286126" y="973472"/>
                  </a:lnTo>
                  <a:lnTo>
                    <a:pt x="3286794" y="1001286"/>
                  </a:lnTo>
                  <a:lnTo>
                    <a:pt x="3287462" y="1001286"/>
                  </a:lnTo>
                  <a:lnTo>
                    <a:pt x="3288130" y="1020755"/>
                  </a:lnTo>
                  <a:lnTo>
                    <a:pt x="3288798" y="1112540"/>
                  </a:lnTo>
                  <a:lnTo>
                    <a:pt x="3289466" y="1112540"/>
                  </a:lnTo>
                  <a:lnTo>
                    <a:pt x="3290134" y="1065256"/>
                  </a:lnTo>
                  <a:lnTo>
                    <a:pt x="3290802" y="1037443"/>
                  </a:lnTo>
                  <a:lnTo>
                    <a:pt x="3291470" y="1001286"/>
                  </a:lnTo>
                  <a:lnTo>
                    <a:pt x="3292138" y="1056912"/>
                  </a:lnTo>
                  <a:lnTo>
                    <a:pt x="3292806" y="1112540"/>
                  </a:lnTo>
                  <a:lnTo>
                    <a:pt x="3293474" y="1145916"/>
                  </a:lnTo>
                  <a:lnTo>
                    <a:pt x="3294142" y="1179292"/>
                  </a:lnTo>
                  <a:lnTo>
                    <a:pt x="3294810" y="1254388"/>
                  </a:lnTo>
                  <a:lnTo>
                    <a:pt x="3295478" y="1268295"/>
                  </a:lnTo>
                  <a:lnTo>
                    <a:pt x="3296146" y="1251607"/>
                  </a:lnTo>
                  <a:lnTo>
                    <a:pt x="3296814" y="1168166"/>
                  </a:lnTo>
                  <a:lnTo>
                    <a:pt x="3297482" y="1168166"/>
                  </a:lnTo>
                  <a:lnTo>
                    <a:pt x="3298150" y="1168166"/>
                  </a:lnTo>
                  <a:lnTo>
                    <a:pt x="3298818" y="1221012"/>
                  </a:lnTo>
                  <a:lnTo>
                    <a:pt x="3299486" y="1273858"/>
                  </a:lnTo>
                  <a:lnTo>
                    <a:pt x="3300154" y="1279421"/>
                  </a:lnTo>
                  <a:lnTo>
                    <a:pt x="3300822" y="1279421"/>
                  </a:lnTo>
                  <a:lnTo>
                    <a:pt x="3301490" y="1279421"/>
                  </a:lnTo>
                  <a:lnTo>
                    <a:pt x="3302158" y="1301671"/>
                  </a:lnTo>
                  <a:lnTo>
                    <a:pt x="3302826" y="1279421"/>
                  </a:lnTo>
                  <a:lnTo>
                    <a:pt x="3303494" y="1268295"/>
                  </a:lnTo>
                  <a:lnTo>
                    <a:pt x="3304162" y="1204324"/>
                  </a:lnTo>
                  <a:lnTo>
                    <a:pt x="3304830" y="1168166"/>
                  </a:lnTo>
                  <a:lnTo>
                    <a:pt x="3305498" y="1148697"/>
                  </a:lnTo>
                  <a:lnTo>
                    <a:pt x="3306166" y="1112540"/>
                  </a:lnTo>
                  <a:lnTo>
                    <a:pt x="3306834" y="1157041"/>
                  </a:lnTo>
                  <a:lnTo>
                    <a:pt x="3307502" y="1184855"/>
                  </a:lnTo>
                  <a:lnTo>
                    <a:pt x="3308170" y="1223794"/>
                  </a:lnTo>
                  <a:lnTo>
                    <a:pt x="3308839" y="1223794"/>
                  </a:lnTo>
                  <a:lnTo>
                    <a:pt x="3309507" y="1223794"/>
                  </a:lnTo>
                  <a:lnTo>
                    <a:pt x="3310175" y="1229356"/>
                  </a:lnTo>
                  <a:lnTo>
                    <a:pt x="3310843" y="1240482"/>
                  </a:lnTo>
                  <a:lnTo>
                    <a:pt x="3311511" y="1207105"/>
                  </a:lnTo>
                  <a:lnTo>
                    <a:pt x="3312179" y="1179292"/>
                  </a:lnTo>
                  <a:lnTo>
                    <a:pt x="3312847" y="1246044"/>
                  </a:lnTo>
                  <a:lnTo>
                    <a:pt x="3313515" y="1335048"/>
                  </a:lnTo>
                  <a:lnTo>
                    <a:pt x="3314183" y="1298890"/>
                  </a:lnTo>
                  <a:lnTo>
                    <a:pt x="3314851" y="1279421"/>
                  </a:lnTo>
                  <a:lnTo>
                    <a:pt x="3315519" y="1237700"/>
                  </a:lnTo>
                  <a:lnTo>
                    <a:pt x="3316187" y="1223794"/>
                  </a:lnTo>
                  <a:lnTo>
                    <a:pt x="3316855" y="1140353"/>
                  </a:lnTo>
                  <a:lnTo>
                    <a:pt x="3317523" y="1112540"/>
                  </a:lnTo>
                  <a:lnTo>
                    <a:pt x="3318191" y="1098633"/>
                  </a:lnTo>
                  <a:lnTo>
                    <a:pt x="3318859" y="1056912"/>
                  </a:lnTo>
                  <a:lnTo>
                    <a:pt x="3319527" y="1109758"/>
                  </a:lnTo>
                  <a:lnTo>
                    <a:pt x="3320195" y="1120884"/>
                  </a:lnTo>
                  <a:lnTo>
                    <a:pt x="3320863" y="1184855"/>
                  </a:lnTo>
                  <a:lnTo>
                    <a:pt x="3321531" y="1223794"/>
                  </a:lnTo>
                  <a:lnTo>
                    <a:pt x="3322199" y="1240482"/>
                  </a:lnTo>
                  <a:lnTo>
                    <a:pt x="3322867" y="1254388"/>
                  </a:lnTo>
                  <a:lnTo>
                    <a:pt x="3323535" y="1223794"/>
                  </a:lnTo>
                  <a:lnTo>
                    <a:pt x="3324203" y="1223794"/>
                  </a:lnTo>
                  <a:lnTo>
                    <a:pt x="3324871" y="1207105"/>
                  </a:lnTo>
                  <a:lnTo>
                    <a:pt x="3325539" y="1168166"/>
                  </a:lnTo>
                  <a:lnTo>
                    <a:pt x="3326207" y="1168166"/>
                  </a:lnTo>
                  <a:lnTo>
                    <a:pt x="3326875" y="1129228"/>
                  </a:lnTo>
                  <a:lnTo>
                    <a:pt x="3327543" y="1118102"/>
                  </a:lnTo>
                  <a:lnTo>
                    <a:pt x="3328211" y="1126446"/>
                  </a:lnTo>
                  <a:lnTo>
                    <a:pt x="3328879" y="1168166"/>
                  </a:lnTo>
                  <a:lnTo>
                    <a:pt x="3329547" y="1168166"/>
                  </a:lnTo>
                  <a:lnTo>
                    <a:pt x="3330215" y="1162604"/>
                  </a:lnTo>
                  <a:lnTo>
                    <a:pt x="3330883" y="1145916"/>
                  </a:lnTo>
                  <a:lnTo>
                    <a:pt x="3331551" y="1154260"/>
                  </a:lnTo>
                  <a:lnTo>
                    <a:pt x="3332219" y="1120884"/>
                  </a:lnTo>
                  <a:lnTo>
                    <a:pt x="3332887" y="1112540"/>
                  </a:lnTo>
                  <a:lnTo>
                    <a:pt x="3333556" y="1190417"/>
                  </a:lnTo>
                  <a:lnTo>
                    <a:pt x="3334224" y="1223794"/>
                  </a:lnTo>
                  <a:lnTo>
                    <a:pt x="3334892" y="1234919"/>
                  </a:lnTo>
                  <a:lnTo>
                    <a:pt x="3335560" y="1248826"/>
                  </a:lnTo>
                  <a:lnTo>
                    <a:pt x="3336228" y="1209887"/>
                  </a:lnTo>
                  <a:lnTo>
                    <a:pt x="3336896" y="1168166"/>
                  </a:lnTo>
                  <a:lnTo>
                    <a:pt x="3337564" y="1168166"/>
                  </a:lnTo>
                  <a:lnTo>
                    <a:pt x="3338232" y="1168166"/>
                  </a:lnTo>
                  <a:lnTo>
                    <a:pt x="3338900" y="1168166"/>
                  </a:lnTo>
                  <a:lnTo>
                    <a:pt x="3339568" y="1190417"/>
                  </a:lnTo>
                  <a:lnTo>
                    <a:pt x="3340236" y="1223794"/>
                  </a:lnTo>
                  <a:lnTo>
                    <a:pt x="3340904" y="1223794"/>
                  </a:lnTo>
                  <a:lnTo>
                    <a:pt x="3341572" y="1237700"/>
                  </a:lnTo>
                  <a:lnTo>
                    <a:pt x="3342240" y="1279421"/>
                  </a:lnTo>
                  <a:lnTo>
                    <a:pt x="3342908" y="1279421"/>
                  </a:lnTo>
                  <a:lnTo>
                    <a:pt x="3343576" y="1315578"/>
                  </a:lnTo>
                  <a:lnTo>
                    <a:pt x="3344244" y="1315578"/>
                  </a:lnTo>
                  <a:lnTo>
                    <a:pt x="3344912" y="1335048"/>
                  </a:lnTo>
                  <a:lnTo>
                    <a:pt x="3345580" y="1335048"/>
                  </a:lnTo>
                  <a:lnTo>
                    <a:pt x="3346248" y="1335048"/>
                  </a:lnTo>
                  <a:lnTo>
                    <a:pt x="3346916" y="1337829"/>
                  </a:lnTo>
                  <a:lnTo>
                    <a:pt x="3347584" y="1390675"/>
                  </a:lnTo>
                  <a:lnTo>
                    <a:pt x="3348252" y="1401800"/>
                  </a:lnTo>
                  <a:lnTo>
                    <a:pt x="3348920" y="1474115"/>
                  </a:lnTo>
                  <a:lnTo>
                    <a:pt x="3349588" y="1501929"/>
                  </a:lnTo>
                  <a:lnTo>
                    <a:pt x="3350256" y="1501929"/>
                  </a:lnTo>
                  <a:lnTo>
                    <a:pt x="3350924" y="1501929"/>
                  </a:lnTo>
                  <a:lnTo>
                    <a:pt x="3351592" y="1426832"/>
                  </a:lnTo>
                  <a:lnTo>
                    <a:pt x="3352260" y="1287765"/>
                  </a:lnTo>
                  <a:lnTo>
                    <a:pt x="3352928" y="1268295"/>
                  </a:lnTo>
                  <a:lnTo>
                    <a:pt x="3353596" y="1212668"/>
                  </a:lnTo>
                  <a:lnTo>
                    <a:pt x="3354264" y="1084726"/>
                  </a:lnTo>
                  <a:lnTo>
                    <a:pt x="3354932" y="1056912"/>
                  </a:lnTo>
                  <a:lnTo>
                    <a:pt x="3355600" y="965128"/>
                  </a:lnTo>
                  <a:lnTo>
                    <a:pt x="3356268" y="834405"/>
                  </a:lnTo>
                  <a:lnTo>
                    <a:pt x="3356936" y="834405"/>
                  </a:lnTo>
                  <a:lnTo>
                    <a:pt x="3357605" y="834405"/>
                  </a:lnTo>
                  <a:lnTo>
                    <a:pt x="3358273" y="834405"/>
                  </a:lnTo>
                  <a:lnTo>
                    <a:pt x="3358941" y="834405"/>
                  </a:lnTo>
                  <a:lnTo>
                    <a:pt x="3359609" y="834405"/>
                  </a:lnTo>
                  <a:lnTo>
                    <a:pt x="3360277" y="812154"/>
                  </a:lnTo>
                  <a:lnTo>
                    <a:pt x="3360945" y="823279"/>
                  </a:lnTo>
                  <a:lnTo>
                    <a:pt x="3361613" y="834405"/>
                  </a:lnTo>
                  <a:lnTo>
                    <a:pt x="3362281" y="834405"/>
                  </a:lnTo>
                  <a:lnTo>
                    <a:pt x="3362949" y="689774"/>
                  </a:lnTo>
                  <a:lnTo>
                    <a:pt x="3363617" y="556269"/>
                  </a:lnTo>
                  <a:lnTo>
                    <a:pt x="3364285" y="528456"/>
                  </a:lnTo>
                  <a:lnTo>
                    <a:pt x="3364953" y="417202"/>
                  </a:lnTo>
                  <a:lnTo>
                    <a:pt x="3365621" y="314292"/>
                  </a:lnTo>
                  <a:lnTo>
                    <a:pt x="3366289" y="261446"/>
                  </a:lnTo>
                  <a:lnTo>
                    <a:pt x="3366957" y="222508"/>
                  </a:lnTo>
                  <a:lnTo>
                    <a:pt x="3367625" y="222508"/>
                  </a:lnTo>
                  <a:lnTo>
                    <a:pt x="3368293" y="292042"/>
                  </a:lnTo>
                  <a:lnTo>
                    <a:pt x="3368961" y="456141"/>
                  </a:lnTo>
                  <a:lnTo>
                    <a:pt x="3369629" y="520112"/>
                  </a:lnTo>
                  <a:lnTo>
                    <a:pt x="3370297" y="617459"/>
                  </a:lnTo>
                  <a:lnTo>
                    <a:pt x="3370965" y="745401"/>
                  </a:lnTo>
                  <a:lnTo>
                    <a:pt x="3371633" y="778777"/>
                  </a:lnTo>
                  <a:lnTo>
                    <a:pt x="3372301" y="859437"/>
                  </a:lnTo>
                  <a:lnTo>
                    <a:pt x="3372969" y="1001286"/>
                  </a:lnTo>
                  <a:lnTo>
                    <a:pt x="3373637" y="1001286"/>
                  </a:lnTo>
                  <a:lnTo>
                    <a:pt x="3374305" y="1001286"/>
                  </a:lnTo>
                  <a:lnTo>
                    <a:pt x="3374973" y="1001286"/>
                  </a:lnTo>
                  <a:lnTo>
                    <a:pt x="3375641" y="1001286"/>
                  </a:lnTo>
                  <a:lnTo>
                    <a:pt x="3376309" y="948440"/>
                  </a:lnTo>
                  <a:lnTo>
                    <a:pt x="3376977" y="909501"/>
                  </a:lnTo>
                  <a:lnTo>
                    <a:pt x="3377645" y="928971"/>
                  </a:lnTo>
                  <a:lnTo>
                    <a:pt x="3378313" y="890032"/>
                  </a:lnTo>
                  <a:lnTo>
                    <a:pt x="3378981" y="834405"/>
                  </a:lnTo>
                  <a:lnTo>
                    <a:pt x="3379649" y="901157"/>
                  </a:lnTo>
                  <a:lnTo>
                    <a:pt x="3380317" y="1001286"/>
                  </a:lnTo>
                  <a:lnTo>
                    <a:pt x="3380985" y="970691"/>
                  </a:lnTo>
                  <a:lnTo>
                    <a:pt x="3381653" y="1079163"/>
                  </a:lnTo>
                  <a:lnTo>
                    <a:pt x="3382322" y="1170948"/>
                  </a:lnTo>
                  <a:lnTo>
                    <a:pt x="3382990" y="1182073"/>
                  </a:lnTo>
                  <a:lnTo>
                    <a:pt x="3383658" y="1223794"/>
                  </a:lnTo>
                  <a:lnTo>
                    <a:pt x="3384326" y="1173729"/>
                  </a:lnTo>
                  <a:lnTo>
                    <a:pt x="3384994" y="1154260"/>
                  </a:lnTo>
                  <a:lnTo>
                    <a:pt x="3385662" y="1101414"/>
                  </a:lnTo>
                  <a:lnTo>
                    <a:pt x="3386330" y="1056912"/>
                  </a:lnTo>
                  <a:lnTo>
                    <a:pt x="3386998" y="1001286"/>
                  </a:lnTo>
                  <a:lnTo>
                    <a:pt x="3387666" y="1001286"/>
                  </a:lnTo>
                  <a:lnTo>
                    <a:pt x="3388334" y="1001286"/>
                  </a:lnTo>
                  <a:lnTo>
                    <a:pt x="3389002" y="1001286"/>
                  </a:lnTo>
                  <a:lnTo>
                    <a:pt x="3389670" y="976253"/>
                  </a:lnTo>
                  <a:lnTo>
                    <a:pt x="3390338" y="945659"/>
                  </a:lnTo>
                  <a:lnTo>
                    <a:pt x="3391006" y="945659"/>
                  </a:lnTo>
                  <a:lnTo>
                    <a:pt x="3391674" y="945659"/>
                  </a:lnTo>
                  <a:lnTo>
                    <a:pt x="3392342" y="945659"/>
                  </a:lnTo>
                  <a:lnTo>
                    <a:pt x="3393010" y="992942"/>
                  </a:lnTo>
                  <a:lnTo>
                    <a:pt x="3393678" y="1056912"/>
                  </a:lnTo>
                  <a:lnTo>
                    <a:pt x="3394346" y="1070819"/>
                  </a:lnTo>
                  <a:lnTo>
                    <a:pt x="3395014" y="1112540"/>
                  </a:lnTo>
                  <a:lnTo>
                    <a:pt x="3395682" y="1165385"/>
                  </a:lnTo>
                  <a:lnTo>
                    <a:pt x="3396350" y="1226575"/>
                  </a:lnTo>
                  <a:lnTo>
                    <a:pt x="3397018" y="1279421"/>
                  </a:lnTo>
                  <a:lnTo>
                    <a:pt x="3397686" y="1329485"/>
                  </a:lnTo>
                  <a:lnTo>
                    <a:pt x="3398354" y="1279421"/>
                  </a:lnTo>
                  <a:lnTo>
                    <a:pt x="3399022" y="1287765"/>
                  </a:lnTo>
                  <a:lnTo>
                    <a:pt x="3399690" y="1335048"/>
                  </a:lnTo>
                  <a:lnTo>
                    <a:pt x="3400358" y="1326704"/>
                  </a:lnTo>
                  <a:lnTo>
                    <a:pt x="3401026" y="1326704"/>
                  </a:lnTo>
                  <a:lnTo>
                    <a:pt x="3401694" y="1346173"/>
                  </a:lnTo>
                  <a:lnTo>
                    <a:pt x="3402362" y="1399019"/>
                  </a:lnTo>
                  <a:lnTo>
                    <a:pt x="3403030" y="1446302"/>
                  </a:lnTo>
                  <a:lnTo>
                    <a:pt x="3403698" y="1499147"/>
                  </a:lnTo>
                  <a:lnTo>
                    <a:pt x="3404366" y="1501929"/>
                  </a:lnTo>
                  <a:lnTo>
                    <a:pt x="3405034" y="1446302"/>
                  </a:lnTo>
                  <a:lnTo>
                    <a:pt x="3405702" y="1446302"/>
                  </a:lnTo>
                  <a:lnTo>
                    <a:pt x="3406370" y="1468552"/>
                  </a:lnTo>
                  <a:lnTo>
                    <a:pt x="3407039" y="1471334"/>
                  </a:lnTo>
                  <a:lnTo>
                    <a:pt x="3407707" y="1446302"/>
                  </a:lnTo>
                  <a:lnTo>
                    <a:pt x="3408375" y="1429613"/>
                  </a:lnTo>
                  <a:lnTo>
                    <a:pt x="3409043" y="1390675"/>
                  </a:lnTo>
                  <a:lnTo>
                    <a:pt x="3409711" y="1335048"/>
                  </a:lnTo>
                  <a:lnTo>
                    <a:pt x="3410379" y="1335048"/>
                  </a:lnTo>
                  <a:lnTo>
                    <a:pt x="3411047" y="1335048"/>
                  </a:lnTo>
                  <a:lnTo>
                    <a:pt x="3411715" y="1290546"/>
                  </a:lnTo>
                  <a:lnTo>
                    <a:pt x="3412383" y="1279421"/>
                  </a:lnTo>
                  <a:lnTo>
                    <a:pt x="3413051" y="1268295"/>
                  </a:lnTo>
                  <a:lnTo>
                    <a:pt x="3413719" y="1223794"/>
                  </a:lnTo>
                  <a:lnTo>
                    <a:pt x="3414387" y="1173729"/>
                  </a:lnTo>
                  <a:lnTo>
                    <a:pt x="3415055" y="1223794"/>
                  </a:lnTo>
                  <a:lnTo>
                    <a:pt x="3415723" y="1223794"/>
                  </a:lnTo>
                  <a:lnTo>
                    <a:pt x="3416391" y="1223794"/>
                  </a:lnTo>
                  <a:lnTo>
                    <a:pt x="3417059" y="1229356"/>
                  </a:lnTo>
                  <a:lnTo>
                    <a:pt x="3417727" y="1279421"/>
                  </a:lnTo>
                  <a:lnTo>
                    <a:pt x="3418395" y="1279421"/>
                  </a:lnTo>
                  <a:lnTo>
                    <a:pt x="3419063" y="1279421"/>
                  </a:lnTo>
                  <a:lnTo>
                    <a:pt x="3419731" y="1279421"/>
                  </a:lnTo>
                  <a:lnTo>
                    <a:pt x="3420399" y="1251607"/>
                  </a:lnTo>
                  <a:lnTo>
                    <a:pt x="3421067" y="1223794"/>
                  </a:lnTo>
                  <a:lnTo>
                    <a:pt x="3421735" y="1254388"/>
                  </a:lnTo>
                  <a:lnTo>
                    <a:pt x="3422403" y="1209887"/>
                  </a:lnTo>
                  <a:lnTo>
                    <a:pt x="3423071" y="1112540"/>
                  </a:lnTo>
                  <a:lnTo>
                    <a:pt x="3423739" y="1140353"/>
                  </a:lnTo>
                  <a:lnTo>
                    <a:pt x="3424407" y="1115321"/>
                  </a:lnTo>
                  <a:lnTo>
                    <a:pt x="3425075" y="1093070"/>
                  </a:lnTo>
                  <a:lnTo>
                    <a:pt x="3425743" y="1101414"/>
                  </a:lnTo>
                  <a:lnTo>
                    <a:pt x="3426411" y="1109758"/>
                  </a:lnTo>
                  <a:lnTo>
                    <a:pt x="3427079" y="1095851"/>
                  </a:lnTo>
                  <a:lnTo>
                    <a:pt x="3427747" y="1056912"/>
                  </a:lnTo>
                  <a:lnTo>
                    <a:pt x="3428415" y="1098633"/>
                  </a:lnTo>
                  <a:lnTo>
                    <a:pt x="3429083" y="1112540"/>
                  </a:lnTo>
                  <a:lnTo>
                    <a:pt x="3429751" y="1120884"/>
                  </a:lnTo>
                  <a:lnTo>
                    <a:pt x="3430419" y="1168166"/>
                  </a:lnTo>
                  <a:lnTo>
                    <a:pt x="3431087" y="1215449"/>
                  </a:lnTo>
                  <a:lnTo>
                    <a:pt x="3431756" y="1176511"/>
                  </a:lnTo>
                  <a:lnTo>
                    <a:pt x="3432424" y="1123665"/>
                  </a:lnTo>
                  <a:lnTo>
                    <a:pt x="3433092" y="1112540"/>
                  </a:lnTo>
                  <a:lnTo>
                    <a:pt x="3433760" y="1112540"/>
                  </a:lnTo>
                  <a:lnTo>
                    <a:pt x="3434428" y="1087507"/>
                  </a:lnTo>
                  <a:lnTo>
                    <a:pt x="3435096" y="1040224"/>
                  </a:lnTo>
                  <a:lnTo>
                    <a:pt x="3435764" y="1001286"/>
                  </a:lnTo>
                  <a:lnTo>
                    <a:pt x="3436432" y="1001286"/>
                  </a:lnTo>
                  <a:lnTo>
                    <a:pt x="3437100" y="1026317"/>
                  </a:lnTo>
                  <a:lnTo>
                    <a:pt x="3437768" y="1056912"/>
                  </a:lnTo>
                  <a:lnTo>
                    <a:pt x="3438436" y="1029099"/>
                  </a:lnTo>
                  <a:lnTo>
                    <a:pt x="3439104" y="1068038"/>
                  </a:lnTo>
                  <a:lnTo>
                    <a:pt x="3439772" y="1154260"/>
                  </a:lnTo>
                  <a:lnTo>
                    <a:pt x="3440440" y="1087507"/>
                  </a:lnTo>
                  <a:lnTo>
                    <a:pt x="3441108" y="1056912"/>
                  </a:lnTo>
                  <a:lnTo>
                    <a:pt x="3441776" y="1087507"/>
                  </a:lnTo>
                  <a:lnTo>
                    <a:pt x="3442444" y="1120884"/>
                  </a:lnTo>
                  <a:lnTo>
                    <a:pt x="3443112" y="1118102"/>
                  </a:lnTo>
                  <a:lnTo>
                    <a:pt x="3443780" y="1126446"/>
                  </a:lnTo>
                  <a:lnTo>
                    <a:pt x="3444448" y="1168166"/>
                  </a:lnTo>
                  <a:lnTo>
                    <a:pt x="3445116" y="1165385"/>
                  </a:lnTo>
                  <a:lnTo>
                    <a:pt x="3445784" y="1090289"/>
                  </a:lnTo>
                  <a:lnTo>
                    <a:pt x="3446452" y="1056912"/>
                  </a:lnTo>
                  <a:lnTo>
                    <a:pt x="3447120" y="1040224"/>
                  </a:lnTo>
                  <a:lnTo>
                    <a:pt x="3447788" y="1001286"/>
                  </a:lnTo>
                  <a:lnTo>
                    <a:pt x="3448456" y="1045787"/>
                  </a:lnTo>
                  <a:lnTo>
                    <a:pt x="3449124" y="1098633"/>
                  </a:lnTo>
                  <a:lnTo>
                    <a:pt x="3449792" y="1109758"/>
                  </a:lnTo>
                  <a:lnTo>
                    <a:pt x="3450460" y="1017974"/>
                  </a:lnTo>
                  <a:lnTo>
                    <a:pt x="3451128" y="1023536"/>
                  </a:lnTo>
                  <a:lnTo>
                    <a:pt x="3451796" y="1045787"/>
                  </a:lnTo>
                  <a:lnTo>
                    <a:pt x="3452464" y="1056912"/>
                  </a:lnTo>
                  <a:lnTo>
                    <a:pt x="3453132" y="1056912"/>
                  </a:lnTo>
                  <a:lnTo>
                    <a:pt x="3453800" y="1056912"/>
                  </a:lnTo>
                  <a:lnTo>
                    <a:pt x="3454468" y="1006848"/>
                  </a:lnTo>
                  <a:lnTo>
                    <a:pt x="3455136" y="1045787"/>
                  </a:lnTo>
                  <a:lnTo>
                    <a:pt x="3455805" y="1040224"/>
                  </a:lnTo>
                  <a:lnTo>
                    <a:pt x="3456473" y="1009630"/>
                  </a:lnTo>
                  <a:lnTo>
                    <a:pt x="3457141" y="1079163"/>
                  </a:lnTo>
                  <a:lnTo>
                    <a:pt x="3457809" y="1159822"/>
                  </a:lnTo>
                  <a:lnTo>
                    <a:pt x="3458477" y="1168166"/>
                  </a:lnTo>
                  <a:lnTo>
                    <a:pt x="3459145" y="1168166"/>
                  </a:lnTo>
                  <a:lnTo>
                    <a:pt x="3459813" y="1215449"/>
                  </a:lnTo>
                  <a:lnTo>
                    <a:pt x="3460481" y="1212668"/>
                  </a:lnTo>
                  <a:lnTo>
                    <a:pt x="3461149" y="1168166"/>
                  </a:lnTo>
                  <a:lnTo>
                    <a:pt x="3461817" y="1132009"/>
                  </a:lnTo>
                  <a:lnTo>
                    <a:pt x="3462485" y="1148697"/>
                  </a:lnTo>
                  <a:lnTo>
                    <a:pt x="3463153" y="1168166"/>
                  </a:lnTo>
                  <a:lnTo>
                    <a:pt x="3463821" y="1182073"/>
                  </a:lnTo>
                  <a:lnTo>
                    <a:pt x="3464489" y="1223794"/>
                  </a:lnTo>
                  <a:lnTo>
                    <a:pt x="3465157" y="1223794"/>
                  </a:lnTo>
                  <a:lnTo>
                    <a:pt x="3465825" y="1223794"/>
                  </a:lnTo>
                  <a:lnTo>
                    <a:pt x="3466493" y="1223794"/>
                  </a:lnTo>
                  <a:lnTo>
                    <a:pt x="3467161" y="1315578"/>
                  </a:lnTo>
                  <a:lnTo>
                    <a:pt x="3467829" y="1335048"/>
                  </a:lnTo>
                  <a:lnTo>
                    <a:pt x="3468497" y="1357298"/>
                  </a:lnTo>
                  <a:lnTo>
                    <a:pt x="3469165" y="1390675"/>
                  </a:lnTo>
                  <a:lnTo>
                    <a:pt x="3469833" y="1390675"/>
                  </a:lnTo>
                  <a:lnTo>
                    <a:pt x="3470501" y="1390675"/>
                  </a:lnTo>
                  <a:lnTo>
                    <a:pt x="3471169" y="1437957"/>
                  </a:lnTo>
                  <a:lnTo>
                    <a:pt x="3471837" y="1446302"/>
                  </a:lnTo>
                  <a:lnTo>
                    <a:pt x="3472505" y="1460208"/>
                  </a:lnTo>
                  <a:lnTo>
                    <a:pt x="3473173" y="1501929"/>
                  </a:lnTo>
                  <a:lnTo>
                    <a:pt x="3473841" y="1501929"/>
                  </a:lnTo>
                  <a:lnTo>
                    <a:pt x="3474509" y="1501929"/>
                  </a:lnTo>
                  <a:lnTo>
                    <a:pt x="3475177" y="1501929"/>
                  </a:lnTo>
                  <a:lnTo>
                    <a:pt x="3475845" y="1501929"/>
                  </a:lnTo>
                  <a:lnTo>
                    <a:pt x="3476513" y="1501929"/>
                  </a:lnTo>
                  <a:lnTo>
                    <a:pt x="3477181" y="1510273"/>
                  </a:lnTo>
                  <a:lnTo>
                    <a:pt x="3477849" y="1557556"/>
                  </a:lnTo>
                  <a:lnTo>
                    <a:pt x="3478517" y="1590932"/>
                  </a:lnTo>
                  <a:lnTo>
                    <a:pt x="3479185" y="1649340"/>
                  </a:lnTo>
                  <a:lnTo>
                    <a:pt x="3479853" y="1668810"/>
                  </a:lnTo>
                  <a:lnTo>
                    <a:pt x="3479853" y="1668810"/>
                  </a:lnTo>
                  <a:lnTo>
                    <a:pt x="3480522" y="1668810"/>
                  </a:lnTo>
                  <a:lnTo>
                    <a:pt x="3481190" y="1668810"/>
                  </a:lnTo>
                  <a:lnTo>
                    <a:pt x="3481858" y="1668810"/>
                  </a:lnTo>
                  <a:lnTo>
                    <a:pt x="3482526" y="1668810"/>
                  </a:lnTo>
                  <a:lnTo>
                    <a:pt x="3483194" y="1668810"/>
                  </a:lnTo>
                  <a:lnTo>
                    <a:pt x="3483862" y="1668810"/>
                  </a:lnTo>
                  <a:lnTo>
                    <a:pt x="3484530" y="1668810"/>
                  </a:lnTo>
                  <a:lnTo>
                    <a:pt x="3485198" y="1668810"/>
                  </a:lnTo>
                  <a:lnTo>
                    <a:pt x="3485866" y="1668810"/>
                  </a:lnTo>
                  <a:lnTo>
                    <a:pt x="3486534" y="1668810"/>
                  </a:lnTo>
                  <a:lnTo>
                    <a:pt x="3487202" y="1668810"/>
                  </a:lnTo>
                  <a:lnTo>
                    <a:pt x="3487870" y="1668810"/>
                  </a:lnTo>
                  <a:lnTo>
                    <a:pt x="3488538" y="1668810"/>
                  </a:lnTo>
                  <a:lnTo>
                    <a:pt x="3489206" y="1668810"/>
                  </a:lnTo>
                  <a:lnTo>
                    <a:pt x="3489874" y="1668810"/>
                  </a:lnTo>
                  <a:lnTo>
                    <a:pt x="3490542" y="1663247"/>
                  </a:lnTo>
                  <a:lnTo>
                    <a:pt x="3491210" y="1604839"/>
                  </a:lnTo>
                  <a:lnTo>
                    <a:pt x="3491878" y="1557556"/>
                  </a:lnTo>
                  <a:lnTo>
                    <a:pt x="3492546" y="1557556"/>
                  </a:lnTo>
                  <a:lnTo>
                    <a:pt x="3493214" y="1557556"/>
                  </a:lnTo>
                  <a:lnTo>
                    <a:pt x="3493882" y="1557556"/>
                  </a:lnTo>
                  <a:lnTo>
                    <a:pt x="3494550" y="1557556"/>
                  </a:lnTo>
                  <a:lnTo>
                    <a:pt x="3495218" y="1557556"/>
                  </a:lnTo>
                  <a:lnTo>
                    <a:pt x="3495886" y="1501929"/>
                  </a:lnTo>
                  <a:lnTo>
                    <a:pt x="3496554" y="1501929"/>
                  </a:lnTo>
                  <a:lnTo>
                    <a:pt x="3497222" y="1482459"/>
                  </a:lnTo>
                  <a:lnTo>
                    <a:pt x="3497890" y="1446302"/>
                  </a:lnTo>
                  <a:lnTo>
                    <a:pt x="3498558" y="1446302"/>
                  </a:lnTo>
                  <a:lnTo>
                    <a:pt x="3499226" y="1446302"/>
                  </a:lnTo>
                  <a:lnTo>
                    <a:pt x="3499894" y="1446302"/>
                  </a:lnTo>
                  <a:lnTo>
                    <a:pt x="3500562" y="1446302"/>
                  </a:lnTo>
                  <a:lnTo>
                    <a:pt x="3501230" y="1446302"/>
                  </a:lnTo>
                  <a:lnTo>
                    <a:pt x="3501898" y="1390675"/>
                  </a:lnTo>
                  <a:lnTo>
                    <a:pt x="3502566" y="1390675"/>
                  </a:lnTo>
                  <a:lnTo>
                    <a:pt x="3503234" y="1390675"/>
                  </a:lnTo>
                  <a:lnTo>
                    <a:pt x="3503902" y="1390675"/>
                  </a:lnTo>
                  <a:lnTo>
                    <a:pt x="3504570" y="1382331"/>
                  </a:lnTo>
                  <a:lnTo>
                    <a:pt x="3505239" y="1287765"/>
                  </a:lnTo>
                  <a:lnTo>
                    <a:pt x="3505907" y="1279421"/>
                  </a:lnTo>
                  <a:lnTo>
                    <a:pt x="3506575" y="1279421"/>
                  </a:lnTo>
                  <a:lnTo>
                    <a:pt x="3507243" y="1282202"/>
                  </a:lnTo>
                  <a:lnTo>
                    <a:pt x="3507911" y="1284983"/>
                  </a:lnTo>
                  <a:lnTo>
                    <a:pt x="3508579" y="1335048"/>
                  </a:lnTo>
                  <a:lnTo>
                    <a:pt x="3509247" y="1335048"/>
                  </a:lnTo>
                  <a:lnTo>
                    <a:pt x="3509915" y="1335048"/>
                  </a:lnTo>
                  <a:lnTo>
                    <a:pt x="3510583" y="1335048"/>
                  </a:lnTo>
                  <a:lnTo>
                    <a:pt x="3511251" y="1312797"/>
                  </a:lnTo>
                  <a:lnTo>
                    <a:pt x="3511919" y="1254388"/>
                  </a:lnTo>
                  <a:lnTo>
                    <a:pt x="3512587" y="1276639"/>
                  </a:lnTo>
                  <a:lnTo>
                    <a:pt x="3513255" y="1279421"/>
                  </a:lnTo>
                  <a:lnTo>
                    <a:pt x="3513923" y="1296109"/>
                  </a:lnTo>
                  <a:lnTo>
                    <a:pt x="3514591" y="1335048"/>
                  </a:lnTo>
                  <a:lnTo>
                    <a:pt x="3515259" y="1335048"/>
                  </a:lnTo>
                  <a:lnTo>
                    <a:pt x="3515927" y="1287765"/>
                  </a:lnTo>
                  <a:lnTo>
                    <a:pt x="3516595" y="1279421"/>
                  </a:lnTo>
                  <a:lnTo>
                    <a:pt x="3517263" y="1268295"/>
                  </a:lnTo>
                  <a:lnTo>
                    <a:pt x="3517931" y="1223794"/>
                  </a:lnTo>
                  <a:lnTo>
                    <a:pt x="3518599" y="1276639"/>
                  </a:lnTo>
                  <a:lnTo>
                    <a:pt x="3519267" y="1279421"/>
                  </a:lnTo>
                  <a:lnTo>
                    <a:pt x="3519935" y="1279421"/>
                  </a:lnTo>
                  <a:lnTo>
                    <a:pt x="3520603" y="1279421"/>
                  </a:lnTo>
                  <a:lnTo>
                    <a:pt x="3521271" y="1248826"/>
                  </a:lnTo>
                  <a:lnTo>
                    <a:pt x="3521939" y="1323922"/>
                  </a:lnTo>
                  <a:lnTo>
                    <a:pt x="3522607" y="1298890"/>
                  </a:lnTo>
                  <a:lnTo>
                    <a:pt x="3523275" y="1223794"/>
                  </a:lnTo>
                  <a:lnTo>
                    <a:pt x="3523943" y="1168166"/>
                  </a:lnTo>
                  <a:lnTo>
                    <a:pt x="3524611" y="1221012"/>
                  </a:lnTo>
                  <a:lnTo>
                    <a:pt x="3525279" y="1223794"/>
                  </a:lnTo>
                  <a:lnTo>
                    <a:pt x="3525947" y="1223794"/>
                  </a:lnTo>
                  <a:lnTo>
                    <a:pt x="3526615" y="1223794"/>
                  </a:lnTo>
                  <a:lnTo>
                    <a:pt x="3527283" y="1223794"/>
                  </a:lnTo>
                  <a:lnTo>
                    <a:pt x="3527951" y="1243263"/>
                  </a:lnTo>
                  <a:lnTo>
                    <a:pt x="3528619" y="1301671"/>
                  </a:lnTo>
                  <a:lnTo>
                    <a:pt x="3529287" y="1335048"/>
                  </a:lnTo>
                  <a:lnTo>
                    <a:pt x="3529956" y="1335048"/>
                  </a:lnTo>
                  <a:lnTo>
                    <a:pt x="3530624" y="1335048"/>
                  </a:lnTo>
                  <a:lnTo>
                    <a:pt x="3531292" y="1296109"/>
                  </a:lnTo>
                  <a:lnTo>
                    <a:pt x="3531960" y="1257170"/>
                  </a:lnTo>
                  <a:lnTo>
                    <a:pt x="3532628" y="1268295"/>
                  </a:lnTo>
                  <a:lnTo>
                    <a:pt x="3533296" y="1279421"/>
                  </a:lnTo>
                  <a:lnTo>
                    <a:pt x="3533964" y="1287765"/>
                  </a:lnTo>
                  <a:lnTo>
                    <a:pt x="3534632" y="1335048"/>
                  </a:lnTo>
                  <a:lnTo>
                    <a:pt x="3535300" y="1335048"/>
                  </a:lnTo>
                  <a:lnTo>
                    <a:pt x="3535968" y="1335048"/>
                  </a:lnTo>
                  <a:lnTo>
                    <a:pt x="3536636" y="1298890"/>
                  </a:lnTo>
                  <a:lnTo>
                    <a:pt x="3537304" y="1279421"/>
                  </a:lnTo>
                  <a:lnTo>
                    <a:pt x="3537972" y="1312797"/>
                  </a:lnTo>
                  <a:lnTo>
                    <a:pt x="3538640" y="1321141"/>
                  </a:lnTo>
                  <a:lnTo>
                    <a:pt x="3539308" y="1304453"/>
                  </a:lnTo>
                  <a:lnTo>
                    <a:pt x="3539976" y="1335048"/>
                  </a:lnTo>
                  <a:lnTo>
                    <a:pt x="3540644" y="1387893"/>
                  </a:lnTo>
                  <a:lnTo>
                    <a:pt x="3541312" y="1390675"/>
                  </a:lnTo>
                  <a:lnTo>
                    <a:pt x="3541980" y="1390675"/>
                  </a:lnTo>
                  <a:lnTo>
                    <a:pt x="3542648" y="1390675"/>
                  </a:lnTo>
                  <a:lnTo>
                    <a:pt x="3543316" y="1376768"/>
                  </a:lnTo>
                  <a:lnTo>
                    <a:pt x="3543984" y="1293327"/>
                  </a:lnTo>
                  <a:lnTo>
                    <a:pt x="3544652" y="1279421"/>
                  </a:lnTo>
                  <a:lnTo>
                    <a:pt x="3545320" y="1279421"/>
                  </a:lnTo>
                  <a:lnTo>
                    <a:pt x="3545988" y="1279421"/>
                  </a:lnTo>
                  <a:lnTo>
                    <a:pt x="3546656" y="1279421"/>
                  </a:lnTo>
                  <a:lnTo>
                    <a:pt x="3547324" y="1254388"/>
                  </a:lnTo>
                  <a:lnTo>
                    <a:pt x="3547992" y="1259951"/>
                  </a:lnTo>
                  <a:lnTo>
                    <a:pt x="3548660" y="1262732"/>
                  </a:lnTo>
                  <a:lnTo>
                    <a:pt x="3549328" y="1251607"/>
                  </a:lnTo>
                  <a:lnTo>
                    <a:pt x="3549996" y="1223794"/>
                  </a:lnTo>
                  <a:lnTo>
                    <a:pt x="3550664" y="1182073"/>
                  </a:lnTo>
                  <a:lnTo>
                    <a:pt x="3551332" y="1118102"/>
                  </a:lnTo>
                  <a:lnTo>
                    <a:pt x="3552000" y="1112540"/>
                  </a:lnTo>
                  <a:lnTo>
                    <a:pt x="3552668" y="1112540"/>
                  </a:lnTo>
                  <a:lnTo>
                    <a:pt x="3553336" y="1145916"/>
                  </a:lnTo>
                  <a:lnTo>
                    <a:pt x="3554005" y="1168166"/>
                  </a:lnTo>
                  <a:lnTo>
                    <a:pt x="3554673" y="1151478"/>
                  </a:lnTo>
                  <a:lnTo>
                    <a:pt x="3555341" y="1001286"/>
                  </a:lnTo>
                  <a:lnTo>
                    <a:pt x="3556009" y="976253"/>
                  </a:lnTo>
                  <a:lnTo>
                    <a:pt x="3556677" y="976253"/>
                  </a:lnTo>
                  <a:lnTo>
                    <a:pt x="3557345" y="945659"/>
                  </a:lnTo>
                  <a:lnTo>
                    <a:pt x="3558013" y="945659"/>
                  </a:lnTo>
                  <a:lnTo>
                    <a:pt x="3558681" y="945659"/>
                  </a:lnTo>
                  <a:lnTo>
                    <a:pt x="3559349" y="945659"/>
                  </a:lnTo>
                  <a:lnTo>
                    <a:pt x="3560017" y="926189"/>
                  </a:lnTo>
                  <a:lnTo>
                    <a:pt x="3560685" y="984598"/>
                  </a:lnTo>
                  <a:lnTo>
                    <a:pt x="3561353" y="1001286"/>
                  </a:lnTo>
                  <a:lnTo>
                    <a:pt x="3562021" y="1001286"/>
                  </a:lnTo>
                  <a:lnTo>
                    <a:pt x="3562689" y="1001286"/>
                  </a:lnTo>
                  <a:lnTo>
                    <a:pt x="3563357" y="1001286"/>
                  </a:lnTo>
                  <a:lnTo>
                    <a:pt x="3564025" y="1001286"/>
                  </a:lnTo>
                  <a:lnTo>
                    <a:pt x="3564693" y="1001286"/>
                  </a:lnTo>
                  <a:lnTo>
                    <a:pt x="3565361" y="1001286"/>
                  </a:lnTo>
                  <a:lnTo>
                    <a:pt x="3566029" y="1026317"/>
                  </a:lnTo>
                  <a:lnTo>
                    <a:pt x="3566697" y="1004067"/>
                  </a:lnTo>
                  <a:lnTo>
                    <a:pt x="3567365" y="1040224"/>
                  </a:lnTo>
                  <a:lnTo>
                    <a:pt x="3568033" y="1104195"/>
                  </a:lnTo>
                  <a:lnTo>
                    <a:pt x="3568701" y="1112540"/>
                  </a:lnTo>
                  <a:lnTo>
                    <a:pt x="3569369" y="1112540"/>
                  </a:lnTo>
                  <a:lnTo>
                    <a:pt x="3570037" y="1112540"/>
                  </a:lnTo>
                  <a:lnTo>
                    <a:pt x="3570705" y="1112540"/>
                  </a:lnTo>
                  <a:lnTo>
                    <a:pt x="3571373" y="1123665"/>
                  </a:lnTo>
                  <a:lnTo>
                    <a:pt x="3572041" y="1284983"/>
                  </a:lnTo>
                  <a:lnTo>
                    <a:pt x="3572709" y="1360080"/>
                  </a:lnTo>
                  <a:lnTo>
                    <a:pt x="3573377" y="1412925"/>
                  </a:lnTo>
                  <a:lnTo>
                    <a:pt x="3574045" y="1446302"/>
                  </a:lnTo>
                  <a:lnTo>
                    <a:pt x="3574713" y="1446302"/>
                  </a:lnTo>
                  <a:lnTo>
                    <a:pt x="3575381" y="1393456"/>
                  </a:lnTo>
                  <a:lnTo>
                    <a:pt x="3576049" y="1390675"/>
                  </a:lnTo>
                  <a:lnTo>
                    <a:pt x="3576717" y="1418488"/>
                  </a:lnTo>
                  <a:lnTo>
                    <a:pt x="3577385" y="1446302"/>
                  </a:lnTo>
                  <a:lnTo>
                    <a:pt x="3578053" y="1446302"/>
                  </a:lnTo>
                  <a:lnTo>
                    <a:pt x="3578722" y="1446302"/>
                  </a:lnTo>
                  <a:lnTo>
                    <a:pt x="3579390" y="1446302"/>
                  </a:lnTo>
                  <a:lnTo>
                    <a:pt x="3580058" y="1401800"/>
                  </a:lnTo>
                  <a:lnTo>
                    <a:pt x="3580726" y="1410144"/>
                  </a:lnTo>
                  <a:lnTo>
                    <a:pt x="3581394" y="1446302"/>
                  </a:lnTo>
                  <a:lnTo>
                    <a:pt x="3582062" y="1476896"/>
                  </a:lnTo>
                  <a:lnTo>
                    <a:pt x="3582730" y="1501929"/>
                  </a:lnTo>
                  <a:lnTo>
                    <a:pt x="3583398" y="1551993"/>
                  </a:lnTo>
                  <a:lnTo>
                    <a:pt x="3584066" y="1557556"/>
                  </a:lnTo>
                  <a:lnTo>
                    <a:pt x="3584734" y="1557556"/>
                  </a:lnTo>
                  <a:lnTo>
                    <a:pt x="3585402" y="1557556"/>
                  </a:lnTo>
                  <a:lnTo>
                    <a:pt x="3586070" y="1557556"/>
                  </a:lnTo>
                  <a:lnTo>
                    <a:pt x="3586738" y="1557556"/>
                  </a:lnTo>
                  <a:lnTo>
                    <a:pt x="3587406" y="1521398"/>
                  </a:lnTo>
                  <a:lnTo>
                    <a:pt x="3588074" y="1501929"/>
                  </a:lnTo>
                  <a:lnTo>
                    <a:pt x="3588742" y="1501929"/>
                  </a:lnTo>
                  <a:lnTo>
                    <a:pt x="3589410" y="1468552"/>
                  </a:lnTo>
                  <a:lnTo>
                    <a:pt x="3590078" y="1446302"/>
                  </a:lnTo>
                  <a:lnTo>
                    <a:pt x="3590746" y="1446302"/>
                  </a:lnTo>
                  <a:lnTo>
                    <a:pt x="3591414" y="1432395"/>
                  </a:lnTo>
                  <a:lnTo>
                    <a:pt x="3592082" y="1385112"/>
                  </a:lnTo>
                  <a:lnTo>
                    <a:pt x="3592750" y="1371205"/>
                  </a:lnTo>
                  <a:lnTo>
                    <a:pt x="3593418" y="1335048"/>
                  </a:lnTo>
                  <a:lnTo>
                    <a:pt x="3594086" y="1335048"/>
                  </a:lnTo>
                  <a:lnTo>
                    <a:pt x="3594754" y="1301671"/>
                  </a:lnTo>
                  <a:lnTo>
                    <a:pt x="3595422" y="1268295"/>
                  </a:lnTo>
                  <a:lnTo>
                    <a:pt x="3596090" y="1195980"/>
                  </a:lnTo>
                  <a:lnTo>
                    <a:pt x="3596758" y="1154260"/>
                  </a:lnTo>
                  <a:lnTo>
                    <a:pt x="3597426" y="1162604"/>
                  </a:lnTo>
                  <a:lnTo>
                    <a:pt x="3598094" y="1112540"/>
                  </a:lnTo>
                  <a:lnTo>
                    <a:pt x="3598762" y="1112540"/>
                  </a:lnTo>
                  <a:lnTo>
                    <a:pt x="3599430" y="1056912"/>
                  </a:lnTo>
                  <a:lnTo>
                    <a:pt x="3600098" y="956784"/>
                  </a:lnTo>
                  <a:lnTo>
                    <a:pt x="3600766" y="878906"/>
                  </a:lnTo>
                  <a:lnTo>
                    <a:pt x="3601434" y="795466"/>
                  </a:lnTo>
                  <a:lnTo>
                    <a:pt x="3602102" y="778777"/>
                  </a:lnTo>
                  <a:lnTo>
                    <a:pt x="3602770" y="778777"/>
                  </a:lnTo>
                  <a:lnTo>
                    <a:pt x="3603439" y="778777"/>
                  </a:lnTo>
                  <a:lnTo>
                    <a:pt x="3604107" y="812154"/>
                  </a:lnTo>
                  <a:lnTo>
                    <a:pt x="3604775" y="834405"/>
                  </a:lnTo>
                  <a:lnTo>
                    <a:pt x="3605443" y="817716"/>
                  </a:lnTo>
                  <a:lnTo>
                    <a:pt x="3606111" y="809372"/>
                  </a:lnTo>
                  <a:lnTo>
                    <a:pt x="3606779" y="834405"/>
                  </a:lnTo>
                  <a:lnTo>
                    <a:pt x="3607447" y="826060"/>
                  </a:lnTo>
                  <a:lnTo>
                    <a:pt x="3608115" y="789903"/>
                  </a:lnTo>
                  <a:lnTo>
                    <a:pt x="3608783" y="887250"/>
                  </a:lnTo>
                  <a:lnTo>
                    <a:pt x="3609451" y="906720"/>
                  </a:lnTo>
                  <a:lnTo>
                    <a:pt x="3610119" y="945659"/>
                  </a:lnTo>
                  <a:lnTo>
                    <a:pt x="3610787" y="945659"/>
                  </a:lnTo>
                  <a:lnTo>
                    <a:pt x="3611455" y="976254"/>
                  </a:lnTo>
                  <a:lnTo>
                    <a:pt x="3612123" y="1009630"/>
                  </a:lnTo>
                  <a:lnTo>
                    <a:pt x="3612791" y="1048568"/>
                  </a:lnTo>
                  <a:lnTo>
                    <a:pt x="3613459" y="1076382"/>
                  </a:lnTo>
                  <a:lnTo>
                    <a:pt x="3614127" y="1006848"/>
                  </a:lnTo>
                  <a:lnTo>
                    <a:pt x="3614795" y="1056912"/>
                  </a:lnTo>
                  <a:lnTo>
                    <a:pt x="3615463" y="1056912"/>
                  </a:lnTo>
                  <a:lnTo>
                    <a:pt x="3616131" y="1093070"/>
                  </a:lnTo>
                  <a:lnTo>
                    <a:pt x="3616799" y="940096"/>
                  </a:lnTo>
                  <a:lnTo>
                    <a:pt x="3617467" y="895594"/>
                  </a:lnTo>
                  <a:lnTo>
                    <a:pt x="3618135" y="981816"/>
                  </a:lnTo>
                  <a:lnTo>
                    <a:pt x="3618803" y="967909"/>
                  </a:lnTo>
                  <a:lnTo>
                    <a:pt x="3619471" y="945659"/>
                  </a:lnTo>
                  <a:lnTo>
                    <a:pt x="3620139" y="945659"/>
                  </a:lnTo>
                  <a:lnTo>
                    <a:pt x="3620807" y="945659"/>
                  </a:lnTo>
                  <a:lnTo>
                    <a:pt x="3621475" y="945659"/>
                  </a:lnTo>
                  <a:lnTo>
                    <a:pt x="3622143" y="959565"/>
                  </a:lnTo>
                  <a:lnTo>
                    <a:pt x="3622811" y="1001286"/>
                  </a:lnTo>
                  <a:lnTo>
                    <a:pt x="3623479" y="1001286"/>
                  </a:lnTo>
                  <a:lnTo>
                    <a:pt x="3624147" y="1006848"/>
                  </a:lnTo>
                  <a:lnTo>
                    <a:pt x="3624815" y="1056912"/>
                  </a:lnTo>
                  <a:lnTo>
                    <a:pt x="3625483" y="1056912"/>
                  </a:lnTo>
                  <a:lnTo>
                    <a:pt x="3626151" y="1056912"/>
                  </a:lnTo>
                  <a:lnTo>
                    <a:pt x="3626819" y="1056912"/>
                  </a:lnTo>
                  <a:lnTo>
                    <a:pt x="3627487" y="1056912"/>
                  </a:lnTo>
                  <a:lnTo>
                    <a:pt x="3628156" y="1056912"/>
                  </a:lnTo>
                  <a:lnTo>
                    <a:pt x="3628824" y="1056912"/>
                  </a:lnTo>
                  <a:lnTo>
                    <a:pt x="3629492" y="1087507"/>
                  </a:lnTo>
                  <a:lnTo>
                    <a:pt x="3630160" y="1098633"/>
                  </a:lnTo>
                  <a:lnTo>
                    <a:pt x="3630828" y="1162604"/>
                  </a:lnTo>
                  <a:lnTo>
                    <a:pt x="3631496" y="1168166"/>
                  </a:lnTo>
                  <a:lnTo>
                    <a:pt x="3632164" y="1168166"/>
                  </a:lnTo>
                  <a:lnTo>
                    <a:pt x="3632832" y="1179292"/>
                  </a:lnTo>
                  <a:lnTo>
                    <a:pt x="3633500" y="1404581"/>
                  </a:lnTo>
                  <a:lnTo>
                    <a:pt x="3634168" y="1396237"/>
                  </a:lnTo>
                  <a:lnTo>
                    <a:pt x="3634836" y="1329485"/>
                  </a:lnTo>
                  <a:lnTo>
                    <a:pt x="3635504" y="1310015"/>
                  </a:lnTo>
                  <a:lnTo>
                    <a:pt x="3636172" y="1301671"/>
                  </a:lnTo>
                  <a:lnTo>
                    <a:pt x="3636840" y="1279421"/>
                  </a:lnTo>
                  <a:lnTo>
                    <a:pt x="3637508" y="1279421"/>
                  </a:lnTo>
                  <a:lnTo>
                    <a:pt x="3638176" y="1279421"/>
                  </a:lnTo>
                  <a:lnTo>
                    <a:pt x="3638844" y="1279421"/>
                  </a:lnTo>
                  <a:lnTo>
                    <a:pt x="3639512" y="1243263"/>
                  </a:lnTo>
                  <a:lnTo>
                    <a:pt x="3640180" y="1223794"/>
                  </a:lnTo>
                  <a:lnTo>
                    <a:pt x="3640848" y="1223794"/>
                  </a:lnTo>
                  <a:lnTo>
                    <a:pt x="3641516" y="1223794"/>
                  </a:lnTo>
                  <a:lnTo>
                    <a:pt x="3642184" y="1223794"/>
                  </a:lnTo>
                  <a:lnTo>
                    <a:pt x="3642852" y="1223794"/>
                  </a:lnTo>
                  <a:lnTo>
                    <a:pt x="3643520" y="1223794"/>
                  </a:lnTo>
                  <a:lnTo>
                    <a:pt x="3644188" y="1223794"/>
                  </a:lnTo>
                  <a:lnTo>
                    <a:pt x="3644856" y="1223794"/>
                  </a:lnTo>
                  <a:lnTo>
                    <a:pt x="3645524" y="1223794"/>
                  </a:lnTo>
                  <a:lnTo>
                    <a:pt x="3646192" y="1223794"/>
                  </a:lnTo>
                  <a:lnTo>
                    <a:pt x="3646860" y="1265514"/>
                  </a:lnTo>
                  <a:lnTo>
                    <a:pt x="3647528" y="1279421"/>
                  </a:lnTo>
                  <a:lnTo>
                    <a:pt x="3648196" y="1279421"/>
                  </a:lnTo>
                  <a:lnTo>
                    <a:pt x="3648864" y="1279421"/>
                  </a:lnTo>
                  <a:lnTo>
                    <a:pt x="3649532" y="1279421"/>
                  </a:lnTo>
                  <a:lnTo>
                    <a:pt x="3650200" y="1293327"/>
                  </a:lnTo>
                  <a:lnTo>
                    <a:pt x="3650868" y="1435176"/>
                  </a:lnTo>
                  <a:lnTo>
                    <a:pt x="3651536" y="1501929"/>
                  </a:lnTo>
                  <a:lnTo>
                    <a:pt x="3652205" y="1521398"/>
                  </a:lnTo>
                  <a:lnTo>
                    <a:pt x="3652873" y="1532523"/>
                  </a:lnTo>
                  <a:lnTo>
                    <a:pt x="3653541" y="1557556"/>
                  </a:lnTo>
                  <a:lnTo>
                    <a:pt x="3654209" y="1557556"/>
                  </a:lnTo>
                  <a:lnTo>
                    <a:pt x="3654877" y="1557556"/>
                  </a:lnTo>
                  <a:lnTo>
                    <a:pt x="3655545" y="1557556"/>
                  </a:lnTo>
                  <a:lnTo>
                    <a:pt x="3656213" y="1590932"/>
                  </a:lnTo>
                  <a:lnTo>
                    <a:pt x="3656881" y="1613183"/>
                  </a:lnTo>
                  <a:lnTo>
                    <a:pt x="3657549" y="1613183"/>
                  </a:lnTo>
                  <a:lnTo>
                    <a:pt x="3658217" y="1613183"/>
                  </a:lnTo>
                  <a:lnTo>
                    <a:pt x="3658885" y="1613183"/>
                  </a:lnTo>
                  <a:lnTo>
                    <a:pt x="3659553" y="1613183"/>
                  </a:lnTo>
                  <a:lnTo>
                    <a:pt x="3660221" y="1613183"/>
                  </a:lnTo>
                  <a:lnTo>
                    <a:pt x="3660889" y="1613183"/>
                  </a:lnTo>
                  <a:lnTo>
                    <a:pt x="3661557" y="1613183"/>
                  </a:lnTo>
                  <a:lnTo>
                    <a:pt x="3662225" y="1613183"/>
                  </a:lnTo>
                  <a:lnTo>
                    <a:pt x="3662893" y="1613183"/>
                  </a:lnTo>
                  <a:lnTo>
                    <a:pt x="3663561" y="1613183"/>
                  </a:lnTo>
                  <a:lnTo>
                    <a:pt x="3664229" y="1613183"/>
                  </a:lnTo>
                  <a:lnTo>
                    <a:pt x="3664897" y="1613183"/>
                  </a:lnTo>
                  <a:lnTo>
                    <a:pt x="3665565" y="1613183"/>
                  </a:lnTo>
                  <a:lnTo>
                    <a:pt x="3666233" y="1613183"/>
                  </a:lnTo>
                  <a:lnTo>
                    <a:pt x="3666901" y="1579806"/>
                  </a:lnTo>
                  <a:lnTo>
                    <a:pt x="3667569" y="1501929"/>
                  </a:lnTo>
                  <a:lnTo>
                    <a:pt x="3668237" y="1501929"/>
                  </a:lnTo>
                  <a:lnTo>
                    <a:pt x="3668905" y="1535305"/>
                  </a:lnTo>
                  <a:lnTo>
                    <a:pt x="3669573" y="1501929"/>
                  </a:lnTo>
                  <a:lnTo>
                    <a:pt x="3670241" y="1454646"/>
                  </a:lnTo>
                  <a:lnTo>
                    <a:pt x="3670909" y="1379549"/>
                  </a:lnTo>
                  <a:lnTo>
                    <a:pt x="3671577" y="1335048"/>
                  </a:lnTo>
                  <a:lnTo>
                    <a:pt x="3672245" y="1335048"/>
                  </a:lnTo>
                  <a:lnTo>
                    <a:pt x="3672913" y="1335048"/>
                  </a:lnTo>
                  <a:lnTo>
                    <a:pt x="3673581" y="1310015"/>
                  </a:lnTo>
                  <a:lnTo>
                    <a:pt x="3674249" y="1232138"/>
                  </a:lnTo>
                  <a:lnTo>
                    <a:pt x="3674917" y="1223794"/>
                  </a:lnTo>
                  <a:lnTo>
                    <a:pt x="3675585" y="1223794"/>
                  </a:lnTo>
                  <a:lnTo>
                    <a:pt x="3676253" y="1223794"/>
                  </a:lnTo>
                  <a:lnTo>
                    <a:pt x="3676922" y="1212668"/>
                  </a:lnTo>
                  <a:lnTo>
                    <a:pt x="3677590" y="1168166"/>
                  </a:lnTo>
                  <a:lnTo>
                    <a:pt x="3678258" y="1168166"/>
                  </a:lnTo>
                  <a:lnTo>
                    <a:pt x="3678926" y="1159822"/>
                  </a:lnTo>
                  <a:lnTo>
                    <a:pt x="3679594" y="1112540"/>
                  </a:lnTo>
                  <a:lnTo>
                    <a:pt x="3680262" y="1106977"/>
                  </a:lnTo>
                  <a:lnTo>
                    <a:pt x="3680930" y="1006848"/>
                  </a:lnTo>
                  <a:lnTo>
                    <a:pt x="3681598" y="1001286"/>
                  </a:lnTo>
                  <a:lnTo>
                    <a:pt x="3682266" y="1001286"/>
                  </a:lnTo>
                  <a:lnTo>
                    <a:pt x="3682934" y="1001286"/>
                  </a:lnTo>
                  <a:lnTo>
                    <a:pt x="3683602" y="1031880"/>
                  </a:lnTo>
                  <a:lnTo>
                    <a:pt x="3684270" y="1090289"/>
                  </a:lnTo>
                  <a:lnTo>
                    <a:pt x="3684938" y="1026318"/>
                  </a:lnTo>
                  <a:lnTo>
                    <a:pt x="3685606" y="890032"/>
                  </a:lnTo>
                  <a:lnTo>
                    <a:pt x="3686274" y="853874"/>
                  </a:lnTo>
                  <a:lnTo>
                    <a:pt x="3686942" y="878906"/>
                  </a:lnTo>
                  <a:lnTo>
                    <a:pt x="3687610" y="940096"/>
                  </a:lnTo>
                  <a:lnTo>
                    <a:pt x="3688278" y="945659"/>
                  </a:lnTo>
                  <a:lnTo>
                    <a:pt x="3688946" y="926189"/>
                  </a:lnTo>
                  <a:lnTo>
                    <a:pt x="3689614" y="878906"/>
                  </a:lnTo>
                  <a:lnTo>
                    <a:pt x="3690282" y="856655"/>
                  </a:lnTo>
                  <a:lnTo>
                    <a:pt x="3690950" y="934533"/>
                  </a:lnTo>
                  <a:lnTo>
                    <a:pt x="3691618" y="934533"/>
                  </a:lnTo>
                  <a:lnTo>
                    <a:pt x="3692286" y="828842"/>
                  </a:lnTo>
                  <a:lnTo>
                    <a:pt x="3692954" y="750964"/>
                  </a:lnTo>
                  <a:lnTo>
                    <a:pt x="3693622" y="731494"/>
                  </a:lnTo>
                  <a:lnTo>
                    <a:pt x="3694290" y="728713"/>
                  </a:lnTo>
                  <a:lnTo>
                    <a:pt x="3694958" y="667523"/>
                  </a:lnTo>
                  <a:lnTo>
                    <a:pt x="3695626" y="673086"/>
                  </a:lnTo>
                  <a:lnTo>
                    <a:pt x="3696294" y="723150"/>
                  </a:lnTo>
                  <a:lnTo>
                    <a:pt x="3696962" y="725932"/>
                  </a:lnTo>
                  <a:lnTo>
                    <a:pt x="3697630" y="826061"/>
                  </a:lnTo>
                  <a:lnTo>
                    <a:pt x="3698298" y="834405"/>
                  </a:lnTo>
                  <a:lnTo>
                    <a:pt x="3698966" y="834405"/>
                  </a:lnTo>
                  <a:lnTo>
                    <a:pt x="3699634" y="834405"/>
                  </a:lnTo>
                  <a:lnTo>
                    <a:pt x="3700302" y="834405"/>
                  </a:lnTo>
                  <a:lnTo>
                    <a:pt x="3700970" y="826061"/>
                  </a:lnTo>
                  <a:lnTo>
                    <a:pt x="3701639" y="862218"/>
                  </a:lnTo>
                  <a:lnTo>
                    <a:pt x="3702307" y="992941"/>
                  </a:lnTo>
                  <a:lnTo>
                    <a:pt x="3702975" y="1087507"/>
                  </a:lnTo>
                  <a:lnTo>
                    <a:pt x="3703643" y="1112540"/>
                  </a:lnTo>
                  <a:lnTo>
                    <a:pt x="3704311" y="1087507"/>
                  </a:lnTo>
                  <a:lnTo>
                    <a:pt x="3704979" y="1084726"/>
                  </a:lnTo>
                  <a:lnTo>
                    <a:pt x="3705647" y="1017974"/>
                  </a:lnTo>
                  <a:lnTo>
                    <a:pt x="3706315" y="1065256"/>
                  </a:lnTo>
                  <a:lnTo>
                    <a:pt x="3706983" y="1112540"/>
                  </a:lnTo>
                  <a:lnTo>
                    <a:pt x="3707651" y="1109758"/>
                  </a:lnTo>
                  <a:lnTo>
                    <a:pt x="3708319" y="1015192"/>
                  </a:lnTo>
                  <a:lnTo>
                    <a:pt x="3708987" y="1017974"/>
                  </a:lnTo>
                  <a:lnTo>
                    <a:pt x="3709655" y="934533"/>
                  </a:lnTo>
                  <a:lnTo>
                    <a:pt x="3710323" y="945659"/>
                  </a:lnTo>
                  <a:lnTo>
                    <a:pt x="3710991" y="990160"/>
                  </a:lnTo>
                  <a:lnTo>
                    <a:pt x="3711659" y="1026318"/>
                  </a:lnTo>
                  <a:lnTo>
                    <a:pt x="3712327" y="912282"/>
                  </a:lnTo>
                  <a:lnTo>
                    <a:pt x="3712995" y="890032"/>
                  </a:lnTo>
                  <a:lnTo>
                    <a:pt x="3713663" y="873344"/>
                  </a:lnTo>
                  <a:lnTo>
                    <a:pt x="3714331" y="801028"/>
                  </a:lnTo>
                  <a:lnTo>
                    <a:pt x="3714999" y="778777"/>
                  </a:lnTo>
                  <a:lnTo>
                    <a:pt x="3715667" y="778777"/>
                  </a:lnTo>
                  <a:lnTo>
                    <a:pt x="3716335" y="700900"/>
                  </a:lnTo>
                  <a:lnTo>
                    <a:pt x="3717003" y="667523"/>
                  </a:lnTo>
                  <a:lnTo>
                    <a:pt x="3717671" y="689774"/>
                  </a:lnTo>
                  <a:lnTo>
                    <a:pt x="3718339" y="723150"/>
                  </a:lnTo>
                  <a:lnTo>
                    <a:pt x="3719007" y="723150"/>
                  </a:lnTo>
                  <a:lnTo>
                    <a:pt x="3719675" y="723150"/>
                  </a:lnTo>
                  <a:lnTo>
                    <a:pt x="3720343" y="723150"/>
                  </a:lnTo>
                  <a:lnTo>
                    <a:pt x="3721011" y="753745"/>
                  </a:lnTo>
                  <a:lnTo>
                    <a:pt x="3721679" y="801028"/>
                  </a:lnTo>
                  <a:lnTo>
                    <a:pt x="3722347" y="890032"/>
                  </a:lnTo>
                  <a:lnTo>
                    <a:pt x="3723015" y="890032"/>
                  </a:lnTo>
                  <a:lnTo>
                    <a:pt x="3723683" y="890032"/>
                  </a:lnTo>
                  <a:lnTo>
                    <a:pt x="3724351" y="890032"/>
                  </a:lnTo>
                  <a:lnTo>
                    <a:pt x="3725019" y="990160"/>
                  </a:lnTo>
                  <a:lnTo>
                    <a:pt x="3725687" y="1090289"/>
                  </a:lnTo>
                  <a:lnTo>
                    <a:pt x="3726356" y="1240482"/>
                  </a:lnTo>
                  <a:lnTo>
                    <a:pt x="3727024" y="1223794"/>
                  </a:lnTo>
                  <a:lnTo>
                    <a:pt x="3727692" y="1223794"/>
                  </a:lnTo>
                  <a:lnTo>
                    <a:pt x="3728360" y="1212668"/>
                  </a:lnTo>
                  <a:lnTo>
                    <a:pt x="3729028" y="1307234"/>
                  </a:lnTo>
                  <a:lnTo>
                    <a:pt x="3729696" y="1335048"/>
                  </a:lnTo>
                  <a:lnTo>
                    <a:pt x="3730364" y="1348954"/>
                  </a:lnTo>
                  <a:lnTo>
                    <a:pt x="3731032" y="1421269"/>
                  </a:lnTo>
                  <a:lnTo>
                    <a:pt x="3731700" y="1446302"/>
                  </a:lnTo>
                  <a:lnTo>
                    <a:pt x="3732368" y="1404581"/>
                  </a:lnTo>
                  <a:lnTo>
                    <a:pt x="3733036" y="1462990"/>
                  </a:lnTo>
                  <a:lnTo>
                    <a:pt x="3733704" y="1501929"/>
                  </a:lnTo>
                  <a:lnTo>
                    <a:pt x="3734372" y="1501929"/>
                  </a:lnTo>
                  <a:lnTo>
                    <a:pt x="3735040" y="1501929"/>
                  </a:lnTo>
                  <a:lnTo>
                    <a:pt x="3735708" y="1501929"/>
                  </a:lnTo>
                  <a:lnTo>
                    <a:pt x="3736376" y="1501929"/>
                  </a:lnTo>
                  <a:lnTo>
                    <a:pt x="3737044" y="1501929"/>
                  </a:lnTo>
                  <a:lnTo>
                    <a:pt x="3737712" y="1440739"/>
                  </a:lnTo>
                  <a:lnTo>
                    <a:pt x="3738380" y="1390675"/>
                  </a:lnTo>
                  <a:lnTo>
                    <a:pt x="3739048" y="1390675"/>
                  </a:lnTo>
                  <a:lnTo>
                    <a:pt x="3739716" y="1360080"/>
                  </a:lnTo>
                  <a:lnTo>
                    <a:pt x="3740384" y="1296109"/>
                  </a:lnTo>
                  <a:lnTo>
                    <a:pt x="3741052" y="1234919"/>
                  </a:lnTo>
                  <a:lnTo>
                    <a:pt x="3741720" y="1223794"/>
                  </a:lnTo>
                  <a:lnTo>
                    <a:pt x="3742388" y="1223794"/>
                  </a:lnTo>
                  <a:lnTo>
                    <a:pt x="3743056" y="1234919"/>
                  </a:lnTo>
                  <a:lnTo>
                    <a:pt x="3743724" y="1279421"/>
                  </a:lnTo>
                  <a:lnTo>
                    <a:pt x="3744392" y="1279421"/>
                  </a:lnTo>
                  <a:lnTo>
                    <a:pt x="3745060" y="1315578"/>
                  </a:lnTo>
                  <a:lnTo>
                    <a:pt x="3745728" y="1335048"/>
                  </a:lnTo>
                  <a:lnTo>
                    <a:pt x="3746396" y="1335048"/>
                  </a:lnTo>
                  <a:lnTo>
                    <a:pt x="3747064" y="1335048"/>
                  </a:lnTo>
                  <a:lnTo>
                    <a:pt x="3747732" y="1335048"/>
                  </a:lnTo>
                  <a:lnTo>
                    <a:pt x="3748400" y="1335048"/>
                  </a:lnTo>
                  <a:lnTo>
                    <a:pt x="3749068" y="1373986"/>
                  </a:lnTo>
                  <a:lnTo>
                    <a:pt x="3749736" y="1390675"/>
                  </a:lnTo>
                  <a:lnTo>
                    <a:pt x="3750405" y="1390675"/>
                  </a:lnTo>
                  <a:lnTo>
                    <a:pt x="3751073" y="1390675"/>
                  </a:lnTo>
                  <a:lnTo>
                    <a:pt x="3751741" y="1390675"/>
                  </a:lnTo>
                  <a:lnTo>
                    <a:pt x="3752409" y="1376768"/>
                  </a:lnTo>
                  <a:lnTo>
                    <a:pt x="3753077" y="1335048"/>
                  </a:lnTo>
                  <a:lnTo>
                    <a:pt x="3753745" y="1335048"/>
                  </a:lnTo>
                  <a:lnTo>
                    <a:pt x="3754413" y="1390675"/>
                  </a:lnTo>
                  <a:lnTo>
                    <a:pt x="3755081" y="1446302"/>
                  </a:lnTo>
                  <a:lnTo>
                    <a:pt x="3755749" y="1446302"/>
                  </a:lnTo>
                  <a:lnTo>
                    <a:pt x="3756417" y="1437957"/>
                  </a:lnTo>
                  <a:lnTo>
                    <a:pt x="3757085" y="1482459"/>
                  </a:lnTo>
                  <a:lnTo>
                    <a:pt x="3757753" y="1543649"/>
                  </a:lnTo>
                  <a:lnTo>
                    <a:pt x="3758421" y="1557556"/>
                  </a:lnTo>
                  <a:lnTo>
                    <a:pt x="3759089" y="1557556"/>
                  </a:lnTo>
                  <a:lnTo>
                    <a:pt x="3759757" y="1557556"/>
                  </a:lnTo>
                  <a:lnTo>
                    <a:pt x="3760425" y="1557556"/>
                  </a:lnTo>
                  <a:lnTo>
                    <a:pt x="3761093" y="1557556"/>
                  </a:lnTo>
                  <a:lnTo>
                    <a:pt x="3761761" y="1557556"/>
                  </a:lnTo>
                  <a:lnTo>
                    <a:pt x="3762429" y="1557556"/>
                  </a:lnTo>
                  <a:lnTo>
                    <a:pt x="3763097" y="1557556"/>
                  </a:lnTo>
                  <a:lnTo>
                    <a:pt x="3763765" y="1526961"/>
                  </a:lnTo>
                  <a:lnTo>
                    <a:pt x="3764433" y="1501929"/>
                  </a:lnTo>
                  <a:lnTo>
                    <a:pt x="3765101" y="1501929"/>
                  </a:lnTo>
                  <a:lnTo>
                    <a:pt x="3765769" y="1501929"/>
                  </a:lnTo>
                  <a:lnTo>
                    <a:pt x="3766437" y="1488022"/>
                  </a:lnTo>
                  <a:lnTo>
                    <a:pt x="3767105" y="1446302"/>
                  </a:lnTo>
                  <a:lnTo>
                    <a:pt x="3767773" y="1446302"/>
                  </a:lnTo>
                  <a:lnTo>
                    <a:pt x="3768441" y="1446302"/>
                  </a:lnTo>
                  <a:lnTo>
                    <a:pt x="3769109" y="1457427"/>
                  </a:lnTo>
                  <a:lnTo>
                    <a:pt x="3769777" y="1501929"/>
                  </a:lnTo>
                  <a:lnTo>
                    <a:pt x="3770445" y="1501929"/>
                  </a:lnTo>
                  <a:lnTo>
                    <a:pt x="3771113" y="1501929"/>
                  </a:lnTo>
                  <a:lnTo>
                    <a:pt x="3771781" y="1501929"/>
                  </a:lnTo>
                  <a:lnTo>
                    <a:pt x="3772449" y="1460208"/>
                  </a:lnTo>
                  <a:lnTo>
                    <a:pt x="3773117" y="1479678"/>
                  </a:lnTo>
                  <a:lnTo>
                    <a:pt x="3773785" y="1501929"/>
                  </a:lnTo>
                  <a:lnTo>
                    <a:pt x="3774453" y="1482459"/>
                  </a:lnTo>
                  <a:lnTo>
                    <a:pt x="3775122" y="1446302"/>
                  </a:lnTo>
                  <a:lnTo>
                    <a:pt x="3775790" y="1446302"/>
                  </a:lnTo>
                  <a:lnTo>
                    <a:pt x="3776458" y="1446302"/>
                  </a:lnTo>
                  <a:lnTo>
                    <a:pt x="3777126" y="1446302"/>
                  </a:lnTo>
                  <a:lnTo>
                    <a:pt x="3777794" y="1446302"/>
                  </a:lnTo>
                  <a:lnTo>
                    <a:pt x="3778462" y="1446302"/>
                  </a:lnTo>
                  <a:lnTo>
                    <a:pt x="3779130" y="1446302"/>
                  </a:lnTo>
                  <a:lnTo>
                    <a:pt x="3779798" y="1446302"/>
                  </a:lnTo>
                  <a:lnTo>
                    <a:pt x="3780466" y="1474115"/>
                  </a:lnTo>
                  <a:lnTo>
                    <a:pt x="3781134" y="1501929"/>
                  </a:lnTo>
                  <a:lnTo>
                    <a:pt x="3781802" y="1501929"/>
                  </a:lnTo>
                  <a:lnTo>
                    <a:pt x="3782470" y="1499147"/>
                  </a:lnTo>
                  <a:lnTo>
                    <a:pt x="3783138" y="1432395"/>
                  </a:lnTo>
                  <a:lnTo>
                    <a:pt x="3783806" y="1446302"/>
                  </a:lnTo>
                  <a:lnTo>
                    <a:pt x="3784474" y="1446302"/>
                  </a:lnTo>
                  <a:lnTo>
                    <a:pt x="3785142" y="1446302"/>
                  </a:lnTo>
                  <a:lnTo>
                    <a:pt x="3785810" y="1426832"/>
                  </a:lnTo>
                  <a:lnTo>
                    <a:pt x="3786478" y="1390675"/>
                  </a:lnTo>
                  <a:lnTo>
                    <a:pt x="3787146" y="1335048"/>
                  </a:lnTo>
                  <a:lnTo>
                    <a:pt x="3787814" y="1335048"/>
                  </a:lnTo>
                  <a:lnTo>
                    <a:pt x="3788482" y="1312797"/>
                  </a:lnTo>
                  <a:lnTo>
                    <a:pt x="3789150" y="1318360"/>
                  </a:lnTo>
                  <a:lnTo>
                    <a:pt x="3789818" y="1276639"/>
                  </a:lnTo>
                  <a:lnTo>
                    <a:pt x="3790486" y="1223794"/>
                  </a:lnTo>
                  <a:lnTo>
                    <a:pt x="3791154" y="1237700"/>
                  </a:lnTo>
                  <a:lnTo>
                    <a:pt x="3791822" y="1223794"/>
                  </a:lnTo>
                  <a:lnTo>
                    <a:pt x="3792490" y="1223794"/>
                  </a:lnTo>
                  <a:lnTo>
                    <a:pt x="3793158" y="1223794"/>
                  </a:lnTo>
                  <a:lnTo>
                    <a:pt x="3793826" y="1223794"/>
                  </a:lnTo>
                  <a:lnTo>
                    <a:pt x="3794494" y="1223794"/>
                  </a:lnTo>
                  <a:lnTo>
                    <a:pt x="3795162" y="1223794"/>
                  </a:lnTo>
                  <a:lnTo>
                    <a:pt x="3795830" y="1179292"/>
                  </a:lnTo>
                  <a:lnTo>
                    <a:pt x="3796498" y="1168166"/>
                  </a:lnTo>
                  <a:lnTo>
                    <a:pt x="3797166" y="1168166"/>
                  </a:lnTo>
                  <a:lnTo>
                    <a:pt x="3797834" y="1168166"/>
                  </a:lnTo>
                  <a:lnTo>
                    <a:pt x="3798502" y="1168166"/>
                  </a:lnTo>
                  <a:lnTo>
                    <a:pt x="3799170" y="1168166"/>
                  </a:lnTo>
                  <a:lnTo>
                    <a:pt x="3799839" y="1246044"/>
                  </a:lnTo>
                  <a:lnTo>
                    <a:pt x="3800507" y="1279421"/>
                  </a:lnTo>
                  <a:lnTo>
                    <a:pt x="3801175" y="1279421"/>
                  </a:lnTo>
                  <a:lnTo>
                    <a:pt x="3801843" y="1279421"/>
                  </a:lnTo>
                  <a:lnTo>
                    <a:pt x="3802511" y="1296109"/>
                  </a:lnTo>
                  <a:lnTo>
                    <a:pt x="3803179" y="1335048"/>
                  </a:lnTo>
                  <a:lnTo>
                    <a:pt x="3803847" y="1387893"/>
                  </a:lnTo>
                  <a:lnTo>
                    <a:pt x="3804515" y="1390675"/>
                  </a:lnTo>
                  <a:lnTo>
                    <a:pt x="3805183" y="1410144"/>
                  </a:lnTo>
                  <a:lnTo>
                    <a:pt x="3805851" y="1446302"/>
                  </a:lnTo>
                  <a:lnTo>
                    <a:pt x="3806519" y="1493585"/>
                  </a:lnTo>
                  <a:lnTo>
                    <a:pt x="3807187" y="1501929"/>
                  </a:lnTo>
                  <a:lnTo>
                    <a:pt x="3807855" y="1501929"/>
                  </a:lnTo>
                  <a:lnTo>
                    <a:pt x="3808523" y="1557556"/>
                  </a:lnTo>
                  <a:lnTo>
                    <a:pt x="3809191" y="1557556"/>
                  </a:lnTo>
                  <a:lnTo>
                    <a:pt x="3809859" y="1557556"/>
                  </a:lnTo>
                  <a:lnTo>
                    <a:pt x="3810527" y="1557556"/>
                  </a:lnTo>
                  <a:lnTo>
                    <a:pt x="3811195" y="1557556"/>
                  </a:lnTo>
                  <a:lnTo>
                    <a:pt x="3811863" y="1557556"/>
                  </a:lnTo>
                  <a:lnTo>
                    <a:pt x="3812531" y="1599276"/>
                  </a:lnTo>
                  <a:lnTo>
                    <a:pt x="3813199" y="1613183"/>
                  </a:lnTo>
                  <a:lnTo>
                    <a:pt x="3813867" y="1613183"/>
                  </a:lnTo>
                  <a:lnTo>
                    <a:pt x="3814535" y="1613183"/>
                  </a:lnTo>
                  <a:lnTo>
                    <a:pt x="3815203" y="1613183"/>
                  </a:lnTo>
                  <a:lnTo>
                    <a:pt x="3815871" y="1613183"/>
                  </a:lnTo>
                  <a:lnTo>
                    <a:pt x="3816539" y="1613183"/>
                  </a:lnTo>
                  <a:lnTo>
                    <a:pt x="3817207" y="1613183"/>
                  </a:lnTo>
                  <a:lnTo>
                    <a:pt x="3817875" y="1613183"/>
                  </a:lnTo>
                  <a:lnTo>
                    <a:pt x="3818543" y="1602057"/>
                  </a:lnTo>
                  <a:lnTo>
                    <a:pt x="3819211" y="1557556"/>
                  </a:lnTo>
                  <a:lnTo>
                    <a:pt x="3819879" y="1557556"/>
                  </a:lnTo>
                  <a:lnTo>
                    <a:pt x="3820547" y="1557556"/>
                  </a:lnTo>
                  <a:lnTo>
                    <a:pt x="3821215" y="1540867"/>
                  </a:lnTo>
                  <a:lnTo>
                    <a:pt x="3821883" y="1501929"/>
                  </a:lnTo>
                  <a:lnTo>
                    <a:pt x="3822551" y="1468552"/>
                  </a:lnTo>
                  <a:lnTo>
                    <a:pt x="3823219" y="1449083"/>
                  </a:lnTo>
                  <a:lnTo>
                    <a:pt x="3823887" y="1499147"/>
                  </a:lnTo>
                  <a:lnTo>
                    <a:pt x="3824556" y="1446302"/>
                  </a:lnTo>
                  <a:lnTo>
                    <a:pt x="3825224" y="1418488"/>
                  </a:lnTo>
                  <a:lnTo>
                    <a:pt x="3825892" y="1390675"/>
                  </a:lnTo>
                  <a:lnTo>
                    <a:pt x="3826560" y="1390675"/>
                  </a:lnTo>
                  <a:lnTo>
                    <a:pt x="3827228" y="1390675"/>
                  </a:lnTo>
                  <a:lnTo>
                    <a:pt x="3827896" y="1362861"/>
                  </a:lnTo>
                  <a:lnTo>
                    <a:pt x="3828564" y="1335048"/>
                  </a:lnTo>
                  <a:lnTo>
                    <a:pt x="3829232" y="1335048"/>
                  </a:lnTo>
                  <a:lnTo>
                    <a:pt x="3829900" y="1290546"/>
                  </a:lnTo>
                  <a:lnTo>
                    <a:pt x="3830568" y="1279421"/>
                  </a:lnTo>
                  <a:lnTo>
                    <a:pt x="3831236" y="1279421"/>
                  </a:lnTo>
                  <a:lnTo>
                    <a:pt x="3831904" y="1259951"/>
                  </a:lnTo>
                  <a:lnTo>
                    <a:pt x="3832572" y="1223794"/>
                  </a:lnTo>
                  <a:lnTo>
                    <a:pt x="3833240" y="1223794"/>
                  </a:lnTo>
                  <a:lnTo>
                    <a:pt x="3833908" y="1223794"/>
                  </a:lnTo>
                  <a:lnTo>
                    <a:pt x="3834576" y="1223794"/>
                  </a:lnTo>
                  <a:lnTo>
                    <a:pt x="3835244" y="1232138"/>
                  </a:lnTo>
                  <a:lnTo>
                    <a:pt x="3835912" y="1279421"/>
                  </a:lnTo>
                  <a:lnTo>
                    <a:pt x="3836580" y="1279421"/>
                  </a:lnTo>
                  <a:lnTo>
                    <a:pt x="3837248" y="1279421"/>
                  </a:lnTo>
                  <a:lnTo>
                    <a:pt x="3837916" y="1293327"/>
                  </a:lnTo>
                  <a:lnTo>
                    <a:pt x="3838584" y="1335048"/>
                  </a:lnTo>
                  <a:lnTo>
                    <a:pt x="3839252" y="1365642"/>
                  </a:lnTo>
                  <a:lnTo>
                    <a:pt x="3839920" y="1390675"/>
                  </a:lnTo>
                  <a:lnTo>
                    <a:pt x="3840588" y="1390675"/>
                  </a:lnTo>
                  <a:lnTo>
                    <a:pt x="3841256" y="1446302"/>
                  </a:lnTo>
                  <a:lnTo>
                    <a:pt x="3841924" y="1471334"/>
                  </a:lnTo>
                  <a:lnTo>
                    <a:pt x="3842592" y="1501929"/>
                  </a:lnTo>
                  <a:lnTo>
                    <a:pt x="3843260" y="1501929"/>
                  </a:lnTo>
                  <a:lnTo>
                    <a:pt x="3843928" y="1501929"/>
                  </a:lnTo>
                  <a:lnTo>
                    <a:pt x="3844596" y="1526961"/>
                  </a:lnTo>
                  <a:lnTo>
                    <a:pt x="3845264" y="1557556"/>
                  </a:lnTo>
                  <a:lnTo>
                    <a:pt x="3845932" y="1557556"/>
                  </a:lnTo>
                  <a:lnTo>
                    <a:pt x="3846600" y="1599276"/>
                  </a:lnTo>
                  <a:lnTo>
                    <a:pt x="3847268" y="1613183"/>
                  </a:lnTo>
                  <a:lnTo>
                    <a:pt x="3847936" y="1579806"/>
                  </a:lnTo>
                  <a:lnTo>
                    <a:pt x="3848605" y="1574244"/>
                  </a:lnTo>
                  <a:lnTo>
                    <a:pt x="3849273" y="1565900"/>
                  </a:lnTo>
                  <a:lnTo>
                    <a:pt x="3849941" y="1557556"/>
                  </a:lnTo>
                  <a:lnTo>
                    <a:pt x="3850609" y="1557556"/>
                  </a:lnTo>
                  <a:lnTo>
                    <a:pt x="3851277" y="1557556"/>
                  </a:lnTo>
                  <a:lnTo>
                    <a:pt x="3851945" y="1501929"/>
                  </a:lnTo>
                  <a:lnTo>
                    <a:pt x="3852613" y="1501929"/>
                  </a:lnTo>
                  <a:lnTo>
                    <a:pt x="3853281" y="1449083"/>
                  </a:lnTo>
                  <a:lnTo>
                    <a:pt x="3853949" y="1446302"/>
                  </a:lnTo>
                  <a:lnTo>
                    <a:pt x="3854617" y="1432395"/>
                  </a:lnTo>
                  <a:lnTo>
                    <a:pt x="3855285" y="1390675"/>
                  </a:lnTo>
                  <a:lnTo>
                    <a:pt x="3855953" y="1385112"/>
                  </a:lnTo>
                  <a:lnTo>
                    <a:pt x="3856621" y="1335048"/>
                  </a:lnTo>
                  <a:lnTo>
                    <a:pt x="3857289" y="1335048"/>
                  </a:lnTo>
                  <a:lnTo>
                    <a:pt x="3857957" y="1307234"/>
                  </a:lnTo>
                  <a:lnTo>
                    <a:pt x="3858625" y="1254388"/>
                  </a:lnTo>
                  <a:lnTo>
                    <a:pt x="3859293" y="1182073"/>
                  </a:lnTo>
                  <a:lnTo>
                    <a:pt x="3859961" y="1168166"/>
                  </a:lnTo>
                  <a:lnTo>
                    <a:pt x="3860629" y="1129228"/>
                  </a:lnTo>
                  <a:lnTo>
                    <a:pt x="3861297" y="1112540"/>
                  </a:lnTo>
                  <a:lnTo>
                    <a:pt x="3861965" y="1062475"/>
                  </a:lnTo>
                  <a:lnTo>
                    <a:pt x="3862633" y="1048568"/>
                  </a:lnTo>
                  <a:lnTo>
                    <a:pt x="3863301" y="965128"/>
                  </a:lnTo>
                  <a:lnTo>
                    <a:pt x="3863969" y="890032"/>
                  </a:lnTo>
                  <a:lnTo>
                    <a:pt x="3864637" y="920626"/>
                  </a:lnTo>
                  <a:lnTo>
                    <a:pt x="3865305" y="945659"/>
                  </a:lnTo>
                  <a:lnTo>
                    <a:pt x="3865973" y="990160"/>
                  </a:lnTo>
                  <a:lnTo>
                    <a:pt x="3866641" y="984598"/>
                  </a:lnTo>
                  <a:lnTo>
                    <a:pt x="3867309" y="945659"/>
                  </a:lnTo>
                  <a:lnTo>
                    <a:pt x="3867977" y="945659"/>
                  </a:lnTo>
                  <a:lnTo>
                    <a:pt x="3868645" y="998504"/>
                  </a:lnTo>
                  <a:lnTo>
                    <a:pt x="3869313" y="1001286"/>
                  </a:lnTo>
                  <a:lnTo>
                    <a:pt x="3869981" y="1043006"/>
                  </a:lnTo>
                  <a:lnTo>
                    <a:pt x="3870649" y="992942"/>
                  </a:lnTo>
                  <a:lnTo>
                    <a:pt x="3871317" y="956784"/>
                  </a:lnTo>
                  <a:lnTo>
                    <a:pt x="3871985" y="1001286"/>
                  </a:lnTo>
                  <a:lnTo>
                    <a:pt x="3872653" y="1004067"/>
                  </a:lnTo>
                  <a:lnTo>
                    <a:pt x="3873322" y="1056912"/>
                  </a:lnTo>
                  <a:lnTo>
                    <a:pt x="3873990" y="1056912"/>
                  </a:lnTo>
                  <a:lnTo>
                    <a:pt x="3874658" y="1081945"/>
                  </a:lnTo>
                  <a:lnTo>
                    <a:pt x="3875326" y="1134790"/>
                  </a:lnTo>
                  <a:lnTo>
                    <a:pt x="3875994" y="1207105"/>
                  </a:lnTo>
                  <a:lnTo>
                    <a:pt x="3876662" y="1173729"/>
                  </a:lnTo>
                  <a:lnTo>
                    <a:pt x="3877330" y="1195980"/>
                  </a:lnTo>
                  <a:lnTo>
                    <a:pt x="3877998" y="1168166"/>
                  </a:lnTo>
                  <a:lnTo>
                    <a:pt x="3878666" y="1215449"/>
                  </a:lnTo>
                  <a:lnTo>
                    <a:pt x="3879334" y="1229356"/>
                  </a:lnTo>
                  <a:lnTo>
                    <a:pt x="3880002" y="1257170"/>
                  </a:lnTo>
                  <a:lnTo>
                    <a:pt x="3880670" y="1335048"/>
                  </a:lnTo>
                  <a:lnTo>
                    <a:pt x="3881338" y="1335048"/>
                  </a:lnTo>
                  <a:lnTo>
                    <a:pt x="3882006" y="1335048"/>
                  </a:lnTo>
                  <a:lnTo>
                    <a:pt x="3882674" y="1335048"/>
                  </a:lnTo>
                  <a:lnTo>
                    <a:pt x="3883342" y="1348954"/>
                  </a:lnTo>
                  <a:lnTo>
                    <a:pt x="3884010" y="1390675"/>
                  </a:lnTo>
                  <a:lnTo>
                    <a:pt x="3884678" y="1379549"/>
                  </a:lnTo>
                  <a:lnTo>
                    <a:pt x="3885346" y="1304453"/>
                  </a:lnTo>
                  <a:lnTo>
                    <a:pt x="3886014" y="1248826"/>
                  </a:lnTo>
                  <a:lnTo>
                    <a:pt x="3886682" y="1229356"/>
                  </a:lnTo>
                  <a:lnTo>
                    <a:pt x="3887350" y="1284983"/>
                  </a:lnTo>
                  <a:lnTo>
                    <a:pt x="3888018" y="1335048"/>
                  </a:lnTo>
                  <a:lnTo>
                    <a:pt x="3888686" y="1298890"/>
                  </a:lnTo>
                  <a:lnTo>
                    <a:pt x="3889354" y="1251607"/>
                  </a:lnTo>
                  <a:lnTo>
                    <a:pt x="3890022" y="1223794"/>
                  </a:lnTo>
                  <a:lnTo>
                    <a:pt x="3890690" y="1223794"/>
                  </a:lnTo>
                  <a:lnTo>
                    <a:pt x="3891358" y="1162604"/>
                  </a:lnTo>
                  <a:lnTo>
                    <a:pt x="3892026" y="1104195"/>
                  </a:lnTo>
                  <a:lnTo>
                    <a:pt x="3892694" y="1056912"/>
                  </a:lnTo>
                  <a:lnTo>
                    <a:pt x="3893362" y="1095851"/>
                  </a:lnTo>
                  <a:lnTo>
                    <a:pt x="3894030" y="1062475"/>
                  </a:lnTo>
                  <a:lnTo>
                    <a:pt x="3894698" y="1112540"/>
                  </a:lnTo>
                  <a:lnTo>
                    <a:pt x="3895366" y="1101414"/>
                  </a:lnTo>
                  <a:lnTo>
                    <a:pt x="3896034" y="1017974"/>
                  </a:lnTo>
                  <a:lnTo>
                    <a:pt x="3896702" y="1051350"/>
                  </a:lnTo>
                  <a:lnTo>
                    <a:pt x="3897370" y="1056912"/>
                  </a:lnTo>
                  <a:lnTo>
                    <a:pt x="3898039" y="1056912"/>
                  </a:lnTo>
                  <a:lnTo>
                    <a:pt x="3898707" y="1056912"/>
                  </a:lnTo>
                  <a:lnTo>
                    <a:pt x="3899375" y="1056912"/>
                  </a:lnTo>
                  <a:lnTo>
                    <a:pt x="3900043" y="1056912"/>
                  </a:lnTo>
                  <a:lnTo>
                    <a:pt x="3900711" y="1056912"/>
                  </a:lnTo>
                  <a:lnTo>
                    <a:pt x="3901379" y="1065256"/>
                  </a:lnTo>
                  <a:lnTo>
                    <a:pt x="3902047" y="1140353"/>
                  </a:lnTo>
                  <a:lnTo>
                    <a:pt x="3902715" y="1195980"/>
                  </a:lnTo>
                  <a:lnTo>
                    <a:pt x="3903383" y="1223794"/>
                  </a:lnTo>
                  <a:lnTo>
                    <a:pt x="3904051" y="1223794"/>
                  </a:lnTo>
                  <a:lnTo>
                    <a:pt x="3904719" y="1223794"/>
                  </a:lnTo>
                  <a:lnTo>
                    <a:pt x="3905387" y="1257170"/>
                  </a:lnTo>
                  <a:lnTo>
                    <a:pt x="3906055" y="1304453"/>
                  </a:lnTo>
                  <a:lnTo>
                    <a:pt x="3906723" y="1335048"/>
                  </a:lnTo>
                  <a:lnTo>
                    <a:pt x="3907391" y="1318359"/>
                  </a:lnTo>
                  <a:lnTo>
                    <a:pt x="3908059" y="1335048"/>
                  </a:lnTo>
                  <a:lnTo>
                    <a:pt x="3908727" y="1396237"/>
                  </a:lnTo>
                  <a:lnTo>
                    <a:pt x="3909395" y="1446302"/>
                  </a:lnTo>
                  <a:lnTo>
                    <a:pt x="3910063" y="1451864"/>
                  </a:lnTo>
                  <a:lnTo>
                    <a:pt x="3910731" y="1501929"/>
                  </a:lnTo>
                  <a:lnTo>
                    <a:pt x="3911399" y="1460208"/>
                  </a:lnTo>
                  <a:lnTo>
                    <a:pt x="3912067" y="1454646"/>
                  </a:lnTo>
                  <a:lnTo>
                    <a:pt x="3912735" y="1538086"/>
                  </a:lnTo>
                  <a:lnTo>
                    <a:pt x="3913403" y="1557556"/>
                  </a:lnTo>
                  <a:lnTo>
                    <a:pt x="3914071" y="1557556"/>
                  </a:lnTo>
                  <a:lnTo>
                    <a:pt x="3914739" y="1557556"/>
                  </a:lnTo>
                  <a:lnTo>
                    <a:pt x="3915407" y="1557556"/>
                  </a:lnTo>
                  <a:lnTo>
                    <a:pt x="3916075" y="1557556"/>
                  </a:lnTo>
                  <a:lnTo>
                    <a:pt x="3916743" y="1557556"/>
                  </a:lnTo>
                  <a:lnTo>
                    <a:pt x="3917411" y="1557556"/>
                  </a:lnTo>
                  <a:lnTo>
                    <a:pt x="3918079" y="1535305"/>
                  </a:lnTo>
                  <a:lnTo>
                    <a:pt x="3918747" y="1501929"/>
                  </a:lnTo>
                  <a:lnTo>
                    <a:pt x="3919415" y="1501929"/>
                  </a:lnTo>
                  <a:lnTo>
                    <a:pt x="3920083" y="1485240"/>
                  </a:lnTo>
                  <a:lnTo>
                    <a:pt x="3920751" y="1407363"/>
                  </a:lnTo>
                  <a:lnTo>
                    <a:pt x="3921419" y="1332266"/>
                  </a:lnTo>
                  <a:lnTo>
                    <a:pt x="3922088" y="1279421"/>
                  </a:lnTo>
                  <a:lnTo>
                    <a:pt x="3922756" y="1279421"/>
                  </a:lnTo>
                  <a:lnTo>
                    <a:pt x="3923424" y="1279421"/>
                  </a:lnTo>
                  <a:lnTo>
                    <a:pt x="3924092" y="1293327"/>
                  </a:lnTo>
                  <a:lnTo>
                    <a:pt x="3924760" y="1335048"/>
                  </a:lnTo>
                  <a:lnTo>
                    <a:pt x="3925428" y="1335048"/>
                  </a:lnTo>
                  <a:lnTo>
                    <a:pt x="3926096" y="1335048"/>
                  </a:lnTo>
                  <a:lnTo>
                    <a:pt x="3926764" y="1290546"/>
                  </a:lnTo>
                  <a:lnTo>
                    <a:pt x="3927432" y="1279421"/>
                  </a:lnTo>
                  <a:lnTo>
                    <a:pt x="3928100" y="1318360"/>
                  </a:lnTo>
                  <a:lnTo>
                    <a:pt x="3928768" y="1335048"/>
                  </a:lnTo>
                  <a:lnTo>
                    <a:pt x="3929436" y="1335048"/>
                  </a:lnTo>
                  <a:lnTo>
                    <a:pt x="3930104" y="1335048"/>
                  </a:lnTo>
                  <a:lnTo>
                    <a:pt x="3930772" y="1335048"/>
                  </a:lnTo>
                  <a:lnTo>
                    <a:pt x="3931440" y="1335048"/>
                  </a:lnTo>
                  <a:lnTo>
                    <a:pt x="3932108" y="1335048"/>
                  </a:lnTo>
                  <a:lnTo>
                    <a:pt x="3932776" y="1335048"/>
                  </a:lnTo>
                  <a:lnTo>
                    <a:pt x="3933444" y="1335048"/>
                  </a:lnTo>
                  <a:lnTo>
                    <a:pt x="3934112" y="1287765"/>
                  </a:lnTo>
                  <a:lnTo>
                    <a:pt x="3934780" y="1298890"/>
                  </a:lnTo>
                  <a:lnTo>
                    <a:pt x="3935448" y="1335048"/>
                  </a:lnTo>
                  <a:lnTo>
                    <a:pt x="3936116" y="1335048"/>
                  </a:lnTo>
                  <a:lnTo>
                    <a:pt x="3936784" y="1348954"/>
                  </a:lnTo>
                  <a:lnTo>
                    <a:pt x="3937452" y="1426832"/>
                  </a:lnTo>
                  <a:lnTo>
                    <a:pt x="3938120" y="1457427"/>
                  </a:lnTo>
                  <a:lnTo>
                    <a:pt x="3938788" y="1501929"/>
                  </a:lnTo>
                  <a:lnTo>
                    <a:pt x="3939456" y="1501929"/>
                  </a:lnTo>
                  <a:lnTo>
                    <a:pt x="3940124" y="1501929"/>
                  </a:lnTo>
                  <a:lnTo>
                    <a:pt x="3940792" y="1501929"/>
                  </a:lnTo>
                  <a:lnTo>
                    <a:pt x="3941460" y="1501929"/>
                  </a:lnTo>
                  <a:lnTo>
                    <a:pt x="3942128" y="1501929"/>
                  </a:lnTo>
                  <a:lnTo>
                    <a:pt x="3942796" y="1482459"/>
                  </a:lnTo>
                  <a:lnTo>
                    <a:pt x="3943464" y="1488022"/>
                  </a:lnTo>
                  <a:lnTo>
                    <a:pt x="3944132" y="1501929"/>
                  </a:lnTo>
                  <a:lnTo>
                    <a:pt x="3944800" y="1501929"/>
                  </a:lnTo>
                  <a:lnTo>
                    <a:pt x="3945468" y="1501929"/>
                  </a:lnTo>
                  <a:lnTo>
                    <a:pt x="3946136" y="1501929"/>
                  </a:lnTo>
                  <a:lnTo>
                    <a:pt x="3946805" y="1501929"/>
                  </a:lnTo>
                  <a:lnTo>
                    <a:pt x="3947473" y="1501929"/>
                  </a:lnTo>
                  <a:lnTo>
                    <a:pt x="3948141" y="1501929"/>
                  </a:lnTo>
                  <a:lnTo>
                    <a:pt x="3948809" y="1501929"/>
                  </a:lnTo>
                  <a:lnTo>
                    <a:pt x="3949477" y="1501929"/>
                  </a:lnTo>
                  <a:lnTo>
                    <a:pt x="3950145" y="1501929"/>
                  </a:lnTo>
                  <a:lnTo>
                    <a:pt x="3950813" y="1546430"/>
                  </a:lnTo>
                  <a:lnTo>
                    <a:pt x="3951481" y="1557556"/>
                  </a:lnTo>
                  <a:lnTo>
                    <a:pt x="3952149" y="1557556"/>
                  </a:lnTo>
                  <a:lnTo>
                    <a:pt x="3952817" y="1557556"/>
                  </a:lnTo>
                  <a:lnTo>
                    <a:pt x="3953485" y="1543649"/>
                  </a:lnTo>
                  <a:lnTo>
                    <a:pt x="3954153" y="1501929"/>
                  </a:lnTo>
                  <a:lnTo>
                    <a:pt x="3954821" y="1540867"/>
                  </a:lnTo>
                  <a:lnTo>
                    <a:pt x="3955489" y="1557556"/>
                  </a:lnTo>
                  <a:lnTo>
                    <a:pt x="3956157" y="1557556"/>
                  </a:lnTo>
                  <a:lnTo>
                    <a:pt x="3956825" y="1557556"/>
                  </a:lnTo>
                  <a:lnTo>
                    <a:pt x="3957493" y="1557556"/>
                  </a:lnTo>
                  <a:lnTo>
                    <a:pt x="3958161" y="1557556"/>
                  </a:lnTo>
                  <a:lnTo>
                    <a:pt x="3958829" y="1538086"/>
                  </a:lnTo>
                  <a:lnTo>
                    <a:pt x="3959497" y="1518617"/>
                  </a:lnTo>
                  <a:lnTo>
                    <a:pt x="3960165" y="1551993"/>
                  </a:lnTo>
                  <a:lnTo>
                    <a:pt x="3960833" y="1501929"/>
                  </a:lnTo>
                  <a:lnTo>
                    <a:pt x="3961501" y="1501929"/>
                  </a:lnTo>
                  <a:lnTo>
                    <a:pt x="3962169" y="1501929"/>
                  </a:lnTo>
                  <a:lnTo>
                    <a:pt x="3962837" y="1493585"/>
                  </a:lnTo>
                  <a:lnTo>
                    <a:pt x="3963505" y="1446302"/>
                  </a:lnTo>
                  <a:lnTo>
                    <a:pt x="3964173" y="1446302"/>
                  </a:lnTo>
                  <a:lnTo>
                    <a:pt x="3964841" y="1354517"/>
                  </a:lnTo>
                  <a:lnTo>
                    <a:pt x="3965509" y="1335048"/>
                  </a:lnTo>
                  <a:lnTo>
                    <a:pt x="3966177" y="1335048"/>
                  </a:lnTo>
                  <a:lnTo>
                    <a:pt x="3966845" y="1307234"/>
                  </a:lnTo>
                  <a:lnTo>
                    <a:pt x="3967513" y="1279421"/>
                  </a:lnTo>
                  <a:lnTo>
                    <a:pt x="3968181" y="1279421"/>
                  </a:lnTo>
                  <a:lnTo>
                    <a:pt x="3968849" y="1279421"/>
                  </a:lnTo>
                  <a:lnTo>
                    <a:pt x="3969517" y="1279421"/>
                  </a:lnTo>
                  <a:lnTo>
                    <a:pt x="3970185" y="1290546"/>
                  </a:lnTo>
                  <a:lnTo>
                    <a:pt x="3970853" y="1335048"/>
                  </a:lnTo>
                  <a:lnTo>
                    <a:pt x="3971522" y="1304453"/>
                  </a:lnTo>
                  <a:lnTo>
                    <a:pt x="3972190" y="1251607"/>
                  </a:lnTo>
                  <a:lnTo>
                    <a:pt x="3972858" y="1223794"/>
                  </a:lnTo>
                  <a:lnTo>
                    <a:pt x="3973526" y="1223794"/>
                  </a:lnTo>
                  <a:lnTo>
                    <a:pt x="3974194" y="1223794"/>
                  </a:lnTo>
                  <a:lnTo>
                    <a:pt x="3974862" y="1223794"/>
                  </a:lnTo>
                  <a:lnTo>
                    <a:pt x="3975530" y="1240482"/>
                  </a:lnTo>
                  <a:lnTo>
                    <a:pt x="3976198" y="1279421"/>
                  </a:lnTo>
                  <a:lnTo>
                    <a:pt x="3976866" y="1282202"/>
                  </a:lnTo>
                  <a:lnTo>
                    <a:pt x="3977534" y="1335048"/>
                  </a:lnTo>
                  <a:lnTo>
                    <a:pt x="3978202" y="1335048"/>
                  </a:lnTo>
                  <a:lnTo>
                    <a:pt x="3978870" y="1335048"/>
                  </a:lnTo>
                  <a:lnTo>
                    <a:pt x="3979538" y="1340610"/>
                  </a:lnTo>
                  <a:lnTo>
                    <a:pt x="3980206" y="1365642"/>
                  </a:lnTo>
                  <a:lnTo>
                    <a:pt x="3980874" y="1335048"/>
                  </a:lnTo>
                  <a:lnTo>
                    <a:pt x="3981542" y="1357298"/>
                  </a:lnTo>
                  <a:lnTo>
                    <a:pt x="3982210" y="1335048"/>
                  </a:lnTo>
                  <a:lnTo>
                    <a:pt x="3982878" y="1335048"/>
                  </a:lnTo>
                  <a:lnTo>
                    <a:pt x="3983546" y="1360080"/>
                  </a:lnTo>
                  <a:lnTo>
                    <a:pt x="3984214" y="1390675"/>
                  </a:lnTo>
                  <a:lnTo>
                    <a:pt x="3984882" y="1390675"/>
                  </a:lnTo>
                  <a:lnTo>
                    <a:pt x="3985550" y="1390675"/>
                  </a:lnTo>
                  <a:lnTo>
                    <a:pt x="3986218" y="1390675"/>
                  </a:lnTo>
                  <a:lnTo>
                    <a:pt x="3986886" y="1390675"/>
                  </a:lnTo>
                  <a:lnTo>
                    <a:pt x="3987554" y="1390675"/>
                  </a:lnTo>
                  <a:lnTo>
                    <a:pt x="3988222" y="1418488"/>
                  </a:lnTo>
                  <a:lnTo>
                    <a:pt x="3988890" y="1471334"/>
                  </a:lnTo>
                  <a:lnTo>
                    <a:pt x="3989558" y="1501929"/>
                  </a:lnTo>
                  <a:lnTo>
                    <a:pt x="3990226" y="1501929"/>
                  </a:lnTo>
                  <a:lnTo>
                    <a:pt x="3990894" y="1501929"/>
                  </a:lnTo>
                  <a:lnTo>
                    <a:pt x="3991562" y="1501929"/>
                  </a:lnTo>
                  <a:lnTo>
                    <a:pt x="3992230" y="1501929"/>
                  </a:lnTo>
                  <a:lnTo>
                    <a:pt x="3992898" y="1501929"/>
                  </a:lnTo>
                  <a:lnTo>
                    <a:pt x="3993566" y="1462990"/>
                  </a:lnTo>
                  <a:lnTo>
                    <a:pt x="3994234" y="1318359"/>
                  </a:lnTo>
                  <a:lnTo>
                    <a:pt x="3994902" y="1279421"/>
                  </a:lnTo>
                  <a:lnTo>
                    <a:pt x="3995570" y="1279421"/>
                  </a:lnTo>
                  <a:lnTo>
                    <a:pt x="3996239" y="1279421"/>
                  </a:lnTo>
                  <a:lnTo>
                    <a:pt x="3996907" y="1301671"/>
                  </a:lnTo>
                  <a:lnTo>
                    <a:pt x="3997575" y="1284983"/>
                  </a:lnTo>
                  <a:lnTo>
                    <a:pt x="3998243" y="1332266"/>
                  </a:lnTo>
                  <a:lnTo>
                    <a:pt x="3998911" y="1335048"/>
                  </a:lnTo>
                  <a:lnTo>
                    <a:pt x="3999579" y="1335048"/>
                  </a:lnTo>
                  <a:lnTo>
                    <a:pt x="4000247" y="1335048"/>
                  </a:lnTo>
                  <a:lnTo>
                    <a:pt x="4000915" y="1335048"/>
                  </a:lnTo>
                  <a:lnTo>
                    <a:pt x="4001583" y="1298890"/>
                  </a:lnTo>
                  <a:lnTo>
                    <a:pt x="4002251" y="1271077"/>
                  </a:lnTo>
                  <a:lnTo>
                    <a:pt x="4002919" y="1223794"/>
                  </a:lnTo>
                  <a:lnTo>
                    <a:pt x="4003587" y="1223794"/>
                  </a:lnTo>
                  <a:lnTo>
                    <a:pt x="4004255" y="1223794"/>
                  </a:lnTo>
                  <a:lnTo>
                    <a:pt x="4004923" y="1223794"/>
                  </a:lnTo>
                  <a:lnTo>
                    <a:pt x="4005591" y="1223794"/>
                  </a:lnTo>
                  <a:lnTo>
                    <a:pt x="4006259" y="1223794"/>
                  </a:lnTo>
                  <a:lnTo>
                    <a:pt x="4006927" y="1223794"/>
                  </a:lnTo>
                  <a:lnTo>
                    <a:pt x="4007595" y="1223794"/>
                  </a:lnTo>
                  <a:lnTo>
                    <a:pt x="4008263" y="1223794"/>
                  </a:lnTo>
                  <a:lnTo>
                    <a:pt x="4008931" y="1223794"/>
                  </a:lnTo>
                  <a:lnTo>
                    <a:pt x="4009599" y="1223794"/>
                  </a:lnTo>
                  <a:lnTo>
                    <a:pt x="4010267" y="1254388"/>
                  </a:lnTo>
                  <a:lnTo>
                    <a:pt x="4010935" y="1404581"/>
                  </a:lnTo>
                  <a:lnTo>
                    <a:pt x="4011603" y="1373986"/>
                  </a:lnTo>
                  <a:lnTo>
                    <a:pt x="4012271" y="1335048"/>
                  </a:lnTo>
                  <a:lnTo>
                    <a:pt x="4012939" y="1335048"/>
                  </a:lnTo>
                  <a:lnTo>
                    <a:pt x="4013607" y="1335048"/>
                  </a:lnTo>
                  <a:lnTo>
                    <a:pt x="4014275" y="1382330"/>
                  </a:lnTo>
                  <a:lnTo>
                    <a:pt x="4014943" y="1393456"/>
                  </a:lnTo>
                  <a:lnTo>
                    <a:pt x="4015611" y="1446302"/>
                  </a:lnTo>
                  <a:lnTo>
                    <a:pt x="4016279" y="1446302"/>
                  </a:lnTo>
                  <a:lnTo>
                    <a:pt x="4016947" y="1418488"/>
                  </a:lnTo>
                  <a:lnTo>
                    <a:pt x="4017615" y="1382331"/>
                  </a:lnTo>
                  <a:lnTo>
                    <a:pt x="4018283" y="1323922"/>
                  </a:lnTo>
                  <a:lnTo>
                    <a:pt x="4018951" y="1340610"/>
                  </a:lnTo>
                  <a:lnTo>
                    <a:pt x="4019619" y="1390675"/>
                  </a:lnTo>
                  <a:lnTo>
                    <a:pt x="4020288" y="1326704"/>
                  </a:lnTo>
                  <a:lnTo>
                    <a:pt x="4020956" y="1279421"/>
                  </a:lnTo>
                  <a:lnTo>
                    <a:pt x="4021624" y="1234919"/>
                  </a:lnTo>
                  <a:lnTo>
                    <a:pt x="4022292" y="1223794"/>
                  </a:lnTo>
                  <a:lnTo>
                    <a:pt x="4022960" y="1223794"/>
                  </a:lnTo>
                  <a:lnTo>
                    <a:pt x="4023628" y="1173729"/>
                  </a:lnTo>
                  <a:lnTo>
                    <a:pt x="4024296" y="1168166"/>
                  </a:lnTo>
                  <a:lnTo>
                    <a:pt x="4024964" y="1168166"/>
                  </a:lnTo>
                  <a:lnTo>
                    <a:pt x="4025632" y="1126446"/>
                  </a:lnTo>
                  <a:lnTo>
                    <a:pt x="4026300" y="1112540"/>
                  </a:lnTo>
                  <a:lnTo>
                    <a:pt x="4026968" y="1068038"/>
                  </a:lnTo>
                  <a:lnTo>
                    <a:pt x="4027636" y="1056912"/>
                  </a:lnTo>
                  <a:lnTo>
                    <a:pt x="4028304" y="1123665"/>
                  </a:lnTo>
                  <a:lnTo>
                    <a:pt x="4028972" y="1168166"/>
                  </a:lnTo>
                  <a:lnTo>
                    <a:pt x="4029640" y="1168166"/>
                  </a:lnTo>
                  <a:lnTo>
                    <a:pt x="4030308" y="1140353"/>
                  </a:lnTo>
                  <a:lnTo>
                    <a:pt x="4030976" y="1056912"/>
                  </a:lnTo>
                  <a:lnTo>
                    <a:pt x="4031644" y="1056912"/>
                  </a:lnTo>
                  <a:lnTo>
                    <a:pt x="4032312" y="1056912"/>
                  </a:lnTo>
                  <a:lnTo>
                    <a:pt x="4032980" y="1056912"/>
                  </a:lnTo>
                  <a:lnTo>
                    <a:pt x="4033648" y="1081945"/>
                  </a:lnTo>
                  <a:lnTo>
                    <a:pt x="4034316" y="1118102"/>
                  </a:lnTo>
                  <a:lnTo>
                    <a:pt x="4034984" y="1209887"/>
                  </a:lnTo>
                  <a:lnTo>
                    <a:pt x="4035652" y="1223794"/>
                  </a:lnTo>
                  <a:lnTo>
                    <a:pt x="4036320" y="1223794"/>
                  </a:lnTo>
                  <a:lnTo>
                    <a:pt x="4036988" y="1226575"/>
                  </a:lnTo>
                  <a:lnTo>
                    <a:pt x="4037656" y="1279421"/>
                  </a:lnTo>
                  <a:lnTo>
                    <a:pt x="4038324" y="1321141"/>
                  </a:lnTo>
                  <a:lnTo>
                    <a:pt x="4038992" y="1335048"/>
                  </a:lnTo>
                  <a:lnTo>
                    <a:pt x="4039660" y="1335048"/>
                  </a:lnTo>
                  <a:lnTo>
                    <a:pt x="4040328" y="1382330"/>
                  </a:lnTo>
                  <a:lnTo>
                    <a:pt x="4040996" y="1390675"/>
                  </a:lnTo>
                  <a:lnTo>
                    <a:pt x="4041664" y="1390675"/>
                  </a:lnTo>
                  <a:lnTo>
                    <a:pt x="4042332" y="1429613"/>
                  </a:lnTo>
                  <a:lnTo>
                    <a:pt x="4043000" y="1446302"/>
                  </a:lnTo>
                  <a:lnTo>
                    <a:pt x="4043668" y="1488022"/>
                  </a:lnTo>
                  <a:lnTo>
                    <a:pt x="4044336" y="1501929"/>
                  </a:lnTo>
                  <a:lnTo>
                    <a:pt x="4045005" y="1501929"/>
                  </a:lnTo>
                  <a:lnTo>
                    <a:pt x="4045673" y="1501929"/>
                  </a:lnTo>
                  <a:lnTo>
                    <a:pt x="4046341" y="1501929"/>
                  </a:lnTo>
                  <a:lnTo>
                    <a:pt x="4047009" y="1526961"/>
                  </a:lnTo>
                  <a:lnTo>
                    <a:pt x="4047677" y="1610401"/>
                  </a:lnTo>
                  <a:lnTo>
                    <a:pt x="4048345" y="1613183"/>
                  </a:lnTo>
                  <a:lnTo>
                    <a:pt x="4049013" y="1613183"/>
                  </a:lnTo>
                  <a:lnTo>
                    <a:pt x="4049681" y="1613183"/>
                  </a:lnTo>
                  <a:lnTo>
                    <a:pt x="4050349" y="1557556"/>
                  </a:lnTo>
                  <a:lnTo>
                    <a:pt x="4051017" y="1535305"/>
                  </a:lnTo>
                  <a:lnTo>
                    <a:pt x="4051685" y="1460208"/>
                  </a:lnTo>
                  <a:lnTo>
                    <a:pt x="4052353" y="1446302"/>
                  </a:lnTo>
                  <a:lnTo>
                    <a:pt x="4053021" y="1446302"/>
                  </a:lnTo>
                  <a:lnTo>
                    <a:pt x="4053689" y="1490803"/>
                  </a:lnTo>
                  <a:lnTo>
                    <a:pt x="4054357" y="1446302"/>
                  </a:lnTo>
                  <a:lnTo>
                    <a:pt x="4055025" y="1446302"/>
                  </a:lnTo>
                  <a:lnTo>
                    <a:pt x="4055693" y="1446302"/>
                  </a:lnTo>
                  <a:lnTo>
                    <a:pt x="4056361" y="1446302"/>
                  </a:lnTo>
                  <a:lnTo>
                    <a:pt x="4057029" y="1446302"/>
                  </a:lnTo>
                  <a:lnTo>
                    <a:pt x="4057697" y="1399019"/>
                  </a:lnTo>
                  <a:lnTo>
                    <a:pt x="4058365" y="1390675"/>
                  </a:lnTo>
                  <a:lnTo>
                    <a:pt x="4059033" y="1346173"/>
                  </a:lnTo>
                  <a:lnTo>
                    <a:pt x="4059701" y="1271077"/>
                  </a:lnTo>
                  <a:lnTo>
                    <a:pt x="4060369" y="1223794"/>
                  </a:lnTo>
                  <a:lnTo>
                    <a:pt x="4061037" y="1198761"/>
                  </a:lnTo>
                  <a:lnTo>
                    <a:pt x="4061705" y="1168166"/>
                  </a:lnTo>
                  <a:lnTo>
                    <a:pt x="4062373" y="1115321"/>
                  </a:lnTo>
                  <a:lnTo>
                    <a:pt x="4063041" y="1056912"/>
                  </a:lnTo>
                  <a:lnTo>
                    <a:pt x="4063709" y="1056912"/>
                  </a:lnTo>
                  <a:lnTo>
                    <a:pt x="4064377" y="1056912"/>
                  </a:lnTo>
                  <a:lnTo>
                    <a:pt x="4065045" y="1056912"/>
                  </a:lnTo>
                  <a:lnTo>
                    <a:pt x="4065713" y="1015192"/>
                  </a:lnTo>
                  <a:lnTo>
                    <a:pt x="4066381" y="917845"/>
                  </a:lnTo>
                  <a:lnTo>
                    <a:pt x="4067049" y="895594"/>
                  </a:lnTo>
                  <a:lnTo>
                    <a:pt x="4067717" y="909501"/>
                  </a:lnTo>
                  <a:lnTo>
                    <a:pt x="4068385" y="984598"/>
                  </a:lnTo>
                  <a:lnTo>
                    <a:pt x="4069053" y="1001286"/>
                  </a:lnTo>
                  <a:lnTo>
                    <a:pt x="4069722" y="979035"/>
                  </a:lnTo>
                  <a:lnTo>
                    <a:pt x="4070390" y="951221"/>
                  </a:lnTo>
                  <a:lnTo>
                    <a:pt x="4071058" y="992942"/>
                  </a:lnTo>
                  <a:lnTo>
                    <a:pt x="4071726" y="945659"/>
                  </a:lnTo>
                  <a:lnTo>
                    <a:pt x="4072394" y="937315"/>
                  </a:lnTo>
                  <a:lnTo>
                    <a:pt x="4073062" y="890032"/>
                  </a:lnTo>
                  <a:lnTo>
                    <a:pt x="4073730" y="859437"/>
                  </a:lnTo>
                  <a:lnTo>
                    <a:pt x="4074398" y="878906"/>
                  </a:lnTo>
                  <a:lnTo>
                    <a:pt x="4075066" y="890032"/>
                  </a:lnTo>
                  <a:lnTo>
                    <a:pt x="4075734" y="928971"/>
                  </a:lnTo>
                  <a:lnTo>
                    <a:pt x="4076402" y="1006848"/>
                  </a:lnTo>
                  <a:lnTo>
                    <a:pt x="4077070" y="1056912"/>
                  </a:lnTo>
                  <a:lnTo>
                    <a:pt x="4077738" y="1079163"/>
                  </a:lnTo>
                  <a:lnTo>
                    <a:pt x="4078406" y="1101414"/>
                  </a:lnTo>
                  <a:lnTo>
                    <a:pt x="4079074" y="1104195"/>
                  </a:lnTo>
                  <a:lnTo>
                    <a:pt x="4079742" y="1168166"/>
                  </a:lnTo>
                  <a:lnTo>
                    <a:pt x="4080410" y="1168166"/>
                  </a:lnTo>
                  <a:lnTo>
                    <a:pt x="4081078" y="1168166"/>
                  </a:lnTo>
                  <a:lnTo>
                    <a:pt x="4081746" y="1081945"/>
                  </a:lnTo>
                  <a:lnTo>
                    <a:pt x="4082414" y="1037443"/>
                  </a:lnTo>
                  <a:lnTo>
                    <a:pt x="4083082" y="1137572"/>
                  </a:lnTo>
                  <a:lnTo>
                    <a:pt x="4083750" y="1212668"/>
                  </a:lnTo>
                  <a:lnTo>
                    <a:pt x="4084418" y="1190417"/>
                  </a:lnTo>
                  <a:lnTo>
                    <a:pt x="4085086" y="1120884"/>
                  </a:lnTo>
                  <a:lnTo>
                    <a:pt x="4085754" y="1112540"/>
                  </a:lnTo>
                  <a:lnTo>
                    <a:pt x="4086422" y="1132009"/>
                  </a:lnTo>
                  <a:lnTo>
                    <a:pt x="4087090" y="1168166"/>
                  </a:lnTo>
                  <a:lnTo>
                    <a:pt x="4087758" y="1173729"/>
                  </a:lnTo>
                  <a:lnTo>
                    <a:pt x="4088426" y="1190417"/>
                  </a:lnTo>
                  <a:lnTo>
                    <a:pt x="4089094" y="1162604"/>
                  </a:lnTo>
                  <a:lnTo>
                    <a:pt x="4089762" y="1168166"/>
                  </a:lnTo>
                  <a:lnTo>
                    <a:pt x="4090430" y="1195980"/>
                  </a:lnTo>
                  <a:lnTo>
                    <a:pt x="4091098" y="1223794"/>
                  </a:lnTo>
                  <a:lnTo>
                    <a:pt x="4091766" y="1223794"/>
                  </a:lnTo>
                  <a:lnTo>
                    <a:pt x="4092434" y="1223794"/>
                  </a:lnTo>
                  <a:lnTo>
                    <a:pt x="4093102" y="1223794"/>
                  </a:lnTo>
                  <a:lnTo>
                    <a:pt x="4093770" y="1223794"/>
                  </a:lnTo>
                  <a:lnTo>
                    <a:pt x="4094439" y="1223794"/>
                  </a:lnTo>
                  <a:lnTo>
                    <a:pt x="4095107" y="1232138"/>
                  </a:lnTo>
                  <a:lnTo>
                    <a:pt x="4095775" y="1279421"/>
                  </a:lnTo>
                  <a:lnTo>
                    <a:pt x="4096443" y="1229356"/>
                  </a:lnTo>
                  <a:lnTo>
                    <a:pt x="4097111" y="1223794"/>
                  </a:lnTo>
                  <a:lnTo>
                    <a:pt x="4097779" y="1223794"/>
                  </a:lnTo>
                  <a:lnTo>
                    <a:pt x="4098447" y="1301671"/>
                  </a:lnTo>
                  <a:lnTo>
                    <a:pt x="4099115" y="1390675"/>
                  </a:lnTo>
                  <a:lnTo>
                    <a:pt x="4099783" y="1390675"/>
                  </a:lnTo>
                  <a:lnTo>
                    <a:pt x="4100451" y="1390675"/>
                  </a:lnTo>
                  <a:lnTo>
                    <a:pt x="4101119" y="1421269"/>
                  </a:lnTo>
                  <a:lnTo>
                    <a:pt x="4101787" y="1490803"/>
                  </a:lnTo>
                  <a:lnTo>
                    <a:pt x="4102455" y="1454646"/>
                  </a:lnTo>
                  <a:lnTo>
                    <a:pt x="4103123" y="1446302"/>
                  </a:lnTo>
                  <a:lnTo>
                    <a:pt x="4103791" y="1446302"/>
                  </a:lnTo>
                  <a:lnTo>
                    <a:pt x="4104459" y="1446302"/>
                  </a:lnTo>
                  <a:lnTo>
                    <a:pt x="4105127" y="1476896"/>
                  </a:lnTo>
                  <a:lnTo>
                    <a:pt x="4105795" y="1510273"/>
                  </a:lnTo>
                  <a:lnTo>
                    <a:pt x="4106463" y="1557556"/>
                  </a:lnTo>
                  <a:lnTo>
                    <a:pt x="4107131" y="1557556"/>
                  </a:lnTo>
                  <a:lnTo>
                    <a:pt x="4107799" y="1557556"/>
                  </a:lnTo>
                  <a:lnTo>
                    <a:pt x="4108467" y="1557556"/>
                  </a:lnTo>
                  <a:lnTo>
                    <a:pt x="4109135" y="1507491"/>
                  </a:lnTo>
                  <a:lnTo>
                    <a:pt x="4109803" y="1501929"/>
                  </a:lnTo>
                  <a:lnTo>
                    <a:pt x="4110471" y="1501929"/>
                  </a:lnTo>
                  <a:lnTo>
                    <a:pt x="4111139" y="1415707"/>
                  </a:lnTo>
                  <a:lnTo>
                    <a:pt x="4111807" y="1346173"/>
                  </a:lnTo>
                  <a:lnTo>
                    <a:pt x="4112475" y="1335048"/>
                  </a:lnTo>
                  <a:lnTo>
                    <a:pt x="4113143" y="1354517"/>
                  </a:lnTo>
                  <a:lnTo>
                    <a:pt x="4113811" y="1335048"/>
                  </a:lnTo>
                  <a:lnTo>
                    <a:pt x="4114479" y="1310015"/>
                  </a:lnTo>
                  <a:lnTo>
                    <a:pt x="4115147" y="1251607"/>
                  </a:lnTo>
                  <a:lnTo>
                    <a:pt x="4115815" y="1223794"/>
                  </a:lnTo>
                  <a:lnTo>
                    <a:pt x="4116483" y="1223794"/>
                  </a:lnTo>
                  <a:lnTo>
                    <a:pt x="4117151" y="1223794"/>
                  </a:lnTo>
                  <a:lnTo>
                    <a:pt x="4117819" y="1195980"/>
                  </a:lnTo>
                  <a:lnTo>
                    <a:pt x="4118488" y="1168166"/>
                  </a:lnTo>
                  <a:lnTo>
                    <a:pt x="4119156" y="1209887"/>
                  </a:lnTo>
                  <a:lnTo>
                    <a:pt x="4119824" y="1168166"/>
                  </a:lnTo>
                  <a:lnTo>
                    <a:pt x="4120492" y="1168166"/>
                  </a:lnTo>
                  <a:lnTo>
                    <a:pt x="4121160" y="1168166"/>
                  </a:lnTo>
                  <a:lnTo>
                    <a:pt x="4121828" y="1154260"/>
                  </a:lnTo>
                  <a:lnTo>
                    <a:pt x="4122496" y="1112540"/>
                  </a:lnTo>
                  <a:lnTo>
                    <a:pt x="4123164" y="1104195"/>
                  </a:lnTo>
                  <a:lnTo>
                    <a:pt x="4123832" y="1056912"/>
                  </a:lnTo>
                  <a:lnTo>
                    <a:pt x="4124500" y="1056912"/>
                  </a:lnTo>
                  <a:lnTo>
                    <a:pt x="4125168" y="1056912"/>
                  </a:lnTo>
                  <a:lnTo>
                    <a:pt x="4125836" y="1104195"/>
                  </a:lnTo>
                  <a:lnTo>
                    <a:pt x="4126504" y="1112540"/>
                  </a:lnTo>
                  <a:lnTo>
                    <a:pt x="4127172" y="1112540"/>
                  </a:lnTo>
                  <a:lnTo>
                    <a:pt x="4127840" y="1193199"/>
                  </a:lnTo>
                  <a:lnTo>
                    <a:pt x="4128508" y="1221012"/>
                  </a:lnTo>
                  <a:lnTo>
                    <a:pt x="4129176" y="1223794"/>
                  </a:lnTo>
                  <a:lnTo>
                    <a:pt x="4129844" y="1248826"/>
                  </a:lnTo>
                  <a:lnTo>
                    <a:pt x="4130512" y="1265514"/>
                  </a:lnTo>
                  <a:lnTo>
                    <a:pt x="4131180" y="1246044"/>
                  </a:lnTo>
                  <a:lnTo>
                    <a:pt x="4131848" y="1304453"/>
                  </a:lnTo>
                  <a:lnTo>
                    <a:pt x="4132516" y="1335048"/>
                  </a:lnTo>
                  <a:lnTo>
                    <a:pt x="4133184" y="1335048"/>
                  </a:lnTo>
                  <a:lnTo>
                    <a:pt x="4133852" y="1284983"/>
                  </a:lnTo>
                  <a:lnTo>
                    <a:pt x="4134520" y="1304453"/>
                  </a:lnTo>
                  <a:lnTo>
                    <a:pt x="4135188" y="1335048"/>
                  </a:lnTo>
                  <a:lnTo>
                    <a:pt x="4135856" y="1335048"/>
                  </a:lnTo>
                  <a:lnTo>
                    <a:pt x="4136524" y="1346173"/>
                  </a:lnTo>
                  <a:lnTo>
                    <a:pt x="4137192" y="1335048"/>
                  </a:lnTo>
                  <a:lnTo>
                    <a:pt x="4137860" y="1335048"/>
                  </a:lnTo>
                  <a:lnTo>
                    <a:pt x="4138528" y="1346173"/>
                  </a:lnTo>
                  <a:lnTo>
                    <a:pt x="4139196" y="1376768"/>
                  </a:lnTo>
                  <a:lnTo>
                    <a:pt x="4139864" y="1329485"/>
                  </a:lnTo>
                  <a:lnTo>
                    <a:pt x="4140532" y="1335048"/>
                  </a:lnTo>
                  <a:lnTo>
                    <a:pt x="4141200" y="1335048"/>
                  </a:lnTo>
                  <a:lnTo>
                    <a:pt x="4141868" y="1307234"/>
                  </a:lnTo>
                  <a:lnTo>
                    <a:pt x="4142536" y="1279421"/>
                  </a:lnTo>
                  <a:lnTo>
                    <a:pt x="4143205" y="1279421"/>
                  </a:lnTo>
                  <a:lnTo>
                    <a:pt x="4143873" y="1279421"/>
                  </a:lnTo>
                  <a:lnTo>
                    <a:pt x="4144541" y="1279421"/>
                  </a:lnTo>
                  <a:lnTo>
                    <a:pt x="4145209" y="1321141"/>
                  </a:lnTo>
                  <a:lnTo>
                    <a:pt x="4145877" y="1335048"/>
                  </a:lnTo>
                  <a:lnTo>
                    <a:pt x="4146545" y="1335048"/>
                  </a:lnTo>
                  <a:lnTo>
                    <a:pt x="4147213" y="1293327"/>
                  </a:lnTo>
                  <a:lnTo>
                    <a:pt x="4147881" y="1335048"/>
                  </a:lnTo>
                  <a:lnTo>
                    <a:pt x="4148549" y="1301671"/>
                  </a:lnTo>
                  <a:lnTo>
                    <a:pt x="4149217" y="1237700"/>
                  </a:lnTo>
                  <a:lnTo>
                    <a:pt x="4149885" y="1223794"/>
                  </a:lnTo>
                  <a:lnTo>
                    <a:pt x="4150553" y="1271077"/>
                  </a:lnTo>
                  <a:lnTo>
                    <a:pt x="4151221" y="1246044"/>
                  </a:lnTo>
                  <a:lnTo>
                    <a:pt x="4151889" y="1223794"/>
                  </a:lnTo>
                  <a:lnTo>
                    <a:pt x="4152557" y="1223794"/>
                  </a:lnTo>
                  <a:lnTo>
                    <a:pt x="4153225" y="1265514"/>
                  </a:lnTo>
                  <a:lnTo>
                    <a:pt x="4153893" y="1279421"/>
                  </a:lnTo>
                  <a:lnTo>
                    <a:pt x="4154561" y="1279421"/>
                  </a:lnTo>
                  <a:lnTo>
                    <a:pt x="4155229" y="1279421"/>
                  </a:lnTo>
                  <a:lnTo>
                    <a:pt x="4155897" y="1290546"/>
                  </a:lnTo>
                  <a:lnTo>
                    <a:pt x="4156565" y="1343392"/>
                  </a:lnTo>
                  <a:lnTo>
                    <a:pt x="4157233" y="1390675"/>
                  </a:lnTo>
                  <a:lnTo>
                    <a:pt x="4157901" y="1390675"/>
                  </a:lnTo>
                  <a:lnTo>
                    <a:pt x="4158569" y="1415707"/>
                  </a:lnTo>
                  <a:lnTo>
                    <a:pt x="4159237" y="1446302"/>
                  </a:lnTo>
                  <a:lnTo>
                    <a:pt x="4159905" y="1446302"/>
                  </a:lnTo>
                  <a:lnTo>
                    <a:pt x="4160573" y="1446302"/>
                  </a:lnTo>
                  <a:lnTo>
                    <a:pt x="4161241" y="1446302"/>
                  </a:lnTo>
                  <a:lnTo>
                    <a:pt x="4161909" y="1446302"/>
                  </a:lnTo>
                  <a:lnTo>
                    <a:pt x="4162577" y="1446302"/>
                  </a:lnTo>
                  <a:lnTo>
                    <a:pt x="4163245" y="1446302"/>
                  </a:lnTo>
                  <a:lnTo>
                    <a:pt x="4163913" y="1496366"/>
                  </a:lnTo>
                  <a:lnTo>
                    <a:pt x="4164581" y="1501929"/>
                  </a:lnTo>
                  <a:lnTo>
                    <a:pt x="4165249" y="1532523"/>
                  </a:lnTo>
                  <a:lnTo>
                    <a:pt x="4165917" y="1596494"/>
                  </a:lnTo>
                  <a:lnTo>
                    <a:pt x="4166585" y="1613183"/>
                  </a:lnTo>
                  <a:lnTo>
                    <a:pt x="4167253" y="1613183"/>
                  </a:lnTo>
                  <a:lnTo>
                    <a:pt x="4167922" y="1643777"/>
                  </a:lnTo>
                  <a:lnTo>
                    <a:pt x="4168590" y="1668810"/>
                  </a:lnTo>
                  <a:lnTo>
                    <a:pt x="4168590" y="1668810"/>
                  </a:lnTo>
                  <a:lnTo>
                    <a:pt x="4169258" y="1668810"/>
                  </a:lnTo>
                  <a:lnTo>
                    <a:pt x="4169926" y="1668810"/>
                  </a:lnTo>
                  <a:lnTo>
                    <a:pt x="4170594" y="1668810"/>
                  </a:lnTo>
                  <a:lnTo>
                    <a:pt x="4171262" y="1668810"/>
                  </a:lnTo>
                  <a:lnTo>
                    <a:pt x="4171930" y="1668810"/>
                  </a:lnTo>
                  <a:lnTo>
                    <a:pt x="4172598" y="1668810"/>
                  </a:lnTo>
                  <a:lnTo>
                    <a:pt x="4173266" y="1668810"/>
                  </a:lnTo>
                  <a:lnTo>
                    <a:pt x="4173934" y="1668810"/>
                  </a:lnTo>
                  <a:lnTo>
                    <a:pt x="4174602" y="1668810"/>
                  </a:lnTo>
                  <a:lnTo>
                    <a:pt x="4175270" y="1668810"/>
                  </a:lnTo>
                  <a:lnTo>
                    <a:pt x="4175938" y="1668810"/>
                  </a:lnTo>
                  <a:lnTo>
                    <a:pt x="4176606" y="1668810"/>
                  </a:lnTo>
                  <a:lnTo>
                    <a:pt x="4177274" y="1668810"/>
                  </a:lnTo>
                  <a:lnTo>
                    <a:pt x="4177942" y="1668810"/>
                  </a:lnTo>
                  <a:lnTo>
                    <a:pt x="4178610" y="1668810"/>
                  </a:lnTo>
                  <a:lnTo>
                    <a:pt x="4179278" y="1668810"/>
                  </a:lnTo>
                  <a:lnTo>
                    <a:pt x="4179946" y="1668810"/>
                  </a:lnTo>
                  <a:lnTo>
                    <a:pt x="4180614" y="1668810"/>
                  </a:lnTo>
                  <a:lnTo>
                    <a:pt x="4181282" y="1668810"/>
                  </a:lnTo>
                  <a:lnTo>
                    <a:pt x="4181950" y="1668810"/>
                  </a:lnTo>
                  <a:lnTo>
                    <a:pt x="4182618" y="1668810"/>
                  </a:lnTo>
                  <a:lnTo>
                    <a:pt x="4183286" y="1668810"/>
                  </a:lnTo>
                  <a:lnTo>
                    <a:pt x="4183954" y="1668810"/>
                  </a:lnTo>
                  <a:lnTo>
                    <a:pt x="4184622" y="1668810"/>
                  </a:lnTo>
                  <a:lnTo>
                    <a:pt x="4185290" y="1646559"/>
                  </a:lnTo>
                  <a:lnTo>
                    <a:pt x="4185958" y="1613183"/>
                  </a:lnTo>
                  <a:lnTo>
                    <a:pt x="4186626" y="1613183"/>
                  </a:lnTo>
                  <a:lnTo>
                    <a:pt x="4187294" y="1613183"/>
                  </a:lnTo>
                  <a:lnTo>
                    <a:pt x="4187962" y="1613183"/>
                  </a:lnTo>
                  <a:lnTo>
                    <a:pt x="4188630" y="1582588"/>
                  </a:lnTo>
                  <a:lnTo>
                    <a:pt x="4189298" y="1557556"/>
                  </a:lnTo>
                  <a:lnTo>
                    <a:pt x="4189966" y="1557556"/>
                  </a:lnTo>
                  <a:lnTo>
                    <a:pt x="4190634" y="1513054"/>
                  </a:lnTo>
                  <a:lnTo>
                    <a:pt x="4191302" y="1446302"/>
                  </a:lnTo>
                  <a:lnTo>
                    <a:pt x="4191970" y="1446302"/>
                  </a:lnTo>
                  <a:lnTo>
                    <a:pt x="4192639" y="1446302"/>
                  </a:lnTo>
                  <a:lnTo>
                    <a:pt x="4193307" y="1446302"/>
                  </a:lnTo>
                  <a:lnTo>
                    <a:pt x="4193975" y="1446302"/>
                  </a:lnTo>
                  <a:lnTo>
                    <a:pt x="4194643" y="1446302"/>
                  </a:lnTo>
                  <a:lnTo>
                    <a:pt x="4195311" y="1446302"/>
                  </a:lnTo>
                  <a:lnTo>
                    <a:pt x="4195979" y="1446302"/>
                  </a:lnTo>
                  <a:lnTo>
                    <a:pt x="4196647" y="1446302"/>
                  </a:lnTo>
                  <a:lnTo>
                    <a:pt x="4197315" y="1446302"/>
                  </a:lnTo>
                  <a:lnTo>
                    <a:pt x="4197983" y="1446302"/>
                  </a:lnTo>
                  <a:lnTo>
                    <a:pt x="4198651" y="1446302"/>
                  </a:lnTo>
                  <a:lnTo>
                    <a:pt x="4199319" y="1446302"/>
                  </a:lnTo>
                  <a:lnTo>
                    <a:pt x="4199987" y="1426832"/>
                  </a:lnTo>
                  <a:lnTo>
                    <a:pt x="4200655" y="1390675"/>
                  </a:lnTo>
                  <a:lnTo>
                    <a:pt x="4201323" y="1390675"/>
                  </a:lnTo>
                  <a:lnTo>
                    <a:pt x="4201991" y="1387893"/>
                  </a:lnTo>
                  <a:lnTo>
                    <a:pt x="4202659" y="1390675"/>
                  </a:lnTo>
                  <a:lnTo>
                    <a:pt x="4203327" y="1390675"/>
                  </a:lnTo>
                  <a:lnTo>
                    <a:pt x="4203995" y="1390675"/>
                  </a:lnTo>
                  <a:lnTo>
                    <a:pt x="4204663" y="1390675"/>
                  </a:lnTo>
                  <a:lnTo>
                    <a:pt x="4205331" y="1396237"/>
                  </a:lnTo>
                  <a:lnTo>
                    <a:pt x="4205999" y="1390675"/>
                  </a:lnTo>
                  <a:lnTo>
                    <a:pt x="4206667" y="1390675"/>
                  </a:lnTo>
                  <a:lnTo>
                    <a:pt x="4207335" y="1410144"/>
                  </a:lnTo>
                  <a:lnTo>
                    <a:pt x="4208003" y="1446302"/>
                  </a:lnTo>
                  <a:lnTo>
                    <a:pt x="4208671" y="1446302"/>
                  </a:lnTo>
                  <a:lnTo>
                    <a:pt x="4209339" y="1446302"/>
                  </a:lnTo>
                  <a:lnTo>
                    <a:pt x="4210007" y="1446302"/>
                  </a:lnTo>
                  <a:lnTo>
                    <a:pt x="4210675" y="1393456"/>
                  </a:lnTo>
                  <a:lnTo>
                    <a:pt x="4211343" y="1390675"/>
                  </a:lnTo>
                  <a:lnTo>
                    <a:pt x="4212011" y="1390675"/>
                  </a:lnTo>
                  <a:lnTo>
                    <a:pt x="4212679" y="1390675"/>
                  </a:lnTo>
                  <a:lnTo>
                    <a:pt x="4213347" y="1390675"/>
                  </a:lnTo>
                  <a:lnTo>
                    <a:pt x="4214015" y="1390675"/>
                  </a:lnTo>
                  <a:lnTo>
                    <a:pt x="4214683" y="1390675"/>
                  </a:lnTo>
                  <a:lnTo>
                    <a:pt x="4215351" y="1390675"/>
                  </a:lnTo>
                  <a:lnTo>
                    <a:pt x="4216019" y="1390675"/>
                  </a:lnTo>
                  <a:lnTo>
                    <a:pt x="4216688" y="1390675"/>
                  </a:lnTo>
                  <a:lnTo>
                    <a:pt x="4217356" y="1390675"/>
                  </a:lnTo>
                  <a:lnTo>
                    <a:pt x="4218024" y="1390675"/>
                  </a:lnTo>
                  <a:lnTo>
                    <a:pt x="4218692" y="1393456"/>
                  </a:lnTo>
                  <a:lnTo>
                    <a:pt x="4219360" y="1390675"/>
                  </a:lnTo>
                  <a:lnTo>
                    <a:pt x="4220028" y="1390675"/>
                  </a:lnTo>
                  <a:lnTo>
                    <a:pt x="4220696" y="1390675"/>
                  </a:lnTo>
                  <a:lnTo>
                    <a:pt x="4221364" y="1390675"/>
                  </a:lnTo>
                  <a:lnTo>
                    <a:pt x="4222032" y="1410144"/>
                  </a:lnTo>
                  <a:lnTo>
                    <a:pt x="4222700" y="1401800"/>
                  </a:lnTo>
                  <a:lnTo>
                    <a:pt x="4223368" y="1335048"/>
                  </a:lnTo>
                  <a:lnTo>
                    <a:pt x="4224036" y="1351736"/>
                  </a:lnTo>
                  <a:lnTo>
                    <a:pt x="4224704" y="1390675"/>
                  </a:lnTo>
                  <a:lnTo>
                    <a:pt x="4225372" y="1357298"/>
                  </a:lnTo>
                  <a:lnTo>
                    <a:pt x="4226040" y="1268295"/>
                  </a:lnTo>
                  <a:lnTo>
                    <a:pt x="4226708" y="1223794"/>
                  </a:lnTo>
                  <a:lnTo>
                    <a:pt x="4227376" y="1273858"/>
                  </a:lnTo>
                  <a:lnTo>
                    <a:pt x="4228044" y="1279421"/>
                  </a:lnTo>
                  <a:lnTo>
                    <a:pt x="4228712" y="1279421"/>
                  </a:lnTo>
                  <a:lnTo>
                    <a:pt x="4229380" y="1279421"/>
                  </a:lnTo>
                  <a:lnTo>
                    <a:pt x="4230048" y="1279421"/>
                  </a:lnTo>
                  <a:lnTo>
                    <a:pt x="4230716" y="1279421"/>
                  </a:lnTo>
                  <a:lnTo>
                    <a:pt x="4231384" y="1279421"/>
                  </a:lnTo>
                  <a:lnTo>
                    <a:pt x="4232052" y="1279421"/>
                  </a:lnTo>
                  <a:lnTo>
                    <a:pt x="4232720" y="1279421"/>
                  </a:lnTo>
                  <a:lnTo>
                    <a:pt x="4233388" y="1293327"/>
                  </a:lnTo>
                  <a:lnTo>
                    <a:pt x="4234056" y="1335048"/>
                  </a:lnTo>
                  <a:lnTo>
                    <a:pt x="4234724" y="1335048"/>
                  </a:lnTo>
                  <a:lnTo>
                    <a:pt x="4235392" y="1326704"/>
                  </a:lnTo>
                  <a:lnTo>
                    <a:pt x="4236060" y="1335048"/>
                  </a:lnTo>
                  <a:lnTo>
                    <a:pt x="4236728" y="1335048"/>
                  </a:lnTo>
                  <a:lnTo>
                    <a:pt x="4237396" y="1335048"/>
                  </a:lnTo>
                  <a:lnTo>
                    <a:pt x="4238064" y="1268295"/>
                  </a:lnTo>
                  <a:lnTo>
                    <a:pt x="4238732" y="1223794"/>
                  </a:lnTo>
                  <a:lnTo>
                    <a:pt x="4239400" y="1262732"/>
                  </a:lnTo>
                  <a:lnTo>
                    <a:pt x="4240068" y="1315578"/>
                  </a:lnTo>
                  <a:lnTo>
                    <a:pt x="4240736" y="1279421"/>
                  </a:lnTo>
                  <a:lnTo>
                    <a:pt x="4241405" y="1221012"/>
                  </a:lnTo>
                  <a:lnTo>
                    <a:pt x="4242073" y="1198761"/>
                  </a:lnTo>
                  <a:lnTo>
                    <a:pt x="4242741" y="1243263"/>
                  </a:lnTo>
                  <a:lnTo>
                    <a:pt x="4243409" y="1268295"/>
                  </a:lnTo>
                  <a:lnTo>
                    <a:pt x="4244077" y="1223794"/>
                  </a:lnTo>
                  <a:lnTo>
                    <a:pt x="4244745" y="1207105"/>
                  </a:lnTo>
                  <a:lnTo>
                    <a:pt x="4245413" y="1168166"/>
                  </a:lnTo>
                  <a:lnTo>
                    <a:pt x="4246081" y="1168166"/>
                  </a:lnTo>
                  <a:lnTo>
                    <a:pt x="4246749" y="1115321"/>
                  </a:lnTo>
                  <a:lnTo>
                    <a:pt x="4247417" y="1056912"/>
                  </a:lnTo>
                  <a:lnTo>
                    <a:pt x="4248085" y="1056912"/>
                  </a:lnTo>
                  <a:lnTo>
                    <a:pt x="4248753" y="1056912"/>
                  </a:lnTo>
                  <a:lnTo>
                    <a:pt x="4249421" y="1056912"/>
                  </a:lnTo>
                  <a:lnTo>
                    <a:pt x="4250089" y="1056912"/>
                  </a:lnTo>
                  <a:lnTo>
                    <a:pt x="4250757" y="1056912"/>
                  </a:lnTo>
                  <a:lnTo>
                    <a:pt x="4251425" y="1056912"/>
                  </a:lnTo>
                  <a:lnTo>
                    <a:pt x="4252093" y="1076382"/>
                  </a:lnTo>
                  <a:lnTo>
                    <a:pt x="4252761" y="1112540"/>
                  </a:lnTo>
                  <a:lnTo>
                    <a:pt x="4253429" y="1112540"/>
                  </a:lnTo>
                  <a:lnTo>
                    <a:pt x="4254097" y="1112540"/>
                  </a:lnTo>
                  <a:lnTo>
                    <a:pt x="4254765" y="1173729"/>
                  </a:lnTo>
                  <a:lnTo>
                    <a:pt x="4255433" y="1223794"/>
                  </a:lnTo>
                  <a:lnTo>
                    <a:pt x="4256101" y="1223794"/>
                  </a:lnTo>
                  <a:lnTo>
                    <a:pt x="4256769" y="1240482"/>
                  </a:lnTo>
                  <a:lnTo>
                    <a:pt x="4257437" y="1279421"/>
                  </a:lnTo>
                  <a:lnTo>
                    <a:pt x="4258105" y="1332266"/>
                  </a:lnTo>
                  <a:lnTo>
                    <a:pt x="4258773" y="1390675"/>
                  </a:lnTo>
                  <a:lnTo>
                    <a:pt x="4259441" y="1429613"/>
                  </a:lnTo>
                  <a:lnTo>
                    <a:pt x="4260109" y="1454646"/>
                  </a:lnTo>
                  <a:lnTo>
                    <a:pt x="4260777" y="1501929"/>
                  </a:lnTo>
                  <a:lnTo>
                    <a:pt x="4261445" y="1515835"/>
                  </a:lnTo>
                  <a:lnTo>
                    <a:pt x="4262113" y="1557556"/>
                  </a:lnTo>
                  <a:lnTo>
                    <a:pt x="4262781" y="1557556"/>
                  </a:lnTo>
                  <a:lnTo>
                    <a:pt x="4263449" y="1604839"/>
                  </a:lnTo>
                  <a:lnTo>
                    <a:pt x="4264117" y="1621527"/>
                  </a:lnTo>
                  <a:lnTo>
                    <a:pt x="4264785" y="1613183"/>
                  </a:lnTo>
                  <a:lnTo>
                    <a:pt x="4265453" y="1613183"/>
                  </a:lnTo>
                  <a:lnTo>
                    <a:pt x="4266122" y="1613183"/>
                  </a:lnTo>
                  <a:lnTo>
                    <a:pt x="4266790" y="1574244"/>
                  </a:lnTo>
                  <a:lnTo>
                    <a:pt x="4267458" y="1557556"/>
                  </a:lnTo>
                  <a:lnTo>
                    <a:pt x="4268126" y="1557556"/>
                  </a:lnTo>
                  <a:lnTo>
                    <a:pt x="4268794" y="1557556"/>
                  </a:lnTo>
                  <a:lnTo>
                    <a:pt x="4269462" y="1546430"/>
                  </a:lnTo>
                  <a:lnTo>
                    <a:pt x="4270130" y="1501929"/>
                  </a:lnTo>
                  <a:lnTo>
                    <a:pt x="4270798" y="1457427"/>
                  </a:lnTo>
                  <a:lnTo>
                    <a:pt x="4271466" y="1446302"/>
                  </a:lnTo>
                  <a:lnTo>
                    <a:pt x="4272134" y="1446302"/>
                  </a:lnTo>
                  <a:lnTo>
                    <a:pt x="4272802" y="1446302"/>
                  </a:lnTo>
                  <a:lnTo>
                    <a:pt x="4273470" y="1446302"/>
                  </a:lnTo>
                  <a:lnTo>
                    <a:pt x="4274138" y="1446302"/>
                  </a:lnTo>
                  <a:lnTo>
                    <a:pt x="4274806" y="1404581"/>
                  </a:lnTo>
                  <a:lnTo>
                    <a:pt x="4275474" y="1390675"/>
                  </a:lnTo>
                  <a:lnTo>
                    <a:pt x="4276142" y="1390675"/>
                  </a:lnTo>
                  <a:lnTo>
                    <a:pt x="4276810" y="1315578"/>
                  </a:lnTo>
                  <a:lnTo>
                    <a:pt x="4277478" y="1279421"/>
                  </a:lnTo>
                  <a:lnTo>
                    <a:pt x="4278146" y="1273858"/>
                  </a:lnTo>
                  <a:lnTo>
                    <a:pt x="4278814" y="1165385"/>
                  </a:lnTo>
                  <a:lnTo>
                    <a:pt x="4279482" y="1104195"/>
                  </a:lnTo>
                  <a:lnTo>
                    <a:pt x="4280150" y="1056912"/>
                  </a:lnTo>
                  <a:lnTo>
                    <a:pt x="4280818" y="1101414"/>
                  </a:lnTo>
                  <a:lnTo>
                    <a:pt x="4281486" y="1112540"/>
                  </a:lnTo>
                  <a:lnTo>
                    <a:pt x="4282154" y="1112540"/>
                  </a:lnTo>
                  <a:lnTo>
                    <a:pt x="4282822" y="1023536"/>
                  </a:lnTo>
                  <a:lnTo>
                    <a:pt x="4283490" y="1037443"/>
                  </a:lnTo>
                  <a:lnTo>
                    <a:pt x="4284158" y="1056912"/>
                  </a:lnTo>
                  <a:lnTo>
                    <a:pt x="4284826" y="1056912"/>
                  </a:lnTo>
                  <a:lnTo>
                    <a:pt x="4285494" y="1056912"/>
                  </a:lnTo>
                  <a:lnTo>
                    <a:pt x="4286162" y="1065256"/>
                  </a:lnTo>
                  <a:lnTo>
                    <a:pt x="4286830" y="1112540"/>
                  </a:lnTo>
                  <a:lnTo>
                    <a:pt x="4287498" y="1104195"/>
                  </a:lnTo>
                  <a:lnTo>
                    <a:pt x="4288166" y="1112540"/>
                  </a:lnTo>
                  <a:lnTo>
                    <a:pt x="4288834" y="1009630"/>
                  </a:lnTo>
                  <a:lnTo>
                    <a:pt x="4289502" y="965128"/>
                  </a:lnTo>
                  <a:lnTo>
                    <a:pt x="4290170" y="945659"/>
                  </a:lnTo>
                  <a:lnTo>
                    <a:pt x="4290839" y="945659"/>
                  </a:lnTo>
                  <a:lnTo>
                    <a:pt x="4291507" y="984598"/>
                  </a:lnTo>
                  <a:lnTo>
                    <a:pt x="4292175" y="1001286"/>
                  </a:lnTo>
                  <a:lnTo>
                    <a:pt x="4292843" y="1001286"/>
                  </a:lnTo>
                  <a:lnTo>
                    <a:pt x="4293511" y="1070819"/>
                  </a:lnTo>
                  <a:lnTo>
                    <a:pt x="4294179" y="1112540"/>
                  </a:lnTo>
                  <a:lnTo>
                    <a:pt x="4294847" y="1115321"/>
                  </a:lnTo>
                  <a:lnTo>
                    <a:pt x="4295515" y="1221012"/>
                  </a:lnTo>
                  <a:lnTo>
                    <a:pt x="4296183" y="1207105"/>
                  </a:lnTo>
                  <a:lnTo>
                    <a:pt x="4296851" y="1223794"/>
                  </a:lnTo>
                  <a:lnTo>
                    <a:pt x="4297519" y="1223794"/>
                  </a:lnTo>
                  <a:lnTo>
                    <a:pt x="4298187" y="1223794"/>
                  </a:lnTo>
                  <a:lnTo>
                    <a:pt x="4298855" y="1223794"/>
                  </a:lnTo>
                  <a:lnTo>
                    <a:pt x="4299523" y="1307234"/>
                  </a:lnTo>
                  <a:lnTo>
                    <a:pt x="4300191" y="1335048"/>
                  </a:lnTo>
                  <a:lnTo>
                    <a:pt x="4300859" y="1335048"/>
                  </a:lnTo>
                  <a:lnTo>
                    <a:pt x="4301527" y="1335048"/>
                  </a:lnTo>
                  <a:lnTo>
                    <a:pt x="4302195" y="1335048"/>
                  </a:lnTo>
                  <a:lnTo>
                    <a:pt x="4302863" y="1335048"/>
                  </a:lnTo>
                  <a:lnTo>
                    <a:pt x="4303531" y="1335048"/>
                  </a:lnTo>
                  <a:lnTo>
                    <a:pt x="4304199" y="1382330"/>
                  </a:lnTo>
                  <a:lnTo>
                    <a:pt x="4304867" y="1390675"/>
                  </a:lnTo>
                  <a:lnTo>
                    <a:pt x="4305535" y="1488022"/>
                  </a:lnTo>
                  <a:lnTo>
                    <a:pt x="4306203" y="1535305"/>
                  </a:lnTo>
                  <a:lnTo>
                    <a:pt x="4306871" y="1557556"/>
                  </a:lnTo>
                  <a:lnTo>
                    <a:pt x="4307539" y="1557556"/>
                  </a:lnTo>
                  <a:lnTo>
                    <a:pt x="4308207" y="1557556"/>
                  </a:lnTo>
                  <a:lnTo>
                    <a:pt x="4308875" y="1557556"/>
                  </a:lnTo>
                  <a:lnTo>
                    <a:pt x="4309543" y="1557556"/>
                  </a:lnTo>
                  <a:lnTo>
                    <a:pt x="4310211" y="1557556"/>
                  </a:lnTo>
                  <a:lnTo>
                    <a:pt x="4310879" y="1557556"/>
                  </a:lnTo>
                  <a:lnTo>
                    <a:pt x="4311547" y="1557556"/>
                  </a:lnTo>
                  <a:lnTo>
                    <a:pt x="4312215" y="1557556"/>
                  </a:lnTo>
                  <a:lnTo>
                    <a:pt x="4312883" y="1629871"/>
                  </a:lnTo>
                  <a:lnTo>
                    <a:pt x="4313551" y="1668810"/>
                  </a:lnTo>
                  <a:lnTo>
                    <a:pt x="4313551" y="1668810"/>
                  </a:lnTo>
                  <a:lnTo>
                    <a:pt x="4314219" y="1668810"/>
                  </a:lnTo>
                  <a:lnTo>
                    <a:pt x="4314888" y="1668810"/>
                  </a:lnTo>
                  <a:lnTo>
                    <a:pt x="4315556" y="1668810"/>
                  </a:lnTo>
                  <a:lnTo>
                    <a:pt x="4316224" y="1668810"/>
                  </a:lnTo>
                  <a:lnTo>
                    <a:pt x="4316892" y="1668810"/>
                  </a:lnTo>
                  <a:lnTo>
                    <a:pt x="4317560" y="1668810"/>
                  </a:lnTo>
                  <a:lnTo>
                    <a:pt x="4318228" y="1643777"/>
                  </a:lnTo>
                  <a:lnTo>
                    <a:pt x="4318896" y="1613183"/>
                  </a:lnTo>
                  <a:lnTo>
                    <a:pt x="4319564" y="1613183"/>
                  </a:lnTo>
                  <a:lnTo>
                    <a:pt x="4320232" y="1599276"/>
                  </a:lnTo>
                  <a:lnTo>
                    <a:pt x="4320900" y="1557556"/>
                  </a:lnTo>
                  <a:lnTo>
                    <a:pt x="4321568" y="1557556"/>
                  </a:lnTo>
                  <a:lnTo>
                    <a:pt x="4322236" y="1557556"/>
                  </a:lnTo>
                  <a:lnTo>
                    <a:pt x="4322904" y="1557556"/>
                  </a:lnTo>
                  <a:lnTo>
                    <a:pt x="4323572" y="1510273"/>
                  </a:lnTo>
                  <a:lnTo>
                    <a:pt x="4324240" y="1501929"/>
                  </a:lnTo>
                  <a:lnTo>
                    <a:pt x="4324908" y="1501929"/>
                  </a:lnTo>
                  <a:lnTo>
                    <a:pt x="4325576" y="1501929"/>
                  </a:lnTo>
                  <a:lnTo>
                    <a:pt x="4326244" y="1501929"/>
                  </a:lnTo>
                  <a:lnTo>
                    <a:pt x="4326912" y="1457427"/>
                  </a:lnTo>
                  <a:lnTo>
                    <a:pt x="4327580" y="1446302"/>
                  </a:lnTo>
                  <a:lnTo>
                    <a:pt x="4328248" y="1446302"/>
                  </a:lnTo>
                  <a:lnTo>
                    <a:pt x="4328916" y="1440739"/>
                  </a:lnTo>
                  <a:lnTo>
                    <a:pt x="4329584" y="1390675"/>
                  </a:lnTo>
                  <a:lnTo>
                    <a:pt x="4330252" y="1390675"/>
                  </a:lnTo>
                  <a:lnTo>
                    <a:pt x="4330920" y="1351736"/>
                  </a:lnTo>
                  <a:lnTo>
                    <a:pt x="4331588" y="1335048"/>
                  </a:lnTo>
                  <a:lnTo>
                    <a:pt x="4332256" y="1335048"/>
                  </a:lnTo>
                  <a:lnTo>
                    <a:pt x="4332924" y="1290546"/>
                  </a:lnTo>
                  <a:lnTo>
                    <a:pt x="4333592" y="1223794"/>
                  </a:lnTo>
                  <a:lnTo>
                    <a:pt x="4334260" y="1223794"/>
                  </a:lnTo>
                  <a:lnTo>
                    <a:pt x="4334928" y="1246044"/>
                  </a:lnTo>
                  <a:lnTo>
                    <a:pt x="4335596" y="1279421"/>
                  </a:lnTo>
                  <a:lnTo>
                    <a:pt x="4336264" y="1279421"/>
                  </a:lnTo>
                  <a:lnTo>
                    <a:pt x="4336932" y="1290546"/>
                  </a:lnTo>
                  <a:lnTo>
                    <a:pt x="4337600" y="1335048"/>
                  </a:lnTo>
                  <a:lnTo>
                    <a:pt x="4338268" y="1335048"/>
                  </a:lnTo>
                  <a:lnTo>
                    <a:pt x="4338936" y="1335048"/>
                  </a:lnTo>
                  <a:lnTo>
                    <a:pt x="4339605" y="1335048"/>
                  </a:lnTo>
                  <a:lnTo>
                    <a:pt x="4340273" y="1379549"/>
                  </a:lnTo>
                  <a:lnTo>
                    <a:pt x="4340941" y="1390675"/>
                  </a:lnTo>
                  <a:lnTo>
                    <a:pt x="4341609" y="1390675"/>
                  </a:lnTo>
                  <a:lnTo>
                    <a:pt x="4342277" y="1390675"/>
                  </a:lnTo>
                  <a:lnTo>
                    <a:pt x="4342945" y="1390675"/>
                  </a:lnTo>
                  <a:lnTo>
                    <a:pt x="4343613" y="1399019"/>
                  </a:lnTo>
                  <a:lnTo>
                    <a:pt x="4344281" y="1390675"/>
                  </a:lnTo>
                  <a:lnTo>
                    <a:pt x="4344949" y="1390675"/>
                  </a:lnTo>
                  <a:lnTo>
                    <a:pt x="4345617" y="1337829"/>
                  </a:lnTo>
                  <a:lnTo>
                    <a:pt x="4346285" y="1371205"/>
                  </a:lnTo>
                  <a:lnTo>
                    <a:pt x="4346953" y="1335048"/>
                  </a:lnTo>
                  <a:lnTo>
                    <a:pt x="4347621" y="1329485"/>
                  </a:lnTo>
                  <a:lnTo>
                    <a:pt x="4348289" y="1335048"/>
                  </a:lnTo>
                  <a:lnTo>
                    <a:pt x="4348957" y="1262732"/>
                  </a:lnTo>
                  <a:lnTo>
                    <a:pt x="4349625" y="1218231"/>
                  </a:lnTo>
                  <a:lnTo>
                    <a:pt x="4350293" y="1276639"/>
                  </a:lnTo>
                  <a:lnTo>
                    <a:pt x="4350961" y="1279421"/>
                  </a:lnTo>
                  <a:lnTo>
                    <a:pt x="4351629" y="1279421"/>
                  </a:lnTo>
                  <a:lnTo>
                    <a:pt x="4352297" y="1279421"/>
                  </a:lnTo>
                  <a:lnTo>
                    <a:pt x="4352965" y="1279421"/>
                  </a:lnTo>
                  <a:lnTo>
                    <a:pt x="4353633" y="1279421"/>
                  </a:lnTo>
                  <a:lnTo>
                    <a:pt x="4354301" y="1246044"/>
                  </a:lnTo>
                  <a:lnTo>
                    <a:pt x="4354969" y="1223794"/>
                  </a:lnTo>
                  <a:lnTo>
                    <a:pt x="4355637" y="1223794"/>
                  </a:lnTo>
                  <a:lnTo>
                    <a:pt x="4356305" y="1201543"/>
                  </a:lnTo>
                  <a:lnTo>
                    <a:pt x="4356973" y="1090289"/>
                  </a:lnTo>
                  <a:lnTo>
                    <a:pt x="4357641" y="1056912"/>
                  </a:lnTo>
                  <a:lnTo>
                    <a:pt x="4358309" y="1056912"/>
                  </a:lnTo>
                  <a:lnTo>
                    <a:pt x="4358977" y="1054131"/>
                  </a:lnTo>
                  <a:lnTo>
                    <a:pt x="4359645" y="970691"/>
                  </a:lnTo>
                  <a:lnTo>
                    <a:pt x="4360313" y="976254"/>
                  </a:lnTo>
                  <a:lnTo>
                    <a:pt x="4360981" y="1001286"/>
                  </a:lnTo>
                  <a:lnTo>
                    <a:pt x="4361649" y="1001286"/>
                  </a:lnTo>
                  <a:lnTo>
                    <a:pt x="4362317" y="1054131"/>
                  </a:lnTo>
                  <a:lnTo>
                    <a:pt x="4362985" y="1073601"/>
                  </a:lnTo>
                  <a:lnTo>
                    <a:pt x="4363653" y="1112540"/>
                  </a:lnTo>
                  <a:lnTo>
                    <a:pt x="4364322" y="1151478"/>
                  </a:lnTo>
                  <a:lnTo>
                    <a:pt x="4364990" y="1168166"/>
                  </a:lnTo>
                  <a:lnTo>
                    <a:pt x="4365658" y="1234919"/>
                  </a:lnTo>
                  <a:lnTo>
                    <a:pt x="4366326" y="1323922"/>
                  </a:lnTo>
                  <a:lnTo>
                    <a:pt x="4366994" y="1335048"/>
                  </a:lnTo>
                  <a:lnTo>
                    <a:pt x="4367662" y="1321141"/>
                  </a:lnTo>
                  <a:lnTo>
                    <a:pt x="4368330" y="1279421"/>
                  </a:lnTo>
                  <a:lnTo>
                    <a:pt x="4368998" y="1279421"/>
                  </a:lnTo>
                  <a:lnTo>
                    <a:pt x="4369666" y="1257170"/>
                  </a:lnTo>
                  <a:lnTo>
                    <a:pt x="4370334" y="1184855"/>
                  </a:lnTo>
                  <a:lnTo>
                    <a:pt x="4371002" y="1176511"/>
                  </a:lnTo>
                  <a:lnTo>
                    <a:pt x="4371670" y="1157041"/>
                  </a:lnTo>
                  <a:lnTo>
                    <a:pt x="4372338" y="1112540"/>
                  </a:lnTo>
                  <a:lnTo>
                    <a:pt x="4373006" y="1084726"/>
                  </a:lnTo>
                  <a:lnTo>
                    <a:pt x="4373674" y="1187636"/>
                  </a:lnTo>
                  <a:lnTo>
                    <a:pt x="4374342" y="1223794"/>
                  </a:lnTo>
                  <a:lnTo>
                    <a:pt x="4375010" y="1223794"/>
                  </a:lnTo>
                  <a:lnTo>
                    <a:pt x="4375678" y="1223794"/>
                  </a:lnTo>
                  <a:lnTo>
                    <a:pt x="4376346" y="1307234"/>
                  </a:lnTo>
                  <a:lnTo>
                    <a:pt x="4377014" y="1335048"/>
                  </a:lnTo>
                  <a:lnTo>
                    <a:pt x="4377682" y="1335048"/>
                  </a:lnTo>
                  <a:lnTo>
                    <a:pt x="4378350" y="1335048"/>
                  </a:lnTo>
                  <a:lnTo>
                    <a:pt x="4379018" y="1307234"/>
                  </a:lnTo>
                  <a:lnTo>
                    <a:pt x="4379686" y="1279421"/>
                  </a:lnTo>
                  <a:lnTo>
                    <a:pt x="4380354" y="1279421"/>
                  </a:lnTo>
                  <a:lnTo>
                    <a:pt x="4381022" y="1151478"/>
                  </a:lnTo>
                  <a:lnTo>
                    <a:pt x="4381690" y="1056912"/>
                  </a:lnTo>
                  <a:lnTo>
                    <a:pt x="4382358" y="1056912"/>
                  </a:lnTo>
                  <a:lnTo>
                    <a:pt x="4383026" y="1020755"/>
                  </a:lnTo>
                  <a:lnTo>
                    <a:pt x="4383694" y="1001286"/>
                  </a:lnTo>
                  <a:lnTo>
                    <a:pt x="4384362" y="1012411"/>
                  </a:lnTo>
                  <a:lnTo>
                    <a:pt x="4385030" y="1006848"/>
                  </a:lnTo>
                  <a:lnTo>
                    <a:pt x="4385698" y="890032"/>
                  </a:lnTo>
                  <a:lnTo>
                    <a:pt x="4386366" y="909501"/>
                  </a:lnTo>
                  <a:lnTo>
                    <a:pt x="4387034" y="981816"/>
                  </a:lnTo>
                  <a:lnTo>
                    <a:pt x="4387702" y="1020755"/>
                  </a:lnTo>
                  <a:lnTo>
                    <a:pt x="4388370" y="1045787"/>
                  </a:lnTo>
                  <a:lnTo>
                    <a:pt x="4389039" y="1056912"/>
                  </a:lnTo>
                  <a:lnTo>
                    <a:pt x="4389707" y="1098633"/>
                  </a:lnTo>
                  <a:lnTo>
                    <a:pt x="4390375" y="1112540"/>
                  </a:lnTo>
                  <a:lnTo>
                    <a:pt x="4391043" y="1112540"/>
                  </a:lnTo>
                  <a:lnTo>
                    <a:pt x="4391711" y="1112540"/>
                  </a:lnTo>
                  <a:lnTo>
                    <a:pt x="4392379" y="1112540"/>
                  </a:lnTo>
                  <a:lnTo>
                    <a:pt x="4393047" y="1112540"/>
                  </a:lnTo>
                  <a:lnTo>
                    <a:pt x="4393715" y="1070819"/>
                  </a:lnTo>
                  <a:lnTo>
                    <a:pt x="4394383" y="1056912"/>
                  </a:lnTo>
                  <a:lnTo>
                    <a:pt x="4395051" y="1034662"/>
                  </a:lnTo>
                  <a:lnTo>
                    <a:pt x="4395719" y="1026317"/>
                  </a:lnTo>
                  <a:lnTo>
                    <a:pt x="4396387" y="1056912"/>
                  </a:lnTo>
                  <a:lnTo>
                    <a:pt x="4397055" y="1056912"/>
                  </a:lnTo>
                  <a:lnTo>
                    <a:pt x="4397723" y="1168166"/>
                  </a:lnTo>
                  <a:lnTo>
                    <a:pt x="4398391" y="1223794"/>
                  </a:lnTo>
                  <a:lnTo>
                    <a:pt x="4399059" y="1223794"/>
                  </a:lnTo>
                  <a:lnTo>
                    <a:pt x="4399727" y="1257170"/>
                  </a:lnTo>
                  <a:lnTo>
                    <a:pt x="4400395" y="1279421"/>
                  </a:lnTo>
                  <a:lnTo>
                    <a:pt x="4401063" y="1268295"/>
                  </a:lnTo>
                  <a:lnTo>
                    <a:pt x="4401731" y="1265514"/>
                  </a:lnTo>
                  <a:lnTo>
                    <a:pt x="4402399" y="1390675"/>
                  </a:lnTo>
                  <a:lnTo>
                    <a:pt x="4403067" y="1390675"/>
                  </a:lnTo>
                  <a:lnTo>
                    <a:pt x="4403735" y="1335048"/>
                  </a:lnTo>
                  <a:lnTo>
                    <a:pt x="4404403" y="1335048"/>
                  </a:lnTo>
                  <a:lnTo>
                    <a:pt x="4405071" y="1351736"/>
                  </a:lnTo>
                  <a:lnTo>
                    <a:pt x="4405739" y="1348954"/>
                  </a:lnTo>
                  <a:lnTo>
                    <a:pt x="4406407" y="1329485"/>
                  </a:lnTo>
                  <a:lnTo>
                    <a:pt x="4407075" y="1279421"/>
                  </a:lnTo>
                  <a:lnTo>
                    <a:pt x="4407743" y="1279421"/>
                  </a:lnTo>
                  <a:lnTo>
                    <a:pt x="4408411" y="1273858"/>
                  </a:lnTo>
                  <a:lnTo>
                    <a:pt x="4409079" y="1223794"/>
                  </a:lnTo>
                  <a:lnTo>
                    <a:pt x="4409747" y="1223794"/>
                  </a:lnTo>
                  <a:lnTo>
                    <a:pt x="4410415" y="1262732"/>
                  </a:lnTo>
                  <a:lnTo>
                    <a:pt x="4411083" y="1279421"/>
                  </a:lnTo>
                  <a:lnTo>
                    <a:pt x="4411751" y="1298890"/>
                  </a:lnTo>
                  <a:lnTo>
                    <a:pt x="4412419" y="1335048"/>
                  </a:lnTo>
                  <a:lnTo>
                    <a:pt x="4413088" y="1335048"/>
                  </a:lnTo>
                  <a:lnTo>
                    <a:pt x="4413756" y="1335048"/>
                  </a:lnTo>
                  <a:lnTo>
                    <a:pt x="4414424" y="1337829"/>
                  </a:lnTo>
                  <a:lnTo>
                    <a:pt x="4415092" y="1390675"/>
                  </a:lnTo>
                  <a:lnTo>
                    <a:pt x="4415760" y="1390675"/>
                  </a:lnTo>
                  <a:lnTo>
                    <a:pt x="4416428" y="1390675"/>
                  </a:lnTo>
                  <a:lnTo>
                    <a:pt x="4417096" y="1390675"/>
                  </a:lnTo>
                  <a:lnTo>
                    <a:pt x="4417764" y="1399019"/>
                  </a:lnTo>
                  <a:lnTo>
                    <a:pt x="4418432" y="1446302"/>
                  </a:lnTo>
                  <a:lnTo>
                    <a:pt x="4419100" y="1446302"/>
                  </a:lnTo>
                  <a:lnTo>
                    <a:pt x="4419768" y="1432395"/>
                  </a:lnTo>
                  <a:lnTo>
                    <a:pt x="4420436" y="1443520"/>
                  </a:lnTo>
                  <a:lnTo>
                    <a:pt x="4421104" y="1446302"/>
                  </a:lnTo>
                  <a:lnTo>
                    <a:pt x="4421772" y="1446302"/>
                  </a:lnTo>
                  <a:lnTo>
                    <a:pt x="4422440" y="1485240"/>
                  </a:lnTo>
                  <a:lnTo>
                    <a:pt x="4423108" y="1504710"/>
                  </a:lnTo>
                  <a:lnTo>
                    <a:pt x="4423776" y="1557556"/>
                  </a:lnTo>
                  <a:lnTo>
                    <a:pt x="4424444" y="1557556"/>
                  </a:lnTo>
                  <a:lnTo>
                    <a:pt x="4425112" y="1560337"/>
                  </a:lnTo>
                  <a:lnTo>
                    <a:pt x="4425780" y="1613183"/>
                  </a:lnTo>
                  <a:lnTo>
                    <a:pt x="4426448" y="1613183"/>
                  </a:lnTo>
                  <a:lnTo>
                    <a:pt x="4427116" y="1613183"/>
                  </a:lnTo>
                  <a:lnTo>
                    <a:pt x="4427784" y="1613183"/>
                  </a:lnTo>
                  <a:lnTo>
                    <a:pt x="4428452" y="1613183"/>
                  </a:lnTo>
                  <a:lnTo>
                    <a:pt x="4429120" y="1613183"/>
                  </a:lnTo>
                  <a:lnTo>
                    <a:pt x="4429788" y="1602057"/>
                  </a:lnTo>
                  <a:lnTo>
                    <a:pt x="4430456" y="1557556"/>
                  </a:lnTo>
                  <a:lnTo>
                    <a:pt x="4431124" y="1557556"/>
                  </a:lnTo>
                  <a:lnTo>
                    <a:pt x="4431792" y="1557556"/>
                  </a:lnTo>
                  <a:lnTo>
                    <a:pt x="4432460" y="1557556"/>
                  </a:lnTo>
                  <a:lnTo>
                    <a:pt x="4433128" y="1557556"/>
                  </a:lnTo>
                  <a:lnTo>
                    <a:pt x="4433796" y="1557556"/>
                  </a:lnTo>
                  <a:lnTo>
                    <a:pt x="4434464" y="1507491"/>
                  </a:lnTo>
                  <a:lnTo>
                    <a:pt x="4435132" y="1501929"/>
                  </a:lnTo>
                  <a:lnTo>
                    <a:pt x="4435800" y="1479678"/>
                  </a:lnTo>
                  <a:lnTo>
                    <a:pt x="4436468" y="1457427"/>
                  </a:lnTo>
                  <a:lnTo>
                    <a:pt x="4437136" y="1501929"/>
                  </a:lnTo>
                  <a:lnTo>
                    <a:pt x="4437805" y="1501929"/>
                  </a:lnTo>
                  <a:lnTo>
                    <a:pt x="4438473" y="1446302"/>
                  </a:lnTo>
                  <a:lnTo>
                    <a:pt x="4439141" y="1446302"/>
                  </a:lnTo>
                  <a:lnTo>
                    <a:pt x="4439809" y="1446302"/>
                  </a:lnTo>
                  <a:lnTo>
                    <a:pt x="4440477" y="1446302"/>
                  </a:lnTo>
                  <a:lnTo>
                    <a:pt x="4441145" y="1446302"/>
                  </a:lnTo>
                  <a:lnTo>
                    <a:pt x="4441813" y="1446302"/>
                  </a:lnTo>
                  <a:lnTo>
                    <a:pt x="4442481" y="1446302"/>
                  </a:lnTo>
                  <a:lnTo>
                    <a:pt x="4443149" y="1446302"/>
                  </a:lnTo>
                  <a:lnTo>
                    <a:pt x="4443817" y="1446302"/>
                  </a:lnTo>
                  <a:lnTo>
                    <a:pt x="4444485" y="1421269"/>
                  </a:lnTo>
                  <a:lnTo>
                    <a:pt x="4445153" y="1390675"/>
                  </a:lnTo>
                  <a:lnTo>
                    <a:pt x="4445821" y="1343392"/>
                  </a:lnTo>
                  <a:lnTo>
                    <a:pt x="4446489" y="1343392"/>
                  </a:lnTo>
                  <a:lnTo>
                    <a:pt x="4447157" y="1385112"/>
                  </a:lnTo>
                  <a:lnTo>
                    <a:pt x="4447825" y="1335048"/>
                  </a:lnTo>
                  <a:lnTo>
                    <a:pt x="4448493" y="1335048"/>
                  </a:lnTo>
                  <a:lnTo>
                    <a:pt x="4449161" y="1335048"/>
                  </a:lnTo>
                  <a:lnTo>
                    <a:pt x="4449829" y="1335048"/>
                  </a:lnTo>
                  <a:lnTo>
                    <a:pt x="4450497" y="1335048"/>
                  </a:lnTo>
                  <a:lnTo>
                    <a:pt x="4451165" y="1382330"/>
                  </a:lnTo>
                  <a:lnTo>
                    <a:pt x="4451833" y="1390675"/>
                  </a:lnTo>
                  <a:lnTo>
                    <a:pt x="4452501" y="1410144"/>
                  </a:lnTo>
                  <a:lnTo>
                    <a:pt x="4453169" y="1446302"/>
                  </a:lnTo>
                  <a:lnTo>
                    <a:pt x="4453837" y="1446302"/>
                  </a:lnTo>
                  <a:lnTo>
                    <a:pt x="4454505" y="1446302"/>
                  </a:lnTo>
                  <a:lnTo>
                    <a:pt x="4455173" y="1499147"/>
                  </a:lnTo>
                  <a:lnTo>
                    <a:pt x="4455841" y="1501929"/>
                  </a:lnTo>
                  <a:lnTo>
                    <a:pt x="4456509" y="1493585"/>
                  </a:lnTo>
                  <a:lnTo>
                    <a:pt x="4457177" y="1446302"/>
                  </a:lnTo>
                  <a:lnTo>
                    <a:pt x="4457845" y="1446302"/>
                  </a:lnTo>
                  <a:lnTo>
                    <a:pt x="4458513" y="1446302"/>
                  </a:lnTo>
                  <a:lnTo>
                    <a:pt x="4459181" y="1446302"/>
                  </a:lnTo>
                  <a:lnTo>
                    <a:pt x="4459849" y="1446302"/>
                  </a:lnTo>
                  <a:lnTo>
                    <a:pt x="4460517" y="1446302"/>
                  </a:lnTo>
                  <a:lnTo>
                    <a:pt x="4461185" y="1462990"/>
                  </a:lnTo>
                  <a:lnTo>
                    <a:pt x="4461853" y="1446302"/>
                  </a:lnTo>
                  <a:lnTo>
                    <a:pt x="4462522" y="1490803"/>
                  </a:lnTo>
                  <a:lnTo>
                    <a:pt x="4463190" y="1501929"/>
                  </a:lnTo>
                  <a:lnTo>
                    <a:pt x="4463858" y="1504710"/>
                  </a:lnTo>
                  <a:lnTo>
                    <a:pt x="4464526" y="1557556"/>
                  </a:lnTo>
                  <a:lnTo>
                    <a:pt x="4465194" y="1557556"/>
                  </a:lnTo>
                  <a:lnTo>
                    <a:pt x="4465862" y="1557556"/>
                  </a:lnTo>
                  <a:lnTo>
                    <a:pt x="4466530" y="1557556"/>
                  </a:lnTo>
                  <a:lnTo>
                    <a:pt x="4467198" y="1524179"/>
                  </a:lnTo>
                  <a:lnTo>
                    <a:pt x="4467866" y="1501929"/>
                  </a:lnTo>
                  <a:lnTo>
                    <a:pt x="4468534" y="1373987"/>
                  </a:lnTo>
                  <a:lnTo>
                    <a:pt x="4469202" y="1335048"/>
                  </a:lnTo>
                  <a:lnTo>
                    <a:pt x="4469870" y="1279421"/>
                  </a:lnTo>
                  <a:lnTo>
                    <a:pt x="4470538" y="1273858"/>
                  </a:lnTo>
                  <a:lnTo>
                    <a:pt x="4471206" y="1006848"/>
                  </a:lnTo>
                  <a:lnTo>
                    <a:pt x="4471874" y="890032"/>
                  </a:lnTo>
                  <a:lnTo>
                    <a:pt x="4472542" y="890032"/>
                  </a:lnTo>
                  <a:lnTo>
                    <a:pt x="4473210" y="895594"/>
                  </a:lnTo>
                  <a:lnTo>
                    <a:pt x="4473878" y="945659"/>
                  </a:lnTo>
                  <a:lnTo>
                    <a:pt x="4474546" y="890032"/>
                  </a:lnTo>
                  <a:lnTo>
                    <a:pt x="4475214" y="890032"/>
                  </a:lnTo>
                  <a:lnTo>
                    <a:pt x="4475882" y="890032"/>
                  </a:lnTo>
                  <a:lnTo>
                    <a:pt x="4476550" y="890032"/>
                  </a:lnTo>
                  <a:lnTo>
                    <a:pt x="4477218" y="890032"/>
                  </a:lnTo>
                  <a:lnTo>
                    <a:pt x="4477886" y="892813"/>
                  </a:lnTo>
                  <a:lnTo>
                    <a:pt x="4478554" y="945659"/>
                  </a:lnTo>
                  <a:lnTo>
                    <a:pt x="4479222" y="903938"/>
                  </a:lnTo>
                  <a:lnTo>
                    <a:pt x="4479890" y="806591"/>
                  </a:lnTo>
                  <a:lnTo>
                    <a:pt x="4480558" y="753745"/>
                  </a:lnTo>
                  <a:lnTo>
                    <a:pt x="4481226" y="723150"/>
                  </a:lnTo>
                  <a:lnTo>
                    <a:pt x="4481894" y="723150"/>
                  </a:lnTo>
                  <a:lnTo>
                    <a:pt x="4482562" y="678649"/>
                  </a:lnTo>
                  <a:lnTo>
                    <a:pt x="4483230" y="667523"/>
                  </a:lnTo>
                  <a:lnTo>
                    <a:pt x="4483898" y="698118"/>
                  </a:lnTo>
                  <a:lnTo>
                    <a:pt x="4484566" y="723150"/>
                  </a:lnTo>
                  <a:lnTo>
                    <a:pt x="4485234" y="842749"/>
                  </a:lnTo>
                  <a:lnTo>
                    <a:pt x="4485902" y="890032"/>
                  </a:lnTo>
                  <a:lnTo>
                    <a:pt x="4486570" y="942877"/>
                  </a:lnTo>
                  <a:lnTo>
                    <a:pt x="4487239" y="948440"/>
                  </a:lnTo>
                  <a:lnTo>
                    <a:pt x="4487907" y="1201543"/>
                  </a:lnTo>
                  <a:lnTo>
                    <a:pt x="4488575" y="1335048"/>
                  </a:lnTo>
                  <a:lnTo>
                    <a:pt x="4489243" y="1335048"/>
                  </a:lnTo>
                  <a:lnTo>
                    <a:pt x="4489911" y="1335048"/>
                  </a:lnTo>
                  <a:lnTo>
                    <a:pt x="4490579" y="1323922"/>
                  </a:lnTo>
                  <a:lnTo>
                    <a:pt x="4491247" y="1332266"/>
                  </a:lnTo>
                  <a:lnTo>
                    <a:pt x="4491915" y="1335048"/>
                  </a:lnTo>
                  <a:lnTo>
                    <a:pt x="4492583" y="1335048"/>
                  </a:lnTo>
                  <a:lnTo>
                    <a:pt x="4493251" y="1335048"/>
                  </a:lnTo>
                  <a:lnTo>
                    <a:pt x="4493919" y="1335048"/>
                  </a:lnTo>
                  <a:lnTo>
                    <a:pt x="4494587" y="1335048"/>
                  </a:lnTo>
                  <a:lnTo>
                    <a:pt x="4495255" y="1335048"/>
                  </a:lnTo>
                  <a:lnTo>
                    <a:pt x="4495923" y="1373986"/>
                  </a:lnTo>
                  <a:lnTo>
                    <a:pt x="4496591" y="1468552"/>
                  </a:lnTo>
                  <a:lnTo>
                    <a:pt x="4497259" y="1524179"/>
                  </a:lnTo>
                  <a:lnTo>
                    <a:pt x="4497927" y="1557556"/>
                  </a:lnTo>
                  <a:lnTo>
                    <a:pt x="4498595" y="1557556"/>
                  </a:lnTo>
                  <a:lnTo>
                    <a:pt x="4499263" y="1568681"/>
                  </a:lnTo>
                  <a:lnTo>
                    <a:pt x="4499931" y="1501929"/>
                  </a:lnTo>
                  <a:lnTo>
                    <a:pt x="4500599" y="1501929"/>
                  </a:lnTo>
                  <a:lnTo>
                    <a:pt x="4501267" y="1496366"/>
                  </a:lnTo>
                  <a:lnTo>
                    <a:pt x="4501935" y="1446302"/>
                  </a:lnTo>
                  <a:lnTo>
                    <a:pt x="4502603" y="1446302"/>
                  </a:lnTo>
                  <a:lnTo>
                    <a:pt x="4503271" y="1446302"/>
                  </a:lnTo>
                  <a:lnTo>
                    <a:pt x="4503939" y="1446302"/>
                  </a:lnTo>
                  <a:lnTo>
                    <a:pt x="4504607" y="1446302"/>
                  </a:lnTo>
                  <a:lnTo>
                    <a:pt x="4505275" y="1446302"/>
                  </a:lnTo>
                  <a:lnTo>
                    <a:pt x="4505943" y="1446302"/>
                  </a:lnTo>
                  <a:lnTo>
                    <a:pt x="4506611" y="1446302"/>
                  </a:lnTo>
                  <a:lnTo>
                    <a:pt x="4507279" y="1454646"/>
                  </a:lnTo>
                  <a:lnTo>
                    <a:pt x="4507947" y="1501929"/>
                  </a:lnTo>
                  <a:lnTo>
                    <a:pt x="4508615" y="1501929"/>
                  </a:lnTo>
                  <a:lnTo>
                    <a:pt x="4509283" y="1499147"/>
                  </a:lnTo>
                  <a:lnTo>
                    <a:pt x="4509951" y="1446302"/>
                  </a:lnTo>
                  <a:lnTo>
                    <a:pt x="4510619" y="1446302"/>
                  </a:lnTo>
                  <a:lnTo>
                    <a:pt x="4511288" y="1446302"/>
                  </a:lnTo>
                  <a:lnTo>
                    <a:pt x="4511956" y="1446302"/>
                  </a:lnTo>
                  <a:lnTo>
                    <a:pt x="4512624" y="1446302"/>
                  </a:lnTo>
                  <a:lnTo>
                    <a:pt x="4513292" y="1446302"/>
                  </a:lnTo>
                  <a:lnTo>
                    <a:pt x="4513960" y="1446302"/>
                  </a:lnTo>
                  <a:lnTo>
                    <a:pt x="4514628" y="1446302"/>
                  </a:lnTo>
                  <a:lnTo>
                    <a:pt x="4515296" y="1446302"/>
                  </a:lnTo>
                  <a:lnTo>
                    <a:pt x="4515964" y="1471334"/>
                  </a:lnTo>
                  <a:lnTo>
                    <a:pt x="4516632" y="1557556"/>
                  </a:lnTo>
                  <a:lnTo>
                    <a:pt x="4517300" y="1557556"/>
                  </a:lnTo>
                  <a:lnTo>
                    <a:pt x="4517968" y="1538086"/>
                  </a:lnTo>
                  <a:lnTo>
                    <a:pt x="4518636" y="1557556"/>
                  </a:lnTo>
                  <a:lnTo>
                    <a:pt x="4519304" y="1557556"/>
                  </a:lnTo>
                  <a:lnTo>
                    <a:pt x="4519972" y="1557556"/>
                  </a:lnTo>
                  <a:lnTo>
                    <a:pt x="4520640" y="1557556"/>
                  </a:lnTo>
                  <a:lnTo>
                    <a:pt x="4521308" y="1557556"/>
                  </a:lnTo>
                  <a:lnTo>
                    <a:pt x="4521976" y="1557556"/>
                  </a:lnTo>
                  <a:lnTo>
                    <a:pt x="4522644" y="1538086"/>
                  </a:lnTo>
                  <a:lnTo>
                    <a:pt x="4523312" y="1476896"/>
                  </a:lnTo>
                  <a:lnTo>
                    <a:pt x="4523980" y="1446302"/>
                  </a:lnTo>
                  <a:lnTo>
                    <a:pt x="4524648" y="1437957"/>
                  </a:lnTo>
                  <a:lnTo>
                    <a:pt x="4525316" y="1390675"/>
                  </a:lnTo>
                  <a:lnTo>
                    <a:pt x="4525984" y="1390675"/>
                  </a:lnTo>
                  <a:lnTo>
                    <a:pt x="4526652" y="1446302"/>
                  </a:lnTo>
                  <a:lnTo>
                    <a:pt x="4527320" y="1446302"/>
                  </a:lnTo>
                  <a:lnTo>
                    <a:pt x="4527988" y="1446302"/>
                  </a:lnTo>
                  <a:lnTo>
                    <a:pt x="4528656" y="1446302"/>
                  </a:lnTo>
                  <a:lnTo>
                    <a:pt x="4529324" y="1446302"/>
                  </a:lnTo>
                  <a:lnTo>
                    <a:pt x="4529992" y="1446302"/>
                  </a:lnTo>
                  <a:lnTo>
                    <a:pt x="4530660" y="1437957"/>
                  </a:lnTo>
                  <a:lnTo>
                    <a:pt x="4531328" y="1360080"/>
                  </a:lnTo>
                  <a:lnTo>
                    <a:pt x="4531996" y="1335048"/>
                  </a:lnTo>
                  <a:lnTo>
                    <a:pt x="4532664" y="1307234"/>
                  </a:lnTo>
                  <a:lnTo>
                    <a:pt x="4533332" y="1279421"/>
                  </a:lnTo>
                  <a:lnTo>
                    <a:pt x="4534000" y="1279421"/>
                  </a:lnTo>
                  <a:lnTo>
                    <a:pt x="4534668" y="1298890"/>
                  </a:lnTo>
                  <a:lnTo>
                    <a:pt x="4535336" y="1335048"/>
                  </a:lnTo>
                  <a:lnTo>
                    <a:pt x="4536005" y="1335048"/>
                  </a:lnTo>
                  <a:lnTo>
                    <a:pt x="4536673" y="1335048"/>
                  </a:lnTo>
                  <a:lnTo>
                    <a:pt x="4537341" y="1335048"/>
                  </a:lnTo>
                  <a:lnTo>
                    <a:pt x="4538009" y="1335048"/>
                  </a:lnTo>
                  <a:lnTo>
                    <a:pt x="4538677" y="1335048"/>
                  </a:lnTo>
                  <a:lnTo>
                    <a:pt x="4539345" y="1335048"/>
                  </a:lnTo>
                  <a:lnTo>
                    <a:pt x="4540013" y="1312797"/>
                  </a:lnTo>
                  <a:lnTo>
                    <a:pt x="4540681" y="1335048"/>
                  </a:lnTo>
                  <a:lnTo>
                    <a:pt x="4541349" y="1340610"/>
                  </a:lnTo>
                  <a:lnTo>
                    <a:pt x="4542017" y="1390675"/>
                  </a:lnTo>
                  <a:lnTo>
                    <a:pt x="4542685" y="1390675"/>
                  </a:lnTo>
                  <a:lnTo>
                    <a:pt x="4543353" y="1390675"/>
                  </a:lnTo>
                  <a:lnTo>
                    <a:pt x="4544021" y="1390675"/>
                  </a:lnTo>
                  <a:lnTo>
                    <a:pt x="4544689" y="1390675"/>
                  </a:lnTo>
                  <a:lnTo>
                    <a:pt x="4545357" y="1390675"/>
                  </a:lnTo>
                  <a:lnTo>
                    <a:pt x="4546025" y="1390675"/>
                  </a:lnTo>
                  <a:lnTo>
                    <a:pt x="4546693" y="1376768"/>
                  </a:lnTo>
                  <a:lnTo>
                    <a:pt x="4547361" y="1340610"/>
                  </a:lnTo>
                  <a:lnTo>
                    <a:pt x="4548029" y="1418488"/>
                  </a:lnTo>
                  <a:lnTo>
                    <a:pt x="4548697" y="1446302"/>
                  </a:lnTo>
                  <a:lnTo>
                    <a:pt x="4549365" y="1471334"/>
                  </a:lnTo>
                  <a:lnTo>
                    <a:pt x="4550033" y="1501929"/>
                  </a:lnTo>
                  <a:lnTo>
                    <a:pt x="4550701" y="1462990"/>
                  </a:lnTo>
                  <a:lnTo>
                    <a:pt x="4551369" y="1390675"/>
                  </a:lnTo>
                  <a:lnTo>
                    <a:pt x="4552037" y="1390675"/>
                  </a:lnTo>
                  <a:lnTo>
                    <a:pt x="4552705" y="1390675"/>
                  </a:lnTo>
                  <a:lnTo>
                    <a:pt x="4553373" y="1390675"/>
                  </a:lnTo>
                  <a:lnTo>
                    <a:pt x="4554041" y="1390675"/>
                  </a:lnTo>
                  <a:lnTo>
                    <a:pt x="4554709" y="1390675"/>
                  </a:lnTo>
                  <a:lnTo>
                    <a:pt x="4555377" y="1390675"/>
                  </a:lnTo>
                  <a:lnTo>
                    <a:pt x="4556045" y="1404581"/>
                  </a:lnTo>
                  <a:lnTo>
                    <a:pt x="4556713" y="1488022"/>
                  </a:lnTo>
                  <a:lnTo>
                    <a:pt x="4557381" y="1501929"/>
                  </a:lnTo>
                  <a:lnTo>
                    <a:pt x="4558049" y="1501929"/>
                  </a:lnTo>
                  <a:lnTo>
                    <a:pt x="4558717" y="1501929"/>
                  </a:lnTo>
                  <a:lnTo>
                    <a:pt x="4559385" y="1465771"/>
                  </a:lnTo>
                  <a:lnTo>
                    <a:pt x="4560053" y="1412925"/>
                  </a:lnTo>
                  <a:lnTo>
                    <a:pt x="4560722" y="1390675"/>
                  </a:lnTo>
                  <a:lnTo>
                    <a:pt x="4561390" y="1379549"/>
                  </a:lnTo>
                  <a:lnTo>
                    <a:pt x="4562058" y="1335048"/>
                  </a:lnTo>
                  <a:lnTo>
                    <a:pt x="4562726" y="1335048"/>
                  </a:lnTo>
                  <a:lnTo>
                    <a:pt x="4563394" y="1346173"/>
                  </a:lnTo>
                  <a:lnTo>
                    <a:pt x="4564062" y="1390675"/>
                  </a:lnTo>
                  <a:lnTo>
                    <a:pt x="4564730" y="1385112"/>
                  </a:lnTo>
                  <a:lnTo>
                    <a:pt x="4565398" y="1335048"/>
                  </a:lnTo>
                  <a:lnTo>
                    <a:pt x="4566066" y="1318359"/>
                  </a:lnTo>
                  <a:lnTo>
                    <a:pt x="4566734" y="1223794"/>
                  </a:lnTo>
                  <a:lnTo>
                    <a:pt x="4567402" y="1257170"/>
                  </a:lnTo>
                  <a:lnTo>
                    <a:pt x="4568070" y="1335048"/>
                  </a:lnTo>
                  <a:lnTo>
                    <a:pt x="4568738" y="1335048"/>
                  </a:lnTo>
                  <a:lnTo>
                    <a:pt x="4569406" y="1298890"/>
                  </a:lnTo>
                  <a:lnTo>
                    <a:pt x="4570074" y="1243263"/>
                  </a:lnTo>
                  <a:lnTo>
                    <a:pt x="4570742" y="1223794"/>
                  </a:lnTo>
                  <a:lnTo>
                    <a:pt x="4571410" y="1223794"/>
                  </a:lnTo>
                  <a:lnTo>
                    <a:pt x="4572078" y="1201543"/>
                  </a:lnTo>
                  <a:lnTo>
                    <a:pt x="4572746" y="1168166"/>
                  </a:lnTo>
                  <a:lnTo>
                    <a:pt x="4573414" y="1168166"/>
                  </a:lnTo>
                  <a:lnTo>
                    <a:pt x="4574082" y="1109758"/>
                  </a:lnTo>
                  <a:lnTo>
                    <a:pt x="4574750" y="1056912"/>
                  </a:lnTo>
                  <a:lnTo>
                    <a:pt x="4575418" y="1056912"/>
                  </a:lnTo>
                  <a:lnTo>
                    <a:pt x="4576086" y="1090289"/>
                  </a:lnTo>
                  <a:lnTo>
                    <a:pt x="4576754" y="1143134"/>
                  </a:lnTo>
                  <a:lnTo>
                    <a:pt x="4577422" y="1168166"/>
                  </a:lnTo>
                  <a:lnTo>
                    <a:pt x="4578090" y="1176511"/>
                  </a:lnTo>
                  <a:lnTo>
                    <a:pt x="4578758" y="1223794"/>
                  </a:lnTo>
                  <a:lnTo>
                    <a:pt x="4579426" y="1223794"/>
                  </a:lnTo>
                  <a:lnTo>
                    <a:pt x="4580094" y="1209887"/>
                  </a:lnTo>
                  <a:lnTo>
                    <a:pt x="4580762" y="1168166"/>
                  </a:lnTo>
                  <a:lnTo>
                    <a:pt x="4581430" y="1170948"/>
                  </a:lnTo>
                  <a:lnTo>
                    <a:pt x="4582098" y="1223794"/>
                  </a:lnTo>
                  <a:lnTo>
                    <a:pt x="4582766" y="1237700"/>
                  </a:lnTo>
                  <a:lnTo>
                    <a:pt x="4583434" y="1332266"/>
                  </a:lnTo>
                  <a:lnTo>
                    <a:pt x="4584102" y="1312797"/>
                  </a:lnTo>
                  <a:lnTo>
                    <a:pt x="4584771" y="1279421"/>
                  </a:lnTo>
                  <a:lnTo>
                    <a:pt x="4585439" y="1279421"/>
                  </a:lnTo>
                  <a:lnTo>
                    <a:pt x="4586107" y="1304453"/>
                  </a:lnTo>
                  <a:lnTo>
                    <a:pt x="4586775" y="1312797"/>
                  </a:lnTo>
                  <a:lnTo>
                    <a:pt x="4587443" y="1335048"/>
                  </a:lnTo>
                  <a:lnTo>
                    <a:pt x="4588111" y="1335048"/>
                  </a:lnTo>
                  <a:lnTo>
                    <a:pt x="4588779" y="1354517"/>
                  </a:lnTo>
                  <a:lnTo>
                    <a:pt x="4589447" y="1340610"/>
                  </a:lnTo>
                  <a:lnTo>
                    <a:pt x="4590115" y="1279421"/>
                  </a:lnTo>
                  <a:lnTo>
                    <a:pt x="4590783" y="1287765"/>
                  </a:lnTo>
                  <a:lnTo>
                    <a:pt x="4591451" y="1335048"/>
                  </a:lnTo>
                  <a:lnTo>
                    <a:pt x="4592119" y="1304453"/>
                  </a:lnTo>
                  <a:lnTo>
                    <a:pt x="4592787" y="1279421"/>
                  </a:lnTo>
                  <a:lnTo>
                    <a:pt x="4593455" y="1265514"/>
                  </a:lnTo>
                  <a:lnTo>
                    <a:pt x="4594123" y="1223794"/>
                  </a:lnTo>
                  <a:lnTo>
                    <a:pt x="4594791" y="1223794"/>
                  </a:lnTo>
                  <a:lnTo>
                    <a:pt x="4595459" y="1212668"/>
                  </a:lnTo>
                  <a:lnTo>
                    <a:pt x="4596127" y="1168166"/>
                  </a:lnTo>
                  <a:lnTo>
                    <a:pt x="4596795" y="1140353"/>
                  </a:lnTo>
                  <a:lnTo>
                    <a:pt x="4597463" y="1168166"/>
                  </a:lnTo>
                  <a:lnTo>
                    <a:pt x="4598131" y="1162604"/>
                  </a:lnTo>
                  <a:lnTo>
                    <a:pt x="4598799" y="1112540"/>
                  </a:lnTo>
                  <a:lnTo>
                    <a:pt x="4599467" y="1112540"/>
                  </a:lnTo>
                  <a:lnTo>
                    <a:pt x="4600135" y="1112540"/>
                  </a:lnTo>
                  <a:lnTo>
                    <a:pt x="4600803" y="1132009"/>
                  </a:lnTo>
                  <a:lnTo>
                    <a:pt x="4601471" y="1168166"/>
                  </a:lnTo>
                  <a:lnTo>
                    <a:pt x="4602139" y="1168166"/>
                  </a:lnTo>
                  <a:lnTo>
                    <a:pt x="4602807" y="1173729"/>
                  </a:lnTo>
                  <a:lnTo>
                    <a:pt x="4603475" y="1223794"/>
                  </a:lnTo>
                  <a:lnTo>
                    <a:pt x="4604143" y="1204324"/>
                  </a:lnTo>
                  <a:lnTo>
                    <a:pt x="4604811" y="1137572"/>
                  </a:lnTo>
                  <a:lnTo>
                    <a:pt x="4605479" y="1112540"/>
                  </a:lnTo>
                  <a:lnTo>
                    <a:pt x="4606147" y="1157041"/>
                  </a:lnTo>
                  <a:lnTo>
                    <a:pt x="4606815" y="1218231"/>
                  </a:lnTo>
                  <a:lnTo>
                    <a:pt x="4607483" y="1209887"/>
                  </a:lnTo>
                  <a:lnTo>
                    <a:pt x="4608151" y="1207105"/>
                  </a:lnTo>
                  <a:lnTo>
                    <a:pt x="4608819" y="1145916"/>
                  </a:lnTo>
                  <a:lnTo>
                    <a:pt x="4609488" y="1168166"/>
                  </a:lnTo>
                  <a:lnTo>
                    <a:pt x="4610156" y="1179292"/>
                  </a:lnTo>
                  <a:lnTo>
                    <a:pt x="4610824" y="1223794"/>
                  </a:lnTo>
                  <a:lnTo>
                    <a:pt x="4611492" y="1223794"/>
                  </a:lnTo>
                  <a:lnTo>
                    <a:pt x="4612160" y="1232138"/>
                  </a:lnTo>
                  <a:lnTo>
                    <a:pt x="4612828" y="1279421"/>
                  </a:lnTo>
                  <a:lnTo>
                    <a:pt x="4613496" y="1315578"/>
                  </a:lnTo>
                  <a:lnTo>
                    <a:pt x="4614164" y="1335048"/>
                  </a:lnTo>
                  <a:lnTo>
                    <a:pt x="4614832" y="1337829"/>
                  </a:lnTo>
                  <a:lnTo>
                    <a:pt x="4615500" y="1390675"/>
                  </a:lnTo>
                  <a:lnTo>
                    <a:pt x="4616168" y="1390675"/>
                  </a:lnTo>
                  <a:lnTo>
                    <a:pt x="4616836" y="1390675"/>
                  </a:lnTo>
                  <a:lnTo>
                    <a:pt x="4617504" y="1390675"/>
                  </a:lnTo>
                  <a:lnTo>
                    <a:pt x="4618172" y="1390675"/>
                  </a:lnTo>
                  <a:lnTo>
                    <a:pt x="4618840" y="1376768"/>
                  </a:lnTo>
                  <a:lnTo>
                    <a:pt x="4619508" y="1262732"/>
                  </a:lnTo>
                  <a:lnTo>
                    <a:pt x="4620176" y="1223794"/>
                  </a:lnTo>
                  <a:lnTo>
                    <a:pt x="4620844" y="1240482"/>
                  </a:lnTo>
                  <a:lnTo>
                    <a:pt x="4621512" y="1307234"/>
                  </a:lnTo>
                  <a:lnTo>
                    <a:pt x="4622180" y="1335048"/>
                  </a:lnTo>
                  <a:lnTo>
                    <a:pt x="4622848" y="1335048"/>
                  </a:lnTo>
                  <a:lnTo>
                    <a:pt x="4623516" y="1337829"/>
                  </a:lnTo>
                  <a:lnTo>
                    <a:pt x="4624184" y="1390675"/>
                  </a:lnTo>
                  <a:lnTo>
                    <a:pt x="4624852" y="1404581"/>
                  </a:lnTo>
                  <a:lnTo>
                    <a:pt x="4625520" y="1471334"/>
                  </a:lnTo>
                  <a:lnTo>
                    <a:pt x="4626188" y="1446302"/>
                  </a:lnTo>
                  <a:lnTo>
                    <a:pt x="4626856" y="1426832"/>
                  </a:lnTo>
                  <a:lnTo>
                    <a:pt x="4627524" y="1390675"/>
                  </a:lnTo>
                  <a:lnTo>
                    <a:pt x="4628192" y="1351736"/>
                  </a:lnTo>
                  <a:lnTo>
                    <a:pt x="4628860" y="1335048"/>
                  </a:lnTo>
                  <a:lnTo>
                    <a:pt x="4629528" y="1335048"/>
                  </a:lnTo>
                  <a:lnTo>
                    <a:pt x="4630196" y="1290546"/>
                  </a:lnTo>
                  <a:lnTo>
                    <a:pt x="4630864" y="1279421"/>
                  </a:lnTo>
                  <a:lnTo>
                    <a:pt x="4631532" y="1279421"/>
                  </a:lnTo>
                  <a:lnTo>
                    <a:pt x="4632200" y="1279421"/>
                  </a:lnTo>
                  <a:lnTo>
                    <a:pt x="4632868" y="1279421"/>
                  </a:lnTo>
                  <a:lnTo>
                    <a:pt x="4633536" y="1279421"/>
                  </a:lnTo>
                  <a:lnTo>
                    <a:pt x="4634205" y="1279421"/>
                  </a:lnTo>
                  <a:lnTo>
                    <a:pt x="4634873" y="1279421"/>
                  </a:lnTo>
                  <a:lnTo>
                    <a:pt x="4635541" y="1290546"/>
                  </a:lnTo>
                  <a:lnTo>
                    <a:pt x="4636209" y="1351736"/>
                  </a:lnTo>
                  <a:lnTo>
                    <a:pt x="4636877" y="1390675"/>
                  </a:lnTo>
                  <a:lnTo>
                    <a:pt x="4637545" y="1390675"/>
                  </a:lnTo>
                  <a:lnTo>
                    <a:pt x="4638213" y="1382331"/>
                  </a:lnTo>
                  <a:lnTo>
                    <a:pt x="4638881" y="1335048"/>
                  </a:lnTo>
                  <a:lnTo>
                    <a:pt x="4639549" y="1335048"/>
                  </a:lnTo>
                  <a:lnTo>
                    <a:pt x="4640217" y="1335048"/>
                  </a:lnTo>
                  <a:lnTo>
                    <a:pt x="4640885" y="1335048"/>
                  </a:lnTo>
                  <a:lnTo>
                    <a:pt x="4641553" y="1293327"/>
                  </a:lnTo>
                  <a:lnTo>
                    <a:pt x="4642221" y="1298890"/>
                  </a:lnTo>
                  <a:lnTo>
                    <a:pt x="4642889" y="1332266"/>
                  </a:lnTo>
                  <a:lnTo>
                    <a:pt x="4643557" y="1296109"/>
                  </a:lnTo>
                  <a:lnTo>
                    <a:pt x="4644225" y="1296109"/>
                  </a:lnTo>
                  <a:lnTo>
                    <a:pt x="4644893" y="1315578"/>
                  </a:lnTo>
                  <a:lnTo>
                    <a:pt x="4645561" y="1335048"/>
                  </a:lnTo>
                  <a:lnTo>
                    <a:pt x="4646229" y="1335048"/>
                  </a:lnTo>
                  <a:lnTo>
                    <a:pt x="4646897" y="1376768"/>
                  </a:lnTo>
                  <a:lnTo>
                    <a:pt x="4647565" y="1390675"/>
                  </a:lnTo>
                  <a:lnTo>
                    <a:pt x="4648233" y="1390675"/>
                  </a:lnTo>
                  <a:lnTo>
                    <a:pt x="4648901" y="1351736"/>
                  </a:lnTo>
                  <a:lnTo>
                    <a:pt x="4649569" y="1335048"/>
                  </a:lnTo>
                  <a:lnTo>
                    <a:pt x="4650237" y="1265514"/>
                  </a:lnTo>
                  <a:lnTo>
                    <a:pt x="4650905" y="1223794"/>
                  </a:lnTo>
                  <a:lnTo>
                    <a:pt x="4651573" y="1223794"/>
                  </a:lnTo>
                  <a:lnTo>
                    <a:pt x="4652241" y="1168166"/>
                  </a:lnTo>
                  <a:lnTo>
                    <a:pt x="4652909" y="1215449"/>
                  </a:lnTo>
                  <a:lnTo>
                    <a:pt x="4653577" y="1204324"/>
                  </a:lnTo>
                  <a:lnTo>
                    <a:pt x="4654245" y="1157041"/>
                  </a:lnTo>
                  <a:lnTo>
                    <a:pt x="4654913" y="1065256"/>
                  </a:lnTo>
                  <a:lnTo>
                    <a:pt x="4655581" y="973472"/>
                  </a:lnTo>
                  <a:lnTo>
                    <a:pt x="4656249" y="945659"/>
                  </a:lnTo>
                  <a:lnTo>
                    <a:pt x="4656917" y="945659"/>
                  </a:lnTo>
                  <a:lnTo>
                    <a:pt x="4657585" y="945659"/>
                  </a:lnTo>
                  <a:lnTo>
                    <a:pt x="4658253" y="984598"/>
                  </a:lnTo>
                  <a:lnTo>
                    <a:pt x="4658922" y="1001286"/>
                  </a:lnTo>
                  <a:lnTo>
                    <a:pt x="4659590" y="1001286"/>
                  </a:lnTo>
                  <a:lnTo>
                    <a:pt x="4660258" y="1006848"/>
                  </a:lnTo>
                  <a:lnTo>
                    <a:pt x="4660926" y="1037443"/>
                  </a:lnTo>
                  <a:lnTo>
                    <a:pt x="4661594" y="1056912"/>
                  </a:lnTo>
                  <a:lnTo>
                    <a:pt x="4662262" y="1015192"/>
                  </a:lnTo>
                  <a:lnTo>
                    <a:pt x="4662930" y="956784"/>
                  </a:lnTo>
                  <a:lnTo>
                    <a:pt x="4663598" y="945659"/>
                  </a:lnTo>
                  <a:lnTo>
                    <a:pt x="4664266" y="945659"/>
                  </a:lnTo>
                  <a:lnTo>
                    <a:pt x="4664934" y="945659"/>
                  </a:lnTo>
                  <a:lnTo>
                    <a:pt x="4665602" y="981816"/>
                  </a:lnTo>
                  <a:lnTo>
                    <a:pt x="4666270" y="1001286"/>
                  </a:lnTo>
                  <a:lnTo>
                    <a:pt x="4666938" y="1026318"/>
                  </a:lnTo>
                  <a:lnTo>
                    <a:pt x="4667606" y="1001286"/>
                  </a:lnTo>
                  <a:lnTo>
                    <a:pt x="4668274" y="1001286"/>
                  </a:lnTo>
                  <a:lnTo>
                    <a:pt x="4668942" y="1054131"/>
                  </a:lnTo>
                  <a:lnTo>
                    <a:pt x="4669610" y="1056912"/>
                  </a:lnTo>
                  <a:lnTo>
                    <a:pt x="4670278" y="1073601"/>
                  </a:lnTo>
                  <a:lnTo>
                    <a:pt x="4670946" y="1120884"/>
                  </a:lnTo>
                  <a:lnTo>
                    <a:pt x="4671614" y="1195980"/>
                  </a:lnTo>
                  <a:lnTo>
                    <a:pt x="4672282" y="1246044"/>
                  </a:lnTo>
                  <a:lnTo>
                    <a:pt x="4672950" y="1279421"/>
                  </a:lnTo>
                  <a:lnTo>
                    <a:pt x="4673618" y="1279421"/>
                  </a:lnTo>
                  <a:lnTo>
                    <a:pt x="4674286" y="1279421"/>
                  </a:lnTo>
                  <a:lnTo>
                    <a:pt x="4674954" y="1279421"/>
                  </a:lnTo>
                  <a:lnTo>
                    <a:pt x="4675622" y="1251607"/>
                  </a:lnTo>
                  <a:lnTo>
                    <a:pt x="4676290" y="1223794"/>
                  </a:lnTo>
                  <a:lnTo>
                    <a:pt x="4676958" y="1271077"/>
                  </a:lnTo>
                  <a:lnTo>
                    <a:pt x="4677626" y="1279421"/>
                  </a:lnTo>
                  <a:lnTo>
                    <a:pt x="4678294" y="1279421"/>
                  </a:lnTo>
                  <a:lnTo>
                    <a:pt x="4678962" y="1262732"/>
                  </a:lnTo>
                  <a:lnTo>
                    <a:pt x="4679630" y="1321141"/>
                  </a:lnTo>
                  <a:lnTo>
                    <a:pt x="4680298" y="1335048"/>
                  </a:lnTo>
                  <a:lnTo>
                    <a:pt x="4680966" y="1335048"/>
                  </a:lnTo>
                  <a:lnTo>
                    <a:pt x="4681634" y="1335048"/>
                  </a:lnTo>
                  <a:lnTo>
                    <a:pt x="4682302" y="1287765"/>
                  </a:lnTo>
                  <a:lnTo>
                    <a:pt x="4682971" y="1279421"/>
                  </a:lnTo>
                  <a:lnTo>
                    <a:pt x="4683639" y="1312797"/>
                  </a:lnTo>
                  <a:lnTo>
                    <a:pt x="4684307" y="1390675"/>
                  </a:lnTo>
                  <a:lnTo>
                    <a:pt x="4684975" y="1354517"/>
                  </a:lnTo>
                  <a:lnTo>
                    <a:pt x="4685643" y="1335048"/>
                  </a:lnTo>
                  <a:lnTo>
                    <a:pt x="4686311" y="1335048"/>
                  </a:lnTo>
                  <a:lnTo>
                    <a:pt x="4686979" y="1323922"/>
                  </a:lnTo>
                  <a:lnTo>
                    <a:pt x="4687647" y="1279421"/>
                  </a:lnTo>
                  <a:lnTo>
                    <a:pt x="4688315" y="1293327"/>
                  </a:lnTo>
                  <a:lnTo>
                    <a:pt x="4688983" y="1390675"/>
                  </a:lnTo>
                  <a:lnTo>
                    <a:pt x="4689651" y="1371205"/>
                  </a:lnTo>
                  <a:lnTo>
                    <a:pt x="4690319" y="1335048"/>
                  </a:lnTo>
                  <a:lnTo>
                    <a:pt x="4690987" y="1335048"/>
                  </a:lnTo>
                  <a:lnTo>
                    <a:pt x="4691655" y="1335048"/>
                  </a:lnTo>
                  <a:lnTo>
                    <a:pt x="4692323" y="1348954"/>
                  </a:lnTo>
                  <a:lnTo>
                    <a:pt x="4692991" y="1335048"/>
                  </a:lnTo>
                  <a:lnTo>
                    <a:pt x="4693659" y="1335048"/>
                  </a:lnTo>
                  <a:lnTo>
                    <a:pt x="4694327" y="1293327"/>
                  </a:lnTo>
                  <a:lnTo>
                    <a:pt x="4694995" y="1279421"/>
                  </a:lnTo>
                  <a:lnTo>
                    <a:pt x="4695663" y="1332266"/>
                  </a:lnTo>
                  <a:lnTo>
                    <a:pt x="4696331" y="1335048"/>
                  </a:lnTo>
                  <a:lnTo>
                    <a:pt x="4696999" y="1335048"/>
                  </a:lnTo>
                  <a:lnTo>
                    <a:pt x="4697667" y="1335048"/>
                  </a:lnTo>
                  <a:lnTo>
                    <a:pt x="4698335" y="1304453"/>
                  </a:lnTo>
                  <a:lnTo>
                    <a:pt x="4699003" y="1323922"/>
                  </a:lnTo>
                  <a:lnTo>
                    <a:pt x="4699671" y="1335048"/>
                  </a:lnTo>
                  <a:lnTo>
                    <a:pt x="4700339" y="1335048"/>
                  </a:lnTo>
                  <a:lnTo>
                    <a:pt x="4701007" y="1335048"/>
                  </a:lnTo>
                  <a:lnTo>
                    <a:pt x="4701675" y="1368424"/>
                  </a:lnTo>
                  <a:lnTo>
                    <a:pt x="4702343" y="1390675"/>
                  </a:lnTo>
                  <a:lnTo>
                    <a:pt x="4703011" y="1390675"/>
                  </a:lnTo>
                  <a:lnTo>
                    <a:pt x="4703679" y="1379549"/>
                  </a:lnTo>
                  <a:lnTo>
                    <a:pt x="4704347" y="1354517"/>
                  </a:lnTo>
                  <a:lnTo>
                    <a:pt x="4705015" y="1279421"/>
                  </a:lnTo>
                  <a:lnTo>
                    <a:pt x="4705683" y="1279421"/>
                  </a:lnTo>
                  <a:lnTo>
                    <a:pt x="4706351" y="1296109"/>
                  </a:lnTo>
                  <a:lnTo>
                    <a:pt x="4707019" y="1335048"/>
                  </a:lnTo>
                  <a:lnTo>
                    <a:pt x="4707688" y="1335048"/>
                  </a:lnTo>
                  <a:lnTo>
                    <a:pt x="4708356" y="1315578"/>
                  </a:lnTo>
                  <a:lnTo>
                    <a:pt x="4709024" y="1287765"/>
                  </a:lnTo>
                  <a:lnTo>
                    <a:pt x="4709692" y="1335048"/>
                  </a:lnTo>
                  <a:lnTo>
                    <a:pt x="4710360" y="1335048"/>
                  </a:lnTo>
                  <a:lnTo>
                    <a:pt x="4711028" y="1373986"/>
                  </a:lnTo>
                  <a:lnTo>
                    <a:pt x="4711696" y="1390675"/>
                  </a:lnTo>
                  <a:lnTo>
                    <a:pt x="4712364" y="1390675"/>
                  </a:lnTo>
                  <a:lnTo>
                    <a:pt x="4713032" y="1390675"/>
                  </a:lnTo>
                  <a:lnTo>
                    <a:pt x="4713700" y="1390675"/>
                  </a:lnTo>
                  <a:lnTo>
                    <a:pt x="4714368" y="1390675"/>
                  </a:lnTo>
                  <a:lnTo>
                    <a:pt x="4715036" y="1418488"/>
                  </a:lnTo>
                  <a:lnTo>
                    <a:pt x="4715704" y="1446302"/>
                  </a:lnTo>
                  <a:lnTo>
                    <a:pt x="4716372" y="1446302"/>
                  </a:lnTo>
                  <a:lnTo>
                    <a:pt x="4717040" y="1446302"/>
                  </a:lnTo>
                  <a:lnTo>
                    <a:pt x="4717708" y="1446302"/>
                  </a:lnTo>
                  <a:lnTo>
                    <a:pt x="4718376" y="1446302"/>
                  </a:lnTo>
                  <a:lnTo>
                    <a:pt x="4719044" y="1446302"/>
                  </a:lnTo>
                  <a:lnTo>
                    <a:pt x="4719712" y="1446302"/>
                  </a:lnTo>
                  <a:lnTo>
                    <a:pt x="4720380" y="1462990"/>
                  </a:lnTo>
                  <a:lnTo>
                    <a:pt x="4721048" y="1493585"/>
                  </a:lnTo>
                  <a:lnTo>
                    <a:pt x="4721716" y="1557556"/>
                  </a:lnTo>
                  <a:lnTo>
                    <a:pt x="4722384" y="1557556"/>
                  </a:lnTo>
                  <a:lnTo>
                    <a:pt x="4723052" y="1557556"/>
                  </a:lnTo>
                  <a:lnTo>
                    <a:pt x="4723720" y="1557556"/>
                  </a:lnTo>
                  <a:lnTo>
                    <a:pt x="4724388" y="1557556"/>
                  </a:lnTo>
                  <a:lnTo>
                    <a:pt x="4725056" y="1540867"/>
                  </a:lnTo>
                  <a:lnTo>
                    <a:pt x="4725724" y="1557556"/>
                  </a:lnTo>
                  <a:lnTo>
                    <a:pt x="4726392" y="1557556"/>
                  </a:lnTo>
                  <a:lnTo>
                    <a:pt x="4727060" y="1557556"/>
                  </a:lnTo>
                  <a:lnTo>
                    <a:pt x="4727728" y="1557556"/>
                  </a:lnTo>
                  <a:lnTo>
                    <a:pt x="4728396" y="1526961"/>
                  </a:lnTo>
                  <a:lnTo>
                    <a:pt x="4729064" y="1440739"/>
                  </a:lnTo>
                  <a:lnTo>
                    <a:pt x="4729732" y="1376768"/>
                  </a:lnTo>
                  <a:lnTo>
                    <a:pt x="4730400" y="1335048"/>
                  </a:lnTo>
                  <a:lnTo>
                    <a:pt x="4731068" y="1335048"/>
                  </a:lnTo>
                  <a:lnTo>
                    <a:pt x="4731736" y="1335048"/>
                  </a:lnTo>
                  <a:lnTo>
                    <a:pt x="4732405" y="1335048"/>
                  </a:lnTo>
                  <a:lnTo>
                    <a:pt x="4733073" y="1335048"/>
                  </a:lnTo>
                  <a:lnTo>
                    <a:pt x="4733741" y="1304453"/>
                  </a:lnTo>
                  <a:lnTo>
                    <a:pt x="4734409" y="1246044"/>
                  </a:lnTo>
                  <a:lnTo>
                    <a:pt x="4735077" y="1218231"/>
                  </a:lnTo>
                  <a:lnTo>
                    <a:pt x="4735745" y="1168166"/>
                  </a:lnTo>
                  <a:lnTo>
                    <a:pt x="4736413" y="1168166"/>
                  </a:lnTo>
                  <a:lnTo>
                    <a:pt x="4737081" y="1162604"/>
                  </a:lnTo>
                  <a:lnTo>
                    <a:pt x="4737749" y="1148697"/>
                  </a:lnTo>
                  <a:lnTo>
                    <a:pt x="4738417" y="1165385"/>
                  </a:lnTo>
                  <a:lnTo>
                    <a:pt x="4739085" y="1112540"/>
                  </a:lnTo>
                  <a:lnTo>
                    <a:pt x="4739753" y="1112540"/>
                  </a:lnTo>
                  <a:lnTo>
                    <a:pt x="4740421" y="1112540"/>
                  </a:lnTo>
                  <a:lnTo>
                    <a:pt x="4741089" y="1112540"/>
                  </a:lnTo>
                  <a:lnTo>
                    <a:pt x="4741757" y="1143134"/>
                  </a:lnTo>
                  <a:lnTo>
                    <a:pt x="4742425" y="1168166"/>
                  </a:lnTo>
                  <a:lnTo>
                    <a:pt x="4743093" y="1168166"/>
                  </a:lnTo>
                  <a:lnTo>
                    <a:pt x="4743761" y="1168166"/>
                  </a:lnTo>
                  <a:lnTo>
                    <a:pt x="4744429" y="1123665"/>
                  </a:lnTo>
                  <a:lnTo>
                    <a:pt x="4745097" y="1084726"/>
                  </a:lnTo>
                  <a:lnTo>
                    <a:pt x="4745765" y="1168166"/>
                  </a:lnTo>
                  <a:lnTo>
                    <a:pt x="4746433" y="1234919"/>
                  </a:lnTo>
                  <a:lnTo>
                    <a:pt x="4747101" y="1226575"/>
                  </a:lnTo>
                  <a:lnTo>
                    <a:pt x="4747769" y="1223794"/>
                  </a:lnTo>
                  <a:lnTo>
                    <a:pt x="4748437" y="1223794"/>
                  </a:lnTo>
                  <a:lnTo>
                    <a:pt x="4749105" y="1223794"/>
                  </a:lnTo>
                  <a:lnTo>
                    <a:pt x="4749773" y="1223794"/>
                  </a:lnTo>
                  <a:lnTo>
                    <a:pt x="4750441" y="1251607"/>
                  </a:lnTo>
                  <a:lnTo>
                    <a:pt x="4751109" y="1279421"/>
                  </a:lnTo>
                  <a:lnTo>
                    <a:pt x="4751777" y="1282202"/>
                  </a:lnTo>
                  <a:lnTo>
                    <a:pt x="4752445" y="1335048"/>
                  </a:lnTo>
                  <a:lnTo>
                    <a:pt x="4753113" y="1335048"/>
                  </a:lnTo>
                  <a:lnTo>
                    <a:pt x="4753781" y="1337829"/>
                  </a:lnTo>
                  <a:lnTo>
                    <a:pt x="4754449" y="1390675"/>
                  </a:lnTo>
                  <a:lnTo>
                    <a:pt x="4755117" y="1390675"/>
                  </a:lnTo>
                  <a:lnTo>
                    <a:pt x="4755785" y="1399019"/>
                  </a:lnTo>
                  <a:lnTo>
                    <a:pt x="4756453" y="1390675"/>
                  </a:lnTo>
                  <a:lnTo>
                    <a:pt x="4757122" y="1351736"/>
                  </a:lnTo>
                  <a:lnTo>
                    <a:pt x="4757790" y="1335048"/>
                  </a:lnTo>
                  <a:lnTo>
                    <a:pt x="4758458" y="1335048"/>
                  </a:lnTo>
                  <a:lnTo>
                    <a:pt x="4759126" y="1332266"/>
                  </a:lnTo>
                  <a:lnTo>
                    <a:pt x="4759794" y="1279421"/>
                  </a:lnTo>
                  <a:lnTo>
                    <a:pt x="4760462" y="1268295"/>
                  </a:lnTo>
                  <a:lnTo>
                    <a:pt x="4761130" y="1237700"/>
                  </a:lnTo>
                  <a:lnTo>
                    <a:pt x="4761798" y="1279421"/>
                  </a:lnTo>
                  <a:lnTo>
                    <a:pt x="4762466" y="1279421"/>
                  </a:lnTo>
                  <a:lnTo>
                    <a:pt x="4763134" y="1279421"/>
                  </a:lnTo>
                  <a:lnTo>
                    <a:pt x="4763802" y="1284983"/>
                  </a:lnTo>
                  <a:lnTo>
                    <a:pt x="4764470" y="1226575"/>
                  </a:lnTo>
                  <a:lnTo>
                    <a:pt x="4765138" y="1223794"/>
                  </a:lnTo>
                  <a:lnTo>
                    <a:pt x="4765806" y="1182073"/>
                  </a:lnTo>
                  <a:lnTo>
                    <a:pt x="4766474" y="1168166"/>
                  </a:lnTo>
                  <a:lnTo>
                    <a:pt x="4767142" y="1157041"/>
                  </a:lnTo>
                  <a:lnTo>
                    <a:pt x="4767810" y="1140353"/>
                  </a:lnTo>
                  <a:lnTo>
                    <a:pt x="4768478" y="1154260"/>
                  </a:lnTo>
                  <a:lnTo>
                    <a:pt x="4769146" y="1112540"/>
                  </a:lnTo>
                  <a:lnTo>
                    <a:pt x="4769814" y="1112540"/>
                  </a:lnTo>
                  <a:lnTo>
                    <a:pt x="4770482" y="1112540"/>
                  </a:lnTo>
                  <a:lnTo>
                    <a:pt x="4771150" y="1112540"/>
                  </a:lnTo>
                  <a:lnTo>
                    <a:pt x="4771818" y="1112540"/>
                  </a:lnTo>
                  <a:lnTo>
                    <a:pt x="4772486" y="1157041"/>
                  </a:lnTo>
                  <a:lnTo>
                    <a:pt x="4773154" y="1168166"/>
                  </a:lnTo>
                  <a:lnTo>
                    <a:pt x="4773822" y="1204324"/>
                  </a:lnTo>
                  <a:lnTo>
                    <a:pt x="4774490" y="1223794"/>
                  </a:lnTo>
                  <a:lnTo>
                    <a:pt x="4775158" y="1223794"/>
                  </a:lnTo>
                  <a:lnTo>
                    <a:pt x="4775826" y="1223794"/>
                  </a:lnTo>
                  <a:lnTo>
                    <a:pt x="4776494" y="1226575"/>
                  </a:lnTo>
                  <a:lnTo>
                    <a:pt x="4777162" y="1093070"/>
                  </a:lnTo>
                  <a:lnTo>
                    <a:pt x="4777830" y="1109758"/>
                  </a:lnTo>
                  <a:lnTo>
                    <a:pt x="4778498" y="1062475"/>
                  </a:lnTo>
                  <a:lnTo>
                    <a:pt x="4779166" y="1026318"/>
                  </a:lnTo>
                  <a:lnTo>
                    <a:pt x="4779834" y="998504"/>
                  </a:lnTo>
                  <a:lnTo>
                    <a:pt x="4780502" y="987379"/>
                  </a:lnTo>
                  <a:lnTo>
                    <a:pt x="4781171" y="965128"/>
                  </a:lnTo>
                  <a:lnTo>
                    <a:pt x="4781839" y="945659"/>
                  </a:lnTo>
                  <a:lnTo>
                    <a:pt x="4782507" y="973472"/>
                  </a:lnTo>
                  <a:lnTo>
                    <a:pt x="4783175" y="898376"/>
                  </a:lnTo>
                  <a:lnTo>
                    <a:pt x="4783843" y="898376"/>
                  </a:lnTo>
                  <a:lnTo>
                    <a:pt x="4784511" y="923408"/>
                  </a:lnTo>
                  <a:lnTo>
                    <a:pt x="4785179" y="884469"/>
                  </a:lnTo>
                  <a:lnTo>
                    <a:pt x="4785847" y="890032"/>
                  </a:lnTo>
                  <a:lnTo>
                    <a:pt x="4786515" y="853874"/>
                  </a:lnTo>
                  <a:lnTo>
                    <a:pt x="4787183" y="814935"/>
                  </a:lnTo>
                  <a:lnTo>
                    <a:pt x="4787851" y="775996"/>
                  </a:lnTo>
                  <a:lnTo>
                    <a:pt x="4788519" y="723150"/>
                  </a:lnTo>
                  <a:lnTo>
                    <a:pt x="4789187" y="723150"/>
                  </a:lnTo>
                  <a:lnTo>
                    <a:pt x="4789855" y="723150"/>
                  </a:lnTo>
                  <a:lnTo>
                    <a:pt x="4790523" y="723150"/>
                  </a:lnTo>
                  <a:lnTo>
                    <a:pt x="4791191" y="723150"/>
                  </a:lnTo>
                  <a:lnTo>
                    <a:pt x="4791859" y="723150"/>
                  </a:lnTo>
                  <a:lnTo>
                    <a:pt x="4792527" y="675867"/>
                  </a:lnTo>
                  <a:lnTo>
                    <a:pt x="4793195" y="675868"/>
                  </a:lnTo>
                  <a:lnTo>
                    <a:pt x="4793863" y="748183"/>
                  </a:lnTo>
                  <a:lnTo>
                    <a:pt x="4794531" y="745401"/>
                  </a:lnTo>
                  <a:lnTo>
                    <a:pt x="4795199" y="826061"/>
                  </a:lnTo>
                  <a:lnTo>
                    <a:pt x="4795867" y="837186"/>
                  </a:lnTo>
                  <a:lnTo>
                    <a:pt x="4796535" y="834405"/>
                  </a:lnTo>
                  <a:lnTo>
                    <a:pt x="4797203" y="859437"/>
                  </a:lnTo>
                  <a:lnTo>
                    <a:pt x="4797871" y="876125"/>
                  </a:lnTo>
                  <a:lnTo>
                    <a:pt x="4798539" y="884469"/>
                  </a:lnTo>
                  <a:lnTo>
                    <a:pt x="4799207" y="842749"/>
                  </a:lnTo>
                  <a:lnTo>
                    <a:pt x="4799875" y="934533"/>
                  </a:lnTo>
                  <a:lnTo>
                    <a:pt x="4800543" y="945659"/>
                  </a:lnTo>
                  <a:lnTo>
                    <a:pt x="4801211" y="940096"/>
                  </a:lnTo>
                  <a:lnTo>
                    <a:pt x="4801879" y="959565"/>
                  </a:lnTo>
                  <a:lnTo>
                    <a:pt x="4802547" y="948440"/>
                  </a:lnTo>
                  <a:lnTo>
                    <a:pt x="4803215" y="979035"/>
                  </a:lnTo>
                  <a:lnTo>
                    <a:pt x="4803883" y="984598"/>
                  </a:lnTo>
                  <a:lnTo>
                    <a:pt x="4804551" y="1001286"/>
                  </a:lnTo>
                  <a:lnTo>
                    <a:pt x="4805219" y="1017974"/>
                  </a:lnTo>
                  <a:lnTo>
                    <a:pt x="4805888" y="1001286"/>
                  </a:lnTo>
                  <a:lnTo>
                    <a:pt x="4806556" y="1001286"/>
                  </a:lnTo>
                  <a:lnTo>
                    <a:pt x="4807224" y="1001286"/>
                  </a:lnTo>
                  <a:lnTo>
                    <a:pt x="4807892" y="1001286"/>
                  </a:lnTo>
                  <a:lnTo>
                    <a:pt x="4808560" y="1001286"/>
                  </a:lnTo>
                  <a:lnTo>
                    <a:pt x="4809228" y="1045787"/>
                  </a:lnTo>
                  <a:lnTo>
                    <a:pt x="4809896" y="1070819"/>
                  </a:lnTo>
                  <a:lnTo>
                    <a:pt x="4810564" y="1106977"/>
                  </a:lnTo>
                  <a:lnTo>
                    <a:pt x="4811232" y="1145916"/>
                  </a:lnTo>
                  <a:lnTo>
                    <a:pt x="4811900" y="1112540"/>
                  </a:lnTo>
                  <a:lnTo>
                    <a:pt x="4812568" y="1134790"/>
                  </a:lnTo>
                  <a:lnTo>
                    <a:pt x="4813236" y="1168166"/>
                  </a:lnTo>
                  <a:lnTo>
                    <a:pt x="4813904" y="1195980"/>
                  </a:lnTo>
                  <a:lnTo>
                    <a:pt x="4814572" y="1259951"/>
                  </a:lnTo>
                  <a:lnTo>
                    <a:pt x="4815240" y="1282202"/>
                  </a:lnTo>
                  <a:lnTo>
                    <a:pt x="4815908" y="1335048"/>
                  </a:lnTo>
                  <a:lnTo>
                    <a:pt x="4816576" y="1335048"/>
                  </a:lnTo>
                  <a:lnTo>
                    <a:pt x="4817244" y="1335048"/>
                  </a:lnTo>
                  <a:lnTo>
                    <a:pt x="4817912" y="1337829"/>
                  </a:lnTo>
                  <a:lnTo>
                    <a:pt x="4818580" y="1296109"/>
                  </a:lnTo>
                  <a:lnTo>
                    <a:pt x="4819248" y="1329485"/>
                  </a:lnTo>
                  <a:lnTo>
                    <a:pt x="4819916" y="1293327"/>
                  </a:lnTo>
                  <a:lnTo>
                    <a:pt x="4820584" y="1310015"/>
                  </a:lnTo>
                  <a:lnTo>
                    <a:pt x="4821252" y="1296109"/>
                  </a:lnTo>
                  <a:lnTo>
                    <a:pt x="4821920" y="1315578"/>
                  </a:lnTo>
                  <a:lnTo>
                    <a:pt x="4822588" y="1307234"/>
                  </a:lnTo>
                  <a:lnTo>
                    <a:pt x="4823256" y="1279421"/>
                  </a:lnTo>
                  <a:lnTo>
                    <a:pt x="4823924" y="1251607"/>
                  </a:lnTo>
                  <a:lnTo>
                    <a:pt x="4824592" y="1223794"/>
                  </a:lnTo>
                  <a:lnTo>
                    <a:pt x="4825260" y="1201543"/>
                  </a:lnTo>
                  <a:lnTo>
                    <a:pt x="4825928" y="1168166"/>
                  </a:lnTo>
                  <a:lnTo>
                    <a:pt x="4826596" y="1184855"/>
                  </a:lnTo>
                  <a:lnTo>
                    <a:pt x="4827264" y="1170948"/>
                  </a:lnTo>
                  <a:lnTo>
                    <a:pt x="4827932" y="1187636"/>
                  </a:lnTo>
                  <a:lnTo>
                    <a:pt x="4828600" y="1223794"/>
                  </a:lnTo>
                  <a:lnTo>
                    <a:pt x="4829268" y="1223794"/>
                  </a:lnTo>
                  <a:lnTo>
                    <a:pt x="4829936" y="1173729"/>
                  </a:lnTo>
                  <a:lnTo>
                    <a:pt x="4830605" y="1159822"/>
                  </a:lnTo>
                  <a:lnTo>
                    <a:pt x="4831273" y="1112540"/>
                  </a:lnTo>
                  <a:lnTo>
                    <a:pt x="4831941" y="1062475"/>
                  </a:lnTo>
                  <a:lnTo>
                    <a:pt x="4832609" y="1056912"/>
                  </a:lnTo>
                  <a:lnTo>
                    <a:pt x="4833277" y="1056912"/>
                  </a:lnTo>
                  <a:lnTo>
                    <a:pt x="4833945" y="1056912"/>
                  </a:lnTo>
                  <a:lnTo>
                    <a:pt x="4834613" y="1073601"/>
                  </a:lnTo>
                  <a:lnTo>
                    <a:pt x="4835281" y="1148697"/>
                  </a:lnTo>
                  <a:lnTo>
                    <a:pt x="4835949" y="1134790"/>
                  </a:lnTo>
                  <a:lnTo>
                    <a:pt x="4836617" y="1145916"/>
                  </a:lnTo>
                  <a:lnTo>
                    <a:pt x="4837285" y="1112540"/>
                  </a:lnTo>
                  <a:lnTo>
                    <a:pt x="4837953" y="1148697"/>
                  </a:lnTo>
                  <a:lnTo>
                    <a:pt x="4838621" y="1168166"/>
                  </a:lnTo>
                  <a:lnTo>
                    <a:pt x="4839289" y="1145916"/>
                  </a:lnTo>
                  <a:lnTo>
                    <a:pt x="4839957" y="1168166"/>
                  </a:lnTo>
                  <a:lnTo>
                    <a:pt x="4840625" y="1193199"/>
                  </a:lnTo>
                  <a:lnTo>
                    <a:pt x="4841293" y="1179292"/>
                  </a:lnTo>
                  <a:lnTo>
                    <a:pt x="4841961" y="1187636"/>
                  </a:lnTo>
                  <a:lnTo>
                    <a:pt x="4842629" y="1223794"/>
                  </a:lnTo>
                  <a:lnTo>
                    <a:pt x="4843297" y="1182073"/>
                  </a:lnTo>
                  <a:lnTo>
                    <a:pt x="4843965" y="1218231"/>
                  </a:lnTo>
                  <a:lnTo>
                    <a:pt x="4844633" y="1207105"/>
                  </a:lnTo>
                  <a:lnTo>
                    <a:pt x="4845301" y="1168166"/>
                  </a:lnTo>
                  <a:lnTo>
                    <a:pt x="4845969" y="1168166"/>
                  </a:lnTo>
                  <a:lnTo>
                    <a:pt x="4846637" y="1215449"/>
                  </a:lnTo>
                  <a:lnTo>
                    <a:pt x="4847305" y="1195980"/>
                  </a:lnTo>
                  <a:lnTo>
                    <a:pt x="4847973" y="1223794"/>
                  </a:lnTo>
                  <a:lnTo>
                    <a:pt x="4848641" y="1271077"/>
                  </a:lnTo>
                  <a:lnTo>
                    <a:pt x="4849309" y="1268295"/>
                  </a:lnTo>
                  <a:lnTo>
                    <a:pt x="4849977" y="1168166"/>
                  </a:lnTo>
                  <a:lnTo>
                    <a:pt x="4850645" y="1168166"/>
                  </a:lnTo>
                  <a:lnTo>
                    <a:pt x="4851313" y="1168166"/>
                  </a:lnTo>
                  <a:lnTo>
                    <a:pt x="4851981" y="1154260"/>
                  </a:lnTo>
                  <a:lnTo>
                    <a:pt x="4852649" y="1143134"/>
                  </a:lnTo>
                  <a:lnTo>
                    <a:pt x="4853317" y="1134790"/>
                  </a:lnTo>
                  <a:lnTo>
                    <a:pt x="4853985" y="1168166"/>
                  </a:lnTo>
                  <a:lnTo>
                    <a:pt x="4854653" y="1168166"/>
                  </a:lnTo>
                  <a:lnTo>
                    <a:pt x="4855322" y="1168166"/>
                  </a:lnTo>
                  <a:lnTo>
                    <a:pt x="4855990" y="1170948"/>
                  </a:lnTo>
                  <a:lnTo>
                    <a:pt x="4856658" y="1168166"/>
                  </a:lnTo>
                  <a:lnTo>
                    <a:pt x="4857326" y="1168166"/>
                  </a:lnTo>
                  <a:lnTo>
                    <a:pt x="4857994" y="1209887"/>
                  </a:lnTo>
                  <a:lnTo>
                    <a:pt x="4858662" y="1176511"/>
                  </a:lnTo>
                  <a:lnTo>
                    <a:pt x="4859330" y="1157041"/>
                  </a:lnTo>
                  <a:lnTo>
                    <a:pt x="4859998" y="1151478"/>
                  </a:lnTo>
                  <a:lnTo>
                    <a:pt x="4860666" y="1168166"/>
                  </a:lnTo>
                  <a:lnTo>
                    <a:pt x="4861334" y="1182073"/>
                  </a:lnTo>
                  <a:lnTo>
                    <a:pt x="4862002" y="1223794"/>
                  </a:lnTo>
                  <a:lnTo>
                    <a:pt x="4862670" y="1223794"/>
                  </a:lnTo>
                  <a:lnTo>
                    <a:pt x="4863338" y="1223794"/>
                  </a:lnTo>
                  <a:lnTo>
                    <a:pt x="4864006" y="1254388"/>
                  </a:lnTo>
                  <a:lnTo>
                    <a:pt x="4864674" y="1223793"/>
                  </a:lnTo>
                  <a:lnTo>
                    <a:pt x="4865342" y="1168166"/>
                  </a:lnTo>
                  <a:lnTo>
                    <a:pt x="4866010" y="1173729"/>
                  </a:lnTo>
                  <a:lnTo>
                    <a:pt x="4866678" y="1279421"/>
                  </a:lnTo>
                  <a:lnTo>
                    <a:pt x="4867346" y="1279421"/>
                  </a:lnTo>
                  <a:lnTo>
                    <a:pt x="4868014" y="1279421"/>
                  </a:lnTo>
                  <a:lnTo>
                    <a:pt x="4868682" y="1290546"/>
                  </a:lnTo>
                  <a:lnTo>
                    <a:pt x="4869350" y="1287765"/>
                  </a:lnTo>
                  <a:lnTo>
                    <a:pt x="4870018" y="1312797"/>
                  </a:lnTo>
                  <a:lnTo>
                    <a:pt x="4870686" y="1310015"/>
                  </a:lnTo>
                  <a:lnTo>
                    <a:pt x="4871354" y="1279421"/>
                  </a:lnTo>
                  <a:lnTo>
                    <a:pt x="4872022" y="1229356"/>
                  </a:lnTo>
                  <a:lnTo>
                    <a:pt x="4872690" y="1262732"/>
                  </a:lnTo>
                  <a:lnTo>
                    <a:pt x="4873358" y="1279421"/>
                  </a:lnTo>
                  <a:lnTo>
                    <a:pt x="4874026" y="1279421"/>
                  </a:lnTo>
                  <a:lnTo>
                    <a:pt x="4874694" y="1279421"/>
                  </a:lnTo>
                  <a:lnTo>
                    <a:pt x="4875362" y="1323922"/>
                  </a:lnTo>
                  <a:lnTo>
                    <a:pt x="4876030" y="1298890"/>
                  </a:lnTo>
                  <a:lnTo>
                    <a:pt x="4876698" y="1335048"/>
                  </a:lnTo>
                  <a:lnTo>
                    <a:pt x="4877366" y="1335048"/>
                  </a:lnTo>
                  <a:lnTo>
                    <a:pt x="4878034" y="1335048"/>
                  </a:lnTo>
                  <a:lnTo>
                    <a:pt x="4878702" y="1335048"/>
                  </a:lnTo>
                  <a:lnTo>
                    <a:pt x="4879371" y="1335048"/>
                  </a:lnTo>
                  <a:lnTo>
                    <a:pt x="4880039" y="1335048"/>
                  </a:lnTo>
                  <a:lnTo>
                    <a:pt x="4880707" y="1315578"/>
                  </a:lnTo>
                  <a:lnTo>
                    <a:pt x="4881375" y="1293327"/>
                  </a:lnTo>
                  <a:lnTo>
                    <a:pt x="4882043" y="1234919"/>
                  </a:lnTo>
                  <a:lnTo>
                    <a:pt x="4882711" y="1223794"/>
                  </a:lnTo>
                  <a:lnTo>
                    <a:pt x="4883379" y="1168166"/>
                  </a:lnTo>
                  <a:lnTo>
                    <a:pt x="4884047" y="1168166"/>
                  </a:lnTo>
                  <a:lnTo>
                    <a:pt x="4884715" y="1168166"/>
                  </a:lnTo>
                  <a:lnTo>
                    <a:pt x="4885383" y="1168166"/>
                  </a:lnTo>
                  <a:lnTo>
                    <a:pt x="4886051" y="1212668"/>
                  </a:lnTo>
                  <a:lnTo>
                    <a:pt x="4886719" y="1223794"/>
                  </a:lnTo>
                  <a:lnTo>
                    <a:pt x="4887387" y="1246044"/>
                  </a:lnTo>
                  <a:lnTo>
                    <a:pt x="4888055" y="1279421"/>
                  </a:lnTo>
                  <a:lnTo>
                    <a:pt x="4888723" y="1271077"/>
                  </a:lnTo>
                  <a:lnTo>
                    <a:pt x="4889391" y="1279421"/>
                  </a:lnTo>
                  <a:lnTo>
                    <a:pt x="4890059" y="1279421"/>
                  </a:lnTo>
                  <a:lnTo>
                    <a:pt x="4890727" y="1279421"/>
                  </a:lnTo>
                  <a:lnTo>
                    <a:pt x="4891395" y="1279421"/>
                  </a:lnTo>
                  <a:lnTo>
                    <a:pt x="4892063" y="1279421"/>
                  </a:lnTo>
                  <a:lnTo>
                    <a:pt x="4892731" y="1321141"/>
                  </a:lnTo>
                  <a:lnTo>
                    <a:pt x="4893399" y="1335048"/>
                  </a:lnTo>
                  <a:lnTo>
                    <a:pt x="4894067" y="1335048"/>
                  </a:lnTo>
                  <a:lnTo>
                    <a:pt x="4894735" y="1335048"/>
                  </a:lnTo>
                  <a:lnTo>
                    <a:pt x="4895403" y="1335048"/>
                  </a:lnTo>
                  <a:lnTo>
                    <a:pt x="4896071" y="1335048"/>
                  </a:lnTo>
                  <a:lnTo>
                    <a:pt x="4896739" y="1335048"/>
                  </a:lnTo>
                  <a:lnTo>
                    <a:pt x="4897407" y="1351736"/>
                  </a:lnTo>
                  <a:lnTo>
                    <a:pt x="4898075" y="1421269"/>
                  </a:lnTo>
                  <a:lnTo>
                    <a:pt x="4898743" y="1543649"/>
                  </a:lnTo>
                  <a:lnTo>
                    <a:pt x="4899411" y="1557556"/>
                  </a:lnTo>
                  <a:lnTo>
                    <a:pt x="4900079" y="1610401"/>
                  </a:lnTo>
                  <a:lnTo>
                    <a:pt x="4900747" y="1585369"/>
                  </a:lnTo>
                  <a:lnTo>
                    <a:pt x="4901415" y="1557556"/>
                  </a:lnTo>
                  <a:lnTo>
                    <a:pt x="4902083" y="1557556"/>
                  </a:lnTo>
                  <a:lnTo>
                    <a:pt x="4902751" y="1557556"/>
                  </a:lnTo>
                  <a:lnTo>
                    <a:pt x="4903419" y="1557556"/>
                  </a:lnTo>
                  <a:lnTo>
                    <a:pt x="4904088" y="1557556"/>
                  </a:lnTo>
                  <a:lnTo>
                    <a:pt x="4904756" y="1557556"/>
                  </a:lnTo>
                  <a:lnTo>
                    <a:pt x="4905424" y="1554774"/>
                  </a:lnTo>
                  <a:lnTo>
                    <a:pt x="4906092" y="1557556"/>
                  </a:lnTo>
                  <a:lnTo>
                    <a:pt x="4906760" y="1557556"/>
                  </a:lnTo>
                  <a:lnTo>
                    <a:pt x="4907428" y="1557556"/>
                  </a:lnTo>
                  <a:lnTo>
                    <a:pt x="4908096" y="1557556"/>
                  </a:lnTo>
                  <a:lnTo>
                    <a:pt x="4908764" y="1557556"/>
                  </a:lnTo>
                  <a:lnTo>
                    <a:pt x="4909432" y="1557556"/>
                  </a:lnTo>
                  <a:lnTo>
                    <a:pt x="4910100" y="1557556"/>
                  </a:lnTo>
                  <a:lnTo>
                    <a:pt x="4910768" y="1557556"/>
                  </a:lnTo>
                  <a:lnTo>
                    <a:pt x="4911436" y="1557556"/>
                  </a:lnTo>
                  <a:lnTo>
                    <a:pt x="4912104" y="1557556"/>
                  </a:lnTo>
                  <a:lnTo>
                    <a:pt x="4912772" y="1557556"/>
                  </a:lnTo>
                  <a:lnTo>
                    <a:pt x="4913440" y="1557556"/>
                  </a:lnTo>
                  <a:lnTo>
                    <a:pt x="4914108" y="1557556"/>
                  </a:lnTo>
                  <a:lnTo>
                    <a:pt x="4914776" y="1557556"/>
                  </a:lnTo>
                  <a:lnTo>
                    <a:pt x="4915444" y="1521398"/>
                  </a:lnTo>
                  <a:lnTo>
                    <a:pt x="4916112" y="1468552"/>
                  </a:lnTo>
                  <a:lnTo>
                    <a:pt x="4916780" y="1424051"/>
                  </a:lnTo>
                  <a:lnTo>
                    <a:pt x="4917448" y="1307234"/>
                  </a:lnTo>
                  <a:lnTo>
                    <a:pt x="4918116" y="1279421"/>
                  </a:lnTo>
                  <a:lnTo>
                    <a:pt x="4918784" y="1251607"/>
                  </a:lnTo>
                  <a:lnTo>
                    <a:pt x="4919452" y="1223794"/>
                  </a:lnTo>
                  <a:lnTo>
                    <a:pt x="4920120" y="1223794"/>
                  </a:lnTo>
                  <a:lnTo>
                    <a:pt x="4920788" y="1154260"/>
                  </a:lnTo>
                  <a:lnTo>
                    <a:pt x="4921456" y="1068038"/>
                  </a:lnTo>
                  <a:lnTo>
                    <a:pt x="4922124" y="1054131"/>
                  </a:lnTo>
                  <a:lnTo>
                    <a:pt x="4922792" y="1045787"/>
                  </a:lnTo>
                  <a:lnTo>
                    <a:pt x="4923460" y="1001286"/>
                  </a:lnTo>
                  <a:lnTo>
                    <a:pt x="4924128" y="1001286"/>
                  </a:lnTo>
                  <a:lnTo>
                    <a:pt x="4924796" y="1001286"/>
                  </a:lnTo>
                  <a:lnTo>
                    <a:pt x="4925464" y="1001286"/>
                  </a:lnTo>
                  <a:lnTo>
                    <a:pt x="4926132" y="1001286"/>
                  </a:lnTo>
                  <a:lnTo>
                    <a:pt x="4926800" y="1001286"/>
                  </a:lnTo>
                  <a:lnTo>
                    <a:pt x="4927468" y="1001286"/>
                  </a:lnTo>
                  <a:lnTo>
                    <a:pt x="4928136" y="1001286"/>
                  </a:lnTo>
                  <a:lnTo>
                    <a:pt x="4928805" y="1001286"/>
                  </a:lnTo>
                  <a:lnTo>
                    <a:pt x="4929473" y="1001286"/>
                  </a:lnTo>
                  <a:lnTo>
                    <a:pt x="4930141" y="1001286"/>
                  </a:lnTo>
                  <a:lnTo>
                    <a:pt x="4930809" y="1001286"/>
                  </a:lnTo>
                  <a:lnTo>
                    <a:pt x="4931477" y="1001286"/>
                  </a:lnTo>
                  <a:lnTo>
                    <a:pt x="4932145" y="1034662"/>
                  </a:lnTo>
                  <a:lnTo>
                    <a:pt x="4932813" y="1087507"/>
                  </a:lnTo>
                  <a:lnTo>
                    <a:pt x="4933481" y="1129228"/>
                  </a:lnTo>
                  <a:lnTo>
                    <a:pt x="4934149" y="1271077"/>
                  </a:lnTo>
                  <a:lnTo>
                    <a:pt x="4934817" y="1335048"/>
                  </a:lnTo>
                  <a:lnTo>
                    <a:pt x="4935485" y="1360080"/>
                  </a:lnTo>
                  <a:lnTo>
                    <a:pt x="4936153" y="1390675"/>
                  </a:lnTo>
                  <a:lnTo>
                    <a:pt x="4936821" y="1390675"/>
                  </a:lnTo>
                  <a:lnTo>
                    <a:pt x="4937489" y="1454646"/>
                  </a:lnTo>
                  <a:lnTo>
                    <a:pt x="4938157" y="1540867"/>
                  </a:lnTo>
                  <a:lnTo>
                    <a:pt x="4938825" y="1585369"/>
                  </a:lnTo>
                  <a:lnTo>
                    <a:pt x="4939493" y="1513054"/>
                  </a:lnTo>
                  <a:lnTo>
                    <a:pt x="4940161" y="1493585"/>
                  </a:lnTo>
                  <a:lnTo>
                    <a:pt x="4940829" y="1437957"/>
                  </a:lnTo>
                  <a:lnTo>
                    <a:pt x="4941497" y="1348954"/>
                  </a:lnTo>
                  <a:lnTo>
                    <a:pt x="4942165" y="1335048"/>
                  </a:lnTo>
                  <a:lnTo>
                    <a:pt x="4942833" y="1335048"/>
                  </a:lnTo>
                  <a:lnTo>
                    <a:pt x="4943501" y="1335048"/>
                  </a:lnTo>
                  <a:lnTo>
                    <a:pt x="4944169" y="1335048"/>
                  </a:lnTo>
                  <a:lnTo>
                    <a:pt x="4944837" y="1335048"/>
                  </a:lnTo>
                  <a:lnTo>
                    <a:pt x="4945505" y="1290546"/>
                  </a:lnTo>
                  <a:lnTo>
                    <a:pt x="4946173" y="1279421"/>
                  </a:lnTo>
                  <a:lnTo>
                    <a:pt x="4946841" y="1279421"/>
                  </a:lnTo>
                  <a:lnTo>
                    <a:pt x="4947509" y="1279421"/>
                  </a:lnTo>
                  <a:lnTo>
                    <a:pt x="4948177" y="1279421"/>
                  </a:lnTo>
                  <a:lnTo>
                    <a:pt x="4948845" y="1279421"/>
                  </a:lnTo>
                  <a:lnTo>
                    <a:pt x="4949513" y="1262732"/>
                  </a:lnTo>
                  <a:lnTo>
                    <a:pt x="4950181" y="1223794"/>
                  </a:lnTo>
                  <a:lnTo>
                    <a:pt x="4950849" y="1223794"/>
                  </a:lnTo>
                  <a:lnTo>
                    <a:pt x="4951517" y="1223794"/>
                  </a:lnTo>
                  <a:lnTo>
                    <a:pt x="4952185" y="1223794"/>
                  </a:lnTo>
                  <a:lnTo>
                    <a:pt x="4952853" y="1184855"/>
                  </a:lnTo>
                  <a:lnTo>
                    <a:pt x="4953522" y="1168166"/>
                  </a:lnTo>
                  <a:lnTo>
                    <a:pt x="4954190" y="1168166"/>
                  </a:lnTo>
                  <a:lnTo>
                    <a:pt x="4954858" y="1168166"/>
                  </a:lnTo>
                  <a:lnTo>
                    <a:pt x="4955526" y="1179292"/>
                  </a:lnTo>
                  <a:lnTo>
                    <a:pt x="4956194" y="1215449"/>
                  </a:lnTo>
                  <a:lnTo>
                    <a:pt x="4956862" y="1248826"/>
                  </a:lnTo>
                  <a:lnTo>
                    <a:pt x="4957530" y="1284983"/>
                  </a:lnTo>
                  <a:lnTo>
                    <a:pt x="4958198" y="1329485"/>
                  </a:lnTo>
                  <a:lnTo>
                    <a:pt x="4958866" y="1335048"/>
                  </a:lnTo>
                  <a:lnTo>
                    <a:pt x="4959534" y="1298890"/>
                  </a:lnTo>
                  <a:lnTo>
                    <a:pt x="4960202" y="1271077"/>
                  </a:lnTo>
                  <a:lnTo>
                    <a:pt x="4960870" y="1187636"/>
                  </a:lnTo>
                  <a:lnTo>
                    <a:pt x="4961538" y="1168166"/>
                  </a:lnTo>
                  <a:lnTo>
                    <a:pt x="4962206" y="1209887"/>
                  </a:lnTo>
                  <a:lnTo>
                    <a:pt x="4962874" y="1223794"/>
                  </a:lnTo>
                  <a:lnTo>
                    <a:pt x="4963542" y="1223794"/>
                  </a:lnTo>
                  <a:lnTo>
                    <a:pt x="4964210" y="1223794"/>
                  </a:lnTo>
                  <a:lnTo>
                    <a:pt x="4964878" y="1209887"/>
                  </a:lnTo>
                  <a:lnTo>
                    <a:pt x="4965546" y="1168166"/>
                  </a:lnTo>
                  <a:lnTo>
                    <a:pt x="4966214" y="1182073"/>
                  </a:lnTo>
                  <a:lnTo>
                    <a:pt x="4966882" y="1223794"/>
                  </a:lnTo>
                  <a:lnTo>
                    <a:pt x="4967550" y="1223794"/>
                  </a:lnTo>
                  <a:lnTo>
                    <a:pt x="4968218" y="1223794"/>
                  </a:lnTo>
                  <a:lnTo>
                    <a:pt x="4968886" y="1223794"/>
                  </a:lnTo>
                  <a:lnTo>
                    <a:pt x="4969554" y="1259951"/>
                  </a:lnTo>
                  <a:lnTo>
                    <a:pt x="4970222" y="1273858"/>
                  </a:lnTo>
                  <a:lnTo>
                    <a:pt x="4970890" y="1223794"/>
                  </a:lnTo>
                  <a:lnTo>
                    <a:pt x="4971558" y="1187636"/>
                  </a:lnTo>
                  <a:lnTo>
                    <a:pt x="4972226" y="1123665"/>
                  </a:lnTo>
                  <a:lnTo>
                    <a:pt x="4972894" y="1168166"/>
                  </a:lnTo>
                  <a:lnTo>
                    <a:pt x="4973562" y="1195980"/>
                  </a:lnTo>
                  <a:lnTo>
                    <a:pt x="4974230" y="1115321"/>
                  </a:lnTo>
                  <a:lnTo>
                    <a:pt x="4974898" y="1126446"/>
                  </a:lnTo>
                  <a:lnTo>
                    <a:pt x="4975566" y="1043006"/>
                  </a:lnTo>
                  <a:lnTo>
                    <a:pt x="4976234" y="884469"/>
                  </a:lnTo>
                  <a:lnTo>
                    <a:pt x="4976902" y="895594"/>
                  </a:lnTo>
                  <a:lnTo>
                    <a:pt x="4977571" y="979035"/>
                  </a:lnTo>
                  <a:lnTo>
                    <a:pt x="4978239" y="1001286"/>
                  </a:lnTo>
                  <a:lnTo>
                    <a:pt x="4978907" y="1001286"/>
                  </a:lnTo>
                  <a:lnTo>
                    <a:pt x="4979575" y="1001286"/>
                  </a:lnTo>
                  <a:lnTo>
                    <a:pt x="4980243" y="945659"/>
                  </a:lnTo>
                  <a:lnTo>
                    <a:pt x="4980911" y="920626"/>
                  </a:lnTo>
                  <a:lnTo>
                    <a:pt x="4981579" y="901157"/>
                  </a:lnTo>
                  <a:lnTo>
                    <a:pt x="4982247" y="945659"/>
                  </a:lnTo>
                  <a:lnTo>
                    <a:pt x="4982915" y="901157"/>
                  </a:lnTo>
                  <a:lnTo>
                    <a:pt x="4983583" y="890032"/>
                  </a:lnTo>
                  <a:lnTo>
                    <a:pt x="4984251" y="842749"/>
                  </a:lnTo>
                  <a:lnTo>
                    <a:pt x="4984919" y="834405"/>
                  </a:lnTo>
                  <a:lnTo>
                    <a:pt x="4985587" y="834405"/>
                  </a:lnTo>
                  <a:lnTo>
                    <a:pt x="4986255" y="834405"/>
                  </a:lnTo>
                  <a:lnTo>
                    <a:pt x="4986923" y="817716"/>
                  </a:lnTo>
                  <a:lnTo>
                    <a:pt x="4987591" y="834405"/>
                  </a:lnTo>
                  <a:lnTo>
                    <a:pt x="4988259" y="864999"/>
                  </a:lnTo>
                  <a:lnTo>
                    <a:pt x="4988927" y="940096"/>
                  </a:lnTo>
                  <a:lnTo>
                    <a:pt x="4989595" y="890032"/>
                  </a:lnTo>
                  <a:lnTo>
                    <a:pt x="4990263" y="892813"/>
                  </a:lnTo>
                  <a:lnTo>
                    <a:pt x="4990931" y="995723"/>
                  </a:lnTo>
                  <a:lnTo>
                    <a:pt x="4991599" y="1006848"/>
                  </a:lnTo>
                  <a:lnTo>
                    <a:pt x="4992267" y="1065256"/>
                  </a:lnTo>
                  <a:lnTo>
                    <a:pt x="4992935" y="1254388"/>
                  </a:lnTo>
                  <a:lnTo>
                    <a:pt x="4993603" y="1279421"/>
                  </a:lnTo>
                  <a:lnTo>
                    <a:pt x="4994271" y="1279421"/>
                  </a:lnTo>
                  <a:lnTo>
                    <a:pt x="4994939" y="1279421"/>
                  </a:lnTo>
                  <a:lnTo>
                    <a:pt x="4995607" y="1279421"/>
                  </a:lnTo>
                  <a:lnTo>
                    <a:pt x="4996275" y="1279421"/>
                  </a:lnTo>
                  <a:lnTo>
                    <a:pt x="4996943" y="1332266"/>
                  </a:lnTo>
                  <a:lnTo>
                    <a:pt x="4997611" y="1357298"/>
                  </a:lnTo>
                  <a:lnTo>
                    <a:pt x="4998279" y="1390675"/>
                  </a:lnTo>
                  <a:lnTo>
                    <a:pt x="4998947" y="1390675"/>
                  </a:lnTo>
                  <a:lnTo>
                    <a:pt x="4999615" y="1432395"/>
                  </a:lnTo>
                  <a:lnTo>
                    <a:pt x="5000283" y="1446302"/>
                  </a:lnTo>
                  <a:lnTo>
                    <a:pt x="5000951" y="1490803"/>
                  </a:lnTo>
                  <a:lnTo>
                    <a:pt x="5001619" y="1501929"/>
                  </a:lnTo>
                  <a:lnTo>
                    <a:pt x="5002288" y="1501929"/>
                  </a:lnTo>
                  <a:lnTo>
                    <a:pt x="5002956" y="1501929"/>
                  </a:lnTo>
                  <a:lnTo>
                    <a:pt x="5003624" y="1518617"/>
                  </a:lnTo>
                  <a:lnTo>
                    <a:pt x="5004292" y="1557556"/>
                  </a:lnTo>
                  <a:lnTo>
                    <a:pt x="5004960" y="1557556"/>
                  </a:lnTo>
                  <a:lnTo>
                    <a:pt x="5005628" y="1560337"/>
                  </a:lnTo>
                  <a:lnTo>
                    <a:pt x="5006296" y="1613183"/>
                  </a:lnTo>
                  <a:lnTo>
                    <a:pt x="5006964" y="1613183"/>
                  </a:lnTo>
                  <a:lnTo>
                    <a:pt x="5007632" y="1613183"/>
                  </a:lnTo>
                  <a:lnTo>
                    <a:pt x="5008300" y="1629871"/>
                  </a:lnTo>
                  <a:lnTo>
                    <a:pt x="5008968" y="1668810"/>
                  </a:lnTo>
                  <a:lnTo>
                    <a:pt x="5008968" y="1668810"/>
                  </a:lnTo>
                  <a:lnTo>
                    <a:pt x="5009636" y="1668810"/>
                  </a:lnTo>
                  <a:lnTo>
                    <a:pt x="5010304" y="1668810"/>
                  </a:lnTo>
                  <a:lnTo>
                    <a:pt x="5010972" y="1668810"/>
                  </a:lnTo>
                  <a:lnTo>
                    <a:pt x="5011640" y="1668810"/>
                  </a:lnTo>
                  <a:lnTo>
                    <a:pt x="5012308" y="1668810"/>
                  </a:lnTo>
                  <a:lnTo>
                    <a:pt x="5012976" y="1668810"/>
                  </a:lnTo>
                  <a:lnTo>
                    <a:pt x="5013644" y="1668810"/>
                  </a:lnTo>
                  <a:lnTo>
                    <a:pt x="5014312" y="1668810"/>
                  </a:lnTo>
                  <a:lnTo>
                    <a:pt x="5014980" y="1668810"/>
                  </a:lnTo>
                  <a:lnTo>
                    <a:pt x="5015648" y="1668810"/>
                  </a:lnTo>
                  <a:lnTo>
                    <a:pt x="5016316" y="1668810"/>
                  </a:lnTo>
                  <a:lnTo>
                    <a:pt x="5016984" y="1613183"/>
                  </a:lnTo>
                  <a:lnTo>
                    <a:pt x="5017652" y="1613183"/>
                  </a:lnTo>
                  <a:lnTo>
                    <a:pt x="5018320" y="1568681"/>
                  </a:lnTo>
                  <a:lnTo>
                    <a:pt x="5018988" y="1557556"/>
                  </a:lnTo>
                  <a:lnTo>
                    <a:pt x="5019656" y="1557556"/>
                  </a:lnTo>
                  <a:lnTo>
                    <a:pt x="5020324" y="1557556"/>
                  </a:lnTo>
                  <a:lnTo>
                    <a:pt x="5020992" y="1524179"/>
                  </a:lnTo>
                  <a:lnTo>
                    <a:pt x="5021660" y="1501929"/>
                  </a:lnTo>
                  <a:lnTo>
                    <a:pt x="5022328" y="1493585"/>
                  </a:lnTo>
                  <a:lnTo>
                    <a:pt x="5022996" y="1446302"/>
                  </a:lnTo>
                  <a:lnTo>
                    <a:pt x="5023664" y="1446302"/>
                  </a:lnTo>
                  <a:lnTo>
                    <a:pt x="5024332" y="1446302"/>
                  </a:lnTo>
                  <a:lnTo>
                    <a:pt x="5025000" y="1446302"/>
                  </a:lnTo>
                  <a:lnTo>
                    <a:pt x="5025668" y="1415707"/>
                  </a:lnTo>
                  <a:lnTo>
                    <a:pt x="5026336" y="1390675"/>
                  </a:lnTo>
                  <a:lnTo>
                    <a:pt x="5027005" y="1390675"/>
                  </a:lnTo>
                  <a:lnTo>
                    <a:pt x="5027673" y="1390675"/>
                  </a:lnTo>
                  <a:lnTo>
                    <a:pt x="5028341" y="1390675"/>
                  </a:lnTo>
                  <a:lnTo>
                    <a:pt x="5029009" y="1390675"/>
                  </a:lnTo>
                  <a:lnTo>
                    <a:pt x="5029677" y="1390675"/>
                  </a:lnTo>
                  <a:lnTo>
                    <a:pt x="5030345" y="1390675"/>
                  </a:lnTo>
                  <a:lnTo>
                    <a:pt x="5031013" y="1390675"/>
                  </a:lnTo>
                  <a:lnTo>
                    <a:pt x="5031681" y="1390675"/>
                  </a:lnTo>
                  <a:lnTo>
                    <a:pt x="5032349" y="1390675"/>
                  </a:lnTo>
                  <a:lnTo>
                    <a:pt x="5033017" y="1390675"/>
                  </a:lnTo>
                  <a:lnTo>
                    <a:pt x="5033685" y="1443520"/>
                  </a:lnTo>
                  <a:lnTo>
                    <a:pt x="5034353" y="1446302"/>
                  </a:lnTo>
                  <a:lnTo>
                    <a:pt x="5035021" y="1488022"/>
                  </a:lnTo>
                  <a:lnTo>
                    <a:pt x="5035689" y="1501929"/>
                  </a:lnTo>
                  <a:lnTo>
                    <a:pt x="5036357" y="1501929"/>
                  </a:lnTo>
                  <a:lnTo>
                    <a:pt x="5037025" y="1501929"/>
                  </a:lnTo>
                  <a:lnTo>
                    <a:pt x="5037693" y="1532523"/>
                  </a:lnTo>
                  <a:lnTo>
                    <a:pt x="5038361" y="1557556"/>
                  </a:lnTo>
                  <a:lnTo>
                    <a:pt x="5039029" y="1563118"/>
                  </a:lnTo>
                  <a:lnTo>
                    <a:pt x="5039697" y="1613183"/>
                  </a:lnTo>
                  <a:lnTo>
                    <a:pt x="5040365" y="1613183"/>
                  </a:lnTo>
                  <a:lnTo>
                    <a:pt x="5041033" y="1613183"/>
                  </a:lnTo>
                  <a:lnTo>
                    <a:pt x="5041701" y="1560337"/>
                  </a:lnTo>
                  <a:lnTo>
                    <a:pt x="5042369" y="1529742"/>
                  </a:lnTo>
                  <a:lnTo>
                    <a:pt x="5043037" y="1557556"/>
                  </a:lnTo>
                  <a:lnTo>
                    <a:pt x="5043705" y="1557556"/>
                  </a:lnTo>
                  <a:lnTo>
                    <a:pt x="5044373" y="1557556"/>
                  </a:lnTo>
                  <a:lnTo>
                    <a:pt x="5045041" y="1557556"/>
                  </a:lnTo>
                  <a:lnTo>
                    <a:pt x="5045709" y="1501929"/>
                  </a:lnTo>
                  <a:lnTo>
                    <a:pt x="5046377" y="1457427"/>
                  </a:lnTo>
                  <a:lnTo>
                    <a:pt x="5047045" y="1443520"/>
                  </a:lnTo>
                  <a:lnTo>
                    <a:pt x="5047713" y="1390675"/>
                  </a:lnTo>
                  <a:lnTo>
                    <a:pt x="5048381" y="1390675"/>
                  </a:lnTo>
                  <a:lnTo>
                    <a:pt x="5049049" y="1390675"/>
                  </a:lnTo>
                  <a:lnTo>
                    <a:pt x="5049717" y="1390675"/>
                  </a:lnTo>
                  <a:lnTo>
                    <a:pt x="5050385" y="1390675"/>
                  </a:lnTo>
                  <a:lnTo>
                    <a:pt x="5051053" y="1390675"/>
                  </a:lnTo>
                  <a:lnTo>
                    <a:pt x="5051722" y="1390675"/>
                  </a:lnTo>
                  <a:lnTo>
                    <a:pt x="5052390" y="1390675"/>
                  </a:lnTo>
                  <a:lnTo>
                    <a:pt x="5053058" y="1390675"/>
                  </a:lnTo>
                  <a:lnTo>
                    <a:pt x="5053726" y="1390675"/>
                  </a:lnTo>
                  <a:lnTo>
                    <a:pt x="5054394" y="1390675"/>
                  </a:lnTo>
                  <a:lnTo>
                    <a:pt x="5055062" y="1390675"/>
                  </a:lnTo>
                  <a:lnTo>
                    <a:pt x="5055730" y="1376768"/>
                  </a:lnTo>
                  <a:lnTo>
                    <a:pt x="5056398" y="1335048"/>
                  </a:lnTo>
                  <a:lnTo>
                    <a:pt x="5057066" y="1335048"/>
                  </a:lnTo>
                  <a:lnTo>
                    <a:pt x="5057734" y="1335048"/>
                  </a:lnTo>
                  <a:lnTo>
                    <a:pt x="5058402" y="1382330"/>
                  </a:lnTo>
                  <a:lnTo>
                    <a:pt x="5059070" y="1415707"/>
                  </a:lnTo>
                  <a:lnTo>
                    <a:pt x="5059738" y="1357298"/>
                  </a:lnTo>
                  <a:lnTo>
                    <a:pt x="5060406" y="1335048"/>
                  </a:lnTo>
                  <a:lnTo>
                    <a:pt x="5061074" y="1296109"/>
                  </a:lnTo>
                  <a:lnTo>
                    <a:pt x="5061742" y="1279421"/>
                  </a:lnTo>
                  <a:lnTo>
                    <a:pt x="5062410" y="1332266"/>
                  </a:lnTo>
                  <a:lnTo>
                    <a:pt x="5063078" y="1376768"/>
                  </a:lnTo>
                  <a:lnTo>
                    <a:pt x="5063746" y="1351736"/>
                  </a:lnTo>
                  <a:lnTo>
                    <a:pt x="5064414" y="1390675"/>
                  </a:lnTo>
                  <a:lnTo>
                    <a:pt x="5065082" y="1379549"/>
                  </a:lnTo>
                  <a:lnTo>
                    <a:pt x="5065750" y="1304453"/>
                  </a:lnTo>
                  <a:lnTo>
                    <a:pt x="5066418" y="1279421"/>
                  </a:lnTo>
                  <a:lnTo>
                    <a:pt x="5067086" y="1279421"/>
                  </a:lnTo>
                  <a:lnTo>
                    <a:pt x="5067754" y="1279421"/>
                  </a:lnTo>
                  <a:lnTo>
                    <a:pt x="5068422" y="1279421"/>
                  </a:lnTo>
                  <a:lnTo>
                    <a:pt x="5069090" y="1240482"/>
                  </a:lnTo>
                  <a:lnTo>
                    <a:pt x="5069758" y="1223794"/>
                  </a:lnTo>
                  <a:lnTo>
                    <a:pt x="5070426" y="1223794"/>
                  </a:lnTo>
                  <a:lnTo>
                    <a:pt x="5071094" y="1223794"/>
                  </a:lnTo>
                  <a:lnTo>
                    <a:pt x="5071762" y="1223794"/>
                  </a:lnTo>
                  <a:lnTo>
                    <a:pt x="5072430" y="1234919"/>
                  </a:lnTo>
                  <a:lnTo>
                    <a:pt x="5073098" y="1279421"/>
                  </a:lnTo>
                  <a:lnTo>
                    <a:pt x="5073766" y="1279421"/>
                  </a:lnTo>
                  <a:lnTo>
                    <a:pt x="5074434" y="1279421"/>
                  </a:lnTo>
                  <a:lnTo>
                    <a:pt x="5075102" y="1243263"/>
                  </a:lnTo>
                  <a:lnTo>
                    <a:pt x="5075771" y="1243263"/>
                  </a:lnTo>
                  <a:lnTo>
                    <a:pt x="5076439" y="1254388"/>
                  </a:lnTo>
                  <a:lnTo>
                    <a:pt x="5077107" y="1279421"/>
                  </a:lnTo>
                  <a:lnTo>
                    <a:pt x="5077775" y="1315578"/>
                  </a:lnTo>
                  <a:lnTo>
                    <a:pt x="5078443" y="1318359"/>
                  </a:lnTo>
                  <a:lnTo>
                    <a:pt x="5079111" y="1276639"/>
                  </a:lnTo>
                  <a:lnTo>
                    <a:pt x="5079779" y="1223794"/>
                  </a:lnTo>
                  <a:lnTo>
                    <a:pt x="5080447" y="1259951"/>
                  </a:lnTo>
                  <a:lnTo>
                    <a:pt x="5081115" y="1279421"/>
                  </a:lnTo>
                  <a:lnTo>
                    <a:pt x="5081783" y="1287765"/>
                  </a:lnTo>
                  <a:lnTo>
                    <a:pt x="5082451" y="1323922"/>
                  </a:lnTo>
                  <a:lnTo>
                    <a:pt x="5083119" y="1329485"/>
                  </a:lnTo>
                  <a:lnTo>
                    <a:pt x="5083787" y="1240482"/>
                  </a:lnTo>
                  <a:lnTo>
                    <a:pt x="5084455" y="1190417"/>
                  </a:lnTo>
                  <a:lnTo>
                    <a:pt x="5085123" y="1095851"/>
                  </a:lnTo>
                  <a:lnTo>
                    <a:pt x="5085791" y="1093070"/>
                  </a:lnTo>
                  <a:lnTo>
                    <a:pt x="5086459" y="1112540"/>
                  </a:lnTo>
                  <a:lnTo>
                    <a:pt x="5087127" y="1112540"/>
                  </a:lnTo>
                  <a:lnTo>
                    <a:pt x="5087795" y="1112540"/>
                  </a:lnTo>
                  <a:lnTo>
                    <a:pt x="5088463" y="1112540"/>
                  </a:lnTo>
                  <a:lnTo>
                    <a:pt x="5089131" y="1112540"/>
                  </a:lnTo>
                  <a:lnTo>
                    <a:pt x="5089799" y="1112540"/>
                  </a:lnTo>
                  <a:lnTo>
                    <a:pt x="5090467" y="1059694"/>
                  </a:lnTo>
                  <a:lnTo>
                    <a:pt x="5091135" y="1056912"/>
                  </a:lnTo>
                  <a:lnTo>
                    <a:pt x="5091803" y="1090289"/>
                  </a:lnTo>
                  <a:lnTo>
                    <a:pt x="5092471" y="1118102"/>
                  </a:lnTo>
                  <a:lnTo>
                    <a:pt x="5093139" y="1168166"/>
                  </a:lnTo>
                  <a:lnTo>
                    <a:pt x="5093807" y="1168166"/>
                  </a:lnTo>
                  <a:lnTo>
                    <a:pt x="5094475" y="1168166"/>
                  </a:lnTo>
                  <a:lnTo>
                    <a:pt x="5095143" y="1182073"/>
                  </a:lnTo>
                  <a:lnTo>
                    <a:pt x="5095811" y="1223794"/>
                  </a:lnTo>
                  <a:lnTo>
                    <a:pt x="5096479" y="1279421"/>
                  </a:lnTo>
                  <a:lnTo>
                    <a:pt x="5097147" y="1279421"/>
                  </a:lnTo>
                  <a:lnTo>
                    <a:pt x="5097815" y="1279421"/>
                  </a:lnTo>
                  <a:lnTo>
                    <a:pt x="5098483" y="1279421"/>
                  </a:lnTo>
                  <a:lnTo>
                    <a:pt x="5099151" y="1315578"/>
                  </a:lnTo>
                  <a:lnTo>
                    <a:pt x="5099819" y="1337829"/>
                  </a:lnTo>
                  <a:lnTo>
                    <a:pt x="5100488" y="1426832"/>
                  </a:lnTo>
                  <a:lnTo>
                    <a:pt x="5101156" y="1476896"/>
                  </a:lnTo>
                  <a:lnTo>
                    <a:pt x="5101824" y="1568681"/>
                  </a:lnTo>
                  <a:lnTo>
                    <a:pt x="5102492" y="1613183"/>
                  </a:lnTo>
                  <a:lnTo>
                    <a:pt x="5103160" y="1613183"/>
                  </a:lnTo>
                  <a:lnTo>
                    <a:pt x="5103828" y="1613183"/>
                  </a:lnTo>
                  <a:lnTo>
                    <a:pt x="5104496" y="1613183"/>
                  </a:lnTo>
                  <a:lnTo>
                    <a:pt x="5105164" y="1613183"/>
                  </a:lnTo>
                  <a:lnTo>
                    <a:pt x="5105832" y="1613183"/>
                  </a:lnTo>
                  <a:lnTo>
                    <a:pt x="5106500" y="1613183"/>
                  </a:lnTo>
                  <a:lnTo>
                    <a:pt x="5107168" y="1663247"/>
                  </a:lnTo>
                  <a:lnTo>
                    <a:pt x="5107836" y="1649340"/>
                  </a:lnTo>
                  <a:lnTo>
                    <a:pt x="5108504" y="1546430"/>
                  </a:lnTo>
                  <a:lnTo>
                    <a:pt x="5109172" y="1501929"/>
                  </a:lnTo>
                  <a:lnTo>
                    <a:pt x="5109840" y="1451864"/>
                  </a:lnTo>
                  <a:lnTo>
                    <a:pt x="5110508" y="1446302"/>
                  </a:lnTo>
                  <a:lnTo>
                    <a:pt x="5111176" y="1446302"/>
                  </a:lnTo>
                  <a:lnTo>
                    <a:pt x="5111844" y="1446302"/>
                  </a:lnTo>
                  <a:lnTo>
                    <a:pt x="5112512" y="1446302"/>
                  </a:lnTo>
                  <a:lnTo>
                    <a:pt x="5113180" y="1446302"/>
                  </a:lnTo>
                  <a:lnTo>
                    <a:pt x="5113848" y="1446302"/>
                  </a:lnTo>
                  <a:lnTo>
                    <a:pt x="5114516" y="1446302"/>
                  </a:lnTo>
                  <a:lnTo>
                    <a:pt x="5115184" y="1446302"/>
                  </a:lnTo>
                  <a:lnTo>
                    <a:pt x="5115852" y="1446302"/>
                  </a:lnTo>
                  <a:lnTo>
                    <a:pt x="5116520" y="1410144"/>
                  </a:lnTo>
                  <a:lnTo>
                    <a:pt x="5117188" y="1362861"/>
                  </a:lnTo>
                  <a:lnTo>
                    <a:pt x="5117856" y="1335048"/>
                  </a:lnTo>
                  <a:lnTo>
                    <a:pt x="5118524" y="1335048"/>
                  </a:lnTo>
                  <a:lnTo>
                    <a:pt x="5119192" y="1312797"/>
                  </a:lnTo>
                  <a:lnTo>
                    <a:pt x="5119860" y="1251607"/>
                  </a:lnTo>
                  <a:lnTo>
                    <a:pt x="5120528" y="1170948"/>
                  </a:lnTo>
                  <a:lnTo>
                    <a:pt x="5121196" y="1137572"/>
                  </a:lnTo>
                  <a:lnTo>
                    <a:pt x="5121864" y="1068038"/>
                  </a:lnTo>
                  <a:lnTo>
                    <a:pt x="5122532" y="1056912"/>
                  </a:lnTo>
                  <a:lnTo>
                    <a:pt x="5123200" y="1056912"/>
                  </a:lnTo>
                  <a:lnTo>
                    <a:pt x="5123868" y="1026318"/>
                  </a:lnTo>
                  <a:lnTo>
                    <a:pt x="5124536" y="1017974"/>
                  </a:lnTo>
                  <a:lnTo>
                    <a:pt x="5125205" y="1118102"/>
                  </a:lnTo>
                  <a:lnTo>
                    <a:pt x="5125873" y="1168166"/>
                  </a:lnTo>
                  <a:lnTo>
                    <a:pt x="5126541" y="1215449"/>
                  </a:lnTo>
                  <a:lnTo>
                    <a:pt x="5127209" y="1223794"/>
                  </a:lnTo>
                  <a:lnTo>
                    <a:pt x="5127877" y="1223794"/>
                  </a:lnTo>
                  <a:lnTo>
                    <a:pt x="5128545" y="1223794"/>
                  </a:lnTo>
                  <a:lnTo>
                    <a:pt x="5129213" y="1223794"/>
                  </a:lnTo>
                  <a:lnTo>
                    <a:pt x="5129881" y="1207105"/>
                  </a:lnTo>
                  <a:lnTo>
                    <a:pt x="5130549" y="1112540"/>
                  </a:lnTo>
                  <a:lnTo>
                    <a:pt x="5131217" y="1112540"/>
                  </a:lnTo>
                  <a:lnTo>
                    <a:pt x="5131885" y="1109758"/>
                  </a:lnTo>
                  <a:lnTo>
                    <a:pt x="5132553" y="1009630"/>
                  </a:lnTo>
                  <a:lnTo>
                    <a:pt x="5133221" y="979035"/>
                  </a:lnTo>
                  <a:lnTo>
                    <a:pt x="5133889" y="1020755"/>
                  </a:lnTo>
                  <a:lnTo>
                    <a:pt x="5134557" y="973472"/>
                  </a:lnTo>
                  <a:lnTo>
                    <a:pt x="5135225" y="945659"/>
                  </a:lnTo>
                  <a:lnTo>
                    <a:pt x="5135893" y="965128"/>
                  </a:lnTo>
                  <a:lnTo>
                    <a:pt x="5136561" y="1026317"/>
                  </a:lnTo>
                  <a:lnTo>
                    <a:pt x="5137229" y="1106977"/>
                  </a:lnTo>
                  <a:lnTo>
                    <a:pt x="5137897" y="1140353"/>
                  </a:lnTo>
                  <a:lnTo>
                    <a:pt x="5138565" y="1209887"/>
                  </a:lnTo>
                  <a:lnTo>
                    <a:pt x="5139233" y="1223794"/>
                  </a:lnTo>
                  <a:lnTo>
                    <a:pt x="5139901" y="1223794"/>
                  </a:lnTo>
                  <a:lnTo>
                    <a:pt x="5140569" y="1251607"/>
                  </a:lnTo>
                  <a:lnTo>
                    <a:pt x="5141237" y="1279421"/>
                  </a:lnTo>
                  <a:lnTo>
                    <a:pt x="5141905" y="1279421"/>
                  </a:lnTo>
                  <a:lnTo>
                    <a:pt x="5142573" y="1279421"/>
                  </a:lnTo>
                  <a:lnTo>
                    <a:pt x="5143241" y="1279421"/>
                  </a:lnTo>
                  <a:lnTo>
                    <a:pt x="5143909" y="1279421"/>
                  </a:lnTo>
                  <a:lnTo>
                    <a:pt x="5144577" y="1279421"/>
                  </a:lnTo>
                  <a:lnTo>
                    <a:pt x="5145245" y="1232138"/>
                  </a:lnTo>
                  <a:lnTo>
                    <a:pt x="5145913" y="1223794"/>
                  </a:lnTo>
                  <a:lnTo>
                    <a:pt x="5146581" y="1237700"/>
                  </a:lnTo>
                  <a:lnTo>
                    <a:pt x="5147249" y="1332266"/>
                  </a:lnTo>
                  <a:lnTo>
                    <a:pt x="5147917" y="1335048"/>
                  </a:lnTo>
                  <a:lnTo>
                    <a:pt x="5148585" y="1335048"/>
                  </a:lnTo>
                  <a:lnTo>
                    <a:pt x="5149254" y="1432395"/>
                  </a:lnTo>
                  <a:lnTo>
                    <a:pt x="5149922" y="1499147"/>
                  </a:lnTo>
                  <a:lnTo>
                    <a:pt x="5150590" y="1424051"/>
                  </a:lnTo>
                  <a:lnTo>
                    <a:pt x="5151258" y="1471334"/>
                  </a:lnTo>
                  <a:lnTo>
                    <a:pt x="5151926" y="1501929"/>
                  </a:lnTo>
                  <a:lnTo>
                    <a:pt x="5152594" y="1501929"/>
                  </a:lnTo>
                  <a:lnTo>
                    <a:pt x="5153262" y="1501929"/>
                  </a:lnTo>
                  <a:lnTo>
                    <a:pt x="5153930" y="1501929"/>
                  </a:lnTo>
                  <a:lnTo>
                    <a:pt x="5154598" y="1501929"/>
                  </a:lnTo>
                  <a:lnTo>
                    <a:pt x="5155266" y="1490803"/>
                  </a:lnTo>
                  <a:lnTo>
                    <a:pt x="5155934" y="1446302"/>
                  </a:lnTo>
                  <a:lnTo>
                    <a:pt x="5156602" y="1412925"/>
                  </a:lnTo>
                  <a:lnTo>
                    <a:pt x="5157270" y="1390675"/>
                  </a:lnTo>
                  <a:lnTo>
                    <a:pt x="5157938" y="1390675"/>
                  </a:lnTo>
                  <a:lnTo>
                    <a:pt x="5158606" y="1390675"/>
                  </a:lnTo>
                  <a:lnTo>
                    <a:pt x="5159274" y="1390675"/>
                  </a:lnTo>
                  <a:lnTo>
                    <a:pt x="5159942" y="1390675"/>
                  </a:lnTo>
                  <a:lnTo>
                    <a:pt x="5160610" y="1390675"/>
                  </a:lnTo>
                  <a:lnTo>
                    <a:pt x="5161278" y="1390675"/>
                  </a:lnTo>
                  <a:lnTo>
                    <a:pt x="5161946" y="1435176"/>
                  </a:lnTo>
                  <a:lnTo>
                    <a:pt x="5162614" y="1446302"/>
                  </a:lnTo>
                  <a:lnTo>
                    <a:pt x="5163282" y="1443520"/>
                  </a:lnTo>
                  <a:lnTo>
                    <a:pt x="5163950" y="1390675"/>
                  </a:lnTo>
                  <a:lnTo>
                    <a:pt x="5164618" y="1390675"/>
                  </a:lnTo>
                  <a:lnTo>
                    <a:pt x="5165286" y="1387893"/>
                  </a:lnTo>
                  <a:lnTo>
                    <a:pt x="5165954" y="1307234"/>
                  </a:lnTo>
                  <a:lnTo>
                    <a:pt x="5166622" y="1279421"/>
                  </a:lnTo>
                  <a:lnTo>
                    <a:pt x="5167290" y="1351736"/>
                  </a:lnTo>
                  <a:lnTo>
                    <a:pt x="5167958" y="1335048"/>
                  </a:lnTo>
                  <a:lnTo>
                    <a:pt x="5168626" y="1335048"/>
                  </a:lnTo>
                  <a:lnTo>
                    <a:pt x="5169294" y="1335048"/>
                  </a:lnTo>
                  <a:lnTo>
                    <a:pt x="5169962" y="1318359"/>
                  </a:lnTo>
                  <a:lnTo>
                    <a:pt x="5170630" y="1279421"/>
                  </a:lnTo>
                  <a:lnTo>
                    <a:pt x="5171298" y="1279421"/>
                  </a:lnTo>
                  <a:lnTo>
                    <a:pt x="5171966" y="1262732"/>
                  </a:lnTo>
                  <a:lnTo>
                    <a:pt x="5172634" y="1279421"/>
                  </a:lnTo>
                  <a:lnTo>
                    <a:pt x="5173302" y="1310015"/>
                  </a:lnTo>
                  <a:lnTo>
                    <a:pt x="5173971" y="1335048"/>
                  </a:lnTo>
                  <a:lnTo>
                    <a:pt x="5174639" y="1335048"/>
                  </a:lnTo>
                  <a:lnTo>
                    <a:pt x="5175307" y="1335048"/>
                  </a:lnTo>
                  <a:lnTo>
                    <a:pt x="5175975" y="1335048"/>
                  </a:lnTo>
                  <a:lnTo>
                    <a:pt x="5176643" y="1335048"/>
                  </a:lnTo>
                  <a:lnTo>
                    <a:pt x="5177311" y="1335048"/>
                  </a:lnTo>
                  <a:lnTo>
                    <a:pt x="5177979" y="1335048"/>
                  </a:lnTo>
                  <a:lnTo>
                    <a:pt x="5178647" y="1335048"/>
                  </a:lnTo>
                  <a:lnTo>
                    <a:pt x="5179315" y="1335048"/>
                  </a:lnTo>
                  <a:lnTo>
                    <a:pt x="5179983" y="1304453"/>
                  </a:lnTo>
                  <a:lnTo>
                    <a:pt x="5180651" y="1335048"/>
                  </a:lnTo>
                  <a:lnTo>
                    <a:pt x="5181319" y="1335048"/>
                  </a:lnTo>
                  <a:lnTo>
                    <a:pt x="5181987" y="1335048"/>
                  </a:lnTo>
                  <a:lnTo>
                    <a:pt x="5182655" y="1415707"/>
                  </a:lnTo>
                  <a:lnTo>
                    <a:pt x="5183323" y="1446302"/>
                  </a:lnTo>
                  <a:lnTo>
                    <a:pt x="5183991" y="1443520"/>
                  </a:lnTo>
                  <a:lnTo>
                    <a:pt x="5184659" y="1446302"/>
                  </a:lnTo>
                  <a:lnTo>
                    <a:pt x="5185327" y="1437957"/>
                  </a:lnTo>
                  <a:lnTo>
                    <a:pt x="5185995" y="1390675"/>
                  </a:lnTo>
                  <a:lnTo>
                    <a:pt x="5186663" y="1404581"/>
                  </a:lnTo>
                  <a:lnTo>
                    <a:pt x="5187331" y="1446302"/>
                  </a:lnTo>
                  <a:lnTo>
                    <a:pt x="5187999" y="1446302"/>
                  </a:lnTo>
                  <a:lnTo>
                    <a:pt x="5188667" y="1468552"/>
                  </a:lnTo>
                  <a:lnTo>
                    <a:pt x="5189335" y="1501929"/>
                  </a:lnTo>
                  <a:lnTo>
                    <a:pt x="5190003" y="1501929"/>
                  </a:lnTo>
                  <a:lnTo>
                    <a:pt x="5190671" y="1501929"/>
                  </a:lnTo>
                  <a:lnTo>
                    <a:pt x="5191339" y="1499147"/>
                  </a:lnTo>
                  <a:lnTo>
                    <a:pt x="5192007" y="1399019"/>
                  </a:lnTo>
                  <a:lnTo>
                    <a:pt x="5192675" y="1346173"/>
                  </a:lnTo>
                  <a:lnTo>
                    <a:pt x="5193343" y="1279421"/>
                  </a:lnTo>
                  <a:lnTo>
                    <a:pt x="5194011" y="1279421"/>
                  </a:lnTo>
                  <a:lnTo>
                    <a:pt x="5194679" y="1279421"/>
                  </a:lnTo>
                  <a:lnTo>
                    <a:pt x="5195347" y="1279421"/>
                  </a:lnTo>
                  <a:lnTo>
                    <a:pt x="5196015" y="1265514"/>
                  </a:lnTo>
                  <a:lnTo>
                    <a:pt x="5196683" y="1226575"/>
                  </a:lnTo>
                  <a:lnTo>
                    <a:pt x="5197351" y="1223794"/>
                  </a:lnTo>
                  <a:lnTo>
                    <a:pt x="5198019" y="1223794"/>
                  </a:lnTo>
                  <a:lnTo>
                    <a:pt x="5198688" y="1204324"/>
                  </a:lnTo>
                  <a:lnTo>
                    <a:pt x="5199356" y="1168166"/>
                  </a:lnTo>
                  <a:lnTo>
                    <a:pt x="5200024" y="1129228"/>
                  </a:lnTo>
                  <a:lnTo>
                    <a:pt x="5200692" y="1076382"/>
                  </a:lnTo>
                  <a:lnTo>
                    <a:pt x="5201360" y="1065256"/>
                  </a:lnTo>
                  <a:lnTo>
                    <a:pt x="5202028" y="1062475"/>
                  </a:lnTo>
                  <a:lnTo>
                    <a:pt x="5202696" y="1112540"/>
                  </a:lnTo>
                  <a:lnTo>
                    <a:pt x="5203364" y="1112540"/>
                  </a:lnTo>
                  <a:lnTo>
                    <a:pt x="5204032" y="1065256"/>
                  </a:lnTo>
                  <a:lnTo>
                    <a:pt x="5204700" y="967909"/>
                  </a:lnTo>
                  <a:lnTo>
                    <a:pt x="5205368" y="945659"/>
                  </a:lnTo>
                  <a:lnTo>
                    <a:pt x="5206036" y="945659"/>
                  </a:lnTo>
                  <a:lnTo>
                    <a:pt x="5206704" y="945659"/>
                  </a:lnTo>
                  <a:lnTo>
                    <a:pt x="5207372" y="906720"/>
                  </a:lnTo>
                  <a:lnTo>
                    <a:pt x="5208040" y="890032"/>
                  </a:lnTo>
                  <a:lnTo>
                    <a:pt x="5208708" y="990160"/>
                  </a:lnTo>
                  <a:lnTo>
                    <a:pt x="5209376" y="1040224"/>
                  </a:lnTo>
                  <a:lnTo>
                    <a:pt x="5210044" y="1112540"/>
                  </a:lnTo>
                  <a:lnTo>
                    <a:pt x="5210712" y="1112540"/>
                  </a:lnTo>
                  <a:lnTo>
                    <a:pt x="5211380" y="1112540"/>
                  </a:lnTo>
                  <a:lnTo>
                    <a:pt x="5212048" y="1112540"/>
                  </a:lnTo>
                  <a:lnTo>
                    <a:pt x="5212716" y="1123665"/>
                  </a:lnTo>
                  <a:lnTo>
                    <a:pt x="5213384" y="1126446"/>
                  </a:lnTo>
                  <a:lnTo>
                    <a:pt x="5214052" y="1101414"/>
                  </a:lnTo>
                  <a:lnTo>
                    <a:pt x="5214720" y="1009630"/>
                  </a:lnTo>
                  <a:lnTo>
                    <a:pt x="5215388" y="1017974"/>
                  </a:lnTo>
                  <a:lnTo>
                    <a:pt x="5216056" y="1056912"/>
                  </a:lnTo>
                  <a:lnTo>
                    <a:pt x="5216724" y="1062475"/>
                  </a:lnTo>
                  <a:lnTo>
                    <a:pt x="5217392" y="1045787"/>
                  </a:lnTo>
                  <a:lnTo>
                    <a:pt x="5218060" y="1101414"/>
                  </a:lnTo>
                  <a:lnTo>
                    <a:pt x="5218728" y="1109758"/>
                  </a:lnTo>
                  <a:lnTo>
                    <a:pt x="5219396" y="1056912"/>
                  </a:lnTo>
                  <a:lnTo>
                    <a:pt x="5220064" y="1056912"/>
                  </a:lnTo>
                  <a:lnTo>
                    <a:pt x="5220732" y="1048568"/>
                  </a:lnTo>
                  <a:lnTo>
                    <a:pt x="5221400" y="1140353"/>
                  </a:lnTo>
                  <a:lnTo>
                    <a:pt x="5222068" y="1168166"/>
                  </a:lnTo>
                  <a:lnTo>
                    <a:pt x="5222736" y="1168166"/>
                  </a:lnTo>
                  <a:lnTo>
                    <a:pt x="5223405" y="1168166"/>
                  </a:lnTo>
                  <a:lnTo>
                    <a:pt x="5224073" y="1162604"/>
                  </a:lnTo>
                  <a:lnTo>
                    <a:pt x="5224741" y="1168166"/>
                  </a:lnTo>
                  <a:lnTo>
                    <a:pt x="5225409" y="1168166"/>
                  </a:lnTo>
                  <a:lnTo>
                    <a:pt x="5226077" y="1168166"/>
                  </a:lnTo>
                  <a:lnTo>
                    <a:pt x="5226745" y="1134790"/>
                  </a:lnTo>
                  <a:lnTo>
                    <a:pt x="5227413" y="1112540"/>
                  </a:lnTo>
                  <a:lnTo>
                    <a:pt x="5228081" y="1112540"/>
                  </a:lnTo>
                  <a:lnTo>
                    <a:pt x="5228749" y="1112540"/>
                  </a:lnTo>
                  <a:lnTo>
                    <a:pt x="5229417" y="1112540"/>
                  </a:lnTo>
                  <a:lnTo>
                    <a:pt x="5230085" y="1170948"/>
                  </a:lnTo>
                  <a:lnTo>
                    <a:pt x="5230753" y="1232138"/>
                  </a:lnTo>
                  <a:lnTo>
                    <a:pt x="5231421" y="1323922"/>
                  </a:lnTo>
                  <a:lnTo>
                    <a:pt x="5232089" y="1335048"/>
                  </a:lnTo>
                  <a:lnTo>
                    <a:pt x="5232757" y="1335048"/>
                  </a:lnTo>
                  <a:lnTo>
                    <a:pt x="5233425" y="1362861"/>
                  </a:lnTo>
                  <a:lnTo>
                    <a:pt x="5234093" y="1435176"/>
                  </a:lnTo>
                  <a:lnTo>
                    <a:pt x="5234761" y="1446302"/>
                  </a:lnTo>
                  <a:lnTo>
                    <a:pt x="5235429" y="1446302"/>
                  </a:lnTo>
                  <a:lnTo>
                    <a:pt x="5236097" y="1501929"/>
                  </a:lnTo>
                  <a:lnTo>
                    <a:pt x="5236765" y="1501929"/>
                  </a:lnTo>
                  <a:lnTo>
                    <a:pt x="5237433" y="1551993"/>
                  </a:lnTo>
                  <a:lnTo>
                    <a:pt x="5238101" y="1557556"/>
                  </a:lnTo>
                  <a:lnTo>
                    <a:pt x="5238769" y="1549212"/>
                  </a:lnTo>
                  <a:lnTo>
                    <a:pt x="5239437" y="1501929"/>
                  </a:lnTo>
                  <a:lnTo>
                    <a:pt x="5240105" y="1501929"/>
                  </a:lnTo>
                  <a:lnTo>
                    <a:pt x="5240773" y="1540867"/>
                  </a:lnTo>
                  <a:lnTo>
                    <a:pt x="5241441" y="1557556"/>
                  </a:lnTo>
                  <a:lnTo>
                    <a:pt x="5242109" y="1557556"/>
                  </a:lnTo>
                  <a:lnTo>
                    <a:pt x="5242777" y="1557556"/>
                  </a:lnTo>
                  <a:lnTo>
                    <a:pt x="5243445" y="1543649"/>
                  </a:lnTo>
                  <a:lnTo>
                    <a:pt x="5244113" y="1557556"/>
                  </a:lnTo>
                  <a:lnTo>
                    <a:pt x="5244781" y="1557556"/>
                  </a:lnTo>
                  <a:lnTo>
                    <a:pt x="5245449" y="1557556"/>
                  </a:lnTo>
                  <a:lnTo>
                    <a:pt x="5246117" y="1557556"/>
                  </a:lnTo>
                  <a:lnTo>
                    <a:pt x="5246785" y="1557556"/>
                  </a:lnTo>
                  <a:lnTo>
                    <a:pt x="5247454" y="1557556"/>
                  </a:lnTo>
                  <a:lnTo>
                    <a:pt x="5248122" y="1557556"/>
                  </a:lnTo>
                  <a:lnTo>
                    <a:pt x="5248790" y="1557556"/>
                  </a:lnTo>
                  <a:lnTo>
                    <a:pt x="5249458" y="1532523"/>
                  </a:lnTo>
                  <a:lnTo>
                    <a:pt x="5250126" y="1501929"/>
                  </a:lnTo>
                  <a:lnTo>
                    <a:pt x="5250794" y="1373986"/>
                  </a:lnTo>
                  <a:lnTo>
                    <a:pt x="5251462" y="1279421"/>
                  </a:lnTo>
                  <a:lnTo>
                    <a:pt x="5252130" y="1240482"/>
                  </a:lnTo>
                  <a:lnTo>
                    <a:pt x="5252798" y="1223794"/>
                  </a:lnTo>
                  <a:lnTo>
                    <a:pt x="5253466" y="1223794"/>
                  </a:lnTo>
                  <a:lnTo>
                    <a:pt x="5254134" y="1223794"/>
                  </a:lnTo>
                  <a:lnTo>
                    <a:pt x="5254802" y="1223794"/>
                  </a:lnTo>
                  <a:lnTo>
                    <a:pt x="5255470" y="1179292"/>
                  </a:lnTo>
                  <a:lnTo>
                    <a:pt x="5256138" y="1223794"/>
                  </a:lnTo>
                  <a:lnTo>
                    <a:pt x="5256806" y="1223794"/>
                  </a:lnTo>
                  <a:lnTo>
                    <a:pt x="5257474" y="1223794"/>
                  </a:lnTo>
                  <a:lnTo>
                    <a:pt x="5258142" y="1218231"/>
                  </a:lnTo>
                  <a:lnTo>
                    <a:pt x="5258810" y="1168166"/>
                  </a:lnTo>
                  <a:lnTo>
                    <a:pt x="5259478" y="1168166"/>
                  </a:lnTo>
                  <a:lnTo>
                    <a:pt x="5260146" y="1209887"/>
                  </a:lnTo>
                  <a:lnTo>
                    <a:pt x="5260814" y="1223794"/>
                  </a:lnTo>
                  <a:lnTo>
                    <a:pt x="5261482" y="1223794"/>
                  </a:lnTo>
                  <a:lnTo>
                    <a:pt x="5262150" y="1223794"/>
                  </a:lnTo>
                  <a:lnTo>
                    <a:pt x="5262818" y="1223794"/>
                  </a:lnTo>
                  <a:lnTo>
                    <a:pt x="5263486" y="1223794"/>
                  </a:lnTo>
                  <a:lnTo>
                    <a:pt x="5264154" y="1209887"/>
                  </a:lnTo>
                  <a:lnTo>
                    <a:pt x="5264822" y="1168166"/>
                  </a:lnTo>
                  <a:lnTo>
                    <a:pt x="5265490" y="1157041"/>
                  </a:lnTo>
                  <a:lnTo>
                    <a:pt x="5266158" y="1123665"/>
                  </a:lnTo>
                  <a:lnTo>
                    <a:pt x="5266826" y="1095851"/>
                  </a:lnTo>
                  <a:lnTo>
                    <a:pt x="5267494" y="1173729"/>
                  </a:lnTo>
                  <a:lnTo>
                    <a:pt x="5268162" y="1279421"/>
                  </a:lnTo>
                  <a:lnTo>
                    <a:pt x="5268830" y="1315578"/>
                  </a:lnTo>
                  <a:lnTo>
                    <a:pt x="5269498" y="1335048"/>
                  </a:lnTo>
                  <a:lnTo>
                    <a:pt x="5270166" y="1290546"/>
                  </a:lnTo>
                  <a:lnTo>
                    <a:pt x="5270834" y="1237700"/>
                  </a:lnTo>
                  <a:lnTo>
                    <a:pt x="5271502" y="1159822"/>
                  </a:lnTo>
                  <a:lnTo>
                    <a:pt x="5272171" y="1159822"/>
                  </a:lnTo>
                  <a:lnTo>
                    <a:pt x="5272839" y="1168166"/>
                  </a:lnTo>
                  <a:lnTo>
                    <a:pt x="5273507" y="1168166"/>
                  </a:lnTo>
                  <a:lnTo>
                    <a:pt x="5274175" y="1168166"/>
                  </a:lnTo>
                  <a:lnTo>
                    <a:pt x="5274843" y="1104195"/>
                  </a:lnTo>
                  <a:lnTo>
                    <a:pt x="5275511" y="1112540"/>
                  </a:lnTo>
                  <a:lnTo>
                    <a:pt x="5276179" y="1112540"/>
                  </a:lnTo>
                  <a:lnTo>
                    <a:pt x="5276847" y="1112540"/>
                  </a:lnTo>
                  <a:lnTo>
                    <a:pt x="5277515" y="1087507"/>
                  </a:lnTo>
                  <a:lnTo>
                    <a:pt x="5278183" y="1023536"/>
                  </a:lnTo>
                  <a:lnTo>
                    <a:pt x="5278851" y="1001286"/>
                  </a:lnTo>
                  <a:lnTo>
                    <a:pt x="5279519" y="1001286"/>
                  </a:lnTo>
                  <a:lnTo>
                    <a:pt x="5280187" y="1001286"/>
                  </a:lnTo>
                  <a:lnTo>
                    <a:pt x="5280855" y="1012411"/>
                  </a:lnTo>
                  <a:lnTo>
                    <a:pt x="5281523" y="1051350"/>
                  </a:lnTo>
                  <a:lnTo>
                    <a:pt x="5282191" y="1009630"/>
                  </a:lnTo>
                  <a:lnTo>
                    <a:pt x="5282859" y="1065256"/>
                  </a:lnTo>
                  <a:lnTo>
                    <a:pt x="5283527" y="1076382"/>
                  </a:lnTo>
                  <a:lnTo>
                    <a:pt x="5284195" y="1112540"/>
                  </a:lnTo>
                  <a:lnTo>
                    <a:pt x="5284863" y="1112540"/>
                  </a:lnTo>
                  <a:lnTo>
                    <a:pt x="5285531" y="1079163"/>
                  </a:lnTo>
                  <a:lnTo>
                    <a:pt x="5286199" y="1056912"/>
                  </a:lnTo>
                  <a:lnTo>
                    <a:pt x="5286867" y="1098633"/>
                  </a:lnTo>
                  <a:lnTo>
                    <a:pt x="5287535" y="1151478"/>
                  </a:lnTo>
                  <a:lnTo>
                    <a:pt x="5288203" y="1226575"/>
                  </a:lnTo>
                  <a:lnTo>
                    <a:pt x="5288871" y="1279421"/>
                  </a:lnTo>
                  <a:lnTo>
                    <a:pt x="5289539" y="1279421"/>
                  </a:lnTo>
                  <a:lnTo>
                    <a:pt x="5290207" y="1279421"/>
                  </a:lnTo>
                  <a:lnTo>
                    <a:pt x="5290875" y="1279421"/>
                  </a:lnTo>
                  <a:lnTo>
                    <a:pt x="5291543" y="1340610"/>
                  </a:lnTo>
                  <a:lnTo>
                    <a:pt x="5292211" y="1335048"/>
                  </a:lnTo>
                  <a:lnTo>
                    <a:pt x="5292879" y="1335048"/>
                  </a:lnTo>
                  <a:lnTo>
                    <a:pt x="5293547" y="1335048"/>
                  </a:lnTo>
                  <a:lnTo>
                    <a:pt x="5294215" y="1323922"/>
                  </a:lnTo>
                  <a:lnTo>
                    <a:pt x="5294883" y="1365642"/>
                  </a:lnTo>
                  <a:lnTo>
                    <a:pt x="5295551" y="1390675"/>
                  </a:lnTo>
                  <a:lnTo>
                    <a:pt x="5296219" y="1390675"/>
                  </a:lnTo>
                  <a:lnTo>
                    <a:pt x="5296888" y="1390675"/>
                  </a:lnTo>
                  <a:lnTo>
                    <a:pt x="5297556" y="1390675"/>
                  </a:lnTo>
                  <a:lnTo>
                    <a:pt x="5298224" y="1393456"/>
                  </a:lnTo>
                  <a:lnTo>
                    <a:pt x="5298892" y="1446302"/>
                  </a:lnTo>
                  <a:lnTo>
                    <a:pt x="5299560" y="1446302"/>
                  </a:lnTo>
                  <a:lnTo>
                    <a:pt x="5300228" y="1493585"/>
                  </a:lnTo>
                  <a:lnTo>
                    <a:pt x="5300896" y="1501929"/>
                  </a:lnTo>
                  <a:lnTo>
                    <a:pt x="5301564" y="1462990"/>
                  </a:lnTo>
                  <a:lnTo>
                    <a:pt x="5302232" y="1476896"/>
                  </a:lnTo>
                  <a:lnTo>
                    <a:pt x="5302900" y="1501929"/>
                  </a:lnTo>
                  <a:lnTo>
                    <a:pt x="5303568" y="1501929"/>
                  </a:lnTo>
                  <a:lnTo>
                    <a:pt x="5304236" y="1501929"/>
                  </a:lnTo>
                  <a:lnTo>
                    <a:pt x="5304904" y="1501929"/>
                  </a:lnTo>
                  <a:lnTo>
                    <a:pt x="5305572" y="1501929"/>
                  </a:lnTo>
                  <a:lnTo>
                    <a:pt x="5306240" y="1501929"/>
                  </a:lnTo>
                  <a:lnTo>
                    <a:pt x="5306908" y="1501929"/>
                  </a:lnTo>
                  <a:lnTo>
                    <a:pt x="5307576" y="1501929"/>
                  </a:lnTo>
                  <a:lnTo>
                    <a:pt x="5308244" y="1501929"/>
                  </a:lnTo>
                  <a:lnTo>
                    <a:pt x="5308912" y="1554774"/>
                  </a:lnTo>
                  <a:lnTo>
                    <a:pt x="5309580" y="1557556"/>
                  </a:lnTo>
                  <a:lnTo>
                    <a:pt x="5310248" y="1557556"/>
                  </a:lnTo>
                  <a:lnTo>
                    <a:pt x="5310916" y="1546430"/>
                  </a:lnTo>
                  <a:lnTo>
                    <a:pt x="5311584" y="1490803"/>
                  </a:lnTo>
                  <a:lnTo>
                    <a:pt x="5312252" y="1421269"/>
                  </a:lnTo>
                  <a:lnTo>
                    <a:pt x="5312920" y="1390675"/>
                  </a:lnTo>
                  <a:lnTo>
                    <a:pt x="5313588" y="1390675"/>
                  </a:lnTo>
                  <a:lnTo>
                    <a:pt x="5314256" y="1390675"/>
                  </a:lnTo>
                  <a:lnTo>
                    <a:pt x="5314924" y="1390675"/>
                  </a:lnTo>
                  <a:lnTo>
                    <a:pt x="5315592" y="1390675"/>
                  </a:lnTo>
                  <a:lnTo>
                    <a:pt x="5316260" y="1390675"/>
                  </a:lnTo>
                  <a:lnTo>
                    <a:pt x="5316928" y="1390675"/>
                  </a:lnTo>
                  <a:lnTo>
                    <a:pt x="5317596" y="1390675"/>
                  </a:lnTo>
                  <a:lnTo>
                    <a:pt x="5318264" y="1426832"/>
                  </a:lnTo>
                  <a:lnTo>
                    <a:pt x="5318932" y="1446302"/>
                  </a:lnTo>
                  <a:lnTo>
                    <a:pt x="5319600" y="1446302"/>
                  </a:lnTo>
                  <a:lnTo>
                    <a:pt x="5320268" y="1446302"/>
                  </a:lnTo>
                  <a:lnTo>
                    <a:pt x="5320936" y="1446302"/>
                  </a:lnTo>
                  <a:lnTo>
                    <a:pt x="5321605" y="1446302"/>
                  </a:lnTo>
                  <a:lnTo>
                    <a:pt x="5322273" y="1446302"/>
                  </a:lnTo>
                  <a:lnTo>
                    <a:pt x="5322941" y="1446302"/>
                  </a:lnTo>
                  <a:lnTo>
                    <a:pt x="5323609" y="1404581"/>
                  </a:lnTo>
                  <a:lnTo>
                    <a:pt x="5324277" y="1390675"/>
                  </a:lnTo>
                  <a:lnTo>
                    <a:pt x="5324945" y="1390675"/>
                  </a:lnTo>
                  <a:lnTo>
                    <a:pt x="5325613" y="1390675"/>
                  </a:lnTo>
                  <a:lnTo>
                    <a:pt x="5326281" y="1390675"/>
                  </a:lnTo>
                  <a:lnTo>
                    <a:pt x="5326949" y="1390675"/>
                  </a:lnTo>
                  <a:lnTo>
                    <a:pt x="5327617" y="1426832"/>
                  </a:lnTo>
                  <a:lnTo>
                    <a:pt x="5328285" y="1510273"/>
                  </a:lnTo>
                  <a:lnTo>
                    <a:pt x="5328953" y="1579806"/>
                  </a:lnTo>
                  <a:lnTo>
                    <a:pt x="5329621" y="1613183"/>
                  </a:lnTo>
                  <a:lnTo>
                    <a:pt x="5330289" y="1613183"/>
                  </a:lnTo>
                  <a:lnTo>
                    <a:pt x="5330957" y="1613183"/>
                  </a:lnTo>
                  <a:lnTo>
                    <a:pt x="5331625" y="1613183"/>
                  </a:lnTo>
                  <a:lnTo>
                    <a:pt x="5332293" y="1613183"/>
                  </a:lnTo>
                  <a:lnTo>
                    <a:pt x="5332961" y="1613183"/>
                  </a:lnTo>
                  <a:lnTo>
                    <a:pt x="5333629" y="1613183"/>
                  </a:lnTo>
                  <a:lnTo>
                    <a:pt x="5334297" y="1613183"/>
                  </a:lnTo>
                  <a:lnTo>
                    <a:pt x="5334965" y="1613183"/>
                  </a:lnTo>
                  <a:lnTo>
                    <a:pt x="5335633" y="1613183"/>
                  </a:lnTo>
                  <a:lnTo>
                    <a:pt x="5336301" y="1613183"/>
                  </a:lnTo>
                  <a:lnTo>
                    <a:pt x="5336969" y="1607620"/>
                  </a:lnTo>
                  <a:lnTo>
                    <a:pt x="5337637" y="1529742"/>
                  </a:lnTo>
                  <a:lnTo>
                    <a:pt x="5338305" y="1446302"/>
                  </a:lnTo>
                  <a:lnTo>
                    <a:pt x="5338973" y="1446302"/>
                  </a:lnTo>
                  <a:lnTo>
                    <a:pt x="5339641" y="1435176"/>
                  </a:lnTo>
                  <a:lnTo>
                    <a:pt x="5340309" y="1429613"/>
                  </a:lnTo>
                  <a:lnTo>
                    <a:pt x="5340977" y="1446302"/>
                  </a:lnTo>
                  <a:lnTo>
                    <a:pt x="5341645" y="1446302"/>
                  </a:lnTo>
                  <a:lnTo>
                    <a:pt x="5342313" y="1446302"/>
                  </a:lnTo>
                  <a:lnTo>
                    <a:pt x="5342981" y="1426832"/>
                  </a:lnTo>
                  <a:lnTo>
                    <a:pt x="5343649" y="1390675"/>
                  </a:lnTo>
                  <a:lnTo>
                    <a:pt x="5344317" y="1390675"/>
                  </a:lnTo>
                  <a:lnTo>
                    <a:pt x="5344985" y="1390675"/>
                  </a:lnTo>
                  <a:lnTo>
                    <a:pt x="5345654" y="1348954"/>
                  </a:lnTo>
                  <a:lnTo>
                    <a:pt x="5346322" y="1335048"/>
                  </a:lnTo>
                  <a:lnTo>
                    <a:pt x="5346990" y="1335048"/>
                  </a:lnTo>
                  <a:lnTo>
                    <a:pt x="5347658" y="1335048"/>
                  </a:lnTo>
                  <a:lnTo>
                    <a:pt x="5348326" y="1335048"/>
                  </a:lnTo>
                  <a:lnTo>
                    <a:pt x="5348994" y="1335048"/>
                  </a:lnTo>
                  <a:lnTo>
                    <a:pt x="5349662" y="1335048"/>
                  </a:lnTo>
                  <a:lnTo>
                    <a:pt x="5350330" y="1335048"/>
                  </a:lnTo>
                  <a:lnTo>
                    <a:pt x="5350998" y="1335048"/>
                  </a:lnTo>
                  <a:lnTo>
                    <a:pt x="5351666" y="1284983"/>
                  </a:lnTo>
                  <a:lnTo>
                    <a:pt x="5352334" y="1279421"/>
                  </a:lnTo>
                  <a:lnTo>
                    <a:pt x="5353002" y="1279421"/>
                  </a:lnTo>
                  <a:lnTo>
                    <a:pt x="5353670" y="1282202"/>
                  </a:lnTo>
                  <a:lnTo>
                    <a:pt x="5354338" y="1357298"/>
                  </a:lnTo>
                  <a:lnTo>
                    <a:pt x="5355006" y="1446302"/>
                  </a:lnTo>
                  <a:lnTo>
                    <a:pt x="5355674" y="1446302"/>
                  </a:lnTo>
                  <a:lnTo>
                    <a:pt x="5356342" y="1454646"/>
                  </a:lnTo>
                  <a:lnTo>
                    <a:pt x="5357010" y="1501929"/>
                  </a:lnTo>
                  <a:lnTo>
                    <a:pt x="5357678" y="1501929"/>
                  </a:lnTo>
                  <a:lnTo>
                    <a:pt x="5358346" y="1501929"/>
                  </a:lnTo>
                  <a:lnTo>
                    <a:pt x="5359014" y="1501929"/>
                  </a:lnTo>
                  <a:lnTo>
                    <a:pt x="5359682" y="1518617"/>
                  </a:lnTo>
                  <a:lnTo>
                    <a:pt x="5360350" y="1557556"/>
                  </a:lnTo>
                  <a:lnTo>
                    <a:pt x="5361018" y="1557556"/>
                  </a:lnTo>
                  <a:lnTo>
                    <a:pt x="5361686" y="1557556"/>
                  </a:lnTo>
                  <a:lnTo>
                    <a:pt x="5362354" y="1596494"/>
                  </a:lnTo>
                  <a:lnTo>
                    <a:pt x="5363022" y="1613183"/>
                  </a:lnTo>
                  <a:lnTo>
                    <a:pt x="5363690" y="1613183"/>
                  </a:lnTo>
                  <a:lnTo>
                    <a:pt x="5364358" y="1613183"/>
                  </a:lnTo>
                  <a:lnTo>
                    <a:pt x="5365026" y="1613183"/>
                  </a:lnTo>
                  <a:lnTo>
                    <a:pt x="5365694" y="1593713"/>
                  </a:lnTo>
                  <a:lnTo>
                    <a:pt x="5366362" y="1557556"/>
                  </a:lnTo>
                  <a:lnTo>
                    <a:pt x="5367030" y="1490803"/>
                  </a:lnTo>
                  <a:lnTo>
                    <a:pt x="5367698" y="1446302"/>
                  </a:lnTo>
                  <a:lnTo>
                    <a:pt x="5368366" y="1493585"/>
                  </a:lnTo>
                  <a:lnTo>
                    <a:pt x="5369034" y="1479678"/>
                  </a:lnTo>
                  <a:lnTo>
                    <a:pt x="5369702" y="1446302"/>
                  </a:lnTo>
                  <a:lnTo>
                    <a:pt x="5370371" y="1446302"/>
                  </a:lnTo>
                  <a:lnTo>
                    <a:pt x="5371039" y="1446302"/>
                  </a:lnTo>
                  <a:lnTo>
                    <a:pt x="5371707" y="1446302"/>
                  </a:lnTo>
                  <a:lnTo>
                    <a:pt x="5372375" y="1446302"/>
                  </a:lnTo>
                  <a:lnTo>
                    <a:pt x="5373043" y="1446302"/>
                  </a:lnTo>
                  <a:lnTo>
                    <a:pt x="5373711" y="1446302"/>
                  </a:lnTo>
                  <a:lnTo>
                    <a:pt x="5374379" y="1446302"/>
                  </a:lnTo>
                  <a:lnTo>
                    <a:pt x="5375047" y="1446302"/>
                  </a:lnTo>
                  <a:lnTo>
                    <a:pt x="5375715" y="1446302"/>
                  </a:lnTo>
                  <a:lnTo>
                    <a:pt x="5376383" y="1393456"/>
                  </a:lnTo>
                  <a:lnTo>
                    <a:pt x="5377051" y="1390675"/>
                  </a:lnTo>
                  <a:lnTo>
                    <a:pt x="5377719" y="1390675"/>
                  </a:lnTo>
                  <a:lnTo>
                    <a:pt x="5378387" y="1390675"/>
                  </a:lnTo>
                  <a:lnTo>
                    <a:pt x="5379055" y="1390675"/>
                  </a:lnTo>
                  <a:lnTo>
                    <a:pt x="5379723" y="1390675"/>
                  </a:lnTo>
                  <a:lnTo>
                    <a:pt x="5380391" y="1390675"/>
                  </a:lnTo>
                  <a:lnTo>
                    <a:pt x="5381059" y="1390675"/>
                  </a:lnTo>
                  <a:lnTo>
                    <a:pt x="5381727" y="1390675"/>
                  </a:lnTo>
                  <a:lnTo>
                    <a:pt x="5382395" y="1371205"/>
                  </a:lnTo>
                  <a:lnTo>
                    <a:pt x="5383063" y="1390675"/>
                  </a:lnTo>
                  <a:lnTo>
                    <a:pt x="5383731" y="1451864"/>
                  </a:lnTo>
                  <a:lnTo>
                    <a:pt x="5384399" y="1501929"/>
                  </a:lnTo>
                  <a:lnTo>
                    <a:pt x="5385067" y="1501929"/>
                  </a:lnTo>
                  <a:lnTo>
                    <a:pt x="5385735" y="1521398"/>
                  </a:lnTo>
                  <a:lnTo>
                    <a:pt x="5386403" y="1554774"/>
                  </a:lnTo>
                  <a:lnTo>
                    <a:pt x="5387071" y="1501929"/>
                  </a:lnTo>
                  <a:lnTo>
                    <a:pt x="5387739" y="1501929"/>
                  </a:lnTo>
                  <a:lnTo>
                    <a:pt x="5388407" y="1501929"/>
                  </a:lnTo>
                  <a:lnTo>
                    <a:pt x="5389075" y="1501929"/>
                  </a:lnTo>
                  <a:lnTo>
                    <a:pt x="5389743" y="1488022"/>
                  </a:lnTo>
                  <a:lnTo>
                    <a:pt x="5390411" y="1446302"/>
                  </a:lnTo>
                  <a:lnTo>
                    <a:pt x="5391079" y="1407363"/>
                  </a:lnTo>
                  <a:lnTo>
                    <a:pt x="5391747" y="1390675"/>
                  </a:lnTo>
                  <a:lnTo>
                    <a:pt x="5392415" y="1390675"/>
                  </a:lnTo>
                  <a:lnTo>
                    <a:pt x="5393083" y="1429613"/>
                  </a:lnTo>
                  <a:lnTo>
                    <a:pt x="5393751" y="1390675"/>
                  </a:lnTo>
                  <a:lnTo>
                    <a:pt x="5394419" y="1385112"/>
                  </a:lnTo>
                  <a:lnTo>
                    <a:pt x="5395088" y="1335048"/>
                  </a:lnTo>
                  <a:lnTo>
                    <a:pt x="5395756" y="1335048"/>
                  </a:lnTo>
                  <a:lnTo>
                    <a:pt x="5396424" y="1335048"/>
                  </a:lnTo>
                  <a:lnTo>
                    <a:pt x="5397092" y="1335048"/>
                  </a:lnTo>
                  <a:lnTo>
                    <a:pt x="5397760" y="1318359"/>
                  </a:lnTo>
                  <a:lnTo>
                    <a:pt x="5398428" y="1279421"/>
                  </a:lnTo>
                  <a:lnTo>
                    <a:pt x="5399096" y="1312797"/>
                  </a:lnTo>
                  <a:lnTo>
                    <a:pt x="5399764" y="1335048"/>
                  </a:lnTo>
                  <a:lnTo>
                    <a:pt x="5400432" y="1335048"/>
                  </a:lnTo>
                  <a:lnTo>
                    <a:pt x="5401100" y="1335048"/>
                  </a:lnTo>
                  <a:lnTo>
                    <a:pt x="5401768" y="1335048"/>
                  </a:lnTo>
                  <a:lnTo>
                    <a:pt x="5402436" y="1298890"/>
                  </a:lnTo>
                  <a:lnTo>
                    <a:pt x="5403104" y="1265514"/>
                  </a:lnTo>
                  <a:lnTo>
                    <a:pt x="5403772" y="1279421"/>
                  </a:lnTo>
                  <a:lnTo>
                    <a:pt x="5404440" y="1259951"/>
                  </a:lnTo>
                  <a:lnTo>
                    <a:pt x="5405108" y="1223794"/>
                  </a:lnTo>
                  <a:lnTo>
                    <a:pt x="5405776" y="1223794"/>
                  </a:lnTo>
                  <a:lnTo>
                    <a:pt x="5406444" y="1234919"/>
                  </a:lnTo>
                  <a:lnTo>
                    <a:pt x="5407112" y="1279421"/>
                  </a:lnTo>
                  <a:lnTo>
                    <a:pt x="5407780" y="1315578"/>
                  </a:lnTo>
                  <a:lnTo>
                    <a:pt x="5408448" y="1335048"/>
                  </a:lnTo>
                  <a:lnTo>
                    <a:pt x="5409116" y="1335048"/>
                  </a:lnTo>
                  <a:lnTo>
                    <a:pt x="5409784" y="1343392"/>
                  </a:lnTo>
                  <a:lnTo>
                    <a:pt x="5410452" y="1390675"/>
                  </a:lnTo>
                  <a:lnTo>
                    <a:pt x="5411120" y="1393456"/>
                  </a:lnTo>
                  <a:lnTo>
                    <a:pt x="5411788" y="1446302"/>
                  </a:lnTo>
                  <a:lnTo>
                    <a:pt x="5412456" y="1446302"/>
                  </a:lnTo>
                  <a:lnTo>
                    <a:pt x="5413124" y="1446302"/>
                  </a:lnTo>
                  <a:lnTo>
                    <a:pt x="5413792" y="1437957"/>
                  </a:lnTo>
                  <a:lnTo>
                    <a:pt x="5414460" y="1404581"/>
                  </a:lnTo>
                  <a:lnTo>
                    <a:pt x="5415128" y="1446302"/>
                  </a:lnTo>
                  <a:lnTo>
                    <a:pt x="5415796" y="1446302"/>
                  </a:lnTo>
                  <a:lnTo>
                    <a:pt x="5416464" y="1429613"/>
                  </a:lnTo>
                  <a:lnTo>
                    <a:pt x="5417132" y="1323922"/>
                  </a:lnTo>
                  <a:lnTo>
                    <a:pt x="5417800" y="1151478"/>
                  </a:lnTo>
                  <a:lnTo>
                    <a:pt x="5418468" y="1112540"/>
                  </a:lnTo>
                  <a:lnTo>
                    <a:pt x="5419136" y="1137572"/>
                  </a:lnTo>
                  <a:lnTo>
                    <a:pt x="5419805" y="1104195"/>
                  </a:lnTo>
                  <a:lnTo>
                    <a:pt x="5420473" y="1070819"/>
                  </a:lnTo>
                  <a:lnTo>
                    <a:pt x="5421141" y="1059694"/>
                  </a:lnTo>
                  <a:lnTo>
                    <a:pt x="5421809" y="1056912"/>
                  </a:lnTo>
                  <a:lnTo>
                    <a:pt x="5422477" y="1056912"/>
                  </a:lnTo>
                  <a:lnTo>
                    <a:pt x="5423145" y="1056912"/>
                  </a:lnTo>
                  <a:lnTo>
                    <a:pt x="5423813" y="1020755"/>
                  </a:lnTo>
                  <a:lnTo>
                    <a:pt x="5424481" y="984598"/>
                  </a:lnTo>
                  <a:lnTo>
                    <a:pt x="5425149" y="937315"/>
                  </a:lnTo>
                  <a:lnTo>
                    <a:pt x="5425817" y="864999"/>
                  </a:lnTo>
                  <a:lnTo>
                    <a:pt x="5426485" y="834405"/>
                  </a:lnTo>
                  <a:lnTo>
                    <a:pt x="5427153" y="781559"/>
                  </a:lnTo>
                  <a:lnTo>
                    <a:pt x="5427821" y="700900"/>
                  </a:lnTo>
                  <a:lnTo>
                    <a:pt x="5428489" y="667523"/>
                  </a:lnTo>
                  <a:lnTo>
                    <a:pt x="5429157" y="667523"/>
                  </a:lnTo>
                  <a:lnTo>
                    <a:pt x="5429825" y="631366"/>
                  </a:lnTo>
                  <a:lnTo>
                    <a:pt x="5430493" y="592427"/>
                  </a:lnTo>
                  <a:lnTo>
                    <a:pt x="5431161" y="611897"/>
                  </a:lnTo>
                  <a:lnTo>
                    <a:pt x="5431829" y="570176"/>
                  </a:lnTo>
                  <a:lnTo>
                    <a:pt x="5432497" y="556269"/>
                  </a:lnTo>
                  <a:lnTo>
                    <a:pt x="5433165" y="570176"/>
                  </a:lnTo>
                  <a:lnTo>
                    <a:pt x="5433833" y="670305"/>
                  </a:lnTo>
                  <a:lnTo>
                    <a:pt x="5434501" y="845530"/>
                  </a:lnTo>
                  <a:lnTo>
                    <a:pt x="5435169" y="890032"/>
                  </a:lnTo>
                  <a:lnTo>
                    <a:pt x="5435837" y="895594"/>
                  </a:lnTo>
                  <a:lnTo>
                    <a:pt x="5436505" y="945659"/>
                  </a:lnTo>
                  <a:lnTo>
                    <a:pt x="5437173" y="984598"/>
                  </a:lnTo>
                  <a:lnTo>
                    <a:pt x="5437841" y="1012411"/>
                  </a:lnTo>
                  <a:lnTo>
                    <a:pt x="5438509" y="1056912"/>
                  </a:lnTo>
                  <a:lnTo>
                    <a:pt x="5439177" y="1056912"/>
                  </a:lnTo>
                  <a:lnTo>
                    <a:pt x="5439845" y="1056912"/>
                  </a:lnTo>
                  <a:lnTo>
                    <a:pt x="5440513" y="1090289"/>
                  </a:lnTo>
                  <a:lnTo>
                    <a:pt x="5441181" y="1126446"/>
                  </a:lnTo>
                  <a:lnTo>
                    <a:pt x="5441849" y="1173729"/>
                  </a:lnTo>
                  <a:lnTo>
                    <a:pt x="5442517" y="1246044"/>
                  </a:lnTo>
                  <a:lnTo>
                    <a:pt x="5443185" y="1215449"/>
                  </a:lnTo>
                  <a:lnTo>
                    <a:pt x="5443854" y="1179292"/>
                  </a:lnTo>
                  <a:lnTo>
                    <a:pt x="5444522" y="1226575"/>
                  </a:lnTo>
                  <a:lnTo>
                    <a:pt x="5445190" y="1223794"/>
                  </a:lnTo>
                  <a:lnTo>
                    <a:pt x="5445858" y="1223794"/>
                  </a:lnTo>
                  <a:lnTo>
                    <a:pt x="5446526" y="1257170"/>
                  </a:lnTo>
                  <a:lnTo>
                    <a:pt x="5447194" y="1301671"/>
                  </a:lnTo>
                  <a:lnTo>
                    <a:pt x="5447862" y="1332266"/>
                  </a:lnTo>
                  <a:lnTo>
                    <a:pt x="5448530" y="1290546"/>
                  </a:lnTo>
                  <a:lnTo>
                    <a:pt x="5449198" y="1223794"/>
                  </a:lnTo>
                  <a:lnTo>
                    <a:pt x="5449866" y="1223794"/>
                  </a:lnTo>
                  <a:lnTo>
                    <a:pt x="5450534" y="1223794"/>
                  </a:lnTo>
                  <a:lnTo>
                    <a:pt x="5451202" y="1223794"/>
                  </a:lnTo>
                  <a:lnTo>
                    <a:pt x="5451870" y="1223794"/>
                  </a:lnTo>
                  <a:lnTo>
                    <a:pt x="5452538" y="1223794"/>
                  </a:lnTo>
                  <a:lnTo>
                    <a:pt x="5453206" y="1237700"/>
                  </a:lnTo>
                  <a:lnTo>
                    <a:pt x="5453874" y="1279421"/>
                  </a:lnTo>
                  <a:lnTo>
                    <a:pt x="5454542" y="1279421"/>
                  </a:lnTo>
                  <a:lnTo>
                    <a:pt x="5455210" y="1248826"/>
                  </a:lnTo>
                  <a:lnTo>
                    <a:pt x="5455878" y="1168166"/>
                  </a:lnTo>
                  <a:lnTo>
                    <a:pt x="5456546" y="1168166"/>
                  </a:lnTo>
                  <a:lnTo>
                    <a:pt x="5457214" y="1168166"/>
                  </a:lnTo>
                  <a:lnTo>
                    <a:pt x="5457882" y="1168166"/>
                  </a:lnTo>
                  <a:lnTo>
                    <a:pt x="5458550" y="1168166"/>
                  </a:lnTo>
                  <a:lnTo>
                    <a:pt x="5459218" y="1157041"/>
                  </a:lnTo>
                  <a:lnTo>
                    <a:pt x="5459886" y="1170948"/>
                  </a:lnTo>
                  <a:lnTo>
                    <a:pt x="5460554" y="1221012"/>
                  </a:lnTo>
                  <a:lnTo>
                    <a:pt x="5461222" y="1237700"/>
                  </a:lnTo>
                  <a:lnTo>
                    <a:pt x="5461890" y="1279421"/>
                  </a:lnTo>
                  <a:lnTo>
                    <a:pt x="5462558" y="1279421"/>
                  </a:lnTo>
                  <a:lnTo>
                    <a:pt x="5463226" y="1265514"/>
                  </a:lnTo>
                  <a:lnTo>
                    <a:pt x="5463894" y="1223794"/>
                  </a:lnTo>
                  <a:lnTo>
                    <a:pt x="5464562" y="1223794"/>
                  </a:lnTo>
                  <a:lnTo>
                    <a:pt x="5465230" y="1301671"/>
                  </a:lnTo>
                  <a:lnTo>
                    <a:pt x="5465898" y="1318359"/>
                  </a:lnTo>
                  <a:lnTo>
                    <a:pt x="5466566" y="1279421"/>
                  </a:lnTo>
                  <a:lnTo>
                    <a:pt x="5467234" y="1279421"/>
                  </a:lnTo>
                  <a:lnTo>
                    <a:pt x="5467902" y="1279421"/>
                  </a:lnTo>
                  <a:lnTo>
                    <a:pt x="5468571" y="1279421"/>
                  </a:lnTo>
                  <a:lnTo>
                    <a:pt x="5469239" y="1279421"/>
                  </a:lnTo>
                  <a:lnTo>
                    <a:pt x="5469907" y="1279421"/>
                  </a:lnTo>
                  <a:lnTo>
                    <a:pt x="5470575" y="1234919"/>
                  </a:lnTo>
                  <a:lnTo>
                    <a:pt x="5471243" y="1198761"/>
                  </a:lnTo>
                  <a:lnTo>
                    <a:pt x="5471911" y="1140353"/>
                  </a:lnTo>
                  <a:lnTo>
                    <a:pt x="5472579" y="1212668"/>
                  </a:lnTo>
                  <a:lnTo>
                    <a:pt x="5473247" y="1165385"/>
                  </a:lnTo>
                  <a:lnTo>
                    <a:pt x="5473915" y="1112540"/>
                  </a:lnTo>
                  <a:lnTo>
                    <a:pt x="5474583" y="1112540"/>
                  </a:lnTo>
                  <a:lnTo>
                    <a:pt x="5475251" y="1112540"/>
                  </a:lnTo>
                  <a:lnTo>
                    <a:pt x="5475919" y="1120884"/>
                  </a:lnTo>
                  <a:lnTo>
                    <a:pt x="5476587" y="1168166"/>
                  </a:lnTo>
                  <a:lnTo>
                    <a:pt x="5477255" y="1201543"/>
                  </a:lnTo>
                  <a:lnTo>
                    <a:pt x="5477923" y="1212668"/>
                  </a:lnTo>
                  <a:lnTo>
                    <a:pt x="5478591" y="1168166"/>
                  </a:lnTo>
                  <a:lnTo>
                    <a:pt x="5479259" y="1168166"/>
                  </a:lnTo>
                  <a:lnTo>
                    <a:pt x="5479927" y="1129228"/>
                  </a:lnTo>
                  <a:lnTo>
                    <a:pt x="5480595" y="1143134"/>
                  </a:lnTo>
                  <a:lnTo>
                    <a:pt x="5481263" y="1112540"/>
                  </a:lnTo>
                  <a:lnTo>
                    <a:pt x="5481931" y="1031880"/>
                  </a:lnTo>
                  <a:lnTo>
                    <a:pt x="5482599" y="1068038"/>
                  </a:lnTo>
                  <a:lnTo>
                    <a:pt x="5483267" y="1109758"/>
                  </a:lnTo>
                  <a:lnTo>
                    <a:pt x="5483935" y="1056912"/>
                  </a:lnTo>
                  <a:lnTo>
                    <a:pt x="5484603" y="1056912"/>
                  </a:lnTo>
                  <a:lnTo>
                    <a:pt x="5485271" y="1056912"/>
                  </a:lnTo>
                  <a:lnTo>
                    <a:pt x="5485939" y="1056912"/>
                  </a:lnTo>
                  <a:lnTo>
                    <a:pt x="5486607" y="1056912"/>
                  </a:lnTo>
                  <a:lnTo>
                    <a:pt x="5487275" y="1098633"/>
                  </a:lnTo>
                  <a:lnTo>
                    <a:pt x="5487943" y="1134790"/>
                  </a:lnTo>
                  <a:lnTo>
                    <a:pt x="5488611" y="1221012"/>
                  </a:lnTo>
                  <a:lnTo>
                    <a:pt x="5489279" y="1229356"/>
                  </a:lnTo>
                  <a:lnTo>
                    <a:pt x="5489947" y="1279421"/>
                  </a:lnTo>
                  <a:lnTo>
                    <a:pt x="5490615" y="1321141"/>
                  </a:lnTo>
                  <a:lnTo>
                    <a:pt x="5491283" y="1251607"/>
                  </a:lnTo>
                  <a:lnTo>
                    <a:pt x="5491951" y="1223794"/>
                  </a:lnTo>
                  <a:lnTo>
                    <a:pt x="5492619" y="1165385"/>
                  </a:lnTo>
                  <a:lnTo>
                    <a:pt x="5493288" y="1112540"/>
                  </a:lnTo>
                  <a:lnTo>
                    <a:pt x="5493956" y="1084726"/>
                  </a:lnTo>
                  <a:lnTo>
                    <a:pt x="5494624" y="979035"/>
                  </a:lnTo>
                  <a:lnTo>
                    <a:pt x="5495292" y="956784"/>
                  </a:lnTo>
                  <a:lnTo>
                    <a:pt x="5495960" y="945659"/>
                  </a:lnTo>
                  <a:lnTo>
                    <a:pt x="5496628" y="992942"/>
                  </a:lnTo>
                  <a:lnTo>
                    <a:pt x="5497296" y="1023536"/>
                  </a:lnTo>
                  <a:lnTo>
                    <a:pt x="5497964" y="1004067"/>
                  </a:lnTo>
                  <a:lnTo>
                    <a:pt x="5498632" y="1076382"/>
                  </a:lnTo>
                  <a:lnTo>
                    <a:pt x="5499300" y="1112540"/>
                  </a:lnTo>
                  <a:lnTo>
                    <a:pt x="5499968" y="1112540"/>
                  </a:lnTo>
                  <a:lnTo>
                    <a:pt x="5500636" y="1168166"/>
                  </a:lnTo>
                  <a:lnTo>
                    <a:pt x="5501304" y="1157041"/>
                  </a:lnTo>
                  <a:lnTo>
                    <a:pt x="5501972" y="1112540"/>
                  </a:lnTo>
                  <a:lnTo>
                    <a:pt x="5502640" y="1087507"/>
                  </a:lnTo>
                  <a:lnTo>
                    <a:pt x="5503308" y="1056912"/>
                  </a:lnTo>
                  <a:lnTo>
                    <a:pt x="5503976" y="1031880"/>
                  </a:lnTo>
                  <a:lnTo>
                    <a:pt x="5504644" y="990160"/>
                  </a:lnTo>
                  <a:lnTo>
                    <a:pt x="5505312" y="945659"/>
                  </a:lnTo>
                  <a:lnTo>
                    <a:pt x="5505980" y="945659"/>
                  </a:lnTo>
                  <a:lnTo>
                    <a:pt x="5506648" y="945659"/>
                  </a:lnTo>
                  <a:lnTo>
                    <a:pt x="5507316" y="912282"/>
                  </a:lnTo>
                  <a:lnTo>
                    <a:pt x="5507984" y="959565"/>
                  </a:lnTo>
                  <a:lnTo>
                    <a:pt x="5508652" y="945659"/>
                  </a:lnTo>
                  <a:lnTo>
                    <a:pt x="5509320" y="956784"/>
                  </a:lnTo>
                  <a:lnTo>
                    <a:pt x="5509988" y="1001286"/>
                  </a:lnTo>
                  <a:lnTo>
                    <a:pt x="5510656" y="1026317"/>
                  </a:lnTo>
                  <a:lnTo>
                    <a:pt x="5511324" y="1137572"/>
                  </a:lnTo>
                  <a:lnTo>
                    <a:pt x="5511992" y="1209887"/>
                  </a:lnTo>
                  <a:lnTo>
                    <a:pt x="5512660" y="1223794"/>
                  </a:lnTo>
                  <a:lnTo>
                    <a:pt x="5513328" y="1223794"/>
                  </a:lnTo>
                  <a:lnTo>
                    <a:pt x="5513996" y="1223794"/>
                  </a:lnTo>
                  <a:lnTo>
                    <a:pt x="5514664" y="1243263"/>
                  </a:lnTo>
                  <a:lnTo>
                    <a:pt x="5515332" y="1223794"/>
                  </a:lnTo>
                  <a:lnTo>
                    <a:pt x="5516000" y="1223794"/>
                  </a:lnTo>
                  <a:lnTo>
                    <a:pt x="5516668" y="1212668"/>
                  </a:lnTo>
                  <a:lnTo>
                    <a:pt x="5517336" y="1168166"/>
                  </a:lnTo>
                  <a:lnTo>
                    <a:pt x="5518005" y="1176511"/>
                  </a:lnTo>
                  <a:lnTo>
                    <a:pt x="5518673" y="1223794"/>
                  </a:lnTo>
                  <a:lnTo>
                    <a:pt x="5519341" y="1246044"/>
                  </a:lnTo>
                  <a:lnTo>
                    <a:pt x="5520009" y="1279421"/>
                  </a:lnTo>
                  <a:lnTo>
                    <a:pt x="5520677" y="1301671"/>
                  </a:lnTo>
                  <a:lnTo>
                    <a:pt x="5521345" y="1343392"/>
                  </a:lnTo>
                  <a:lnTo>
                    <a:pt x="5522013" y="1390675"/>
                  </a:lnTo>
                  <a:lnTo>
                    <a:pt x="5522681" y="1390675"/>
                  </a:lnTo>
                  <a:lnTo>
                    <a:pt x="5523349" y="1365642"/>
                  </a:lnTo>
                  <a:lnTo>
                    <a:pt x="5524017" y="1376768"/>
                  </a:lnTo>
                  <a:lnTo>
                    <a:pt x="5524685" y="1399019"/>
                  </a:lnTo>
                  <a:lnTo>
                    <a:pt x="5525353" y="1446302"/>
                  </a:lnTo>
                  <a:lnTo>
                    <a:pt x="5526021" y="1476896"/>
                  </a:lnTo>
                  <a:lnTo>
                    <a:pt x="5526689" y="1446302"/>
                  </a:lnTo>
                  <a:lnTo>
                    <a:pt x="5527357" y="1446302"/>
                  </a:lnTo>
                  <a:lnTo>
                    <a:pt x="5528025" y="1446302"/>
                  </a:lnTo>
                  <a:lnTo>
                    <a:pt x="5528693" y="1446302"/>
                  </a:lnTo>
                  <a:lnTo>
                    <a:pt x="5529361" y="1446302"/>
                  </a:lnTo>
                  <a:lnTo>
                    <a:pt x="5530029" y="1446302"/>
                  </a:lnTo>
                  <a:lnTo>
                    <a:pt x="5530697" y="1446302"/>
                  </a:lnTo>
                  <a:lnTo>
                    <a:pt x="5531365" y="1474115"/>
                  </a:lnTo>
                  <a:lnTo>
                    <a:pt x="5532033" y="1501929"/>
                  </a:lnTo>
                  <a:lnTo>
                    <a:pt x="5532701" y="1501929"/>
                  </a:lnTo>
                  <a:lnTo>
                    <a:pt x="5533369" y="1510273"/>
                  </a:lnTo>
                  <a:lnTo>
                    <a:pt x="5534037" y="1557556"/>
                  </a:lnTo>
                  <a:lnTo>
                    <a:pt x="5534705" y="1557556"/>
                  </a:lnTo>
                  <a:lnTo>
                    <a:pt x="5535373" y="1557556"/>
                  </a:lnTo>
                  <a:lnTo>
                    <a:pt x="5536041" y="1557556"/>
                  </a:lnTo>
                  <a:lnTo>
                    <a:pt x="5536709" y="1557556"/>
                  </a:lnTo>
                  <a:lnTo>
                    <a:pt x="5537377" y="1557556"/>
                  </a:lnTo>
                  <a:lnTo>
                    <a:pt x="5538045" y="1557556"/>
                  </a:lnTo>
                  <a:lnTo>
                    <a:pt x="5538713" y="1507491"/>
                  </a:lnTo>
                  <a:lnTo>
                    <a:pt x="5539381" y="1501929"/>
                  </a:lnTo>
                  <a:lnTo>
                    <a:pt x="5540049" y="1524179"/>
                  </a:lnTo>
                  <a:lnTo>
                    <a:pt x="5540717" y="1546430"/>
                  </a:lnTo>
                  <a:lnTo>
                    <a:pt x="5541385" y="1501929"/>
                  </a:lnTo>
                  <a:lnTo>
                    <a:pt x="5542054" y="1474115"/>
                  </a:lnTo>
                  <a:lnTo>
                    <a:pt x="5542722" y="1451864"/>
                  </a:lnTo>
                  <a:lnTo>
                    <a:pt x="5543390" y="1501929"/>
                  </a:lnTo>
                  <a:lnTo>
                    <a:pt x="5544058" y="1501929"/>
                  </a:lnTo>
                  <a:lnTo>
                    <a:pt x="5544726" y="1446302"/>
                  </a:lnTo>
                  <a:lnTo>
                    <a:pt x="5545394" y="1446302"/>
                  </a:lnTo>
                  <a:lnTo>
                    <a:pt x="5546062" y="1446302"/>
                  </a:lnTo>
                  <a:lnTo>
                    <a:pt x="5546730" y="1446302"/>
                  </a:lnTo>
                  <a:lnTo>
                    <a:pt x="5547398" y="1446302"/>
                  </a:lnTo>
                  <a:lnTo>
                    <a:pt x="5548066" y="1446302"/>
                  </a:lnTo>
                  <a:lnTo>
                    <a:pt x="5548734" y="1446302"/>
                  </a:lnTo>
                  <a:lnTo>
                    <a:pt x="5549402" y="1446302"/>
                  </a:lnTo>
                  <a:lnTo>
                    <a:pt x="5550070" y="1446302"/>
                  </a:lnTo>
                  <a:lnTo>
                    <a:pt x="5550738" y="1446302"/>
                  </a:lnTo>
                  <a:lnTo>
                    <a:pt x="5551406" y="1446302"/>
                  </a:lnTo>
                  <a:lnTo>
                    <a:pt x="5552074" y="1446302"/>
                  </a:lnTo>
                  <a:lnTo>
                    <a:pt x="5552742" y="1446302"/>
                  </a:lnTo>
                  <a:lnTo>
                    <a:pt x="5553410" y="1446302"/>
                  </a:lnTo>
                  <a:lnTo>
                    <a:pt x="5554078" y="1446302"/>
                  </a:lnTo>
                  <a:lnTo>
                    <a:pt x="5554746" y="1446302"/>
                  </a:lnTo>
                  <a:lnTo>
                    <a:pt x="5555414" y="1462990"/>
                  </a:lnTo>
                  <a:lnTo>
                    <a:pt x="5556082" y="1446302"/>
                  </a:lnTo>
                  <a:lnTo>
                    <a:pt x="5556750" y="1446302"/>
                  </a:lnTo>
                  <a:lnTo>
                    <a:pt x="5557418" y="1454646"/>
                  </a:lnTo>
                  <a:lnTo>
                    <a:pt x="5558086" y="1501929"/>
                  </a:lnTo>
                  <a:lnTo>
                    <a:pt x="5558754" y="1526961"/>
                  </a:lnTo>
                  <a:lnTo>
                    <a:pt x="5559422" y="1524179"/>
                  </a:lnTo>
                  <a:lnTo>
                    <a:pt x="5560090" y="1446302"/>
                  </a:lnTo>
                  <a:lnTo>
                    <a:pt x="5560758" y="1446302"/>
                  </a:lnTo>
                  <a:lnTo>
                    <a:pt x="5561426" y="1460208"/>
                  </a:lnTo>
                  <a:lnTo>
                    <a:pt x="5562094" y="1446302"/>
                  </a:lnTo>
                  <a:lnTo>
                    <a:pt x="5562762" y="1446302"/>
                  </a:lnTo>
                  <a:lnTo>
                    <a:pt x="5563430" y="1446302"/>
                  </a:lnTo>
                  <a:lnTo>
                    <a:pt x="5564098" y="1446302"/>
                  </a:lnTo>
                  <a:lnTo>
                    <a:pt x="5564766" y="1446302"/>
                  </a:lnTo>
                  <a:lnTo>
                    <a:pt x="5565434" y="1446302"/>
                  </a:lnTo>
                  <a:lnTo>
                    <a:pt x="5566102" y="1446302"/>
                  </a:lnTo>
                  <a:lnTo>
                    <a:pt x="5566771" y="1435176"/>
                  </a:lnTo>
                  <a:lnTo>
                    <a:pt x="5567439" y="1390675"/>
                  </a:lnTo>
                  <a:lnTo>
                    <a:pt x="5568107" y="1390675"/>
                  </a:lnTo>
                  <a:lnTo>
                    <a:pt x="5568775" y="1390675"/>
                  </a:lnTo>
                  <a:lnTo>
                    <a:pt x="5569443" y="1379549"/>
                  </a:lnTo>
                  <a:lnTo>
                    <a:pt x="5570111" y="1335048"/>
                  </a:lnTo>
                  <a:lnTo>
                    <a:pt x="5570779" y="1335048"/>
                  </a:lnTo>
                  <a:lnTo>
                    <a:pt x="5571447" y="1315578"/>
                  </a:lnTo>
                  <a:lnTo>
                    <a:pt x="5572115" y="1307234"/>
                  </a:lnTo>
                  <a:lnTo>
                    <a:pt x="5572783" y="1335048"/>
                  </a:lnTo>
                  <a:lnTo>
                    <a:pt x="5573451" y="1335048"/>
                  </a:lnTo>
                  <a:lnTo>
                    <a:pt x="5574119" y="1335048"/>
                  </a:lnTo>
                  <a:lnTo>
                    <a:pt x="5574787" y="1307234"/>
                  </a:lnTo>
                  <a:lnTo>
                    <a:pt x="5575455" y="1279421"/>
                  </a:lnTo>
                  <a:lnTo>
                    <a:pt x="5576123" y="1284983"/>
                  </a:lnTo>
                  <a:lnTo>
                    <a:pt x="5576791" y="1335048"/>
                  </a:lnTo>
                  <a:lnTo>
                    <a:pt x="5577459" y="1332266"/>
                  </a:lnTo>
                  <a:lnTo>
                    <a:pt x="5578127" y="1315578"/>
                  </a:lnTo>
                  <a:lnTo>
                    <a:pt x="5578795" y="1332266"/>
                  </a:lnTo>
                  <a:lnTo>
                    <a:pt x="5579463" y="1279421"/>
                  </a:lnTo>
                  <a:lnTo>
                    <a:pt x="5580131" y="1279421"/>
                  </a:lnTo>
                  <a:lnTo>
                    <a:pt x="5580799" y="1279421"/>
                  </a:lnTo>
                  <a:lnTo>
                    <a:pt x="5581467" y="1279421"/>
                  </a:lnTo>
                  <a:lnTo>
                    <a:pt x="5582135" y="1279421"/>
                  </a:lnTo>
                  <a:lnTo>
                    <a:pt x="5582803" y="1279421"/>
                  </a:lnTo>
                  <a:lnTo>
                    <a:pt x="5583471" y="1287765"/>
                  </a:lnTo>
                  <a:lnTo>
                    <a:pt x="5584139" y="1335048"/>
                  </a:lnTo>
                  <a:lnTo>
                    <a:pt x="5584807" y="1296109"/>
                  </a:lnTo>
                  <a:lnTo>
                    <a:pt x="5585475" y="1279421"/>
                  </a:lnTo>
                  <a:lnTo>
                    <a:pt x="5586143" y="1287765"/>
                  </a:lnTo>
                  <a:lnTo>
                    <a:pt x="5586811" y="1326704"/>
                  </a:lnTo>
                  <a:lnTo>
                    <a:pt x="5587479" y="1279421"/>
                  </a:lnTo>
                  <a:lnTo>
                    <a:pt x="5588147" y="1296109"/>
                  </a:lnTo>
                  <a:lnTo>
                    <a:pt x="5588815" y="1335048"/>
                  </a:lnTo>
                  <a:lnTo>
                    <a:pt x="5589483" y="1335048"/>
                  </a:lnTo>
                  <a:lnTo>
                    <a:pt x="5590151" y="1335048"/>
                  </a:lnTo>
                  <a:lnTo>
                    <a:pt x="5590819" y="1335048"/>
                  </a:lnTo>
                  <a:lnTo>
                    <a:pt x="5591488" y="1360080"/>
                  </a:lnTo>
                  <a:lnTo>
                    <a:pt x="5592156" y="1390675"/>
                  </a:lnTo>
                  <a:lnTo>
                    <a:pt x="5592824" y="1410144"/>
                  </a:lnTo>
                  <a:lnTo>
                    <a:pt x="5593492" y="1446302"/>
                  </a:lnTo>
                  <a:lnTo>
                    <a:pt x="5594160" y="1446302"/>
                  </a:lnTo>
                  <a:lnTo>
                    <a:pt x="5594828" y="1501929"/>
                  </a:lnTo>
                  <a:lnTo>
                    <a:pt x="5595496" y="1440739"/>
                  </a:lnTo>
                  <a:lnTo>
                    <a:pt x="5596164" y="1446302"/>
                  </a:lnTo>
                  <a:lnTo>
                    <a:pt x="5596832" y="1360080"/>
                  </a:lnTo>
                  <a:lnTo>
                    <a:pt x="5597500" y="1335048"/>
                  </a:lnTo>
                  <a:lnTo>
                    <a:pt x="5598168" y="1335048"/>
                  </a:lnTo>
                  <a:lnTo>
                    <a:pt x="5598836" y="1282202"/>
                  </a:lnTo>
                  <a:lnTo>
                    <a:pt x="5599504" y="1279421"/>
                  </a:lnTo>
                  <a:lnTo>
                    <a:pt x="5600172" y="1279421"/>
                  </a:lnTo>
                  <a:lnTo>
                    <a:pt x="5600840" y="1176510"/>
                  </a:lnTo>
                  <a:lnTo>
                    <a:pt x="5601508" y="1109758"/>
                  </a:lnTo>
                  <a:lnTo>
                    <a:pt x="5602176" y="1112540"/>
                  </a:lnTo>
                  <a:lnTo>
                    <a:pt x="5602844" y="1112540"/>
                  </a:lnTo>
                  <a:lnTo>
                    <a:pt x="5603512" y="1118102"/>
                  </a:lnTo>
                  <a:lnTo>
                    <a:pt x="5604180" y="1120884"/>
                  </a:lnTo>
                  <a:lnTo>
                    <a:pt x="5604848" y="1112540"/>
                  </a:lnTo>
                  <a:lnTo>
                    <a:pt x="5605516" y="1112540"/>
                  </a:lnTo>
                  <a:lnTo>
                    <a:pt x="5606184" y="1112540"/>
                  </a:lnTo>
                  <a:lnTo>
                    <a:pt x="5606852" y="1043006"/>
                  </a:lnTo>
                  <a:lnTo>
                    <a:pt x="5607520" y="901157"/>
                  </a:lnTo>
                  <a:lnTo>
                    <a:pt x="5608188" y="834405"/>
                  </a:lnTo>
                  <a:lnTo>
                    <a:pt x="5608856" y="834405"/>
                  </a:lnTo>
                  <a:lnTo>
                    <a:pt x="5609524" y="834405"/>
                  </a:lnTo>
                  <a:lnTo>
                    <a:pt x="5610192" y="834405"/>
                  </a:lnTo>
                  <a:lnTo>
                    <a:pt x="5610860" y="781559"/>
                  </a:lnTo>
                  <a:lnTo>
                    <a:pt x="5611528" y="778777"/>
                  </a:lnTo>
                  <a:lnTo>
                    <a:pt x="5612196" y="795466"/>
                  </a:lnTo>
                  <a:lnTo>
                    <a:pt x="5612864" y="801028"/>
                  </a:lnTo>
                  <a:lnTo>
                    <a:pt x="5613532" y="859437"/>
                  </a:lnTo>
                  <a:lnTo>
                    <a:pt x="5614200" y="848311"/>
                  </a:lnTo>
                  <a:lnTo>
                    <a:pt x="5614868" y="834405"/>
                  </a:lnTo>
                  <a:lnTo>
                    <a:pt x="5615536" y="884469"/>
                  </a:lnTo>
                  <a:lnTo>
                    <a:pt x="5616205" y="890032"/>
                  </a:lnTo>
                  <a:lnTo>
                    <a:pt x="5616873" y="890032"/>
                  </a:lnTo>
                  <a:lnTo>
                    <a:pt x="5617541" y="984597"/>
                  </a:lnTo>
                  <a:lnTo>
                    <a:pt x="5618209" y="1065256"/>
                  </a:lnTo>
                  <a:lnTo>
                    <a:pt x="5618877" y="1056912"/>
                  </a:lnTo>
                  <a:lnTo>
                    <a:pt x="5619545" y="1037443"/>
                  </a:lnTo>
                  <a:lnTo>
                    <a:pt x="5620213" y="1001286"/>
                  </a:lnTo>
                  <a:lnTo>
                    <a:pt x="5620881" y="1012411"/>
                  </a:lnTo>
                  <a:lnTo>
                    <a:pt x="5621549" y="1001286"/>
                  </a:lnTo>
                  <a:lnTo>
                    <a:pt x="5622217" y="1001286"/>
                  </a:lnTo>
                  <a:lnTo>
                    <a:pt x="5622885" y="1001286"/>
                  </a:lnTo>
                  <a:lnTo>
                    <a:pt x="5623553" y="1062475"/>
                  </a:lnTo>
                  <a:lnTo>
                    <a:pt x="5624221" y="1151478"/>
                  </a:lnTo>
                  <a:lnTo>
                    <a:pt x="5624889" y="1223794"/>
                  </a:lnTo>
                  <a:lnTo>
                    <a:pt x="5625557" y="1223794"/>
                  </a:lnTo>
                  <a:lnTo>
                    <a:pt x="5626225" y="1218231"/>
                  </a:lnTo>
                  <a:lnTo>
                    <a:pt x="5626893" y="1140353"/>
                  </a:lnTo>
                  <a:lnTo>
                    <a:pt x="5627561" y="1162604"/>
                  </a:lnTo>
                  <a:lnTo>
                    <a:pt x="5628229" y="1109758"/>
                  </a:lnTo>
                  <a:lnTo>
                    <a:pt x="5628897" y="1093070"/>
                  </a:lnTo>
                  <a:lnTo>
                    <a:pt x="5629565" y="1143134"/>
                  </a:lnTo>
                  <a:lnTo>
                    <a:pt x="5630233" y="1168166"/>
                  </a:lnTo>
                  <a:lnTo>
                    <a:pt x="5630901" y="1207105"/>
                  </a:lnTo>
                  <a:lnTo>
                    <a:pt x="5631569" y="1204324"/>
                  </a:lnTo>
                  <a:lnTo>
                    <a:pt x="5632237" y="1145916"/>
                  </a:lnTo>
                  <a:lnTo>
                    <a:pt x="5632905" y="1112540"/>
                  </a:lnTo>
                  <a:lnTo>
                    <a:pt x="5633573" y="1076382"/>
                  </a:lnTo>
                  <a:lnTo>
                    <a:pt x="5634241" y="1034662"/>
                  </a:lnTo>
                  <a:lnTo>
                    <a:pt x="5634909" y="965128"/>
                  </a:lnTo>
                  <a:lnTo>
                    <a:pt x="5635577" y="945659"/>
                  </a:lnTo>
                  <a:lnTo>
                    <a:pt x="5636245" y="962347"/>
                  </a:lnTo>
                  <a:lnTo>
                    <a:pt x="5636913" y="1001286"/>
                  </a:lnTo>
                  <a:lnTo>
                    <a:pt x="5637581" y="998504"/>
                  </a:lnTo>
                  <a:lnTo>
                    <a:pt x="5638249" y="1001286"/>
                  </a:lnTo>
                  <a:lnTo>
                    <a:pt x="5638917" y="1001286"/>
                  </a:lnTo>
                  <a:lnTo>
                    <a:pt x="5639585" y="1001286"/>
                  </a:lnTo>
                  <a:lnTo>
                    <a:pt x="5640254" y="1001286"/>
                  </a:lnTo>
                  <a:lnTo>
                    <a:pt x="5640922" y="1054131"/>
                  </a:lnTo>
                  <a:lnTo>
                    <a:pt x="5641590" y="1056912"/>
                  </a:lnTo>
                  <a:lnTo>
                    <a:pt x="5642258" y="1056912"/>
                  </a:lnTo>
                  <a:lnTo>
                    <a:pt x="5642926" y="1059694"/>
                  </a:lnTo>
                  <a:lnTo>
                    <a:pt x="5643594" y="1137572"/>
                  </a:lnTo>
                  <a:lnTo>
                    <a:pt x="5644262" y="1168166"/>
                  </a:lnTo>
                  <a:lnTo>
                    <a:pt x="5644930" y="1221012"/>
                  </a:lnTo>
                  <a:lnTo>
                    <a:pt x="5645598" y="1279421"/>
                  </a:lnTo>
                  <a:lnTo>
                    <a:pt x="5646266" y="1279421"/>
                  </a:lnTo>
                  <a:lnTo>
                    <a:pt x="5646934" y="1279421"/>
                  </a:lnTo>
                  <a:lnTo>
                    <a:pt x="5647602" y="1243263"/>
                  </a:lnTo>
                  <a:lnTo>
                    <a:pt x="5648270" y="1237700"/>
                  </a:lnTo>
                  <a:lnTo>
                    <a:pt x="5648938" y="1243263"/>
                  </a:lnTo>
                  <a:lnTo>
                    <a:pt x="5649606" y="1279421"/>
                  </a:lnTo>
                  <a:lnTo>
                    <a:pt x="5650274" y="1312797"/>
                  </a:lnTo>
                  <a:lnTo>
                    <a:pt x="5650942" y="1354517"/>
                  </a:lnTo>
                  <a:lnTo>
                    <a:pt x="5651610" y="1435176"/>
                  </a:lnTo>
                  <a:lnTo>
                    <a:pt x="5652278" y="1446302"/>
                  </a:lnTo>
                  <a:lnTo>
                    <a:pt x="5652946" y="1415707"/>
                  </a:lnTo>
                  <a:lnTo>
                    <a:pt x="5653614" y="1368424"/>
                  </a:lnTo>
                  <a:lnTo>
                    <a:pt x="5654282" y="1365642"/>
                  </a:lnTo>
                  <a:lnTo>
                    <a:pt x="5654950" y="1348954"/>
                  </a:lnTo>
                  <a:lnTo>
                    <a:pt x="5655618" y="1335048"/>
                  </a:lnTo>
                  <a:lnTo>
                    <a:pt x="5656286" y="1335048"/>
                  </a:lnTo>
                  <a:lnTo>
                    <a:pt x="5656954" y="1335048"/>
                  </a:lnTo>
                  <a:lnTo>
                    <a:pt x="5657622" y="1298890"/>
                  </a:lnTo>
                  <a:lnTo>
                    <a:pt x="5658290" y="1190417"/>
                  </a:lnTo>
                  <a:lnTo>
                    <a:pt x="5658958" y="1168166"/>
                  </a:lnTo>
                  <a:lnTo>
                    <a:pt x="5659626" y="1168166"/>
                  </a:lnTo>
                  <a:lnTo>
                    <a:pt x="5660294" y="1168166"/>
                  </a:lnTo>
                  <a:lnTo>
                    <a:pt x="5660962" y="1112540"/>
                  </a:lnTo>
                  <a:lnTo>
                    <a:pt x="5661630" y="1056912"/>
                  </a:lnTo>
                  <a:lnTo>
                    <a:pt x="5662298" y="1056912"/>
                  </a:lnTo>
                  <a:lnTo>
                    <a:pt x="5662966" y="1043006"/>
                  </a:lnTo>
                  <a:lnTo>
                    <a:pt x="5663634" y="1001286"/>
                  </a:lnTo>
                  <a:lnTo>
                    <a:pt x="5664302" y="1015192"/>
                  </a:lnTo>
                  <a:lnTo>
                    <a:pt x="5664971" y="1001286"/>
                  </a:lnTo>
                  <a:lnTo>
                    <a:pt x="5665639" y="1056912"/>
                  </a:lnTo>
                  <a:lnTo>
                    <a:pt x="5666307" y="1056912"/>
                  </a:lnTo>
                  <a:lnTo>
                    <a:pt x="5666975" y="1056912"/>
                  </a:lnTo>
                  <a:lnTo>
                    <a:pt x="5667643" y="1006848"/>
                  </a:lnTo>
                  <a:lnTo>
                    <a:pt x="5668311" y="954003"/>
                  </a:lnTo>
                  <a:lnTo>
                    <a:pt x="5668979" y="1001286"/>
                  </a:lnTo>
                  <a:lnTo>
                    <a:pt x="5669647" y="998504"/>
                  </a:lnTo>
                  <a:lnTo>
                    <a:pt x="5670315" y="1020755"/>
                  </a:lnTo>
                  <a:lnTo>
                    <a:pt x="5670983" y="1056912"/>
                  </a:lnTo>
                  <a:lnTo>
                    <a:pt x="5671651" y="1095851"/>
                  </a:lnTo>
                  <a:lnTo>
                    <a:pt x="5672319" y="1112540"/>
                  </a:lnTo>
                  <a:lnTo>
                    <a:pt x="5672987" y="1112540"/>
                  </a:lnTo>
                  <a:lnTo>
                    <a:pt x="5673655" y="1087507"/>
                  </a:lnTo>
                  <a:lnTo>
                    <a:pt x="5674323" y="1087507"/>
                  </a:lnTo>
                  <a:lnTo>
                    <a:pt x="5674991" y="1198761"/>
                  </a:lnTo>
                  <a:lnTo>
                    <a:pt x="5675659" y="1223794"/>
                  </a:lnTo>
                  <a:lnTo>
                    <a:pt x="5676327" y="1223794"/>
                  </a:lnTo>
                  <a:lnTo>
                    <a:pt x="5676995" y="1223794"/>
                  </a:lnTo>
                  <a:lnTo>
                    <a:pt x="5677663" y="1273858"/>
                  </a:lnTo>
                  <a:lnTo>
                    <a:pt x="5678331" y="1287765"/>
                  </a:lnTo>
                  <a:lnTo>
                    <a:pt x="5678999" y="1279421"/>
                  </a:lnTo>
                  <a:lnTo>
                    <a:pt x="5679667" y="1243263"/>
                  </a:lnTo>
                  <a:lnTo>
                    <a:pt x="5680335" y="1279421"/>
                  </a:lnTo>
                  <a:lnTo>
                    <a:pt x="5681003" y="1296109"/>
                  </a:lnTo>
                  <a:lnTo>
                    <a:pt x="5681671" y="1335048"/>
                  </a:lnTo>
                  <a:lnTo>
                    <a:pt x="5682339" y="1335048"/>
                  </a:lnTo>
                  <a:lnTo>
                    <a:pt x="5683007" y="1301671"/>
                  </a:lnTo>
                  <a:lnTo>
                    <a:pt x="5683675" y="1279421"/>
                  </a:lnTo>
                  <a:lnTo>
                    <a:pt x="5684343" y="1323922"/>
                  </a:lnTo>
                  <a:lnTo>
                    <a:pt x="5685011" y="1390675"/>
                  </a:lnTo>
                  <a:lnTo>
                    <a:pt x="5685679" y="1390675"/>
                  </a:lnTo>
                  <a:lnTo>
                    <a:pt x="5686347" y="1418488"/>
                  </a:lnTo>
                  <a:lnTo>
                    <a:pt x="5687015" y="1446302"/>
                  </a:lnTo>
                  <a:lnTo>
                    <a:pt x="5687683" y="1446302"/>
                  </a:lnTo>
                  <a:lnTo>
                    <a:pt x="5688351" y="1443520"/>
                  </a:lnTo>
                  <a:lnTo>
                    <a:pt x="5689019" y="1390675"/>
                  </a:lnTo>
                  <a:lnTo>
                    <a:pt x="5689688" y="1390675"/>
                  </a:lnTo>
                  <a:lnTo>
                    <a:pt x="5690356" y="1412925"/>
                  </a:lnTo>
                  <a:lnTo>
                    <a:pt x="5691024" y="1393456"/>
                  </a:lnTo>
                  <a:lnTo>
                    <a:pt x="5691692" y="1390675"/>
                  </a:lnTo>
                  <a:lnTo>
                    <a:pt x="5692360" y="1351736"/>
                  </a:lnTo>
                  <a:lnTo>
                    <a:pt x="5693028" y="1335048"/>
                  </a:lnTo>
                  <a:lnTo>
                    <a:pt x="5693696" y="1335048"/>
                  </a:lnTo>
                  <a:lnTo>
                    <a:pt x="5694364" y="1335048"/>
                  </a:lnTo>
                  <a:lnTo>
                    <a:pt x="5695032" y="1362861"/>
                  </a:lnTo>
                  <a:lnTo>
                    <a:pt x="5695700" y="1279421"/>
                  </a:lnTo>
                  <a:lnTo>
                    <a:pt x="5696368" y="1287765"/>
                  </a:lnTo>
                  <a:lnTo>
                    <a:pt x="5697036" y="1279421"/>
                  </a:lnTo>
                  <a:lnTo>
                    <a:pt x="5697704" y="1279421"/>
                  </a:lnTo>
                  <a:lnTo>
                    <a:pt x="5698372" y="1279421"/>
                  </a:lnTo>
                  <a:lnTo>
                    <a:pt x="5699040" y="1279421"/>
                  </a:lnTo>
                  <a:lnTo>
                    <a:pt x="5699708" y="1310015"/>
                  </a:lnTo>
                  <a:lnTo>
                    <a:pt x="5700376" y="1335048"/>
                  </a:lnTo>
                  <a:lnTo>
                    <a:pt x="5701044" y="1335048"/>
                  </a:lnTo>
                  <a:lnTo>
                    <a:pt x="5701712" y="1335048"/>
                  </a:lnTo>
                  <a:lnTo>
                    <a:pt x="5702380" y="1335048"/>
                  </a:lnTo>
                  <a:lnTo>
                    <a:pt x="5703048" y="1335048"/>
                  </a:lnTo>
                  <a:lnTo>
                    <a:pt x="5703716" y="1335048"/>
                  </a:lnTo>
                  <a:lnTo>
                    <a:pt x="5704384" y="1335048"/>
                  </a:lnTo>
                  <a:lnTo>
                    <a:pt x="5705052" y="1335048"/>
                  </a:lnTo>
                  <a:lnTo>
                    <a:pt x="5705720" y="1390675"/>
                  </a:lnTo>
                  <a:lnTo>
                    <a:pt x="5706388" y="1371205"/>
                  </a:lnTo>
                  <a:lnTo>
                    <a:pt x="5707056" y="1335048"/>
                  </a:lnTo>
                  <a:lnTo>
                    <a:pt x="5707724" y="1385112"/>
                  </a:lnTo>
                  <a:lnTo>
                    <a:pt x="5708392" y="1390675"/>
                  </a:lnTo>
                  <a:lnTo>
                    <a:pt x="5709060" y="1373986"/>
                  </a:lnTo>
                  <a:lnTo>
                    <a:pt x="5709728" y="1390675"/>
                  </a:lnTo>
                  <a:lnTo>
                    <a:pt x="5710396" y="1337829"/>
                  </a:lnTo>
                  <a:lnTo>
                    <a:pt x="5711064" y="1335048"/>
                  </a:lnTo>
                  <a:lnTo>
                    <a:pt x="5711732" y="1348954"/>
                  </a:lnTo>
                  <a:lnTo>
                    <a:pt x="5712400" y="1443520"/>
                  </a:lnTo>
                  <a:lnTo>
                    <a:pt x="5713068" y="1479678"/>
                  </a:lnTo>
                  <a:lnTo>
                    <a:pt x="5713736" y="1501929"/>
                  </a:lnTo>
                  <a:lnTo>
                    <a:pt x="5714405" y="1501929"/>
                  </a:lnTo>
                  <a:lnTo>
                    <a:pt x="5715073" y="1501929"/>
                  </a:lnTo>
                  <a:lnTo>
                    <a:pt x="5715741" y="1449083"/>
                  </a:lnTo>
                  <a:lnTo>
                    <a:pt x="5716409" y="1446302"/>
                  </a:lnTo>
                  <a:lnTo>
                    <a:pt x="5717077" y="1446302"/>
                  </a:lnTo>
                  <a:lnTo>
                    <a:pt x="5717745" y="1396237"/>
                  </a:lnTo>
                  <a:lnTo>
                    <a:pt x="5718413" y="1373987"/>
                  </a:lnTo>
                  <a:lnTo>
                    <a:pt x="5719081" y="1335048"/>
                  </a:lnTo>
                  <a:lnTo>
                    <a:pt x="5719749" y="1293327"/>
                  </a:lnTo>
                  <a:lnTo>
                    <a:pt x="5720417" y="1184855"/>
                  </a:lnTo>
                  <a:lnTo>
                    <a:pt x="5721085" y="1168166"/>
                  </a:lnTo>
                  <a:lnTo>
                    <a:pt x="5721753" y="1168166"/>
                  </a:lnTo>
                  <a:lnTo>
                    <a:pt x="5722421" y="1168166"/>
                  </a:lnTo>
                  <a:lnTo>
                    <a:pt x="5723089" y="1184855"/>
                  </a:lnTo>
                  <a:lnTo>
                    <a:pt x="5723757" y="1223794"/>
                  </a:lnTo>
                  <a:lnTo>
                    <a:pt x="5724425" y="1209887"/>
                  </a:lnTo>
                  <a:lnTo>
                    <a:pt x="5725093" y="1168166"/>
                  </a:lnTo>
                  <a:lnTo>
                    <a:pt x="5725761" y="1162604"/>
                  </a:lnTo>
                  <a:lnTo>
                    <a:pt x="5726429" y="1168166"/>
                  </a:lnTo>
                  <a:lnTo>
                    <a:pt x="5727097" y="1218231"/>
                  </a:lnTo>
                  <a:lnTo>
                    <a:pt x="5727765" y="1170948"/>
                  </a:lnTo>
                  <a:lnTo>
                    <a:pt x="5728433" y="1168166"/>
                  </a:lnTo>
                  <a:lnTo>
                    <a:pt x="5729101" y="1168166"/>
                  </a:lnTo>
                  <a:lnTo>
                    <a:pt x="5729769" y="1168166"/>
                  </a:lnTo>
                  <a:lnTo>
                    <a:pt x="5730437" y="1118102"/>
                  </a:lnTo>
                  <a:lnTo>
                    <a:pt x="5731105" y="1095851"/>
                  </a:lnTo>
                  <a:lnTo>
                    <a:pt x="5731773" y="1029099"/>
                  </a:lnTo>
                  <a:lnTo>
                    <a:pt x="5732441" y="1029099"/>
                  </a:lnTo>
                  <a:lnTo>
                    <a:pt x="5733109" y="1001286"/>
                  </a:lnTo>
                  <a:lnTo>
                    <a:pt x="5733777" y="959565"/>
                  </a:lnTo>
                  <a:lnTo>
                    <a:pt x="5734445" y="992942"/>
                  </a:lnTo>
                  <a:lnTo>
                    <a:pt x="5735113" y="967909"/>
                  </a:lnTo>
                  <a:lnTo>
                    <a:pt x="5735781" y="956784"/>
                  </a:lnTo>
                  <a:lnTo>
                    <a:pt x="5736449" y="981816"/>
                  </a:lnTo>
                  <a:lnTo>
                    <a:pt x="5737117" y="1065256"/>
                  </a:lnTo>
                  <a:lnTo>
                    <a:pt x="5737785" y="1034662"/>
                  </a:lnTo>
                  <a:lnTo>
                    <a:pt x="5738454" y="945659"/>
                  </a:lnTo>
                  <a:lnTo>
                    <a:pt x="5739122" y="942877"/>
                  </a:lnTo>
                  <a:lnTo>
                    <a:pt x="5739790" y="890032"/>
                  </a:lnTo>
                  <a:lnTo>
                    <a:pt x="5740458" y="870562"/>
                  </a:lnTo>
                  <a:lnTo>
                    <a:pt x="5741126" y="792684"/>
                  </a:lnTo>
                  <a:lnTo>
                    <a:pt x="5741794" y="759308"/>
                  </a:lnTo>
                  <a:lnTo>
                    <a:pt x="5742462" y="775996"/>
                  </a:lnTo>
                  <a:lnTo>
                    <a:pt x="5743130" y="778777"/>
                  </a:lnTo>
                  <a:lnTo>
                    <a:pt x="5743798" y="717588"/>
                  </a:lnTo>
                  <a:lnTo>
                    <a:pt x="5744466" y="686993"/>
                  </a:lnTo>
                  <a:lnTo>
                    <a:pt x="5745134" y="667523"/>
                  </a:lnTo>
                  <a:lnTo>
                    <a:pt x="5745802" y="656398"/>
                  </a:lnTo>
                  <a:lnTo>
                    <a:pt x="5746470" y="611897"/>
                  </a:lnTo>
                  <a:lnTo>
                    <a:pt x="5747138" y="659179"/>
                  </a:lnTo>
                  <a:lnTo>
                    <a:pt x="5747806" y="670305"/>
                  </a:lnTo>
                  <a:lnTo>
                    <a:pt x="5748474" y="681430"/>
                  </a:lnTo>
                  <a:lnTo>
                    <a:pt x="5749142" y="653617"/>
                  </a:lnTo>
                  <a:lnTo>
                    <a:pt x="5749810" y="667523"/>
                  </a:lnTo>
                  <a:lnTo>
                    <a:pt x="5750478" y="620241"/>
                  </a:lnTo>
                  <a:lnTo>
                    <a:pt x="5751146" y="584083"/>
                  </a:lnTo>
                  <a:lnTo>
                    <a:pt x="5751814" y="559051"/>
                  </a:lnTo>
                  <a:lnTo>
                    <a:pt x="5752482" y="597990"/>
                  </a:lnTo>
                  <a:lnTo>
                    <a:pt x="5753150" y="528456"/>
                  </a:lnTo>
                  <a:lnTo>
                    <a:pt x="5753818" y="439453"/>
                  </a:lnTo>
                  <a:lnTo>
                    <a:pt x="5754486" y="456141"/>
                  </a:lnTo>
                  <a:lnTo>
                    <a:pt x="5755154" y="497861"/>
                  </a:lnTo>
                  <a:lnTo>
                    <a:pt x="5755822" y="417202"/>
                  </a:lnTo>
                  <a:lnTo>
                    <a:pt x="5756490" y="358794"/>
                  </a:lnTo>
                  <a:lnTo>
                    <a:pt x="5757158" y="350450"/>
                  </a:lnTo>
                  <a:lnTo>
                    <a:pt x="5757826" y="436671"/>
                  </a:lnTo>
                  <a:lnTo>
                    <a:pt x="5758494" y="503424"/>
                  </a:lnTo>
                  <a:lnTo>
                    <a:pt x="5759162" y="500643"/>
                  </a:lnTo>
                  <a:lnTo>
                    <a:pt x="5759830" y="500643"/>
                  </a:lnTo>
                  <a:lnTo>
                    <a:pt x="5760498" y="556270"/>
                  </a:lnTo>
                  <a:lnTo>
                    <a:pt x="5761166" y="639710"/>
                  </a:lnTo>
                  <a:lnTo>
                    <a:pt x="5761834" y="667523"/>
                  </a:lnTo>
                  <a:lnTo>
                    <a:pt x="5762502" y="675868"/>
                  </a:lnTo>
                  <a:lnTo>
                    <a:pt x="5763171" y="667523"/>
                  </a:lnTo>
                  <a:lnTo>
                    <a:pt x="5763839" y="659179"/>
                  </a:lnTo>
                  <a:lnTo>
                    <a:pt x="5764507" y="542363"/>
                  </a:lnTo>
                  <a:lnTo>
                    <a:pt x="5765175" y="564614"/>
                  </a:lnTo>
                  <a:lnTo>
                    <a:pt x="5765843" y="642491"/>
                  </a:lnTo>
                  <a:lnTo>
                    <a:pt x="5766511" y="650835"/>
                  </a:lnTo>
                  <a:lnTo>
                    <a:pt x="5767179" y="692556"/>
                  </a:lnTo>
                  <a:lnTo>
                    <a:pt x="5767847" y="748183"/>
                  </a:lnTo>
                  <a:lnTo>
                    <a:pt x="5768515" y="801028"/>
                  </a:lnTo>
                  <a:lnTo>
                    <a:pt x="5769183" y="778777"/>
                  </a:lnTo>
                  <a:lnTo>
                    <a:pt x="5769851" y="853874"/>
                  </a:lnTo>
                  <a:lnTo>
                    <a:pt x="5770519" y="954003"/>
                  </a:lnTo>
                  <a:lnTo>
                    <a:pt x="5771187" y="951221"/>
                  </a:lnTo>
                  <a:lnTo>
                    <a:pt x="5771855" y="1001286"/>
                  </a:lnTo>
                  <a:lnTo>
                    <a:pt x="5772523" y="1076382"/>
                  </a:lnTo>
                  <a:lnTo>
                    <a:pt x="5773191" y="1195980"/>
                  </a:lnTo>
                  <a:lnTo>
                    <a:pt x="5773859" y="1223794"/>
                  </a:lnTo>
                  <a:lnTo>
                    <a:pt x="5774527" y="1223794"/>
                  </a:lnTo>
                  <a:lnTo>
                    <a:pt x="5775195" y="1190417"/>
                  </a:lnTo>
                  <a:lnTo>
                    <a:pt x="5775863" y="1223794"/>
                  </a:lnTo>
                  <a:lnTo>
                    <a:pt x="5776531" y="1223794"/>
                  </a:lnTo>
                  <a:lnTo>
                    <a:pt x="5777199" y="1223794"/>
                  </a:lnTo>
                  <a:lnTo>
                    <a:pt x="5777867" y="1223794"/>
                  </a:lnTo>
                  <a:lnTo>
                    <a:pt x="5778535" y="1223794"/>
                  </a:lnTo>
                  <a:lnTo>
                    <a:pt x="5779203" y="1223794"/>
                  </a:lnTo>
                  <a:lnTo>
                    <a:pt x="5779871" y="1276639"/>
                  </a:lnTo>
                  <a:lnTo>
                    <a:pt x="5780539" y="1284983"/>
                  </a:lnTo>
                  <a:lnTo>
                    <a:pt x="5781207" y="1407363"/>
                  </a:lnTo>
                  <a:lnTo>
                    <a:pt x="5781875" y="1446302"/>
                  </a:lnTo>
                  <a:lnTo>
                    <a:pt x="5782543" y="1446302"/>
                  </a:lnTo>
                  <a:lnTo>
                    <a:pt x="5783211" y="1460208"/>
                  </a:lnTo>
                  <a:lnTo>
                    <a:pt x="5783879" y="1501929"/>
                  </a:lnTo>
                  <a:lnTo>
                    <a:pt x="5784547" y="1501929"/>
                  </a:lnTo>
                  <a:lnTo>
                    <a:pt x="5785215" y="1454646"/>
                  </a:lnTo>
                  <a:lnTo>
                    <a:pt x="5785883" y="1446302"/>
                  </a:lnTo>
                  <a:lnTo>
                    <a:pt x="5786551" y="1446302"/>
                  </a:lnTo>
                  <a:lnTo>
                    <a:pt x="5787219" y="1462990"/>
                  </a:lnTo>
                  <a:lnTo>
                    <a:pt x="5787888" y="1501929"/>
                  </a:lnTo>
                  <a:lnTo>
                    <a:pt x="5788556" y="1501929"/>
                  </a:lnTo>
                  <a:lnTo>
                    <a:pt x="5789224" y="1460208"/>
                  </a:lnTo>
                  <a:lnTo>
                    <a:pt x="5789892" y="1390675"/>
                  </a:lnTo>
                  <a:lnTo>
                    <a:pt x="5790560" y="1390675"/>
                  </a:lnTo>
                  <a:lnTo>
                    <a:pt x="5791228" y="1390675"/>
                  </a:lnTo>
                  <a:lnTo>
                    <a:pt x="5791896" y="1432395"/>
                  </a:lnTo>
                  <a:lnTo>
                    <a:pt x="5792564" y="1424051"/>
                  </a:lnTo>
                  <a:lnTo>
                    <a:pt x="5793232" y="1298890"/>
                  </a:lnTo>
                  <a:lnTo>
                    <a:pt x="5793900" y="1254388"/>
                  </a:lnTo>
                  <a:lnTo>
                    <a:pt x="5794568" y="1223794"/>
                  </a:lnTo>
                  <a:lnTo>
                    <a:pt x="5795236" y="1207105"/>
                  </a:lnTo>
                  <a:lnTo>
                    <a:pt x="5795904" y="1168166"/>
                  </a:lnTo>
                  <a:lnTo>
                    <a:pt x="5796572" y="1168166"/>
                  </a:lnTo>
                  <a:lnTo>
                    <a:pt x="5797240" y="1123665"/>
                  </a:lnTo>
                  <a:lnTo>
                    <a:pt x="5797908" y="1112540"/>
                  </a:lnTo>
                  <a:lnTo>
                    <a:pt x="5798576" y="1073601"/>
                  </a:lnTo>
                  <a:lnTo>
                    <a:pt x="5799244" y="1037443"/>
                  </a:lnTo>
                  <a:lnTo>
                    <a:pt x="5799912" y="951221"/>
                  </a:lnTo>
                  <a:lnTo>
                    <a:pt x="5800580" y="945659"/>
                  </a:lnTo>
                  <a:lnTo>
                    <a:pt x="5801248" y="945659"/>
                  </a:lnTo>
                  <a:lnTo>
                    <a:pt x="5801916" y="1001286"/>
                  </a:lnTo>
                  <a:lnTo>
                    <a:pt x="5802584" y="1056912"/>
                  </a:lnTo>
                  <a:lnTo>
                    <a:pt x="5803252" y="1056912"/>
                  </a:lnTo>
                  <a:lnTo>
                    <a:pt x="5803920" y="1056912"/>
                  </a:lnTo>
                  <a:lnTo>
                    <a:pt x="5804588" y="1056912"/>
                  </a:lnTo>
                  <a:lnTo>
                    <a:pt x="5805256" y="1056912"/>
                  </a:lnTo>
                  <a:lnTo>
                    <a:pt x="5805924" y="1087507"/>
                  </a:lnTo>
                  <a:lnTo>
                    <a:pt x="5806592" y="1112540"/>
                  </a:lnTo>
                  <a:lnTo>
                    <a:pt x="5807260" y="1112540"/>
                  </a:lnTo>
                  <a:lnTo>
                    <a:pt x="5807928" y="1112540"/>
                  </a:lnTo>
                  <a:lnTo>
                    <a:pt x="5808596" y="1112540"/>
                  </a:lnTo>
                  <a:lnTo>
                    <a:pt x="5809264" y="1129228"/>
                  </a:lnTo>
                  <a:lnTo>
                    <a:pt x="5809932" y="1257170"/>
                  </a:lnTo>
                  <a:lnTo>
                    <a:pt x="5810600" y="1251607"/>
                  </a:lnTo>
                  <a:lnTo>
                    <a:pt x="5811268" y="1279421"/>
                  </a:lnTo>
                  <a:lnTo>
                    <a:pt x="5811937" y="1293327"/>
                  </a:lnTo>
                  <a:lnTo>
                    <a:pt x="5812605" y="1335048"/>
                  </a:lnTo>
                  <a:lnTo>
                    <a:pt x="5813273" y="1335048"/>
                  </a:lnTo>
                  <a:lnTo>
                    <a:pt x="5813941" y="1343392"/>
                  </a:lnTo>
                  <a:lnTo>
                    <a:pt x="5814609" y="1335048"/>
                  </a:lnTo>
                  <a:lnTo>
                    <a:pt x="5815277" y="1371205"/>
                  </a:lnTo>
                  <a:lnTo>
                    <a:pt x="5815945" y="1407363"/>
                  </a:lnTo>
                  <a:lnTo>
                    <a:pt x="5816613" y="1493585"/>
                  </a:lnTo>
                  <a:lnTo>
                    <a:pt x="5817281" y="1501929"/>
                  </a:lnTo>
                  <a:lnTo>
                    <a:pt x="5817949" y="1501929"/>
                  </a:lnTo>
                  <a:lnTo>
                    <a:pt x="5818617" y="1501929"/>
                  </a:lnTo>
                  <a:lnTo>
                    <a:pt x="5819285" y="1501929"/>
                  </a:lnTo>
                  <a:lnTo>
                    <a:pt x="5819953" y="1501929"/>
                  </a:lnTo>
                  <a:lnTo>
                    <a:pt x="5820621" y="1501929"/>
                  </a:lnTo>
                  <a:lnTo>
                    <a:pt x="5821289" y="1501929"/>
                  </a:lnTo>
                  <a:lnTo>
                    <a:pt x="5821957" y="1501929"/>
                  </a:lnTo>
                  <a:lnTo>
                    <a:pt x="5822625" y="1504710"/>
                  </a:lnTo>
                  <a:lnTo>
                    <a:pt x="5823293" y="1557556"/>
                  </a:lnTo>
                  <a:lnTo>
                    <a:pt x="5823961" y="1557556"/>
                  </a:lnTo>
                  <a:lnTo>
                    <a:pt x="5824629" y="1557556"/>
                  </a:lnTo>
                  <a:lnTo>
                    <a:pt x="5825297" y="1557556"/>
                  </a:lnTo>
                  <a:lnTo>
                    <a:pt x="5825965" y="1557556"/>
                  </a:lnTo>
                  <a:lnTo>
                    <a:pt x="5826633" y="1557556"/>
                  </a:lnTo>
                  <a:lnTo>
                    <a:pt x="5827301" y="1604839"/>
                  </a:lnTo>
                  <a:lnTo>
                    <a:pt x="5827969" y="1613183"/>
                  </a:lnTo>
                  <a:lnTo>
                    <a:pt x="5828637" y="1613183"/>
                  </a:lnTo>
                  <a:lnTo>
                    <a:pt x="5829305" y="1613183"/>
                  </a:lnTo>
                  <a:lnTo>
                    <a:pt x="5829973" y="1613183"/>
                  </a:lnTo>
                  <a:lnTo>
                    <a:pt x="5830641" y="1643777"/>
                  </a:lnTo>
                  <a:lnTo>
                    <a:pt x="5831309" y="1652121"/>
                  </a:lnTo>
                  <a:lnTo>
                    <a:pt x="5831977" y="1613183"/>
                  </a:lnTo>
                  <a:lnTo>
                    <a:pt x="5832645" y="1613183"/>
                  </a:lnTo>
                  <a:lnTo>
                    <a:pt x="5833313" y="1613183"/>
                  </a:lnTo>
                  <a:lnTo>
                    <a:pt x="5833981" y="1613183"/>
                  </a:lnTo>
                  <a:lnTo>
                    <a:pt x="5834649" y="1560337"/>
                  </a:lnTo>
                  <a:lnTo>
                    <a:pt x="5835317" y="1496366"/>
                  </a:lnTo>
                  <a:lnTo>
                    <a:pt x="5835985" y="1446302"/>
                  </a:lnTo>
                  <a:lnTo>
                    <a:pt x="5836654" y="1418488"/>
                  </a:lnTo>
                  <a:lnTo>
                    <a:pt x="5837322" y="1365642"/>
                  </a:lnTo>
                  <a:lnTo>
                    <a:pt x="5837990" y="1335048"/>
                  </a:lnTo>
                  <a:lnTo>
                    <a:pt x="5838658" y="1335048"/>
                  </a:lnTo>
                  <a:lnTo>
                    <a:pt x="5839326" y="1335048"/>
                  </a:lnTo>
                  <a:lnTo>
                    <a:pt x="5839994" y="1301671"/>
                  </a:lnTo>
                  <a:lnTo>
                    <a:pt x="5840662" y="1251607"/>
                  </a:lnTo>
                  <a:lnTo>
                    <a:pt x="5841330" y="1140353"/>
                  </a:lnTo>
                  <a:lnTo>
                    <a:pt x="5841998" y="1070819"/>
                  </a:lnTo>
                  <a:lnTo>
                    <a:pt x="5842666" y="1056912"/>
                  </a:lnTo>
                  <a:lnTo>
                    <a:pt x="5843334" y="1056912"/>
                  </a:lnTo>
                  <a:lnTo>
                    <a:pt x="5844002" y="1056912"/>
                  </a:lnTo>
                  <a:lnTo>
                    <a:pt x="5844670" y="1056912"/>
                  </a:lnTo>
                  <a:lnTo>
                    <a:pt x="5845338" y="1056912"/>
                  </a:lnTo>
                  <a:lnTo>
                    <a:pt x="5846006" y="1056912"/>
                  </a:lnTo>
                  <a:lnTo>
                    <a:pt x="5846674" y="1056912"/>
                  </a:lnTo>
                  <a:lnTo>
                    <a:pt x="5847342" y="1056912"/>
                  </a:lnTo>
                  <a:lnTo>
                    <a:pt x="5848010" y="1070819"/>
                  </a:lnTo>
                  <a:lnTo>
                    <a:pt x="5848678" y="1112540"/>
                  </a:lnTo>
                  <a:lnTo>
                    <a:pt x="5849346" y="1112540"/>
                  </a:lnTo>
                  <a:lnTo>
                    <a:pt x="5850014" y="1112540"/>
                  </a:lnTo>
                  <a:lnTo>
                    <a:pt x="5850682" y="1112540"/>
                  </a:lnTo>
                  <a:lnTo>
                    <a:pt x="5851350" y="1159822"/>
                  </a:lnTo>
                  <a:lnTo>
                    <a:pt x="5852018" y="1226575"/>
                  </a:lnTo>
                  <a:lnTo>
                    <a:pt x="5852686" y="1279421"/>
                  </a:lnTo>
                  <a:lnTo>
                    <a:pt x="5853354" y="1304453"/>
                  </a:lnTo>
                  <a:lnTo>
                    <a:pt x="5854022" y="1357298"/>
                  </a:lnTo>
                  <a:lnTo>
                    <a:pt x="5854690" y="1346173"/>
                  </a:lnTo>
                  <a:lnTo>
                    <a:pt x="5855358" y="1335048"/>
                  </a:lnTo>
                  <a:lnTo>
                    <a:pt x="5856026" y="1318359"/>
                  </a:lnTo>
                  <a:lnTo>
                    <a:pt x="5856694" y="1310015"/>
                  </a:lnTo>
                  <a:lnTo>
                    <a:pt x="5857362" y="1357298"/>
                  </a:lnTo>
                  <a:lnTo>
                    <a:pt x="5858030" y="1471334"/>
                  </a:lnTo>
                  <a:lnTo>
                    <a:pt x="5858698" y="1510273"/>
                  </a:lnTo>
                  <a:lnTo>
                    <a:pt x="5859366" y="1501929"/>
                  </a:lnTo>
                  <a:lnTo>
                    <a:pt x="5860034" y="1462990"/>
                  </a:lnTo>
                  <a:lnTo>
                    <a:pt x="5860702" y="1390675"/>
                  </a:lnTo>
                  <a:lnTo>
                    <a:pt x="5861371" y="1335048"/>
                  </a:lnTo>
                  <a:lnTo>
                    <a:pt x="5862039" y="1335048"/>
                  </a:lnTo>
                  <a:lnTo>
                    <a:pt x="5862707" y="1335048"/>
                  </a:lnTo>
                  <a:lnTo>
                    <a:pt x="5863375" y="1335048"/>
                  </a:lnTo>
                  <a:lnTo>
                    <a:pt x="5864043" y="1310015"/>
                  </a:lnTo>
                  <a:lnTo>
                    <a:pt x="5864711" y="1279421"/>
                  </a:lnTo>
                  <a:lnTo>
                    <a:pt x="5865379" y="1279421"/>
                  </a:lnTo>
                  <a:lnTo>
                    <a:pt x="5866047" y="1279421"/>
                  </a:lnTo>
                  <a:lnTo>
                    <a:pt x="5866715" y="1265514"/>
                  </a:lnTo>
                  <a:lnTo>
                    <a:pt x="5867383" y="1223794"/>
                  </a:lnTo>
                  <a:lnTo>
                    <a:pt x="5868051" y="1223794"/>
                  </a:lnTo>
                  <a:lnTo>
                    <a:pt x="5868719" y="1223794"/>
                  </a:lnTo>
                  <a:lnTo>
                    <a:pt x="5869387" y="1137572"/>
                  </a:lnTo>
                  <a:lnTo>
                    <a:pt x="5870055" y="1112540"/>
                  </a:lnTo>
                  <a:lnTo>
                    <a:pt x="5870723" y="1112540"/>
                  </a:lnTo>
                  <a:lnTo>
                    <a:pt x="5871391" y="1154260"/>
                  </a:lnTo>
                  <a:lnTo>
                    <a:pt x="5872059" y="1168166"/>
                  </a:lnTo>
                  <a:lnTo>
                    <a:pt x="5872727" y="1182073"/>
                  </a:lnTo>
                  <a:lnTo>
                    <a:pt x="5873395" y="1198761"/>
                  </a:lnTo>
                  <a:lnTo>
                    <a:pt x="5874063" y="1148697"/>
                  </a:lnTo>
                  <a:lnTo>
                    <a:pt x="5874731" y="1112540"/>
                  </a:lnTo>
                  <a:lnTo>
                    <a:pt x="5875399" y="1140353"/>
                  </a:lnTo>
                  <a:lnTo>
                    <a:pt x="5876067" y="1168166"/>
                  </a:lnTo>
                  <a:lnTo>
                    <a:pt x="5876735" y="1201543"/>
                  </a:lnTo>
                  <a:lnTo>
                    <a:pt x="5877403" y="1279421"/>
                  </a:lnTo>
                  <a:lnTo>
                    <a:pt x="5878071" y="1332266"/>
                  </a:lnTo>
                  <a:lnTo>
                    <a:pt x="5878739" y="1304453"/>
                  </a:lnTo>
                  <a:lnTo>
                    <a:pt x="5879407" y="1279421"/>
                  </a:lnTo>
                  <a:lnTo>
                    <a:pt x="5880075" y="1279421"/>
                  </a:lnTo>
                  <a:lnTo>
                    <a:pt x="5880743" y="1259951"/>
                  </a:lnTo>
                  <a:lnTo>
                    <a:pt x="5881411" y="1279421"/>
                  </a:lnTo>
                  <a:lnTo>
                    <a:pt x="5882079" y="1243263"/>
                  </a:lnTo>
                  <a:lnTo>
                    <a:pt x="5882747" y="1223794"/>
                  </a:lnTo>
                  <a:lnTo>
                    <a:pt x="5883415" y="1221012"/>
                  </a:lnTo>
                  <a:lnTo>
                    <a:pt x="5884083" y="1223794"/>
                  </a:lnTo>
                  <a:lnTo>
                    <a:pt x="5884751" y="1223794"/>
                  </a:lnTo>
                  <a:lnTo>
                    <a:pt x="5885419" y="1223794"/>
                  </a:lnTo>
                  <a:lnTo>
                    <a:pt x="5886088" y="1304453"/>
                  </a:lnTo>
                  <a:lnTo>
                    <a:pt x="5886756" y="1296109"/>
                  </a:lnTo>
                  <a:lnTo>
                    <a:pt x="5887424" y="1229356"/>
                  </a:lnTo>
                  <a:lnTo>
                    <a:pt x="5888092" y="1223794"/>
                  </a:lnTo>
                  <a:lnTo>
                    <a:pt x="5888760" y="1223794"/>
                  </a:lnTo>
                  <a:lnTo>
                    <a:pt x="5889428" y="1223794"/>
                  </a:lnTo>
                  <a:lnTo>
                    <a:pt x="5890096" y="1187636"/>
                  </a:lnTo>
                  <a:lnTo>
                    <a:pt x="5890764" y="1184855"/>
                  </a:lnTo>
                  <a:lnTo>
                    <a:pt x="5891432" y="1212668"/>
                  </a:lnTo>
                  <a:lnTo>
                    <a:pt x="5892100" y="1132009"/>
                  </a:lnTo>
                  <a:lnTo>
                    <a:pt x="5892768" y="1112540"/>
                  </a:lnTo>
                  <a:lnTo>
                    <a:pt x="5893436" y="1101414"/>
                  </a:lnTo>
                  <a:lnTo>
                    <a:pt x="5894104" y="1056912"/>
                  </a:lnTo>
                  <a:lnTo>
                    <a:pt x="5894772" y="1043006"/>
                  </a:lnTo>
                  <a:lnTo>
                    <a:pt x="5895440" y="1029099"/>
                  </a:lnTo>
                  <a:lnTo>
                    <a:pt x="5896108" y="1034662"/>
                  </a:lnTo>
                  <a:lnTo>
                    <a:pt x="5896776" y="970691"/>
                  </a:lnTo>
                  <a:lnTo>
                    <a:pt x="5897444" y="951221"/>
                  </a:lnTo>
                  <a:lnTo>
                    <a:pt x="5898112" y="945659"/>
                  </a:lnTo>
                  <a:lnTo>
                    <a:pt x="5898780" y="979035"/>
                  </a:lnTo>
                  <a:lnTo>
                    <a:pt x="5899448" y="1001286"/>
                  </a:lnTo>
                  <a:lnTo>
                    <a:pt x="5900116" y="1012411"/>
                  </a:lnTo>
                  <a:lnTo>
                    <a:pt x="5900784" y="1015192"/>
                  </a:lnTo>
                  <a:lnTo>
                    <a:pt x="5901452" y="965128"/>
                  </a:lnTo>
                  <a:lnTo>
                    <a:pt x="5902120" y="926189"/>
                  </a:lnTo>
                  <a:lnTo>
                    <a:pt x="5902788" y="890032"/>
                  </a:lnTo>
                  <a:lnTo>
                    <a:pt x="5903456" y="920626"/>
                  </a:lnTo>
                  <a:lnTo>
                    <a:pt x="5904124" y="937315"/>
                  </a:lnTo>
                  <a:lnTo>
                    <a:pt x="5904792" y="945659"/>
                  </a:lnTo>
                  <a:lnTo>
                    <a:pt x="5905460" y="865000"/>
                  </a:lnTo>
                  <a:lnTo>
                    <a:pt x="5906128" y="834405"/>
                  </a:lnTo>
                  <a:lnTo>
                    <a:pt x="5906796" y="887250"/>
                  </a:lnTo>
                  <a:lnTo>
                    <a:pt x="5907464" y="945659"/>
                  </a:lnTo>
                  <a:lnTo>
                    <a:pt x="5908132" y="954003"/>
                  </a:lnTo>
                  <a:lnTo>
                    <a:pt x="5908800" y="1034662"/>
                  </a:lnTo>
                  <a:lnTo>
                    <a:pt x="5909468" y="1056912"/>
                  </a:lnTo>
                  <a:lnTo>
                    <a:pt x="5910137" y="1065256"/>
                  </a:lnTo>
                  <a:lnTo>
                    <a:pt x="5910805" y="1112540"/>
                  </a:lnTo>
                  <a:lnTo>
                    <a:pt x="5911473" y="1123665"/>
                  </a:lnTo>
                  <a:lnTo>
                    <a:pt x="5912141" y="1168166"/>
                  </a:lnTo>
                  <a:lnTo>
                    <a:pt x="5912809" y="1187636"/>
                  </a:lnTo>
                  <a:lnTo>
                    <a:pt x="5913477" y="1251607"/>
                  </a:lnTo>
                  <a:lnTo>
                    <a:pt x="5914145" y="1310015"/>
                  </a:lnTo>
                  <a:lnTo>
                    <a:pt x="5914813" y="1321141"/>
                  </a:lnTo>
                  <a:lnTo>
                    <a:pt x="5915481" y="1279421"/>
                  </a:lnTo>
                  <a:lnTo>
                    <a:pt x="5916149" y="1279421"/>
                  </a:lnTo>
                  <a:lnTo>
                    <a:pt x="5916817" y="1279421"/>
                  </a:lnTo>
                  <a:lnTo>
                    <a:pt x="5917485" y="1318360"/>
                  </a:lnTo>
                  <a:lnTo>
                    <a:pt x="5918153" y="1368424"/>
                  </a:lnTo>
                  <a:lnTo>
                    <a:pt x="5918821" y="1407363"/>
                  </a:lnTo>
                  <a:lnTo>
                    <a:pt x="5919489" y="1446302"/>
                  </a:lnTo>
                  <a:lnTo>
                    <a:pt x="5920157" y="1449083"/>
                  </a:lnTo>
                  <a:lnTo>
                    <a:pt x="5920825" y="1449083"/>
                  </a:lnTo>
                  <a:lnTo>
                    <a:pt x="5921493" y="1446302"/>
                  </a:lnTo>
                  <a:lnTo>
                    <a:pt x="5922161" y="1521398"/>
                  </a:lnTo>
                  <a:lnTo>
                    <a:pt x="5922829" y="1557556"/>
                  </a:lnTo>
                  <a:lnTo>
                    <a:pt x="5923497" y="1510273"/>
                  </a:lnTo>
                  <a:lnTo>
                    <a:pt x="5924165" y="1501929"/>
                  </a:lnTo>
                  <a:lnTo>
                    <a:pt x="5924833" y="1501929"/>
                  </a:lnTo>
                  <a:lnTo>
                    <a:pt x="5925501" y="1501929"/>
                  </a:lnTo>
                  <a:lnTo>
                    <a:pt x="5926169" y="1501929"/>
                  </a:lnTo>
                  <a:lnTo>
                    <a:pt x="5926837" y="1501929"/>
                  </a:lnTo>
                  <a:lnTo>
                    <a:pt x="5927505" y="1501929"/>
                  </a:lnTo>
                  <a:lnTo>
                    <a:pt x="5928173" y="1415707"/>
                  </a:lnTo>
                  <a:lnTo>
                    <a:pt x="5928841" y="1335048"/>
                  </a:lnTo>
                  <a:lnTo>
                    <a:pt x="5929509" y="1335048"/>
                  </a:lnTo>
                  <a:lnTo>
                    <a:pt x="5930177" y="1335048"/>
                  </a:lnTo>
                  <a:lnTo>
                    <a:pt x="5930845" y="1310015"/>
                  </a:lnTo>
                  <a:lnTo>
                    <a:pt x="5931513" y="1257170"/>
                  </a:lnTo>
                  <a:lnTo>
                    <a:pt x="5932181" y="1279421"/>
                  </a:lnTo>
                  <a:lnTo>
                    <a:pt x="5932849" y="1246044"/>
                  </a:lnTo>
                  <a:lnTo>
                    <a:pt x="5933517" y="1207105"/>
                  </a:lnTo>
                  <a:lnTo>
                    <a:pt x="5934185" y="1118102"/>
                  </a:lnTo>
                  <a:lnTo>
                    <a:pt x="5934854" y="1079163"/>
                  </a:lnTo>
                  <a:lnTo>
                    <a:pt x="5935522" y="1056912"/>
                  </a:lnTo>
                  <a:lnTo>
                    <a:pt x="5936190" y="1056912"/>
                  </a:lnTo>
                  <a:lnTo>
                    <a:pt x="5936858" y="1056912"/>
                  </a:lnTo>
                  <a:lnTo>
                    <a:pt x="5937526" y="1106977"/>
                  </a:lnTo>
                  <a:lnTo>
                    <a:pt x="5938194" y="1112540"/>
                  </a:lnTo>
                  <a:lnTo>
                    <a:pt x="5938862" y="1112540"/>
                  </a:lnTo>
                  <a:lnTo>
                    <a:pt x="5939530" y="1112540"/>
                  </a:lnTo>
                  <a:lnTo>
                    <a:pt x="5940198" y="1157041"/>
                  </a:lnTo>
                  <a:lnTo>
                    <a:pt x="5940866" y="1168166"/>
                  </a:lnTo>
                  <a:lnTo>
                    <a:pt x="5941534" y="1168166"/>
                  </a:lnTo>
                  <a:lnTo>
                    <a:pt x="5942202" y="1168166"/>
                  </a:lnTo>
                  <a:lnTo>
                    <a:pt x="5942870" y="1168166"/>
                  </a:lnTo>
                  <a:lnTo>
                    <a:pt x="5943538" y="1168166"/>
                  </a:lnTo>
                  <a:lnTo>
                    <a:pt x="5944206" y="1168166"/>
                  </a:lnTo>
                  <a:lnTo>
                    <a:pt x="5944874" y="1248826"/>
                  </a:lnTo>
                  <a:lnTo>
                    <a:pt x="5945542" y="1307234"/>
                  </a:lnTo>
                  <a:lnTo>
                    <a:pt x="5946210" y="1279421"/>
                  </a:lnTo>
                  <a:lnTo>
                    <a:pt x="5946878" y="1279421"/>
                  </a:lnTo>
                  <a:lnTo>
                    <a:pt x="5947546" y="1301671"/>
                  </a:lnTo>
                  <a:lnTo>
                    <a:pt x="5948214" y="1365642"/>
                  </a:lnTo>
                  <a:lnTo>
                    <a:pt x="5948882" y="1390675"/>
                  </a:lnTo>
                  <a:lnTo>
                    <a:pt x="5949550" y="1410144"/>
                  </a:lnTo>
                  <a:lnTo>
                    <a:pt x="5950218" y="1382331"/>
                  </a:lnTo>
                  <a:lnTo>
                    <a:pt x="5950886" y="1432395"/>
                  </a:lnTo>
                  <a:lnTo>
                    <a:pt x="5951554" y="1401800"/>
                  </a:lnTo>
                  <a:lnTo>
                    <a:pt x="5952222" y="1390675"/>
                  </a:lnTo>
                  <a:lnTo>
                    <a:pt x="5952890" y="1368424"/>
                  </a:lnTo>
                  <a:lnTo>
                    <a:pt x="5953558" y="1273858"/>
                  </a:lnTo>
                  <a:lnTo>
                    <a:pt x="5954226" y="1223794"/>
                  </a:lnTo>
                  <a:lnTo>
                    <a:pt x="5954894" y="1223794"/>
                  </a:lnTo>
                  <a:lnTo>
                    <a:pt x="5955562" y="1223794"/>
                  </a:lnTo>
                  <a:lnTo>
                    <a:pt x="5956230" y="1223794"/>
                  </a:lnTo>
                  <a:lnTo>
                    <a:pt x="5956898" y="1223794"/>
                  </a:lnTo>
                  <a:lnTo>
                    <a:pt x="5957566" y="1223794"/>
                  </a:lnTo>
                  <a:lnTo>
                    <a:pt x="5958234" y="1223794"/>
                  </a:lnTo>
                  <a:lnTo>
                    <a:pt x="5958902" y="1212668"/>
                  </a:lnTo>
                  <a:lnTo>
                    <a:pt x="5959571" y="1168166"/>
                  </a:lnTo>
                  <a:lnTo>
                    <a:pt x="5960239" y="1168166"/>
                  </a:lnTo>
                  <a:lnTo>
                    <a:pt x="5960907" y="1168166"/>
                  </a:lnTo>
                  <a:lnTo>
                    <a:pt x="5961575" y="1168166"/>
                  </a:lnTo>
                  <a:lnTo>
                    <a:pt x="5962243" y="1190417"/>
                  </a:lnTo>
                  <a:lnTo>
                    <a:pt x="5962911" y="1223794"/>
                  </a:lnTo>
                  <a:lnTo>
                    <a:pt x="5963579" y="1223794"/>
                  </a:lnTo>
                  <a:lnTo>
                    <a:pt x="5964247" y="1223794"/>
                  </a:lnTo>
                  <a:lnTo>
                    <a:pt x="5964915" y="1223794"/>
                  </a:lnTo>
                  <a:lnTo>
                    <a:pt x="5965583" y="1223794"/>
                  </a:lnTo>
                  <a:lnTo>
                    <a:pt x="5966251" y="1232138"/>
                  </a:lnTo>
                  <a:lnTo>
                    <a:pt x="5966919" y="1273858"/>
                  </a:lnTo>
                  <a:lnTo>
                    <a:pt x="5967587" y="1282202"/>
                  </a:lnTo>
                  <a:lnTo>
                    <a:pt x="5968255" y="1346173"/>
                  </a:lnTo>
                  <a:lnTo>
                    <a:pt x="5968923" y="1335048"/>
                  </a:lnTo>
                  <a:lnTo>
                    <a:pt x="5969591" y="1343392"/>
                  </a:lnTo>
                  <a:lnTo>
                    <a:pt x="5970259" y="1390675"/>
                  </a:lnTo>
                  <a:lnTo>
                    <a:pt x="5970927" y="1446302"/>
                  </a:lnTo>
                  <a:lnTo>
                    <a:pt x="5971595" y="1446302"/>
                  </a:lnTo>
                  <a:lnTo>
                    <a:pt x="5972263" y="1446302"/>
                  </a:lnTo>
                  <a:lnTo>
                    <a:pt x="5972931" y="1446302"/>
                  </a:lnTo>
                  <a:lnTo>
                    <a:pt x="5973599" y="1446302"/>
                  </a:lnTo>
                  <a:lnTo>
                    <a:pt x="5974267" y="1390675"/>
                  </a:lnTo>
                  <a:lnTo>
                    <a:pt x="5974935" y="1390675"/>
                  </a:lnTo>
                  <a:lnTo>
                    <a:pt x="5975603" y="1399019"/>
                  </a:lnTo>
                  <a:lnTo>
                    <a:pt x="5976271" y="1426832"/>
                  </a:lnTo>
                  <a:lnTo>
                    <a:pt x="5976939" y="1390675"/>
                  </a:lnTo>
                  <a:lnTo>
                    <a:pt x="5977607" y="1390675"/>
                  </a:lnTo>
                  <a:lnTo>
                    <a:pt x="5978275" y="1390675"/>
                  </a:lnTo>
                  <a:lnTo>
                    <a:pt x="5978943" y="1390675"/>
                  </a:lnTo>
                  <a:lnTo>
                    <a:pt x="5979611" y="1390675"/>
                  </a:lnTo>
                  <a:lnTo>
                    <a:pt x="5980279" y="1390675"/>
                  </a:lnTo>
                  <a:lnTo>
                    <a:pt x="5980947" y="1329485"/>
                  </a:lnTo>
                  <a:lnTo>
                    <a:pt x="5981615" y="1279421"/>
                  </a:lnTo>
                  <a:lnTo>
                    <a:pt x="5982283" y="1279421"/>
                  </a:lnTo>
                  <a:lnTo>
                    <a:pt x="5982951" y="1251607"/>
                  </a:lnTo>
                  <a:lnTo>
                    <a:pt x="5983619" y="1246044"/>
                  </a:lnTo>
                  <a:lnTo>
                    <a:pt x="5984288" y="1279421"/>
                  </a:lnTo>
                  <a:lnTo>
                    <a:pt x="5984956" y="1282202"/>
                  </a:lnTo>
                  <a:lnTo>
                    <a:pt x="5985624" y="1312797"/>
                  </a:lnTo>
                  <a:lnTo>
                    <a:pt x="5986292" y="1282202"/>
                  </a:lnTo>
                  <a:lnTo>
                    <a:pt x="5986960" y="1279421"/>
                  </a:lnTo>
                  <a:lnTo>
                    <a:pt x="5987628" y="1279421"/>
                  </a:lnTo>
                  <a:lnTo>
                    <a:pt x="5988296" y="1279421"/>
                  </a:lnTo>
                  <a:lnTo>
                    <a:pt x="5988964" y="1279421"/>
                  </a:lnTo>
                  <a:lnTo>
                    <a:pt x="5989632" y="1279421"/>
                  </a:lnTo>
                  <a:lnTo>
                    <a:pt x="5990300" y="1279421"/>
                  </a:lnTo>
                  <a:lnTo>
                    <a:pt x="5990968" y="1298890"/>
                  </a:lnTo>
                  <a:lnTo>
                    <a:pt x="5991636" y="1198761"/>
                  </a:lnTo>
                  <a:lnTo>
                    <a:pt x="5992304" y="1118102"/>
                  </a:lnTo>
                  <a:lnTo>
                    <a:pt x="5992972" y="1073601"/>
                  </a:lnTo>
                  <a:lnTo>
                    <a:pt x="5993640" y="1109758"/>
                  </a:lnTo>
                  <a:lnTo>
                    <a:pt x="5994308" y="1056912"/>
                  </a:lnTo>
                  <a:lnTo>
                    <a:pt x="5994976" y="1045787"/>
                  </a:lnTo>
                  <a:lnTo>
                    <a:pt x="5995644" y="962347"/>
                  </a:lnTo>
                  <a:lnTo>
                    <a:pt x="5996312" y="934533"/>
                  </a:lnTo>
                  <a:lnTo>
                    <a:pt x="5996980" y="890032"/>
                  </a:lnTo>
                  <a:lnTo>
                    <a:pt x="5997648" y="917845"/>
                  </a:lnTo>
                  <a:lnTo>
                    <a:pt x="5998316" y="945659"/>
                  </a:lnTo>
                  <a:lnTo>
                    <a:pt x="5998984" y="945659"/>
                  </a:lnTo>
                  <a:lnTo>
                    <a:pt x="5999652" y="970691"/>
                  </a:lnTo>
                  <a:lnTo>
                    <a:pt x="6000320" y="1001286"/>
                  </a:lnTo>
                  <a:lnTo>
                    <a:pt x="6000988" y="1001286"/>
                  </a:lnTo>
                  <a:lnTo>
                    <a:pt x="6001656" y="973472"/>
                  </a:lnTo>
                  <a:lnTo>
                    <a:pt x="6002324" y="965128"/>
                  </a:lnTo>
                  <a:lnTo>
                    <a:pt x="6002992" y="1004067"/>
                  </a:lnTo>
                  <a:lnTo>
                    <a:pt x="6003660" y="1056912"/>
                  </a:lnTo>
                  <a:lnTo>
                    <a:pt x="6004328" y="1056912"/>
                  </a:lnTo>
                  <a:lnTo>
                    <a:pt x="6004996" y="1056912"/>
                  </a:lnTo>
                  <a:lnTo>
                    <a:pt x="6005664" y="1056912"/>
                  </a:lnTo>
                  <a:lnTo>
                    <a:pt x="6006332" y="1026318"/>
                  </a:lnTo>
                  <a:lnTo>
                    <a:pt x="6007000" y="1001286"/>
                  </a:lnTo>
                  <a:lnTo>
                    <a:pt x="6007668" y="1031880"/>
                  </a:lnTo>
                  <a:lnTo>
                    <a:pt x="6008337" y="1132009"/>
                  </a:lnTo>
                  <a:lnTo>
                    <a:pt x="6009005" y="1212668"/>
                  </a:lnTo>
                  <a:lnTo>
                    <a:pt x="6009673" y="1279421"/>
                  </a:lnTo>
                  <a:lnTo>
                    <a:pt x="6010341" y="1279421"/>
                  </a:lnTo>
                  <a:lnTo>
                    <a:pt x="6011009" y="1335048"/>
                  </a:lnTo>
                  <a:lnTo>
                    <a:pt x="6011677" y="1343392"/>
                  </a:lnTo>
                  <a:lnTo>
                    <a:pt x="6012345" y="1382330"/>
                  </a:lnTo>
                  <a:lnTo>
                    <a:pt x="6013013" y="1399019"/>
                  </a:lnTo>
                  <a:lnTo>
                    <a:pt x="6013681" y="1437957"/>
                  </a:lnTo>
                  <a:lnTo>
                    <a:pt x="6014349" y="1376768"/>
                  </a:lnTo>
                  <a:lnTo>
                    <a:pt x="6015017" y="1390675"/>
                  </a:lnTo>
                  <a:lnTo>
                    <a:pt x="6015685" y="1390675"/>
                  </a:lnTo>
                  <a:lnTo>
                    <a:pt x="6016353" y="1390675"/>
                  </a:lnTo>
                  <a:lnTo>
                    <a:pt x="6017021" y="1390675"/>
                  </a:lnTo>
                  <a:lnTo>
                    <a:pt x="6017689" y="1390675"/>
                  </a:lnTo>
                  <a:lnTo>
                    <a:pt x="6018357" y="1415707"/>
                  </a:lnTo>
                  <a:lnTo>
                    <a:pt x="6019025" y="1446302"/>
                  </a:lnTo>
                  <a:lnTo>
                    <a:pt x="6019693" y="1446302"/>
                  </a:lnTo>
                  <a:lnTo>
                    <a:pt x="6020361" y="1446302"/>
                  </a:lnTo>
                  <a:lnTo>
                    <a:pt x="6021029" y="1446302"/>
                  </a:lnTo>
                  <a:lnTo>
                    <a:pt x="6021697" y="1379549"/>
                  </a:lnTo>
                  <a:lnTo>
                    <a:pt x="6022365" y="1335048"/>
                  </a:lnTo>
                  <a:lnTo>
                    <a:pt x="6023033" y="1362861"/>
                  </a:lnTo>
                  <a:lnTo>
                    <a:pt x="6023701" y="1390675"/>
                  </a:lnTo>
                  <a:lnTo>
                    <a:pt x="6024369" y="1360080"/>
                  </a:lnTo>
                  <a:lnTo>
                    <a:pt x="6025037" y="1326704"/>
                  </a:lnTo>
                  <a:lnTo>
                    <a:pt x="6025705" y="1271077"/>
                  </a:lnTo>
                  <a:lnTo>
                    <a:pt x="6026373" y="1184855"/>
                  </a:lnTo>
                  <a:lnTo>
                    <a:pt x="6027041" y="1168166"/>
                  </a:lnTo>
                  <a:lnTo>
                    <a:pt x="6027709" y="1168166"/>
                  </a:lnTo>
                  <a:lnTo>
                    <a:pt x="6028377" y="1168166"/>
                  </a:lnTo>
                  <a:lnTo>
                    <a:pt x="6029045" y="1209887"/>
                  </a:lnTo>
                  <a:lnTo>
                    <a:pt x="6029713" y="1223794"/>
                  </a:lnTo>
                  <a:lnTo>
                    <a:pt x="6030381" y="1229356"/>
                  </a:lnTo>
                  <a:lnTo>
                    <a:pt x="6031049" y="1315578"/>
                  </a:lnTo>
                  <a:lnTo>
                    <a:pt x="6031717" y="1296109"/>
                  </a:lnTo>
                  <a:lnTo>
                    <a:pt x="6032385" y="1279421"/>
                  </a:lnTo>
                  <a:lnTo>
                    <a:pt x="6033054" y="1237700"/>
                  </a:lnTo>
                  <a:lnTo>
                    <a:pt x="6033722" y="1207105"/>
                  </a:lnTo>
                  <a:lnTo>
                    <a:pt x="6034390" y="1168166"/>
                  </a:lnTo>
                  <a:lnTo>
                    <a:pt x="6035058" y="1168166"/>
                  </a:lnTo>
                  <a:lnTo>
                    <a:pt x="6035726" y="1120884"/>
                  </a:lnTo>
                  <a:lnTo>
                    <a:pt x="6036394" y="1112540"/>
                  </a:lnTo>
                  <a:lnTo>
                    <a:pt x="6037062" y="1112540"/>
                  </a:lnTo>
                  <a:lnTo>
                    <a:pt x="6037730" y="1112540"/>
                  </a:lnTo>
                  <a:lnTo>
                    <a:pt x="6038398" y="1173729"/>
                  </a:lnTo>
                  <a:lnTo>
                    <a:pt x="6039066" y="1223794"/>
                  </a:lnTo>
                  <a:lnTo>
                    <a:pt x="6039734" y="1223794"/>
                  </a:lnTo>
                  <a:lnTo>
                    <a:pt x="6040402" y="1201543"/>
                  </a:lnTo>
                  <a:lnTo>
                    <a:pt x="6041070" y="1187636"/>
                  </a:lnTo>
                  <a:lnTo>
                    <a:pt x="6041738" y="1143134"/>
                  </a:lnTo>
                  <a:lnTo>
                    <a:pt x="6042406" y="1173729"/>
                  </a:lnTo>
                  <a:lnTo>
                    <a:pt x="6043074" y="1259951"/>
                  </a:lnTo>
                  <a:lnTo>
                    <a:pt x="6043742" y="1190417"/>
                  </a:lnTo>
                  <a:lnTo>
                    <a:pt x="6044410" y="1106977"/>
                  </a:lnTo>
                  <a:lnTo>
                    <a:pt x="6045078" y="1056912"/>
                  </a:lnTo>
                  <a:lnTo>
                    <a:pt x="6045746" y="1056912"/>
                  </a:lnTo>
                  <a:lnTo>
                    <a:pt x="6046414" y="1056912"/>
                  </a:lnTo>
                  <a:lnTo>
                    <a:pt x="6047082" y="1012411"/>
                  </a:lnTo>
                  <a:lnTo>
                    <a:pt x="6047750" y="1001286"/>
                  </a:lnTo>
                  <a:lnTo>
                    <a:pt x="6048418" y="1037443"/>
                  </a:lnTo>
                  <a:lnTo>
                    <a:pt x="6049086" y="1056912"/>
                  </a:lnTo>
                  <a:lnTo>
                    <a:pt x="6049754" y="1095851"/>
                  </a:lnTo>
                  <a:lnTo>
                    <a:pt x="6050422" y="1126446"/>
                  </a:lnTo>
                  <a:lnTo>
                    <a:pt x="6051090" y="1168166"/>
                  </a:lnTo>
                  <a:lnTo>
                    <a:pt x="6051758" y="1168166"/>
                  </a:lnTo>
                  <a:lnTo>
                    <a:pt x="6052426" y="1212668"/>
                  </a:lnTo>
                  <a:lnTo>
                    <a:pt x="6053094" y="1207105"/>
                  </a:lnTo>
                  <a:lnTo>
                    <a:pt x="6053762" y="1168166"/>
                  </a:lnTo>
                  <a:lnTo>
                    <a:pt x="6054430" y="1168166"/>
                  </a:lnTo>
                  <a:lnTo>
                    <a:pt x="6055098" y="1148697"/>
                  </a:lnTo>
                  <a:lnTo>
                    <a:pt x="6055766" y="1098633"/>
                  </a:lnTo>
                  <a:lnTo>
                    <a:pt x="6056434" y="1056912"/>
                  </a:lnTo>
                  <a:lnTo>
                    <a:pt x="6057102" y="1076382"/>
                  </a:lnTo>
                  <a:lnTo>
                    <a:pt x="6057771" y="1118102"/>
                  </a:lnTo>
                  <a:lnTo>
                    <a:pt x="6058439" y="1195980"/>
                  </a:lnTo>
                  <a:lnTo>
                    <a:pt x="6059107" y="1223794"/>
                  </a:lnTo>
                  <a:lnTo>
                    <a:pt x="6059775" y="1223794"/>
                  </a:lnTo>
                  <a:lnTo>
                    <a:pt x="6060443" y="1271077"/>
                  </a:lnTo>
                  <a:lnTo>
                    <a:pt x="6061111" y="1323922"/>
                  </a:lnTo>
                  <a:lnTo>
                    <a:pt x="6061779" y="1335048"/>
                  </a:lnTo>
                  <a:lnTo>
                    <a:pt x="6062447" y="1335048"/>
                  </a:lnTo>
                  <a:lnTo>
                    <a:pt x="6063115" y="1335048"/>
                  </a:lnTo>
                  <a:lnTo>
                    <a:pt x="6063783" y="1376768"/>
                  </a:lnTo>
                  <a:lnTo>
                    <a:pt x="6064451" y="1385112"/>
                  </a:lnTo>
                  <a:lnTo>
                    <a:pt x="6065119" y="1335048"/>
                  </a:lnTo>
                  <a:lnTo>
                    <a:pt x="6065787" y="1335048"/>
                  </a:lnTo>
                  <a:lnTo>
                    <a:pt x="6066455" y="1335048"/>
                  </a:lnTo>
                  <a:lnTo>
                    <a:pt x="6067123" y="1335048"/>
                  </a:lnTo>
                  <a:lnTo>
                    <a:pt x="6067791" y="1335048"/>
                  </a:lnTo>
                  <a:lnTo>
                    <a:pt x="6068459" y="1335048"/>
                  </a:lnTo>
                  <a:lnTo>
                    <a:pt x="6069127" y="1335048"/>
                  </a:lnTo>
                  <a:lnTo>
                    <a:pt x="6069795" y="1348954"/>
                  </a:lnTo>
                  <a:lnTo>
                    <a:pt x="6070463" y="1357298"/>
                  </a:lnTo>
                  <a:lnTo>
                    <a:pt x="6071131" y="1335048"/>
                  </a:lnTo>
                  <a:lnTo>
                    <a:pt x="6071799" y="1301671"/>
                  </a:lnTo>
                  <a:lnTo>
                    <a:pt x="6072467" y="1290546"/>
                  </a:lnTo>
                  <a:lnTo>
                    <a:pt x="6073135" y="1282202"/>
                  </a:lnTo>
                  <a:lnTo>
                    <a:pt x="6073803" y="1279421"/>
                  </a:lnTo>
                  <a:lnTo>
                    <a:pt x="6074471" y="1279421"/>
                  </a:lnTo>
                  <a:lnTo>
                    <a:pt x="6075139" y="1279421"/>
                  </a:lnTo>
                  <a:lnTo>
                    <a:pt x="6075807" y="1279421"/>
                  </a:lnTo>
                  <a:lnTo>
                    <a:pt x="6076475" y="1279421"/>
                  </a:lnTo>
                  <a:lnTo>
                    <a:pt x="6077143" y="1312797"/>
                  </a:lnTo>
                  <a:lnTo>
                    <a:pt x="6077811" y="1343392"/>
                  </a:lnTo>
                  <a:lnTo>
                    <a:pt x="6078479" y="1390675"/>
                  </a:lnTo>
                  <a:lnTo>
                    <a:pt x="6079147" y="1390675"/>
                  </a:lnTo>
                  <a:lnTo>
                    <a:pt x="6079815" y="1371205"/>
                  </a:lnTo>
                  <a:lnTo>
                    <a:pt x="6080483" y="1335048"/>
                  </a:lnTo>
                  <a:lnTo>
                    <a:pt x="6081151" y="1337829"/>
                  </a:lnTo>
                  <a:lnTo>
                    <a:pt x="6081819" y="1390675"/>
                  </a:lnTo>
                  <a:lnTo>
                    <a:pt x="6082488" y="1390675"/>
                  </a:lnTo>
                  <a:lnTo>
                    <a:pt x="6083156" y="1385112"/>
                  </a:lnTo>
                  <a:lnTo>
                    <a:pt x="6083824" y="1332266"/>
                  </a:lnTo>
                  <a:lnTo>
                    <a:pt x="6084492" y="1279421"/>
                  </a:lnTo>
                  <a:lnTo>
                    <a:pt x="6085160" y="1279421"/>
                  </a:lnTo>
                  <a:lnTo>
                    <a:pt x="6085828" y="1279421"/>
                  </a:lnTo>
                  <a:lnTo>
                    <a:pt x="6086496" y="1279421"/>
                  </a:lnTo>
                  <a:lnTo>
                    <a:pt x="6087164" y="1310015"/>
                  </a:lnTo>
                  <a:lnTo>
                    <a:pt x="6087832" y="1335048"/>
                  </a:lnTo>
                  <a:lnTo>
                    <a:pt x="6088500" y="1379549"/>
                  </a:lnTo>
                  <a:lnTo>
                    <a:pt x="6089168" y="1446302"/>
                  </a:lnTo>
                  <a:lnTo>
                    <a:pt x="6089836" y="1496366"/>
                  </a:lnTo>
                  <a:lnTo>
                    <a:pt x="6090504" y="1501929"/>
                  </a:lnTo>
                  <a:lnTo>
                    <a:pt x="6091172" y="1501929"/>
                  </a:lnTo>
                  <a:lnTo>
                    <a:pt x="6091840" y="1501929"/>
                  </a:lnTo>
                  <a:lnTo>
                    <a:pt x="6092508" y="1501929"/>
                  </a:lnTo>
                  <a:lnTo>
                    <a:pt x="6093176" y="1501929"/>
                  </a:lnTo>
                  <a:lnTo>
                    <a:pt x="6093844" y="1501929"/>
                  </a:lnTo>
                  <a:lnTo>
                    <a:pt x="6094512" y="1501929"/>
                  </a:lnTo>
                  <a:lnTo>
                    <a:pt x="6095180" y="1501929"/>
                  </a:lnTo>
                  <a:lnTo>
                    <a:pt x="6095848" y="1501929"/>
                  </a:lnTo>
                  <a:lnTo>
                    <a:pt x="6096516" y="1518617"/>
                  </a:lnTo>
                  <a:lnTo>
                    <a:pt x="6097184" y="1557556"/>
                  </a:lnTo>
                  <a:lnTo>
                    <a:pt x="6097852" y="1557556"/>
                  </a:lnTo>
                  <a:lnTo>
                    <a:pt x="6098520" y="1557556"/>
                  </a:lnTo>
                  <a:lnTo>
                    <a:pt x="6099188" y="1557556"/>
                  </a:lnTo>
                  <a:lnTo>
                    <a:pt x="6099856" y="1560337"/>
                  </a:lnTo>
                  <a:lnTo>
                    <a:pt x="6100524" y="1613183"/>
                  </a:lnTo>
                  <a:lnTo>
                    <a:pt x="6101192" y="1668810"/>
                  </a:lnTo>
                  <a:lnTo>
                    <a:pt x="6101192" y="1668810"/>
                  </a:lnTo>
                  <a:lnTo>
                    <a:pt x="6101860" y="1668810"/>
                  </a:lnTo>
                  <a:lnTo>
                    <a:pt x="6102528" y="1668810"/>
                  </a:lnTo>
                  <a:lnTo>
                    <a:pt x="6103196" y="1668810"/>
                  </a:lnTo>
                  <a:lnTo>
                    <a:pt x="6103864" y="1668810"/>
                  </a:lnTo>
                  <a:lnTo>
                    <a:pt x="6104532" y="1668810"/>
                  </a:lnTo>
                  <a:lnTo>
                    <a:pt x="6105200" y="1657684"/>
                  </a:lnTo>
                  <a:lnTo>
                    <a:pt x="6105868" y="1613183"/>
                  </a:lnTo>
                  <a:lnTo>
                    <a:pt x="6106537" y="1613183"/>
                  </a:lnTo>
                  <a:lnTo>
                    <a:pt x="6107205" y="1613183"/>
                  </a:lnTo>
                  <a:lnTo>
                    <a:pt x="6107873" y="1613183"/>
                  </a:lnTo>
                  <a:lnTo>
                    <a:pt x="6108541" y="1613183"/>
                  </a:lnTo>
                  <a:lnTo>
                    <a:pt x="6109209" y="1585369"/>
                  </a:lnTo>
                  <a:lnTo>
                    <a:pt x="6109877" y="1557556"/>
                  </a:lnTo>
                  <a:lnTo>
                    <a:pt x="6110545" y="1557556"/>
                  </a:lnTo>
                  <a:lnTo>
                    <a:pt x="6111213" y="1557556"/>
                  </a:lnTo>
                  <a:lnTo>
                    <a:pt x="6111881" y="1557556"/>
                  </a:lnTo>
                  <a:lnTo>
                    <a:pt x="6112549" y="1557556"/>
                  </a:lnTo>
                  <a:lnTo>
                    <a:pt x="6113217" y="1518617"/>
                  </a:lnTo>
                  <a:lnTo>
                    <a:pt x="6113885" y="1501929"/>
                  </a:lnTo>
                  <a:lnTo>
                    <a:pt x="6114553" y="1501929"/>
                  </a:lnTo>
                  <a:lnTo>
                    <a:pt x="6115221" y="1490803"/>
                  </a:lnTo>
                  <a:lnTo>
                    <a:pt x="6115889" y="1446302"/>
                  </a:lnTo>
                  <a:lnTo>
                    <a:pt x="6116557" y="1446302"/>
                  </a:lnTo>
                  <a:lnTo>
                    <a:pt x="6117225" y="1446302"/>
                  </a:lnTo>
                  <a:lnTo>
                    <a:pt x="6117893" y="1415707"/>
                  </a:lnTo>
                  <a:lnTo>
                    <a:pt x="6118561" y="1390675"/>
                  </a:lnTo>
                  <a:lnTo>
                    <a:pt x="6119229" y="1390675"/>
                  </a:lnTo>
                  <a:lnTo>
                    <a:pt x="6119897" y="1390675"/>
                  </a:lnTo>
                  <a:lnTo>
                    <a:pt x="6120565" y="1390675"/>
                  </a:lnTo>
                  <a:lnTo>
                    <a:pt x="6121233" y="1390675"/>
                  </a:lnTo>
                  <a:lnTo>
                    <a:pt x="6121901" y="1365642"/>
                  </a:lnTo>
                  <a:lnTo>
                    <a:pt x="6122569" y="1390675"/>
                  </a:lnTo>
                  <a:lnTo>
                    <a:pt x="6123237" y="1390675"/>
                  </a:lnTo>
                  <a:lnTo>
                    <a:pt x="6123905" y="1390675"/>
                  </a:lnTo>
                  <a:lnTo>
                    <a:pt x="6124573" y="1390675"/>
                  </a:lnTo>
                  <a:lnTo>
                    <a:pt x="6125241" y="1390675"/>
                  </a:lnTo>
                  <a:lnTo>
                    <a:pt x="6125909" y="1415707"/>
                  </a:lnTo>
                  <a:lnTo>
                    <a:pt x="6126577" y="1446302"/>
                  </a:lnTo>
                  <a:lnTo>
                    <a:pt x="6127245" y="1446302"/>
                  </a:lnTo>
                  <a:lnTo>
                    <a:pt x="6127913" y="1412925"/>
                  </a:lnTo>
                  <a:lnTo>
                    <a:pt x="6128581" y="1357298"/>
                  </a:lnTo>
                  <a:lnTo>
                    <a:pt x="6129249" y="1335048"/>
                  </a:lnTo>
                  <a:lnTo>
                    <a:pt x="6129917" y="1371205"/>
                  </a:lnTo>
                  <a:lnTo>
                    <a:pt x="6130585" y="1390675"/>
                  </a:lnTo>
                  <a:lnTo>
                    <a:pt x="6131254" y="1390675"/>
                  </a:lnTo>
                  <a:lnTo>
                    <a:pt x="6131922" y="1399019"/>
                  </a:lnTo>
                  <a:lnTo>
                    <a:pt x="6132590" y="1446302"/>
                  </a:lnTo>
                  <a:lnTo>
                    <a:pt x="6133258" y="1446302"/>
                  </a:lnTo>
                  <a:lnTo>
                    <a:pt x="6133926" y="1412925"/>
                  </a:lnTo>
                  <a:lnTo>
                    <a:pt x="6134594" y="1418488"/>
                  </a:lnTo>
                  <a:lnTo>
                    <a:pt x="6135262" y="1446302"/>
                  </a:lnTo>
                  <a:lnTo>
                    <a:pt x="6135930" y="1446302"/>
                  </a:lnTo>
                  <a:lnTo>
                    <a:pt x="6136598" y="1418488"/>
                  </a:lnTo>
                  <a:lnTo>
                    <a:pt x="6137266" y="1390675"/>
                  </a:lnTo>
                  <a:lnTo>
                    <a:pt x="6137934" y="1390675"/>
                  </a:lnTo>
                  <a:lnTo>
                    <a:pt x="6138602" y="1421269"/>
                  </a:lnTo>
                  <a:lnTo>
                    <a:pt x="6139270" y="1415707"/>
                  </a:lnTo>
                  <a:lnTo>
                    <a:pt x="6139938" y="1390675"/>
                  </a:lnTo>
                  <a:lnTo>
                    <a:pt x="6140606" y="1365642"/>
                  </a:lnTo>
                  <a:lnTo>
                    <a:pt x="6141274" y="1335048"/>
                  </a:lnTo>
                  <a:lnTo>
                    <a:pt x="6141942" y="1335048"/>
                  </a:lnTo>
                  <a:lnTo>
                    <a:pt x="6142610" y="1335048"/>
                  </a:lnTo>
                  <a:lnTo>
                    <a:pt x="6143278" y="1298890"/>
                  </a:lnTo>
                  <a:lnTo>
                    <a:pt x="6143946" y="1279421"/>
                  </a:lnTo>
                  <a:lnTo>
                    <a:pt x="6144614" y="1310015"/>
                  </a:lnTo>
                  <a:lnTo>
                    <a:pt x="6145282" y="1365642"/>
                  </a:lnTo>
                  <a:lnTo>
                    <a:pt x="6145950" y="1390675"/>
                  </a:lnTo>
                  <a:lnTo>
                    <a:pt x="6146618" y="1390675"/>
                  </a:lnTo>
                  <a:lnTo>
                    <a:pt x="6147286" y="1390675"/>
                  </a:lnTo>
                  <a:lnTo>
                    <a:pt x="6147954" y="1390675"/>
                  </a:lnTo>
                  <a:lnTo>
                    <a:pt x="6148622" y="1365642"/>
                  </a:lnTo>
                  <a:lnTo>
                    <a:pt x="6149290" y="1335048"/>
                  </a:lnTo>
                  <a:lnTo>
                    <a:pt x="6149958" y="1335048"/>
                  </a:lnTo>
                  <a:lnTo>
                    <a:pt x="6150626" y="1365642"/>
                  </a:lnTo>
                  <a:lnTo>
                    <a:pt x="6151294" y="1373987"/>
                  </a:lnTo>
                  <a:lnTo>
                    <a:pt x="6151962" y="1296109"/>
                  </a:lnTo>
                  <a:lnTo>
                    <a:pt x="6152630" y="1279421"/>
                  </a:lnTo>
                  <a:lnTo>
                    <a:pt x="6153298" y="1304453"/>
                  </a:lnTo>
                  <a:lnTo>
                    <a:pt x="6153966" y="1293327"/>
                  </a:lnTo>
                  <a:lnTo>
                    <a:pt x="6154634" y="1279421"/>
                  </a:lnTo>
                  <a:lnTo>
                    <a:pt x="6155302" y="1279421"/>
                  </a:lnTo>
                  <a:lnTo>
                    <a:pt x="6155971" y="1307234"/>
                  </a:lnTo>
                  <a:lnTo>
                    <a:pt x="6156639" y="1335048"/>
                  </a:lnTo>
                  <a:lnTo>
                    <a:pt x="6157307" y="1357298"/>
                  </a:lnTo>
                  <a:lnTo>
                    <a:pt x="6157975" y="1390675"/>
                  </a:lnTo>
                  <a:lnTo>
                    <a:pt x="6158643" y="1390675"/>
                  </a:lnTo>
                  <a:lnTo>
                    <a:pt x="6159311" y="1390675"/>
                  </a:lnTo>
                  <a:lnTo>
                    <a:pt x="6159979" y="1424051"/>
                  </a:lnTo>
                  <a:lnTo>
                    <a:pt x="6160647" y="1387893"/>
                  </a:lnTo>
                  <a:lnTo>
                    <a:pt x="6161315" y="1335048"/>
                  </a:lnTo>
                  <a:lnTo>
                    <a:pt x="6161983" y="1335048"/>
                  </a:lnTo>
                  <a:lnTo>
                    <a:pt x="6162651" y="1335048"/>
                  </a:lnTo>
                  <a:lnTo>
                    <a:pt x="6163319" y="1335048"/>
                  </a:lnTo>
                  <a:lnTo>
                    <a:pt x="6163987" y="1335048"/>
                  </a:lnTo>
                  <a:lnTo>
                    <a:pt x="6164655" y="1335048"/>
                  </a:lnTo>
                  <a:lnTo>
                    <a:pt x="6165323" y="1329485"/>
                  </a:lnTo>
                  <a:lnTo>
                    <a:pt x="6165991" y="1335048"/>
                  </a:lnTo>
                  <a:lnTo>
                    <a:pt x="6166659" y="1335048"/>
                  </a:lnTo>
                  <a:lnTo>
                    <a:pt x="6167327" y="1335048"/>
                  </a:lnTo>
                  <a:lnTo>
                    <a:pt x="6167995" y="1348954"/>
                  </a:lnTo>
                  <a:lnTo>
                    <a:pt x="6168663" y="1426832"/>
                  </a:lnTo>
                  <a:lnTo>
                    <a:pt x="6169331" y="1446302"/>
                  </a:lnTo>
                  <a:lnTo>
                    <a:pt x="6169999" y="1446302"/>
                  </a:lnTo>
                  <a:lnTo>
                    <a:pt x="6170667" y="1485240"/>
                  </a:lnTo>
                  <a:lnTo>
                    <a:pt x="6171335" y="1501929"/>
                  </a:lnTo>
                  <a:lnTo>
                    <a:pt x="6172003" y="1501929"/>
                  </a:lnTo>
                  <a:lnTo>
                    <a:pt x="6172671" y="1493585"/>
                  </a:lnTo>
                  <a:lnTo>
                    <a:pt x="6173339" y="1446302"/>
                  </a:lnTo>
                  <a:lnTo>
                    <a:pt x="6174007" y="1418488"/>
                  </a:lnTo>
                  <a:lnTo>
                    <a:pt x="6174675" y="1390675"/>
                  </a:lnTo>
                  <a:lnTo>
                    <a:pt x="6175343" y="1348954"/>
                  </a:lnTo>
                  <a:lnTo>
                    <a:pt x="6176011" y="1301671"/>
                  </a:lnTo>
                  <a:lnTo>
                    <a:pt x="6176679" y="1279421"/>
                  </a:lnTo>
                  <a:lnTo>
                    <a:pt x="6177347" y="1332266"/>
                  </a:lnTo>
                  <a:lnTo>
                    <a:pt x="6178015" y="1390675"/>
                  </a:lnTo>
                  <a:lnTo>
                    <a:pt x="6178683" y="1390675"/>
                  </a:lnTo>
                  <a:lnTo>
                    <a:pt x="6179351" y="1390675"/>
                  </a:lnTo>
                  <a:lnTo>
                    <a:pt x="6180019" y="1390675"/>
                  </a:lnTo>
                  <a:lnTo>
                    <a:pt x="6180688" y="1390675"/>
                  </a:lnTo>
                  <a:lnTo>
                    <a:pt x="6181356" y="1390675"/>
                  </a:lnTo>
                  <a:lnTo>
                    <a:pt x="6182024" y="1415707"/>
                  </a:lnTo>
                  <a:lnTo>
                    <a:pt x="6182692" y="1446302"/>
                  </a:lnTo>
                  <a:lnTo>
                    <a:pt x="6183360" y="1446302"/>
                  </a:lnTo>
                  <a:lnTo>
                    <a:pt x="6184028" y="1446302"/>
                  </a:lnTo>
                  <a:lnTo>
                    <a:pt x="6184696" y="1446302"/>
                  </a:lnTo>
                  <a:lnTo>
                    <a:pt x="6185364" y="1446302"/>
                  </a:lnTo>
                  <a:lnTo>
                    <a:pt x="6186032" y="1446302"/>
                  </a:lnTo>
                  <a:lnTo>
                    <a:pt x="6186700" y="1446302"/>
                  </a:lnTo>
                  <a:lnTo>
                    <a:pt x="6187368" y="1446302"/>
                  </a:lnTo>
                  <a:lnTo>
                    <a:pt x="6188036" y="1446302"/>
                  </a:lnTo>
                  <a:lnTo>
                    <a:pt x="6188704" y="1446302"/>
                  </a:lnTo>
                  <a:lnTo>
                    <a:pt x="6189372" y="1451864"/>
                  </a:lnTo>
                  <a:lnTo>
                    <a:pt x="6190040" y="1501929"/>
                  </a:lnTo>
                  <a:lnTo>
                    <a:pt x="6190708" y="1526961"/>
                  </a:lnTo>
                  <a:lnTo>
                    <a:pt x="6191376" y="1557556"/>
                  </a:lnTo>
                  <a:lnTo>
                    <a:pt x="6192044" y="1596494"/>
                  </a:lnTo>
                  <a:lnTo>
                    <a:pt x="6192712" y="1643777"/>
                  </a:lnTo>
                  <a:lnTo>
                    <a:pt x="6193380" y="1668810"/>
                  </a:lnTo>
                  <a:lnTo>
                    <a:pt x="6193380" y="1668810"/>
                  </a:lnTo>
                  <a:lnTo>
                    <a:pt x="6194048" y="1668810"/>
                  </a:lnTo>
                  <a:lnTo>
                    <a:pt x="6194716" y="1660466"/>
                  </a:lnTo>
                  <a:lnTo>
                    <a:pt x="6195384" y="1613183"/>
                  </a:lnTo>
                  <a:lnTo>
                    <a:pt x="6196052" y="1613183"/>
                  </a:lnTo>
                  <a:lnTo>
                    <a:pt x="6196720" y="1613183"/>
                  </a:lnTo>
                  <a:lnTo>
                    <a:pt x="6197388" y="1613183"/>
                  </a:lnTo>
                  <a:lnTo>
                    <a:pt x="6198056" y="1613183"/>
                  </a:lnTo>
                  <a:lnTo>
                    <a:pt x="6198724" y="1613183"/>
                  </a:lnTo>
                  <a:lnTo>
                    <a:pt x="6199392" y="1585369"/>
                  </a:lnTo>
                  <a:lnTo>
                    <a:pt x="6200060" y="1557556"/>
                  </a:lnTo>
                  <a:lnTo>
                    <a:pt x="6200728" y="1557556"/>
                  </a:lnTo>
                  <a:lnTo>
                    <a:pt x="6201396" y="1557556"/>
                  </a:lnTo>
                  <a:lnTo>
                    <a:pt x="6202064" y="1557556"/>
                  </a:lnTo>
                  <a:lnTo>
                    <a:pt x="6202732" y="1557556"/>
                  </a:lnTo>
                  <a:lnTo>
                    <a:pt x="6203400" y="1557556"/>
                  </a:lnTo>
                  <a:lnTo>
                    <a:pt x="6204068" y="1557556"/>
                  </a:lnTo>
                  <a:lnTo>
                    <a:pt x="6204737" y="1557556"/>
                  </a:lnTo>
                  <a:lnTo>
                    <a:pt x="6205405" y="1557556"/>
                  </a:lnTo>
                  <a:lnTo>
                    <a:pt x="6206073" y="1515835"/>
                  </a:lnTo>
                  <a:lnTo>
                    <a:pt x="6206741" y="1501929"/>
                  </a:lnTo>
                  <a:lnTo>
                    <a:pt x="6207409" y="1501929"/>
                  </a:lnTo>
                  <a:lnTo>
                    <a:pt x="6208077" y="1468552"/>
                  </a:lnTo>
                  <a:lnTo>
                    <a:pt x="6208745" y="1446302"/>
                  </a:lnTo>
                  <a:lnTo>
                    <a:pt x="6209413" y="1446302"/>
                  </a:lnTo>
                  <a:lnTo>
                    <a:pt x="6210081" y="1396237"/>
                  </a:lnTo>
                  <a:lnTo>
                    <a:pt x="6210749" y="1390675"/>
                  </a:lnTo>
                  <a:lnTo>
                    <a:pt x="6211417" y="1396237"/>
                  </a:lnTo>
                  <a:lnTo>
                    <a:pt x="6212085" y="1446302"/>
                  </a:lnTo>
                  <a:lnTo>
                    <a:pt x="6212753" y="1387893"/>
                  </a:lnTo>
                  <a:lnTo>
                    <a:pt x="6213421" y="1279421"/>
                  </a:lnTo>
                  <a:lnTo>
                    <a:pt x="6214089" y="1279421"/>
                  </a:lnTo>
                  <a:lnTo>
                    <a:pt x="6214757" y="1237700"/>
                  </a:lnTo>
                  <a:lnTo>
                    <a:pt x="6215425" y="1173729"/>
                  </a:lnTo>
                  <a:lnTo>
                    <a:pt x="6216093" y="1193199"/>
                  </a:lnTo>
                  <a:lnTo>
                    <a:pt x="6216761" y="1157041"/>
                  </a:lnTo>
                  <a:lnTo>
                    <a:pt x="6217429" y="1101414"/>
                  </a:lnTo>
                  <a:lnTo>
                    <a:pt x="6218097" y="1056912"/>
                  </a:lnTo>
                  <a:lnTo>
                    <a:pt x="6218765" y="1056912"/>
                  </a:lnTo>
                  <a:lnTo>
                    <a:pt x="6219433" y="1056912"/>
                  </a:lnTo>
                  <a:lnTo>
                    <a:pt x="6220101" y="1056912"/>
                  </a:lnTo>
                  <a:lnTo>
                    <a:pt x="6220769" y="1056912"/>
                  </a:lnTo>
                  <a:lnTo>
                    <a:pt x="6221437" y="1056912"/>
                  </a:lnTo>
                  <a:lnTo>
                    <a:pt x="6222105" y="1056912"/>
                  </a:lnTo>
                  <a:lnTo>
                    <a:pt x="6222773" y="1095851"/>
                  </a:lnTo>
                  <a:lnTo>
                    <a:pt x="6223441" y="1112540"/>
                  </a:lnTo>
                  <a:lnTo>
                    <a:pt x="6224109" y="1112540"/>
                  </a:lnTo>
                  <a:lnTo>
                    <a:pt x="6224777" y="1143134"/>
                  </a:lnTo>
                  <a:lnTo>
                    <a:pt x="6225445" y="1168166"/>
                  </a:lnTo>
                  <a:lnTo>
                    <a:pt x="6226113" y="1168166"/>
                  </a:lnTo>
                  <a:lnTo>
                    <a:pt x="6226781" y="1215449"/>
                  </a:lnTo>
                  <a:lnTo>
                    <a:pt x="6227449" y="1223794"/>
                  </a:lnTo>
                  <a:lnTo>
                    <a:pt x="6228117" y="1195980"/>
                  </a:lnTo>
                  <a:lnTo>
                    <a:pt x="6228785" y="1168166"/>
                  </a:lnTo>
                  <a:lnTo>
                    <a:pt x="6229454" y="1218231"/>
                  </a:lnTo>
                  <a:lnTo>
                    <a:pt x="6230122" y="1335048"/>
                  </a:lnTo>
                  <a:lnTo>
                    <a:pt x="6230790" y="1335048"/>
                  </a:lnTo>
                  <a:lnTo>
                    <a:pt x="6231458" y="1373986"/>
                  </a:lnTo>
                  <a:lnTo>
                    <a:pt x="6232126" y="1437957"/>
                  </a:lnTo>
                  <a:lnTo>
                    <a:pt x="6232794" y="1446302"/>
                  </a:lnTo>
                  <a:lnTo>
                    <a:pt x="6233462" y="1507491"/>
                  </a:lnTo>
                  <a:lnTo>
                    <a:pt x="6234130" y="1565900"/>
                  </a:lnTo>
                  <a:lnTo>
                    <a:pt x="6234798" y="1613183"/>
                  </a:lnTo>
                  <a:lnTo>
                    <a:pt x="6235466" y="1613183"/>
                  </a:lnTo>
                  <a:lnTo>
                    <a:pt x="6236134" y="1613183"/>
                  </a:lnTo>
                  <a:lnTo>
                    <a:pt x="6236802" y="1613183"/>
                  </a:lnTo>
                  <a:lnTo>
                    <a:pt x="6237470" y="1613183"/>
                  </a:lnTo>
                  <a:lnTo>
                    <a:pt x="6238138" y="1613183"/>
                  </a:lnTo>
                  <a:lnTo>
                    <a:pt x="6238806" y="1613183"/>
                  </a:lnTo>
                  <a:lnTo>
                    <a:pt x="6239474" y="1613183"/>
                  </a:lnTo>
                  <a:lnTo>
                    <a:pt x="6240142" y="1613183"/>
                  </a:lnTo>
                  <a:lnTo>
                    <a:pt x="6240810" y="1613183"/>
                  </a:lnTo>
                  <a:lnTo>
                    <a:pt x="6241478" y="1613183"/>
                  </a:lnTo>
                  <a:lnTo>
                    <a:pt x="6242146" y="1613183"/>
                  </a:lnTo>
                  <a:lnTo>
                    <a:pt x="6242814" y="1613183"/>
                  </a:lnTo>
                  <a:lnTo>
                    <a:pt x="6243482" y="1613183"/>
                  </a:lnTo>
                  <a:lnTo>
                    <a:pt x="6244150" y="1613183"/>
                  </a:lnTo>
                  <a:lnTo>
                    <a:pt x="6244818" y="1624308"/>
                  </a:lnTo>
                  <a:lnTo>
                    <a:pt x="6245486" y="1613183"/>
                  </a:lnTo>
                  <a:lnTo>
                    <a:pt x="6246154" y="1613183"/>
                  </a:lnTo>
                  <a:lnTo>
                    <a:pt x="6246822" y="1577025"/>
                  </a:lnTo>
                  <a:lnTo>
                    <a:pt x="6247490" y="1557556"/>
                  </a:lnTo>
                  <a:lnTo>
                    <a:pt x="6248158" y="1557556"/>
                  </a:lnTo>
                  <a:lnTo>
                    <a:pt x="6248826" y="1557556"/>
                  </a:lnTo>
                  <a:lnTo>
                    <a:pt x="6249494" y="1557556"/>
                  </a:lnTo>
                  <a:lnTo>
                    <a:pt x="6250162" y="1557556"/>
                  </a:lnTo>
                  <a:lnTo>
                    <a:pt x="6250830" y="1554774"/>
                  </a:lnTo>
                  <a:lnTo>
                    <a:pt x="6251498" y="1501929"/>
                  </a:lnTo>
                  <a:lnTo>
                    <a:pt x="6252166" y="1479678"/>
                  </a:lnTo>
                  <a:lnTo>
                    <a:pt x="6252834" y="1446302"/>
                  </a:lnTo>
                  <a:lnTo>
                    <a:pt x="6253502" y="1418488"/>
                  </a:lnTo>
                  <a:lnTo>
                    <a:pt x="6254171" y="1390675"/>
                  </a:lnTo>
                  <a:lnTo>
                    <a:pt x="6254839" y="1390675"/>
                  </a:lnTo>
                  <a:lnTo>
                    <a:pt x="6255507" y="1326704"/>
                  </a:lnTo>
                  <a:lnTo>
                    <a:pt x="6256175" y="1279421"/>
                  </a:lnTo>
                  <a:lnTo>
                    <a:pt x="6256843" y="1226575"/>
                  </a:lnTo>
                  <a:lnTo>
                    <a:pt x="6257511" y="1223794"/>
                  </a:lnTo>
                  <a:lnTo>
                    <a:pt x="6258179" y="1223794"/>
                  </a:lnTo>
                  <a:lnTo>
                    <a:pt x="6258847" y="1193199"/>
                  </a:lnTo>
                  <a:lnTo>
                    <a:pt x="6259515" y="1168166"/>
                  </a:lnTo>
                  <a:lnTo>
                    <a:pt x="6260183" y="1168166"/>
                  </a:lnTo>
                  <a:lnTo>
                    <a:pt x="6260851" y="1140353"/>
                  </a:lnTo>
                  <a:lnTo>
                    <a:pt x="6261519" y="1123665"/>
                  </a:lnTo>
                  <a:lnTo>
                    <a:pt x="6262187" y="1168166"/>
                  </a:lnTo>
                  <a:lnTo>
                    <a:pt x="6262855" y="1168166"/>
                  </a:lnTo>
                  <a:lnTo>
                    <a:pt x="6263523" y="1201543"/>
                  </a:lnTo>
                  <a:lnTo>
                    <a:pt x="6264191" y="1223794"/>
                  </a:lnTo>
                  <a:lnTo>
                    <a:pt x="6264859" y="1223794"/>
                  </a:lnTo>
                  <a:lnTo>
                    <a:pt x="6265527" y="1223794"/>
                  </a:lnTo>
                  <a:lnTo>
                    <a:pt x="6266195" y="1184855"/>
                  </a:lnTo>
                  <a:lnTo>
                    <a:pt x="6266863" y="1168166"/>
                  </a:lnTo>
                  <a:lnTo>
                    <a:pt x="6267531" y="1165385"/>
                  </a:lnTo>
                  <a:lnTo>
                    <a:pt x="6268199" y="1168166"/>
                  </a:lnTo>
                  <a:lnTo>
                    <a:pt x="6268867" y="1187636"/>
                  </a:lnTo>
                  <a:lnTo>
                    <a:pt x="6269535" y="1223794"/>
                  </a:lnTo>
                  <a:lnTo>
                    <a:pt x="6270203" y="1248826"/>
                  </a:lnTo>
                  <a:lnTo>
                    <a:pt x="6270871" y="1279421"/>
                  </a:lnTo>
                  <a:lnTo>
                    <a:pt x="6271539" y="1279421"/>
                  </a:lnTo>
                  <a:lnTo>
                    <a:pt x="6272207" y="1337829"/>
                  </a:lnTo>
                  <a:lnTo>
                    <a:pt x="6272875" y="1390675"/>
                  </a:lnTo>
                  <a:lnTo>
                    <a:pt x="6273543" y="1440739"/>
                  </a:lnTo>
                  <a:lnTo>
                    <a:pt x="6274211" y="1446302"/>
                  </a:lnTo>
                  <a:lnTo>
                    <a:pt x="6274879" y="1446302"/>
                  </a:lnTo>
                  <a:lnTo>
                    <a:pt x="6275547" y="1474115"/>
                  </a:lnTo>
                  <a:lnTo>
                    <a:pt x="6276215" y="1501929"/>
                  </a:lnTo>
                  <a:lnTo>
                    <a:pt x="6276883" y="1501929"/>
                  </a:lnTo>
                  <a:lnTo>
                    <a:pt x="6277551" y="1504710"/>
                  </a:lnTo>
                  <a:lnTo>
                    <a:pt x="6278219" y="1493585"/>
                  </a:lnTo>
                  <a:lnTo>
                    <a:pt x="6278888" y="1446302"/>
                  </a:lnTo>
                  <a:lnTo>
                    <a:pt x="6279556" y="1446302"/>
                  </a:lnTo>
                  <a:lnTo>
                    <a:pt x="6280224" y="1446302"/>
                  </a:lnTo>
                  <a:lnTo>
                    <a:pt x="6280892" y="1446302"/>
                  </a:lnTo>
                  <a:lnTo>
                    <a:pt x="6281560" y="1446302"/>
                  </a:lnTo>
                  <a:lnTo>
                    <a:pt x="6282228" y="1446302"/>
                  </a:lnTo>
                  <a:lnTo>
                    <a:pt x="6282896" y="1482459"/>
                  </a:lnTo>
                  <a:lnTo>
                    <a:pt x="6283564" y="1460208"/>
                  </a:lnTo>
                  <a:lnTo>
                    <a:pt x="6284232" y="1446302"/>
                  </a:lnTo>
                  <a:lnTo>
                    <a:pt x="6284900" y="1501929"/>
                  </a:lnTo>
                  <a:lnTo>
                    <a:pt x="6285568" y="1501929"/>
                  </a:lnTo>
                  <a:lnTo>
                    <a:pt x="6286236" y="1446302"/>
                  </a:lnTo>
                  <a:lnTo>
                    <a:pt x="6286904" y="1446302"/>
                  </a:lnTo>
                  <a:lnTo>
                    <a:pt x="6287572" y="1446302"/>
                  </a:lnTo>
                  <a:lnTo>
                    <a:pt x="6288240" y="1446302"/>
                  </a:lnTo>
                  <a:lnTo>
                    <a:pt x="6288908" y="1446302"/>
                  </a:lnTo>
                  <a:lnTo>
                    <a:pt x="6289576" y="1446302"/>
                  </a:lnTo>
                  <a:lnTo>
                    <a:pt x="6290244" y="1446302"/>
                  </a:lnTo>
                  <a:lnTo>
                    <a:pt x="6290912" y="1446302"/>
                  </a:lnTo>
                  <a:lnTo>
                    <a:pt x="6291580" y="1446302"/>
                  </a:lnTo>
                  <a:lnTo>
                    <a:pt x="6292248" y="1446302"/>
                  </a:lnTo>
                  <a:lnTo>
                    <a:pt x="6292916" y="1446302"/>
                  </a:lnTo>
                  <a:lnTo>
                    <a:pt x="6293584" y="1446302"/>
                  </a:lnTo>
                  <a:lnTo>
                    <a:pt x="6294252" y="1465771"/>
                  </a:lnTo>
                  <a:lnTo>
                    <a:pt x="6294920" y="1507491"/>
                  </a:lnTo>
                  <a:lnTo>
                    <a:pt x="6295588" y="1557556"/>
                  </a:lnTo>
                  <a:lnTo>
                    <a:pt x="6296256" y="1557556"/>
                  </a:lnTo>
                  <a:lnTo>
                    <a:pt x="6296924" y="1557556"/>
                  </a:lnTo>
                  <a:lnTo>
                    <a:pt x="6297592" y="1557556"/>
                  </a:lnTo>
                  <a:lnTo>
                    <a:pt x="6298260" y="1524179"/>
                  </a:lnTo>
                  <a:lnTo>
                    <a:pt x="6298928" y="1462990"/>
                  </a:lnTo>
                  <a:lnTo>
                    <a:pt x="6299596" y="1446302"/>
                  </a:lnTo>
                  <a:lnTo>
                    <a:pt x="6300264" y="1485240"/>
                  </a:lnTo>
                  <a:lnTo>
                    <a:pt x="6300932" y="1479678"/>
                  </a:lnTo>
                  <a:lnTo>
                    <a:pt x="6301600" y="1446302"/>
                  </a:lnTo>
                  <a:lnTo>
                    <a:pt x="6302268" y="1446302"/>
                  </a:lnTo>
                  <a:lnTo>
                    <a:pt x="6302937" y="1499147"/>
                  </a:lnTo>
                  <a:lnTo>
                    <a:pt x="6303605" y="1440739"/>
                  </a:lnTo>
                  <a:lnTo>
                    <a:pt x="6304273" y="1390675"/>
                  </a:lnTo>
                  <a:lnTo>
                    <a:pt x="6304941" y="1390675"/>
                  </a:lnTo>
                  <a:lnTo>
                    <a:pt x="6305609" y="1390675"/>
                  </a:lnTo>
                  <a:lnTo>
                    <a:pt x="6306277" y="1390675"/>
                  </a:lnTo>
                  <a:lnTo>
                    <a:pt x="6306945" y="1390675"/>
                  </a:lnTo>
                  <a:lnTo>
                    <a:pt x="6307613" y="1390675"/>
                  </a:lnTo>
                  <a:lnTo>
                    <a:pt x="6308281" y="1390675"/>
                  </a:lnTo>
                  <a:lnTo>
                    <a:pt x="6308949" y="1390675"/>
                  </a:lnTo>
                  <a:lnTo>
                    <a:pt x="6309617" y="1390675"/>
                  </a:lnTo>
                  <a:lnTo>
                    <a:pt x="6310285" y="1390675"/>
                  </a:lnTo>
                  <a:lnTo>
                    <a:pt x="6310953" y="1390675"/>
                  </a:lnTo>
                  <a:lnTo>
                    <a:pt x="6311621" y="1390675"/>
                  </a:lnTo>
                  <a:lnTo>
                    <a:pt x="6312289" y="1337829"/>
                  </a:lnTo>
                  <a:lnTo>
                    <a:pt x="6312957" y="1335048"/>
                  </a:lnTo>
                  <a:lnTo>
                    <a:pt x="6313625" y="1335048"/>
                  </a:lnTo>
                  <a:lnTo>
                    <a:pt x="6314293" y="1290546"/>
                  </a:lnTo>
                  <a:lnTo>
                    <a:pt x="6314961" y="1310015"/>
                  </a:lnTo>
                  <a:lnTo>
                    <a:pt x="6315629" y="1371205"/>
                  </a:lnTo>
                  <a:lnTo>
                    <a:pt x="6316297" y="1390675"/>
                  </a:lnTo>
                  <a:lnTo>
                    <a:pt x="6316965" y="1390675"/>
                  </a:lnTo>
                  <a:lnTo>
                    <a:pt x="6317633" y="1407363"/>
                  </a:lnTo>
                  <a:lnTo>
                    <a:pt x="6318301" y="1362861"/>
                  </a:lnTo>
                  <a:lnTo>
                    <a:pt x="6318969" y="1335048"/>
                  </a:lnTo>
                  <a:lnTo>
                    <a:pt x="6319637" y="1293327"/>
                  </a:lnTo>
                  <a:lnTo>
                    <a:pt x="6320305" y="1326704"/>
                  </a:lnTo>
                  <a:lnTo>
                    <a:pt x="6320973" y="1335048"/>
                  </a:lnTo>
                  <a:lnTo>
                    <a:pt x="6321641" y="1279421"/>
                  </a:lnTo>
                  <a:lnTo>
                    <a:pt x="6322309" y="1279421"/>
                  </a:lnTo>
                  <a:lnTo>
                    <a:pt x="6322977" y="1276639"/>
                  </a:lnTo>
                  <a:lnTo>
                    <a:pt x="6323645" y="1223794"/>
                  </a:lnTo>
                  <a:lnTo>
                    <a:pt x="6324313" y="1223794"/>
                  </a:lnTo>
                  <a:lnTo>
                    <a:pt x="6324981" y="1223794"/>
                  </a:lnTo>
                  <a:lnTo>
                    <a:pt x="6325649" y="1223794"/>
                  </a:lnTo>
                  <a:lnTo>
                    <a:pt x="6326317" y="1223794"/>
                  </a:lnTo>
                  <a:lnTo>
                    <a:pt x="6326985" y="1223794"/>
                  </a:lnTo>
                  <a:lnTo>
                    <a:pt x="6327654" y="1223794"/>
                  </a:lnTo>
                  <a:lnTo>
                    <a:pt x="6328322" y="1223794"/>
                  </a:lnTo>
                  <a:lnTo>
                    <a:pt x="6328990" y="1273858"/>
                  </a:lnTo>
                  <a:lnTo>
                    <a:pt x="6329658" y="1279421"/>
                  </a:lnTo>
                  <a:lnTo>
                    <a:pt x="6330326" y="1279421"/>
                  </a:lnTo>
                  <a:lnTo>
                    <a:pt x="6330994" y="1321141"/>
                  </a:lnTo>
                  <a:lnTo>
                    <a:pt x="6331662" y="1335048"/>
                  </a:lnTo>
                  <a:lnTo>
                    <a:pt x="6332330" y="1335048"/>
                  </a:lnTo>
                  <a:lnTo>
                    <a:pt x="6332998" y="1335048"/>
                  </a:lnTo>
                  <a:lnTo>
                    <a:pt x="6333666" y="1335048"/>
                  </a:lnTo>
                  <a:lnTo>
                    <a:pt x="6334334" y="1335048"/>
                  </a:lnTo>
                  <a:lnTo>
                    <a:pt x="6335002" y="1415707"/>
                  </a:lnTo>
                  <a:lnTo>
                    <a:pt x="6335670" y="1410144"/>
                  </a:lnTo>
                  <a:lnTo>
                    <a:pt x="6336338" y="1429613"/>
                  </a:lnTo>
                  <a:lnTo>
                    <a:pt x="6337006" y="1451864"/>
                  </a:lnTo>
                  <a:lnTo>
                    <a:pt x="6337674" y="1501929"/>
                  </a:lnTo>
                  <a:lnTo>
                    <a:pt x="6338342" y="1554774"/>
                  </a:lnTo>
                  <a:lnTo>
                    <a:pt x="6339010" y="1557556"/>
                  </a:lnTo>
                  <a:lnTo>
                    <a:pt x="6339678" y="1557556"/>
                  </a:lnTo>
                  <a:lnTo>
                    <a:pt x="6340346" y="1613183"/>
                  </a:lnTo>
                  <a:lnTo>
                    <a:pt x="6341014" y="1613183"/>
                  </a:lnTo>
                  <a:lnTo>
                    <a:pt x="6341682" y="1613183"/>
                  </a:lnTo>
                  <a:lnTo>
                    <a:pt x="6342350" y="1613183"/>
                  </a:lnTo>
                  <a:lnTo>
                    <a:pt x="6343018" y="1613183"/>
                  </a:lnTo>
                  <a:lnTo>
                    <a:pt x="6343686" y="1613183"/>
                  </a:lnTo>
                  <a:lnTo>
                    <a:pt x="6344354" y="1613183"/>
                  </a:lnTo>
                  <a:lnTo>
                    <a:pt x="6345022" y="1613183"/>
                  </a:lnTo>
                  <a:lnTo>
                    <a:pt x="6345690" y="1613183"/>
                  </a:lnTo>
                  <a:lnTo>
                    <a:pt x="6346358" y="1613183"/>
                  </a:lnTo>
                  <a:lnTo>
                    <a:pt x="6347026" y="1613183"/>
                  </a:lnTo>
                  <a:lnTo>
                    <a:pt x="6347694" y="1560337"/>
                  </a:lnTo>
                  <a:lnTo>
                    <a:pt x="6348362" y="1557556"/>
                  </a:lnTo>
                  <a:lnTo>
                    <a:pt x="6349030" y="1557556"/>
                  </a:lnTo>
                  <a:lnTo>
                    <a:pt x="6349698" y="1557556"/>
                  </a:lnTo>
                  <a:lnTo>
                    <a:pt x="6350366" y="1557556"/>
                  </a:lnTo>
                  <a:lnTo>
                    <a:pt x="6351034" y="1557556"/>
                  </a:lnTo>
                  <a:lnTo>
                    <a:pt x="6351702" y="1557556"/>
                  </a:lnTo>
                  <a:lnTo>
                    <a:pt x="6352371" y="1590932"/>
                  </a:lnTo>
                  <a:lnTo>
                    <a:pt x="6353039" y="1613183"/>
                  </a:lnTo>
                  <a:lnTo>
                    <a:pt x="6353707" y="1613183"/>
                  </a:lnTo>
                  <a:lnTo>
                    <a:pt x="6354375" y="1613183"/>
                  </a:lnTo>
                  <a:lnTo>
                    <a:pt x="6355043" y="1613183"/>
                  </a:lnTo>
                  <a:lnTo>
                    <a:pt x="6355711" y="1613183"/>
                  </a:lnTo>
                  <a:lnTo>
                    <a:pt x="6356379" y="1579806"/>
                  </a:lnTo>
                  <a:lnTo>
                    <a:pt x="6357047" y="1557556"/>
                  </a:lnTo>
                  <a:lnTo>
                    <a:pt x="6357715" y="1557556"/>
                  </a:lnTo>
                  <a:lnTo>
                    <a:pt x="6358383" y="1557556"/>
                  </a:lnTo>
                  <a:lnTo>
                    <a:pt x="6359051" y="1557556"/>
                  </a:lnTo>
                  <a:lnTo>
                    <a:pt x="6359719" y="1557556"/>
                  </a:lnTo>
                  <a:lnTo>
                    <a:pt x="6360387" y="1557556"/>
                  </a:lnTo>
                  <a:lnTo>
                    <a:pt x="6361055" y="1535305"/>
                  </a:lnTo>
                  <a:lnTo>
                    <a:pt x="6361723" y="1501929"/>
                  </a:lnTo>
                  <a:lnTo>
                    <a:pt x="6362391" y="1501929"/>
                  </a:lnTo>
                  <a:lnTo>
                    <a:pt x="6363059" y="1462990"/>
                  </a:lnTo>
                  <a:lnTo>
                    <a:pt x="6363727" y="1390675"/>
                  </a:lnTo>
                  <a:lnTo>
                    <a:pt x="6364395" y="1440739"/>
                  </a:lnTo>
                  <a:lnTo>
                    <a:pt x="6365063" y="1446302"/>
                  </a:lnTo>
                  <a:lnTo>
                    <a:pt x="6365731" y="1446302"/>
                  </a:lnTo>
                  <a:lnTo>
                    <a:pt x="6366399" y="1446302"/>
                  </a:lnTo>
                  <a:lnTo>
                    <a:pt x="6367067" y="1446302"/>
                  </a:lnTo>
                  <a:lnTo>
                    <a:pt x="6367735" y="1446302"/>
                  </a:lnTo>
                  <a:lnTo>
                    <a:pt x="6368403" y="1446302"/>
                  </a:lnTo>
                  <a:lnTo>
                    <a:pt x="6369071" y="1443520"/>
                  </a:lnTo>
                  <a:lnTo>
                    <a:pt x="6369739" y="1390675"/>
                  </a:lnTo>
                  <a:lnTo>
                    <a:pt x="6370407" y="1379549"/>
                  </a:lnTo>
                  <a:lnTo>
                    <a:pt x="6371075" y="1335048"/>
                  </a:lnTo>
                  <a:lnTo>
                    <a:pt x="6371743" y="1335048"/>
                  </a:lnTo>
                  <a:lnTo>
                    <a:pt x="6372411" y="1326704"/>
                  </a:lnTo>
                  <a:lnTo>
                    <a:pt x="6373079" y="1310015"/>
                  </a:lnTo>
                  <a:lnTo>
                    <a:pt x="6373747" y="1335048"/>
                  </a:lnTo>
                  <a:lnTo>
                    <a:pt x="6374415" y="1335048"/>
                  </a:lnTo>
                  <a:lnTo>
                    <a:pt x="6375083" y="1332266"/>
                  </a:lnTo>
                  <a:lnTo>
                    <a:pt x="6375751" y="1257170"/>
                  </a:lnTo>
                  <a:lnTo>
                    <a:pt x="6376419" y="1223794"/>
                  </a:lnTo>
                  <a:lnTo>
                    <a:pt x="6377088" y="1223794"/>
                  </a:lnTo>
                  <a:lnTo>
                    <a:pt x="6377756" y="1243263"/>
                  </a:lnTo>
                  <a:lnTo>
                    <a:pt x="6378424" y="1279421"/>
                  </a:lnTo>
                  <a:lnTo>
                    <a:pt x="6379092" y="1226575"/>
                  </a:lnTo>
                  <a:lnTo>
                    <a:pt x="6379760" y="1212668"/>
                  </a:lnTo>
                  <a:lnTo>
                    <a:pt x="6380428" y="1279421"/>
                  </a:lnTo>
                  <a:lnTo>
                    <a:pt x="6381096" y="1279421"/>
                  </a:lnTo>
                  <a:lnTo>
                    <a:pt x="6381764" y="1279421"/>
                  </a:lnTo>
                  <a:lnTo>
                    <a:pt x="6382432" y="1279421"/>
                  </a:lnTo>
                  <a:lnTo>
                    <a:pt x="6383100" y="1248826"/>
                  </a:lnTo>
                  <a:lnTo>
                    <a:pt x="6383768" y="1223794"/>
                  </a:lnTo>
                  <a:lnTo>
                    <a:pt x="6384436" y="1223794"/>
                  </a:lnTo>
                  <a:lnTo>
                    <a:pt x="6385104" y="1198761"/>
                  </a:lnTo>
                  <a:lnTo>
                    <a:pt x="6385772" y="1168166"/>
                  </a:lnTo>
                  <a:lnTo>
                    <a:pt x="6386440" y="1223794"/>
                  </a:lnTo>
                  <a:lnTo>
                    <a:pt x="6387108" y="1182073"/>
                  </a:lnTo>
                  <a:lnTo>
                    <a:pt x="6387776" y="1223794"/>
                  </a:lnTo>
                  <a:lnTo>
                    <a:pt x="6388444" y="1223794"/>
                  </a:lnTo>
                  <a:lnTo>
                    <a:pt x="6389112" y="1229356"/>
                  </a:lnTo>
                  <a:lnTo>
                    <a:pt x="6389780" y="1279421"/>
                  </a:lnTo>
                  <a:lnTo>
                    <a:pt x="6390448" y="1279421"/>
                  </a:lnTo>
                  <a:lnTo>
                    <a:pt x="6391116" y="1279421"/>
                  </a:lnTo>
                  <a:lnTo>
                    <a:pt x="6391784" y="1279421"/>
                  </a:lnTo>
                  <a:lnTo>
                    <a:pt x="6392452" y="1354517"/>
                  </a:lnTo>
                  <a:lnTo>
                    <a:pt x="6393120" y="1390675"/>
                  </a:lnTo>
                  <a:lnTo>
                    <a:pt x="6393788" y="1390675"/>
                  </a:lnTo>
                  <a:lnTo>
                    <a:pt x="6394456" y="1390675"/>
                  </a:lnTo>
                  <a:lnTo>
                    <a:pt x="6395124" y="1390675"/>
                  </a:lnTo>
                  <a:lnTo>
                    <a:pt x="6395792" y="1440739"/>
                  </a:lnTo>
                  <a:lnTo>
                    <a:pt x="6396460" y="1488022"/>
                  </a:lnTo>
                  <a:lnTo>
                    <a:pt x="6397128" y="1501929"/>
                  </a:lnTo>
                  <a:lnTo>
                    <a:pt x="6397796" y="1493585"/>
                  </a:lnTo>
                  <a:lnTo>
                    <a:pt x="6398464" y="1446302"/>
                  </a:lnTo>
                  <a:lnTo>
                    <a:pt x="6399132" y="1446302"/>
                  </a:lnTo>
                  <a:lnTo>
                    <a:pt x="6399800" y="1435176"/>
                  </a:lnTo>
                  <a:lnTo>
                    <a:pt x="6400468" y="1390675"/>
                  </a:lnTo>
                  <a:lnTo>
                    <a:pt x="6401137" y="1390675"/>
                  </a:lnTo>
                  <a:lnTo>
                    <a:pt x="6401805" y="1412925"/>
                  </a:lnTo>
                  <a:lnTo>
                    <a:pt x="6402473" y="1446302"/>
                  </a:lnTo>
                  <a:lnTo>
                    <a:pt x="6403141" y="1446302"/>
                  </a:lnTo>
                  <a:lnTo>
                    <a:pt x="6403809" y="1493585"/>
                  </a:lnTo>
                  <a:lnTo>
                    <a:pt x="6404477" y="1501929"/>
                  </a:lnTo>
                  <a:lnTo>
                    <a:pt x="6405145" y="1501929"/>
                  </a:lnTo>
                  <a:lnTo>
                    <a:pt x="6405813" y="1501929"/>
                  </a:lnTo>
                  <a:lnTo>
                    <a:pt x="6406481" y="1501929"/>
                  </a:lnTo>
                  <a:lnTo>
                    <a:pt x="6407149" y="1501929"/>
                  </a:lnTo>
                  <a:lnTo>
                    <a:pt x="6407817" y="1501929"/>
                  </a:lnTo>
                  <a:lnTo>
                    <a:pt x="6408485" y="1501929"/>
                  </a:lnTo>
                  <a:lnTo>
                    <a:pt x="6409153" y="1501929"/>
                  </a:lnTo>
                  <a:lnTo>
                    <a:pt x="6409821" y="1482459"/>
                  </a:lnTo>
                  <a:lnTo>
                    <a:pt x="6410489" y="1446302"/>
                  </a:lnTo>
                  <a:lnTo>
                    <a:pt x="6411157" y="1446302"/>
                  </a:lnTo>
                  <a:lnTo>
                    <a:pt x="6411825" y="1432395"/>
                  </a:lnTo>
                  <a:lnTo>
                    <a:pt x="6412493" y="1335048"/>
                  </a:lnTo>
                  <a:lnTo>
                    <a:pt x="6413161" y="1279421"/>
                  </a:lnTo>
                  <a:lnTo>
                    <a:pt x="6413829" y="1271077"/>
                  </a:lnTo>
                  <a:lnTo>
                    <a:pt x="6414497" y="1229356"/>
                  </a:lnTo>
                  <a:lnTo>
                    <a:pt x="6415165" y="1232138"/>
                  </a:lnTo>
                  <a:lnTo>
                    <a:pt x="6415833" y="1223794"/>
                  </a:lnTo>
                  <a:lnTo>
                    <a:pt x="6416501" y="1257170"/>
                  </a:lnTo>
                  <a:lnTo>
                    <a:pt x="6417169" y="1335048"/>
                  </a:lnTo>
                  <a:lnTo>
                    <a:pt x="6417837" y="1335048"/>
                  </a:lnTo>
                  <a:lnTo>
                    <a:pt x="6418505" y="1335048"/>
                  </a:lnTo>
                  <a:lnTo>
                    <a:pt x="6419173" y="1335048"/>
                  </a:lnTo>
                  <a:lnTo>
                    <a:pt x="6419841" y="1335048"/>
                  </a:lnTo>
                  <a:lnTo>
                    <a:pt x="6420509" y="1335048"/>
                  </a:lnTo>
                  <a:lnTo>
                    <a:pt x="6421177" y="1290546"/>
                  </a:lnTo>
                  <a:lnTo>
                    <a:pt x="6421845" y="1279421"/>
                  </a:lnTo>
                  <a:lnTo>
                    <a:pt x="6422513" y="1279421"/>
                  </a:lnTo>
                  <a:lnTo>
                    <a:pt x="6423181" y="1279421"/>
                  </a:lnTo>
                  <a:lnTo>
                    <a:pt x="6423849" y="1279421"/>
                  </a:lnTo>
                  <a:lnTo>
                    <a:pt x="6424517" y="1279421"/>
                  </a:lnTo>
                  <a:lnTo>
                    <a:pt x="6425185" y="1279421"/>
                  </a:lnTo>
                  <a:lnTo>
                    <a:pt x="6425854" y="1279421"/>
                  </a:lnTo>
                  <a:lnTo>
                    <a:pt x="6426522" y="1296109"/>
                  </a:lnTo>
                  <a:lnTo>
                    <a:pt x="6427190" y="1335048"/>
                  </a:lnTo>
                  <a:lnTo>
                    <a:pt x="6427858" y="1335048"/>
                  </a:lnTo>
                  <a:lnTo>
                    <a:pt x="6428526" y="1343392"/>
                  </a:lnTo>
                  <a:lnTo>
                    <a:pt x="6429194" y="1446302"/>
                  </a:lnTo>
                  <a:lnTo>
                    <a:pt x="6429862" y="1499147"/>
                  </a:lnTo>
                  <a:lnTo>
                    <a:pt x="6430530" y="1507491"/>
                  </a:lnTo>
                  <a:lnTo>
                    <a:pt x="6431198" y="1557556"/>
                  </a:lnTo>
                  <a:lnTo>
                    <a:pt x="6431866" y="1602057"/>
                  </a:lnTo>
                  <a:lnTo>
                    <a:pt x="6432534" y="1613183"/>
                  </a:lnTo>
                  <a:lnTo>
                    <a:pt x="6433202" y="1613183"/>
                  </a:lnTo>
                  <a:lnTo>
                    <a:pt x="6433870" y="1613183"/>
                  </a:lnTo>
                  <a:lnTo>
                    <a:pt x="6434538" y="1613183"/>
                  </a:lnTo>
                  <a:lnTo>
                    <a:pt x="6435206" y="1613183"/>
                  </a:lnTo>
                  <a:lnTo>
                    <a:pt x="6435874" y="1613183"/>
                  </a:lnTo>
                  <a:lnTo>
                    <a:pt x="6436542" y="1613183"/>
                  </a:lnTo>
                  <a:lnTo>
                    <a:pt x="6437210" y="1613183"/>
                  </a:lnTo>
                  <a:lnTo>
                    <a:pt x="6437878" y="1654903"/>
                  </a:lnTo>
                  <a:lnTo>
                    <a:pt x="6438546" y="1668810"/>
                  </a:lnTo>
                  <a:lnTo>
                    <a:pt x="6438546" y="1668810"/>
                  </a:lnTo>
                  <a:lnTo>
                    <a:pt x="6439214" y="1668810"/>
                  </a:lnTo>
                  <a:lnTo>
                    <a:pt x="6439882" y="1668810"/>
                  </a:lnTo>
                  <a:lnTo>
                    <a:pt x="6440550" y="1668810"/>
                  </a:lnTo>
                  <a:lnTo>
                    <a:pt x="6441218" y="1668810"/>
                  </a:lnTo>
                  <a:lnTo>
                    <a:pt x="6441886" y="1668810"/>
                  </a:lnTo>
                  <a:lnTo>
                    <a:pt x="6442554" y="1668810"/>
                  </a:lnTo>
                  <a:lnTo>
                    <a:pt x="6443222" y="1668810"/>
                  </a:lnTo>
                  <a:lnTo>
                    <a:pt x="6443890" y="1668810"/>
                  </a:lnTo>
                  <a:lnTo>
                    <a:pt x="6444558" y="1668810"/>
                  </a:lnTo>
                  <a:lnTo>
                    <a:pt x="6445226" y="1668810"/>
                  </a:lnTo>
                  <a:lnTo>
                    <a:pt x="6445894" y="1668810"/>
                  </a:lnTo>
                  <a:lnTo>
                    <a:pt x="6446562" y="1668810"/>
                  </a:lnTo>
                  <a:lnTo>
                    <a:pt x="6447230" y="1668810"/>
                  </a:lnTo>
                  <a:lnTo>
                    <a:pt x="6447898" y="1668810"/>
                  </a:lnTo>
                  <a:lnTo>
                    <a:pt x="6448566" y="1668810"/>
                  </a:lnTo>
                  <a:lnTo>
                    <a:pt x="6449234" y="1668810"/>
                  </a:lnTo>
                  <a:lnTo>
                    <a:pt x="6449902" y="1668810"/>
                  </a:lnTo>
                  <a:lnTo>
                    <a:pt x="6450571" y="1668810"/>
                  </a:lnTo>
                  <a:lnTo>
                    <a:pt x="6451239" y="1635433"/>
                  </a:lnTo>
                  <a:lnTo>
                    <a:pt x="6451907" y="1613183"/>
                  </a:lnTo>
                  <a:lnTo>
                    <a:pt x="6452575" y="1613183"/>
                  </a:lnTo>
                  <a:lnTo>
                    <a:pt x="6453243" y="1613183"/>
                  </a:lnTo>
                  <a:lnTo>
                    <a:pt x="6453911" y="1613183"/>
                  </a:lnTo>
                  <a:lnTo>
                    <a:pt x="6454579" y="1613183"/>
                  </a:lnTo>
                  <a:lnTo>
                    <a:pt x="6455247" y="1613183"/>
                  </a:lnTo>
                  <a:lnTo>
                    <a:pt x="6455915" y="1613183"/>
                  </a:lnTo>
                  <a:lnTo>
                    <a:pt x="6456583" y="1613183"/>
                  </a:lnTo>
                  <a:lnTo>
                    <a:pt x="6457251" y="1613183"/>
                  </a:lnTo>
                  <a:lnTo>
                    <a:pt x="6457919" y="1613183"/>
                  </a:lnTo>
                  <a:lnTo>
                    <a:pt x="6458587" y="1613183"/>
                  </a:lnTo>
                  <a:lnTo>
                    <a:pt x="6459255" y="1613183"/>
                  </a:lnTo>
                  <a:lnTo>
                    <a:pt x="6459923" y="1613183"/>
                  </a:lnTo>
                  <a:lnTo>
                    <a:pt x="6460591" y="1613183"/>
                  </a:lnTo>
                  <a:lnTo>
                    <a:pt x="6461259" y="1613183"/>
                  </a:lnTo>
                  <a:lnTo>
                    <a:pt x="6461927" y="1613183"/>
                  </a:lnTo>
                  <a:lnTo>
                    <a:pt x="6462595" y="1613183"/>
                  </a:lnTo>
                  <a:lnTo>
                    <a:pt x="6463263" y="1613183"/>
                  </a:lnTo>
                  <a:lnTo>
                    <a:pt x="6463931" y="1613183"/>
                  </a:lnTo>
                  <a:lnTo>
                    <a:pt x="6464599" y="1613183"/>
                  </a:lnTo>
                  <a:lnTo>
                    <a:pt x="6465267" y="1613183"/>
                  </a:lnTo>
                  <a:lnTo>
                    <a:pt x="6465935" y="1613183"/>
                  </a:lnTo>
                  <a:lnTo>
                    <a:pt x="6466603" y="1613183"/>
                  </a:lnTo>
                  <a:lnTo>
                    <a:pt x="6467271" y="1613183"/>
                  </a:lnTo>
                  <a:lnTo>
                    <a:pt x="6467939" y="1643777"/>
                  </a:lnTo>
                  <a:lnTo>
                    <a:pt x="6468607" y="1668810"/>
                  </a:lnTo>
                  <a:lnTo>
                    <a:pt x="6468607" y="1668810"/>
                  </a:lnTo>
                  <a:lnTo>
                    <a:pt x="6469275" y="1668810"/>
                  </a:lnTo>
                  <a:lnTo>
                    <a:pt x="6469943" y="1668810"/>
                  </a:lnTo>
                  <a:lnTo>
                    <a:pt x="6470611" y="1668810"/>
                  </a:lnTo>
                  <a:lnTo>
                    <a:pt x="6471279" y="1668810"/>
                  </a:lnTo>
                  <a:lnTo>
                    <a:pt x="6471947" y="1668810"/>
                  </a:lnTo>
                  <a:lnTo>
                    <a:pt x="6472615" y="1668810"/>
                  </a:lnTo>
                  <a:lnTo>
                    <a:pt x="6473283" y="1668810"/>
                  </a:lnTo>
                  <a:lnTo>
                    <a:pt x="6473951" y="1668810"/>
                  </a:lnTo>
                  <a:lnTo>
                    <a:pt x="6474620" y="1668810"/>
                  </a:lnTo>
                  <a:lnTo>
                    <a:pt x="6475288" y="1668810"/>
                  </a:lnTo>
                  <a:lnTo>
                    <a:pt x="6475956" y="1668810"/>
                  </a:lnTo>
                  <a:lnTo>
                    <a:pt x="6476624" y="1668810"/>
                  </a:lnTo>
                  <a:lnTo>
                    <a:pt x="6477292" y="1668810"/>
                  </a:lnTo>
                  <a:lnTo>
                    <a:pt x="6477960" y="1668810"/>
                  </a:lnTo>
                  <a:lnTo>
                    <a:pt x="6478628" y="1668810"/>
                  </a:lnTo>
                  <a:lnTo>
                    <a:pt x="6479296" y="1668810"/>
                  </a:lnTo>
                  <a:lnTo>
                    <a:pt x="6479964" y="1668810"/>
                  </a:lnTo>
                  <a:lnTo>
                    <a:pt x="6480632" y="1668810"/>
                  </a:lnTo>
                  <a:lnTo>
                    <a:pt x="6481300" y="1668810"/>
                  </a:lnTo>
                  <a:lnTo>
                    <a:pt x="6481968" y="1668810"/>
                  </a:lnTo>
                  <a:lnTo>
                    <a:pt x="6482636" y="1668810"/>
                  </a:lnTo>
                  <a:lnTo>
                    <a:pt x="6483304" y="1668810"/>
                  </a:lnTo>
                  <a:lnTo>
                    <a:pt x="6483972" y="1668810"/>
                  </a:lnTo>
                  <a:lnTo>
                    <a:pt x="6484640" y="1668810"/>
                  </a:lnTo>
                  <a:lnTo>
                    <a:pt x="6485308" y="1668810"/>
                  </a:lnTo>
                  <a:lnTo>
                    <a:pt x="6485976" y="1668810"/>
                  </a:lnTo>
                  <a:lnTo>
                    <a:pt x="6486644" y="1668810"/>
                  </a:lnTo>
                  <a:lnTo>
                    <a:pt x="6487312" y="1668810"/>
                  </a:lnTo>
                  <a:lnTo>
                    <a:pt x="6487980" y="1668810"/>
                  </a:lnTo>
                  <a:lnTo>
                    <a:pt x="6488648" y="1668810"/>
                  </a:lnTo>
                  <a:lnTo>
                    <a:pt x="6489316" y="1668810"/>
                  </a:lnTo>
                  <a:lnTo>
                    <a:pt x="6489984" y="1668810"/>
                  </a:lnTo>
                  <a:lnTo>
                    <a:pt x="6490652" y="1668810"/>
                  </a:lnTo>
                  <a:lnTo>
                    <a:pt x="6491320" y="1621527"/>
                  </a:lnTo>
                  <a:lnTo>
                    <a:pt x="6491988" y="1613183"/>
                  </a:lnTo>
                  <a:lnTo>
                    <a:pt x="6492656" y="1613183"/>
                  </a:lnTo>
                  <a:lnTo>
                    <a:pt x="6493324" y="1613183"/>
                  </a:lnTo>
                  <a:lnTo>
                    <a:pt x="6493992" y="1613183"/>
                  </a:lnTo>
                  <a:lnTo>
                    <a:pt x="6494660" y="1613183"/>
                  </a:lnTo>
                  <a:lnTo>
                    <a:pt x="6495328" y="1613183"/>
                  </a:lnTo>
                  <a:lnTo>
                    <a:pt x="6495996" y="1593713"/>
                  </a:lnTo>
                  <a:lnTo>
                    <a:pt x="6496664" y="1557556"/>
                  </a:lnTo>
                  <a:lnTo>
                    <a:pt x="6497332" y="1557556"/>
                  </a:lnTo>
                  <a:lnTo>
                    <a:pt x="6498000" y="1557556"/>
                  </a:lnTo>
                  <a:lnTo>
                    <a:pt x="6498668" y="1557556"/>
                  </a:lnTo>
                  <a:lnTo>
                    <a:pt x="6499337" y="1504710"/>
                  </a:lnTo>
                  <a:lnTo>
                    <a:pt x="6500005" y="1501929"/>
                  </a:lnTo>
                  <a:lnTo>
                    <a:pt x="6500673" y="1501929"/>
                  </a:lnTo>
                  <a:lnTo>
                    <a:pt x="6501341" y="1501929"/>
                  </a:lnTo>
                  <a:lnTo>
                    <a:pt x="6502009" y="1501929"/>
                  </a:lnTo>
                  <a:lnTo>
                    <a:pt x="6502677" y="1501929"/>
                  </a:lnTo>
                  <a:lnTo>
                    <a:pt x="6503345" y="1501929"/>
                  </a:lnTo>
                  <a:lnTo>
                    <a:pt x="6504013" y="1501929"/>
                  </a:lnTo>
                  <a:lnTo>
                    <a:pt x="6504681" y="1501929"/>
                  </a:lnTo>
                  <a:lnTo>
                    <a:pt x="6505349" y="1501929"/>
                  </a:lnTo>
                  <a:lnTo>
                    <a:pt x="6506017" y="1501929"/>
                  </a:lnTo>
                  <a:lnTo>
                    <a:pt x="6506685" y="1465771"/>
                  </a:lnTo>
                  <a:lnTo>
                    <a:pt x="6507353" y="1446302"/>
                  </a:lnTo>
                  <a:lnTo>
                    <a:pt x="6508021" y="1465771"/>
                  </a:lnTo>
                  <a:lnTo>
                    <a:pt x="6508689" y="1446302"/>
                  </a:lnTo>
                  <a:lnTo>
                    <a:pt x="6509357" y="1446302"/>
                  </a:lnTo>
                  <a:lnTo>
                    <a:pt x="6510025" y="1396237"/>
                  </a:lnTo>
                  <a:lnTo>
                    <a:pt x="6510693" y="1390675"/>
                  </a:lnTo>
                  <a:lnTo>
                    <a:pt x="6511361" y="1390675"/>
                  </a:lnTo>
                  <a:lnTo>
                    <a:pt x="6512029" y="1390675"/>
                  </a:lnTo>
                  <a:lnTo>
                    <a:pt x="6512697" y="1407363"/>
                  </a:lnTo>
                  <a:lnTo>
                    <a:pt x="6513365" y="1446302"/>
                  </a:lnTo>
                  <a:lnTo>
                    <a:pt x="6514033" y="1446302"/>
                  </a:lnTo>
                  <a:lnTo>
                    <a:pt x="6514701" y="1446302"/>
                  </a:lnTo>
                  <a:lnTo>
                    <a:pt x="6515369" y="1446302"/>
                  </a:lnTo>
                  <a:lnTo>
                    <a:pt x="6516037" y="1496366"/>
                  </a:lnTo>
                  <a:lnTo>
                    <a:pt x="6516705" y="1501929"/>
                  </a:lnTo>
                  <a:lnTo>
                    <a:pt x="6517373" y="1501929"/>
                  </a:lnTo>
                  <a:lnTo>
                    <a:pt x="6518041" y="1501929"/>
                  </a:lnTo>
                  <a:lnTo>
                    <a:pt x="6518709" y="1501929"/>
                  </a:lnTo>
                  <a:lnTo>
                    <a:pt x="6519377" y="1501929"/>
                  </a:lnTo>
                  <a:lnTo>
                    <a:pt x="6520045" y="1501929"/>
                  </a:lnTo>
                  <a:lnTo>
                    <a:pt x="6520713" y="1501929"/>
                  </a:lnTo>
                  <a:lnTo>
                    <a:pt x="6521381" y="1501929"/>
                  </a:lnTo>
                  <a:lnTo>
                    <a:pt x="6522049" y="1501929"/>
                  </a:lnTo>
                  <a:lnTo>
                    <a:pt x="6522717" y="1501929"/>
                  </a:lnTo>
                  <a:lnTo>
                    <a:pt x="6523385" y="1535305"/>
                  </a:lnTo>
                  <a:lnTo>
                    <a:pt x="6524054" y="1557556"/>
                  </a:lnTo>
                  <a:lnTo>
                    <a:pt x="6524722" y="1579806"/>
                  </a:lnTo>
                  <a:lnTo>
                    <a:pt x="6525390" y="1613183"/>
                  </a:lnTo>
                  <a:lnTo>
                    <a:pt x="6526058" y="1613183"/>
                  </a:lnTo>
                  <a:lnTo>
                    <a:pt x="6526726" y="1660466"/>
                  </a:lnTo>
                  <a:lnTo>
                    <a:pt x="6527394" y="1668810"/>
                  </a:lnTo>
                  <a:lnTo>
                    <a:pt x="6527394" y="1668810"/>
                  </a:lnTo>
                  <a:lnTo>
                    <a:pt x="6528062" y="1668810"/>
                  </a:lnTo>
                  <a:lnTo>
                    <a:pt x="6528730" y="1668810"/>
                  </a:lnTo>
                  <a:lnTo>
                    <a:pt x="6529398" y="1668810"/>
                  </a:lnTo>
                  <a:lnTo>
                    <a:pt x="6530066" y="1668810"/>
                  </a:lnTo>
                  <a:lnTo>
                    <a:pt x="6530734" y="1668810"/>
                  </a:lnTo>
                  <a:lnTo>
                    <a:pt x="6531402" y="1668810"/>
                  </a:lnTo>
                  <a:lnTo>
                    <a:pt x="6532070" y="1668810"/>
                  </a:lnTo>
                  <a:lnTo>
                    <a:pt x="6532738" y="1668810"/>
                  </a:lnTo>
                  <a:lnTo>
                    <a:pt x="6533406" y="1668810"/>
                  </a:lnTo>
                  <a:lnTo>
                    <a:pt x="6534074" y="1657684"/>
                  </a:lnTo>
                  <a:lnTo>
                    <a:pt x="6534742" y="1613183"/>
                  </a:lnTo>
                  <a:lnTo>
                    <a:pt x="6535410" y="1613183"/>
                  </a:lnTo>
                  <a:lnTo>
                    <a:pt x="6536078" y="1613183"/>
                  </a:lnTo>
                  <a:lnTo>
                    <a:pt x="6536746" y="1613183"/>
                  </a:lnTo>
                  <a:lnTo>
                    <a:pt x="6537414" y="1613183"/>
                  </a:lnTo>
                  <a:lnTo>
                    <a:pt x="6538082" y="1613183"/>
                  </a:lnTo>
                  <a:lnTo>
                    <a:pt x="6538750" y="1613183"/>
                  </a:lnTo>
                  <a:lnTo>
                    <a:pt x="6539418" y="1613183"/>
                  </a:lnTo>
                  <a:lnTo>
                    <a:pt x="6540086" y="1613183"/>
                  </a:lnTo>
                  <a:lnTo>
                    <a:pt x="6540754" y="1613183"/>
                  </a:lnTo>
                  <a:lnTo>
                    <a:pt x="6541422" y="1613183"/>
                  </a:lnTo>
                  <a:lnTo>
                    <a:pt x="6542090" y="1613183"/>
                  </a:lnTo>
                  <a:lnTo>
                    <a:pt x="6542758" y="1613183"/>
                  </a:lnTo>
                  <a:lnTo>
                    <a:pt x="6543426" y="1613183"/>
                  </a:lnTo>
                  <a:lnTo>
                    <a:pt x="6544094" y="1602057"/>
                  </a:lnTo>
                  <a:lnTo>
                    <a:pt x="6544762" y="1501929"/>
                  </a:lnTo>
                  <a:lnTo>
                    <a:pt x="6545430" y="1501929"/>
                  </a:lnTo>
                  <a:lnTo>
                    <a:pt x="6546098" y="1501929"/>
                  </a:lnTo>
                  <a:lnTo>
                    <a:pt x="6546766" y="1501929"/>
                  </a:lnTo>
                  <a:lnTo>
                    <a:pt x="6547434" y="1501929"/>
                  </a:lnTo>
                  <a:lnTo>
                    <a:pt x="6548102" y="1501929"/>
                  </a:lnTo>
                  <a:lnTo>
                    <a:pt x="6548771" y="1501929"/>
                  </a:lnTo>
                  <a:lnTo>
                    <a:pt x="6549439" y="1501929"/>
                  </a:lnTo>
                  <a:lnTo>
                    <a:pt x="6550107" y="1501929"/>
                  </a:lnTo>
                  <a:lnTo>
                    <a:pt x="6550775" y="1510273"/>
                  </a:lnTo>
                  <a:lnTo>
                    <a:pt x="6551443" y="1557556"/>
                  </a:lnTo>
                  <a:lnTo>
                    <a:pt x="6552111" y="1557556"/>
                  </a:lnTo>
                  <a:lnTo>
                    <a:pt x="6552779" y="1557556"/>
                  </a:lnTo>
                  <a:lnTo>
                    <a:pt x="6553447" y="1557556"/>
                  </a:lnTo>
                  <a:lnTo>
                    <a:pt x="6554115" y="1557556"/>
                  </a:lnTo>
                  <a:lnTo>
                    <a:pt x="6554783" y="1557556"/>
                  </a:lnTo>
                  <a:lnTo>
                    <a:pt x="6555451" y="1557556"/>
                  </a:lnTo>
                  <a:lnTo>
                    <a:pt x="6556119" y="1554774"/>
                  </a:lnTo>
                  <a:lnTo>
                    <a:pt x="6556787" y="1501929"/>
                  </a:lnTo>
                  <a:lnTo>
                    <a:pt x="6557455" y="1501929"/>
                  </a:lnTo>
                  <a:lnTo>
                    <a:pt x="6558123" y="1501929"/>
                  </a:lnTo>
                  <a:lnTo>
                    <a:pt x="6558791" y="1501929"/>
                  </a:lnTo>
                  <a:lnTo>
                    <a:pt x="6559459" y="1501929"/>
                  </a:lnTo>
                  <a:lnTo>
                    <a:pt x="6560127" y="1501929"/>
                  </a:lnTo>
                  <a:lnTo>
                    <a:pt x="6560795" y="1501929"/>
                  </a:lnTo>
                  <a:lnTo>
                    <a:pt x="6561463" y="1554774"/>
                  </a:lnTo>
                  <a:lnTo>
                    <a:pt x="6562131" y="1557556"/>
                  </a:lnTo>
                  <a:lnTo>
                    <a:pt x="6562799" y="1557556"/>
                  </a:lnTo>
                  <a:lnTo>
                    <a:pt x="6563467" y="1557556"/>
                  </a:lnTo>
                  <a:lnTo>
                    <a:pt x="6564135" y="1557556"/>
                  </a:lnTo>
                  <a:lnTo>
                    <a:pt x="6564803" y="1557556"/>
                  </a:lnTo>
                  <a:lnTo>
                    <a:pt x="6565471" y="1557556"/>
                  </a:lnTo>
                  <a:lnTo>
                    <a:pt x="6566139" y="1557556"/>
                  </a:lnTo>
                  <a:lnTo>
                    <a:pt x="6566807" y="1557556"/>
                  </a:lnTo>
                  <a:lnTo>
                    <a:pt x="6567475" y="1557556"/>
                  </a:lnTo>
                  <a:lnTo>
                    <a:pt x="6568143" y="1557556"/>
                  </a:lnTo>
                  <a:lnTo>
                    <a:pt x="6568811" y="1557556"/>
                  </a:lnTo>
                  <a:lnTo>
                    <a:pt x="6569479" y="1557556"/>
                  </a:lnTo>
                  <a:lnTo>
                    <a:pt x="6570147" y="1557556"/>
                  </a:lnTo>
                  <a:lnTo>
                    <a:pt x="6570815" y="1557556"/>
                  </a:lnTo>
                  <a:lnTo>
                    <a:pt x="6571483" y="1557556"/>
                  </a:lnTo>
                  <a:lnTo>
                    <a:pt x="6572151" y="1557556"/>
                  </a:lnTo>
                  <a:lnTo>
                    <a:pt x="6572820" y="1557556"/>
                  </a:lnTo>
                  <a:lnTo>
                    <a:pt x="6573488" y="1613183"/>
                  </a:lnTo>
                  <a:lnTo>
                    <a:pt x="6574156" y="1563118"/>
                  </a:lnTo>
                  <a:lnTo>
                    <a:pt x="6574824" y="1557556"/>
                  </a:lnTo>
                  <a:lnTo>
                    <a:pt x="6575492" y="1557556"/>
                  </a:lnTo>
                  <a:lnTo>
                    <a:pt x="6576160" y="1557556"/>
                  </a:lnTo>
                  <a:lnTo>
                    <a:pt x="6576828" y="1557556"/>
                  </a:lnTo>
                  <a:lnTo>
                    <a:pt x="6577496" y="1563118"/>
                  </a:lnTo>
                  <a:lnTo>
                    <a:pt x="6578164" y="1560337"/>
                  </a:lnTo>
                  <a:lnTo>
                    <a:pt x="6578832" y="1557556"/>
                  </a:lnTo>
                  <a:lnTo>
                    <a:pt x="6579500" y="1557556"/>
                  </a:lnTo>
                  <a:lnTo>
                    <a:pt x="6580168" y="1557556"/>
                  </a:lnTo>
                  <a:lnTo>
                    <a:pt x="6580836" y="1557556"/>
                  </a:lnTo>
                  <a:lnTo>
                    <a:pt x="6581504" y="1557556"/>
                  </a:lnTo>
                  <a:lnTo>
                    <a:pt x="6582172" y="1557556"/>
                  </a:lnTo>
                  <a:lnTo>
                    <a:pt x="6582840" y="1557556"/>
                  </a:lnTo>
                  <a:lnTo>
                    <a:pt x="6583508" y="1557556"/>
                  </a:lnTo>
                  <a:lnTo>
                    <a:pt x="6584176" y="1557556"/>
                  </a:lnTo>
                  <a:lnTo>
                    <a:pt x="6584844" y="1557556"/>
                  </a:lnTo>
                  <a:lnTo>
                    <a:pt x="6585512" y="1557556"/>
                  </a:lnTo>
                  <a:lnTo>
                    <a:pt x="6586180" y="1557556"/>
                  </a:lnTo>
                  <a:lnTo>
                    <a:pt x="6586848" y="1557556"/>
                  </a:lnTo>
                  <a:lnTo>
                    <a:pt x="6587516" y="1557556"/>
                  </a:lnTo>
                  <a:lnTo>
                    <a:pt x="6588184" y="1557556"/>
                  </a:lnTo>
                  <a:lnTo>
                    <a:pt x="6588852" y="1557556"/>
                  </a:lnTo>
                  <a:lnTo>
                    <a:pt x="6589520" y="1557556"/>
                  </a:lnTo>
                  <a:lnTo>
                    <a:pt x="6590188" y="1540867"/>
                  </a:lnTo>
                  <a:lnTo>
                    <a:pt x="6590856" y="1549211"/>
                  </a:lnTo>
                  <a:lnTo>
                    <a:pt x="6591524" y="1557556"/>
                  </a:lnTo>
                  <a:lnTo>
                    <a:pt x="6592192" y="1557556"/>
                  </a:lnTo>
                  <a:lnTo>
                    <a:pt x="6592860" y="1557556"/>
                  </a:lnTo>
                  <a:lnTo>
                    <a:pt x="6593528" y="1549212"/>
                  </a:lnTo>
                  <a:lnTo>
                    <a:pt x="6594196" y="1501929"/>
                  </a:lnTo>
                  <a:lnTo>
                    <a:pt x="6594864" y="1551993"/>
                  </a:lnTo>
                  <a:lnTo>
                    <a:pt x="6595532" y="1557556"/>
                  </a:lnTo>
                  <a:lnTo>
                    <a:pt x="6596200" y="1551993"/>
                  </a:lnTo>
                  <a:lnTo>
                    <a:pt x="6596868" y="1501929"/>
                  </a:lnTo>
                  <a:lnTo>
                    <a:pt x="6597537" y="1501929"/>
                  </a:lnTo>
                  <a:lnTo>
                    <a:pt x="6598205" y="1501929"/>
                  </a:lnTo>
                  <a:lnTo>
                    <a:pt x="6598873" y="1501929"/>
                  </a:lnTo>
                  <a:lnTo>
                    <a:pt x="6599541" y="1501929"/>
                  </a:lnTo>
                  <a:lnTo>
                    <a:pt x="6600209" y="1501929"/>
                  </a:lnTo>
                  <a:lnTo>
                    <a:pt x="6600877" y="1501929"/>
                  </a:lnTo>
                  <a:lnTo>
                    <a:pt x="6601545" y="1501929"/>
                  </a:lnTo>
                  <a:lnTo>
                    <a:pt x="6602213" y="1501929"/>
                  </a:lnTo>
                  <a:lnTo>
                    <a:pt x="6602881" y="1501929"/>
                  </a:lnTo>
                  <a:lnTo>
                    <a:pt x="6603549" y="1451864"/>
                  </a:lnTo>
                  <a:lnTo>
                    <a:pt x="6604217" y="1390675"/>
                  </a:lnTo>
                  <a:lnTo>
                    <a:pt x="6604885" y="1362861"/>
                  </a:lnTo>
                  <a:lnTo>
                    <a:pt x="6605553" y="1335048"/>
                  </a:lnTo>
                  <a:lnTo>
                    <a:pt x="6606221" y="1335048"/>
                  </a:lnTo>
                  <a:lnTo>
                    <a:pt x="6606889" y="1348954"/>
                  </a:lnTo>
                  <a:lnTo>
                    <a:pt x="6607557" y="1354517"/>
                  </a:lnTo>
                  <a:lnTo>
                    <a:pt x="6608225" y="1335048"/>
                  </a:lnTo>
                  <a:lnTo>
                    <a:pt x="6608893" y="1335048"/>
                  </a:lnTo>
                  <a:lnTo>
                    <a:pt x="6609561" y="1335048"/>
                  </a:lnTo>
                  <a:lnTo>
                    <a:pt x="6610229" y="1340610"/>
                  </a:lnTo>
                  <a:lnTo>
                    <a:pt x="6610897" y="1390675"/>
                  </a:lnTo>
                  <a:lnTo>
                    <a:pt x="6611565" y="1390675"/>
                  </a:lnTo>
                  <a:lnTo>
                    <a:pt x="6612233" y="1390675"/>
                  </a:lnTo>
                  <a:lnTo>
                    <a:pt x="6612901" y="1351736"/>
                  </a:lnTo>
                  <a:lnTo>
                    <a:pt x="6613569" y="1279421"/>
                  </a:lnTo>
                  <a:lnTo>
                    <a:pt x="6614237" y="1195980"/>
                  </a:lnTo>
                  <a:lnTo>
                    <a:pt x="6614905" y="1168166"/>
                  </a:lnTo>
                  <a:lnTo>
                    <a:pt x="6615573" y="1168166"/>
                  </a:lnTo>
                  <a:lnTo>
                    <a:pt x="6616241" y="1168166"/>
                  </a:lnTo>
                  <a:lnTo>
                    <a:pt x="6616909" y="1168166"/>
                  </a:lnTo>
                  <a:lnTo>
                    <a:pt x="6617577" y="1168166"/>
                  </a:lnTo>
                  <a:lnTo>
                    <a:pt x="6618245" y="1168166"/>
                  </a:lnTo>
                  <a:lnTo>
                    <a:pt x="6618913" y="1168166"/>
                  </a:lnTo>
                  <a:lnTo>
                    <a:pt x="6619581" y="1168166"/>
                  </a:lnTo>
                  <a:lnTo>
                    <a:pt x="6620249" y="1212668"/>
                  </a:lnTo>
                  <a:lnTo>
                    <a:pt x="6620917" y="1279421"/>
                  </a:lnTo>
                  <a:lnTo>
                    <a:pt x="6621585" y="1290546"/>
                  </a:lnTo>
                  <a:lnTo>
                    <a:pt x="6622254" y="1279421"/>
                  </a:lnTo>
                  <a:lnTo>
                    <a:pt x="6622922" y="1279421"/>
                  </a:lnTo>
                  <a:lnTo>
                    <a:pt x="6623590" y="1254388"/>
                  </a:lnTo>
                  <a:lnTo>
                    <a:pt x="6624258" y="1257170"/>
                  </a:lnTo>
                  <a:lnTo>
                    <a:pt x="6624926" y="1279421"/>
                  </a:lnTo>
                  <a:lnTo>
                    <a:pt x="6625594" y="1279421"/>
                  </a:lnTo>
                  <a:lnTo>
                    <a:pt x="6626262" y="1279421"/>
                  </a:lnTo>
                  <a:lnTo>
                    <a:pt x="6626930" y="1279421"/>
                  </a:lnTo>
                  <a:lnTo>
                    <a:pt x="6627598" y="1279421"/>
                  </a:lnTo>
                  <a:lnTo>
                    <a:pt x="6628266" y="1279421"/>
                  </a:lnTo>
                  <a:lnTo>
                    <a:pt x="6628934" y="1279421"/>
                  </a:lnTo>
                  <a:lnTo>
                    <a:pt x="6629602" y="1312797"/>
                  </a:lnTo>
                  <a:lnTo>
                    <a:pt x="6630270" y="1446302"/>
                  </a:lnTo>
                  <a:lnTo>
                    <a:pt x="6630938" y="1524179"/>
                  </a:lnTo>
                  <a:lnTo>
                    <a:pt x="6631606" y="1557556"/>
                  </a:lnTo>
                  <a:lnTo>
                    <a:pt x="6632274" y="1557556"/>
                  </a:lnTo>
                  <a:lnTo>
                    <a:pt x="6632942" y="1557556"/>
                  </a:lnTo>
                  <a:lnTo>
                    <a:pt x="6633610" y="1557556"/>
                  </a:lnTo>
                  <a:lnTo>
                    <a:pt x="6634278" y="1538086"/>
                  </a:lnTo>
                  <a:lnTo>
                    <a:pt x="6634946" y="1501929"/>
                  </a:lnTo>
                  <a:lnTo>
                    <a:pt x="6635614" y="1501929"/>
                  </a:lnTo>
                  <a:lnTo>
                    <a:pt x="6636282" y="1501929"/>
                  </a:lnTo>
                  <a:lnTo>
                    <a:pt x="6636950" y="1501929"/>
                  </a:lnTo>
                  <a:lnTo>
                    <a:pt x="6637618" y="1501929"/>
                  </a:lnTo>
                  <a:lnTo>
                    <a:pt x="6638286" y="1499147"/>
                  </a:lnTo>
                  <a:lnTo>
                    <a:pt x="6638954" y="1457427"/>
                  </a:lnTo>
                  <a:lnTo>
                    <a:pt x="6639622" y="1446302"/>
                  </a:lnTo>
                  <a:lnTo>
                    <a:pt x="6640290" y="1387893"/>
                  </a:lnTo>
                  <a:lnTo>
                    <a:pt x="6640958" y="1329485"/>
                  </a:lnTo>
                  <a:lnTo>
                    <a:pt x="6641626" y="1209887"/>
                  </a:lnTo>
                  <a:lnTo>
                    <a:pt x="6642294" y="1137572"/>
                  </a:lnTo>
                  <a:lnTo>
                    <a:pt x="6642962" y="1068038"/>
                  </a:lnTo>
                  <a:lnTo>
                    <a:pt x="6643630" y="1001286"/>
                  </a:lnTo>
                  <a:lnTo>
                    <a:pt x="6644298" y="870562"/>
                  </a:lnTo>
                  <a:lnTo>
                    <a:pt x="6644966" y="753745"/>
                  </a:lnTo>
                  <a:lnTo>
                    <a:pt x="6645634" y="631366"/>
                  </a:lnTo>
                  <a:lnTo>
                    <a:pt x="6646302" y="553488"/>
                  </a:lnTo>
                  <a:lnTo>
                    <a:pt x="6646971" y="495080"/>
                  </a:lnTo>
                  <a:lnTo>
                    <a:pt x="6647639" y="372700"/>
                  </a:lnTo>
                  <a:lnTo>
                    <a:pt x="6648307" y="178006"/>
                  </a:lnTo>
                  <a:lnTo>
                    <a:pt x="6648975" y="80659"/>
                  </a:lnTo>
                  <a:lnTo>
                    <a:pt x="6649387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286940" y="4685334"/>
              <a:ext cx="1711554" cy="1668810"/>
            </a:xfrm>
            <a:custGeom>
              <a:avLst/>
              <a:pathLst>
                <a:path w="1711554" h="1668810">
                  <a:moveTo>
                    <a:pt x="0" y="0"/>
                  </a:moveTo>
                  <a:lnTo>
                    <a:pt x="69" y="8344"/>
                  </a:lnTo>
                  <a:lnTo>
                    <a:pt x="737" y="203038"/>
                  </a:lnTo>
                  <a:lnTo>
                    <a:pt x="1405" y="303167"/>
                  </a:lnTo>
                  <a:lnTo>
                    <a:pt x="2073" y="400514"/>
                  </a:lnTo>
                  <a:lnTo>
                    <a:pt x="2741" y="639710"/>
                  </a:lnTo>
                  <a:lnTo>
                    <a:pt x="3409" y="673086"/>
                  </a:lnTo>
                  <a:lnTo>
                    <a:pt x="4077" y="714806"/>
                  </a:lnTo>
                  <a:lnTo>
                    <a:pt x="4745" y="698118"/>
                  </a:lnTo>
                  <a:lnTo>
                    <a:pt x="5413" y="814935"/>
                  </a:lnTo>
                  <a:lnTo>
                    <a:pt x="6081" y="931752"/>
                  </a:lnTo>
                  <a:lnTo>
                    <a:pt x="6749" y="1001286"/>
                  </a:lnTo>
                  <a:lnTo>
                    <a:pt x="7417" y="1051350"/>
                  </a:lnTo>
                  <a:lnTo>
                    <a:pt x="8085" y="1143134"/>
                  </a:lnTo>
                  <a:lnTo>
                    <a:pt x="8753" y="1240482"/>
                  </a:lnTo>
                  <a:lnTo>
                    <a:pt x="9421" y="1279421"/>
                  </a:lnTo>
                  <a:lnTo>
                    <a:pt x="10089" y="1321141"/>
                  </a:lnTo>
                  <a:lnTo>
                    <a:pt x="10757" y="1337829"/>
                  </a:lnTo>
                  <a:lnTo>
                    <a:pt x="11425" y="1337829"/>
                  </a:lnTo>
                  <a:lnTo>
                    <a:pt x="12093" y="1335048"/>
                  </a:lnTo>
                  <a:lnTo>
                    <a:pt x="12761" y="1321141"/>
                  </a:lnTo>
                  <a:lnTo>
                    <a:pt x="13429" y="1237700"/>
                  </a:lnTo>
                  <a:lnTo>
                    <a:pt x="14097" y="1234919"/>
                  </a:lnTo>
                  <a:lnTo>
                    <a:pt x="14765" y="1179292"/>
                  </a:lnTo>
                  <a:lnTo>
                    <a:pt x="15433" y="1168166"/>
                  </a:lnTo>
                  <a:lnTo>
                    <a:pt x="16101" y="1237700"/>
                  </a:lnTo>
                  <a:lnTo>
                    <a:pt x="16769" y="1279421"/>
                  </a:lnTo>
                  <a:lnTo>
                    <a:pt x="17437" y="1279421"/>
                  </a:lnTo>
                  <a:lnTo>
                    <a:pt x="18105" y="1251607"/>
                  </a:lnTo>
                  <a:lnTo>
                    <a:pt x="18773" y="1248826"/>
                  </a:lnTo>
                  <a:lnTo>
                    <a:pt x="19441" y="1279421"/>
                  </a:lnTo>
                  <a:lnTo>
                    <a:pt x="20109" y="1279421"/>
                  </a:lnTo>
                  <a:lnTo>
                    <a:pt x="20777" y="1284983"/>
                  </a:lnTo>
                  <a:lnTo>
                    <a:pt x="21445" y="1335048"/>
                  </a:lnTo>
                  <a:lnTo>
                    <a:pt x="22114" y="1318359"/>
                  </a:lnTo>
                  <a:lnTo>
                    <a:pt x="22782" y="1268295"/>
                  </a:lnTo>
                  <a:lnTo>
                    <a:pt x="23450" y="1223794"/>
                  </a:lnTo>
                  <a:lnTo>
                    <a:pt x="24118" y="1223794"/>
                  </a:lnTo>
                  <a:lnTo>
                    <a:pt x="24786" y="1195980"/>
                  </a:lnTo>
                  <a:lnTo>
                    <a:pt x="25454" y="1168166"/>
                  </a:lnTo>
                  <a:lnTo>
                    <a:pt x="26122" y="1168166"/>
                  </a:lnTo>
                  <a:lnTo>
                    <a:pt x="26790" y="1168166"/>
                  </a:lnTo>
                  <a:lnTo>
                    <a:pt x="27458" y="1168166"/>
                  </a:lnTo>
                  <a:lnTo>
                    <a:pt x="28126" y="1218231"/>
                  </a:lnTo>
                  <a:lnTo>
                    <a:pt x="28794" y="1223794"/>
                  </a:lnTo>
                  <a:lnTo>
                    <a:pt x="29462" y="1234919"/>
                  </a:lnTo>
                  <a:lnTo>
                    <a:pt x="30130" y="1318360"/>
                  </a:lnTo>
                  <a:lnTo>
                    <a:pt x="30798" y="1362861"/>
                  </a:lnTo>
                  <a:lnTo>
                    <a:pt x="31466" y="1360080"/>
                  </a:lnTo>
                  <a:lnTo>
                    <a:pt x="32134" y="1335048"/>
                  </a:lnTo>
                  <a:lnTo>
                    <a:pt x="32802" y="1335048"/>
                  </a:lnTo>
                  <a:lnTo>
                    <a:pt x="33470" y="1335048"/>
                  </a:lnTo>
                  <a:lnTo>
                    <a:pt x="34138" y="1335048"/>
                  </a:lnTo>
                  <a:lnTo>
                    <a:pt x="34806" y="1360080"/>
                  </a:lnTo>
                  <a:lnTo>
                    <a:pt x="35474" y="1390675"/>
                  </a:lnTo>
                  <a:lnTo>
                    <a:pt x="36142" y="1390675"/>
                  </a:lnTo>
                  <a:lnTo>
                    <a:pt x="36810" y="1390675"/>
                  </a:lnTo>
                  <a:lnTo>
                    <a:pt x="37478" y="1390675"/>
                  </a:lnTo>
                  <a:lnTo>
                    <a:pt x="38146" y="1390675"/>
                  </a:lnTo>
                  <a:lnTo>
                    <a:pt x="38814" y="1404581"/>
                  </a:lnTo>
                  <a:lnTo>
                    <a:pt x="39482" y="1454646"/>
                  </a:lnTo>
                  <a:lnTo>
                    <a:pt x="40150" y="1471334"/>
                  </a:lnTo>
                  <a:lnTo>
                    <a:pt x="40818" y="1382331"/>
                  </a:lnTo>
                  <a:lnTo>
                    <a:pt x="41486" y="1360080"/>
                  </a:lnTo>
                  <a:lnTo>
                    <a:pt x="42154" y="1390675"/>
                  </a:lnTo>
                  <a:lnTo>
                    <a:pt x="42822" y="1390675"/>
                  </a:lnTo>
                  <a:lnTo>
                    <a:pt x="43490" y="1340610"/>
                  </a:lnTo>
                  <a:lnTo>
                    <a:pt x="44158" y="1307234"/>
                  </a:lnTo>
                  <a:lnTo>
                    <a:pt x="44826" y="1279421"/>
                  </a:lnTo>
                  <a:lnTo>
                    <a:pt x="45494" y="1279421"/>
                  </a:lnTo>
                  <a:lnTo>
                    <a:pt x="46162" y="1279421"/>
                  </a:lnTo>
                  <a:lnTo>
                    <a:pt x="46831" y="1237700"/>
                  </a:lnTo>
                  <a:lnTo>
                    <a:pt x="47499" y="1223794"/>
                  </a:lnTo>
                  <a:lnTo>
                    <a:pt x="48167" y="1290546"/>
                  </a:lnTo>
                  <a:lnTo>
                    <a:pt x="48835" y="1335048"/>
                  </a:lnTo>
                  <a:lnTo>
                    <a:pt x="49503" y="1335048"/>
                  </a:lnTo>
                  <a:lnTo>
                    <a:pt x="50171" y="1335048"/>
                  </a:lnTo>
                  <a:lnTo>
                    <a:pt x="50839" y="1282202"/>
                  </a:lnTo>
                  <a:lnTo>
                    <a:pt x="51507" y="1279421"/>
                  </a:lnTo>
                  <a:lnTo>
                    <a:pt x="52175" y="1279421"/>
                  </a:lnTo>
                  <a:lnTo>
                    <a:pt x="52843" y="1279421"/>
                  </a:lnTo>
                  <a:lnTo>
                    <a:pt x="53511" y="1257170"/>
                  </a:lnTo>
                  <a:lnTo>
                    <a:pt x="54179" y="1223794"/>
                  </a:lnTo>
                  <a:lnTo>
                    <a:pt x="54847" y="1223794"/>
                  </a:lnTo>
                  <a:lnTo>
                    <a:pt x="55515" y="1223794"/>
                  </a:lnTo>
                  <a:lnTo>
                    <a:pt x="56183" y="1223794"/>
                  </a:lnTo>
                  <a:lnTo>
                    <a:pt x="56851" y="1251607"/>
                  </a:lnTo>
                  <a:lnTo>
                    <a:pt x="57519" y="1335048"/>
                  </a:lnTo>
                  <a:lnTo>
                    <a:pt x="58187" y="1301671"/>
                  </a:lnTo>
                  <a:lnTo>
                    <a:pt x="58855" y="1279421"/>
                  </a:lnTo>
                  <a:lnTo>
                    <a:pt x="59523" y="1279421"/>
                  </a:lnTo>
                  <a:lnTo>
                    <a:pt x="60191" y="1296109"/>
                  </a:lnTo>
                  <a:lnTo>
                    <a:pt x="60859" y="1304453"/>
                  </a:lnTo>
                  <a:lnTo>
                    <a:pt x="61527" y="1335048"/>
                  </a:lnTo>
                  <a:lnTo>
                    <a:pt x="62195" y="1335048"/>
                  </a:lnTo>
                  <a:lnTo>
                    <a:pt x="62863" y="1335048"/>
                  </a:lnTo>
                  <a:lnTo>
                    <a:pt x="63531" y="1373986"/>
                  </a:lnTo>
                  <a:lnTo>
                    <a:pt x="64199" y="1390675"/>
                  </a:lnTo>
                  <a:lnTo>
                    <a:pt x="64867" y="1390675"/>
                  </a:lnTo>
                  <a:lnTo>
                    <a:pt x="65535" y="1390675"/>
                  </a:lnTo>
                  <a:lnTo>
                    <a:pt x="66203" y="1390675"/>
                  </a:lnTo>
                  <a:lnTo>
                    <a:pt x="66871" y="1390675"/>
                  </a:lnTo>
                  <a:lnTo>
                    <a:pt x="67539" y="1440739"/>
                  </a:lnTo>
                  <a:lnTo>
                    <a:pt x="68207" y="1393456"/>
                  </a:lnTo>
                  <a:lnTo>
                    <a:pt x="68875" y="1390675"/>
                  </a:lnTo>
                  <a:lnTo>
                    <a:pt x="69543" y="1390675"/>
                  </a:lnTo>
                  <a:lnTo>
                    <a:pt x="70211" y="1410144"/>
                  </a:lnTo>
                  <a:lnTo>
                    <a:pt x="70879" y="1446302"/>
                  </a:lnTo>
                  <a:lnTo>
                    <a:pt x="71548" y="1446302"/>
                  </a:lnTo>
                  <a:lnTo>
                    <a:pt x="72216" y="1404581"/>
                  </a:lnTo>
                  <a:lnTo>
                    <a:pt x="72884" y="1390675"/>
                  </a:lnTo>
                  <a:lnTo>
                    <a:pt x="73552" y="1390675"/>
                  </a:lnTo>
                  <a:lnTo>
                    <a:pt x="74220" y="1390675"/>
                  </a:lnTo>
                  <a:lnTo>
                    <a:pt x="74888" y="1476896"/>
                  </a:lnTo>
                  <a:lnTo>
                    <a:pt x="75556" y="1501929"/>
                  </a:lnTo>
                  <a:lnTo>
                    <a:pt x="76224" y="1501929"/>
                  </a:lnTo>
                  <a:lnTo>
                    <a:pt x="76892" y="1529742"/>
                  </a:lnTo>
                  <a:lnTo>
                    <a:pt x="77560" y="1557556"/>
                  </a:lnTo>
                  <a:lnTo>
                    <a:pt x="78228" y="1518617"/>
                  </a:lnTo>
                  <a:lnTo>
                    <a:pt x="78896" y="1501929"/>
                  </a:lnTo>
                  <a:lnTo>
                    <a:pt x="79564" y="1471334"/>
                  </a:lnTo>
                  <a:lnTo>
                    <a:pt x="80232" y="1351736"/>
                  </a:lnTo>
                  <a:lnTo>
                    <a:pt x="80900" y="1335048"/>
                  </a:lnTo>
                  <a:lnTo>
                    <a:pt x="81568" y="1335048"/>
                  </a:lnTo>
                  <a:lnTo>
                    <a:pt x="82236" y="1335048"/>
                  </a:lnTo>
                  <a:lnTo>
                    <a:pt x="82904" y="1329485"/>
                  </a:lnTo>
                  <a:lnTo>
                    <a:pt x="83572" y="1279421"/>
                  </a:lnTo>
                  <a:lnTo>
                    <a:pt x="84240" y="1279421"/>
                  </a:lnTo>
                  <a:lnTo>
                    <a:pt x="84908" y="1329485"/>
                  </a:lnTo>
                  <a:lnTo>
                    <a:pt x="85576" y="1335048"/>
                  </a:lnTo>
                  <a:lnTo>
                    <a:pt x="86244" y="1335048"/>
                  </a:lnTo>
                  <a:lnTo>
                    <a:pt x="86912" y="1335048"/>
                  </a:lnTo>
                  <a:lnTo>
                    <a:pt x="87580" y="1335048"/>
                  </a:lnTo>
                  <a:lnTo>
                    <a:pt x="88248" y="1335048"/>
                  </a:lnTo>
                  <a:lnTo>
                    <a:pt x="88916" y="1371205"/>
                  </a:lnTo>
                  <a:lnTo>
                    <a:pt x="89584" y="1335048"/>
                  </a:lnTo>
                  <a:lnTo>
                    <a:pt x="90252" y="1335048"/>
                  </a:lnTo>
                  <a:lnTo>
                    <a:pt x="90920" y="1335048"/>
                  </a:lnTo>
                  <a:lnTo>
                    <a:pt x="91588" y="1335048"/>
                  </a:lnTo>
                  <a:lnTo>
                    <a:pt x="92256" y="1335048"/>
                  </a:lnTo>
                  <a:lnTo>
                    <a:pt x="92924" y="1335048"/>
                  </a:lnTo>
                  <a:lnTo>
                    <a:pt x="93592" y="1335048"/>
                  </a:lnTo>
                  <a:lnTo>
                    <a:pt x="94260" y="1335048"/>
                  </a:lnTo>
                  <a:lnTo>
                    <a:pt x="94928" y="1343392"/>
                  </a:lnTo>
                  <a:lnTo>
                    <a:pt x="95596" y="1279421"/>
                  </a:lnTo>
                  <a:lnTo>
                    <a:pt x="96265" y="1307234"/>
                  </a:lnTo>
                  <a:lnTo>
                    <a:pt x="96933" y="1424051"/>
                  </a:lnTo>
                  <a:lnTo>
                    <a:pt x="97601" y="1443520"/>
                  </a:lnTo>
                  <a:lnTo>
                    <a:pt x="98269" y="1390675"/>
                  </a:lnTo>
                  <a:lnTo>
                    <a:pt x="98937" y="1390675"/>
                  </a:lnTo>
                  <a:lnTo>
                    <a:pt x="99605" y="1393456"/>
                  </a:lnTo>
                  <a:lnTo>
                    <a:pt x="100273" y="1446302"/>
                  </a:lnTo>
                  <a:lnTo>
                    <a:pt x="100941" y="1446302"/>
                  </a:lnTo>
                  <a:lnTo>
                    <a:pt x="101609" y="1440739"/>
                  </a:lnTo>
                  <a:lnTo>
                    <a:pt x="102277" y="1390675"/>
                  </a:lnTo>
                  <a:lnTo>
                    <a:pt x="102945" y="1390675"/>
                  </a:lnTo>
                  <a:lnTo>
                    <a:pt x="103613" y="1390675"/>
                  </a:lnTo>
                  <a:lnTo>
                    <a:pt x="104281" y="1390675"/>
                  </a:lnTo>
                  <a:lnTo>
                    <a:pt x="104949" y="1387893"/>
                  </a:lnTo>
                  <a:lnTo>
                    <a:pt x="105617" y="1221012"/>
                  </a:lnTo>
                  <a:lnTo>
                    <a:pt x="106285" y="1223794"/>
                  </a:lnTo>
                  <a:lnTo>
                    <a:pt x="106953" y="1168166"/>
                  </a:lnTo>
                  <a:lnTo>
                    <a:pt x="107621" y="1126446"/>
                  </a:lnTo>
                  <a:lnTo>
                    <a:pt x="108289" y="1009630"/>
                  </a:lnTo>
                  <a:lnTo>
                    <a:pt x="108957" y="1001286"/>
                  </a:lnTo>
                  <a:lnTo>
                    <a:pt x="109625" y="945659"/>
                  </a:lnTo>
                  <a:lnTo>
                    <a:pt x="110293" y="928971"/>
                  </a:lnTo>
                  <a:lnTo>
                    <a:pt x="110961" y="834405"/>
                  </a:lnTo>
                  <a:lnTo>
                    <a:pt x="111629" y="856655"/>
                  </a:lnTo>
                  <a:lnTo>
                    <a:pt x="112297" y="945659"/>
                  </a:lnTo>
                  <a:lnTo>
                    <a:pt x="112965" y="945659"/>
                  </a:lnTo>
                  <a:lnTo>
                    <a:pt x="113633" y="945659"/>
                  </a:lnTo>
                  <a:lnTo>
                    <a:pt x="114301" y="895594"/>
                  </a:lnTo>
                  <a:lnTo>
                    <a:pt x="114969" y="912282"/>
                  </a:lnTo>
                  <a:lnTo>
                    <a:pt x="115637" y="890032"/>
                  </a:lnTo>
                  <a:lnTo>
                    <a:pt x="116305" y="890032"/>
                  </a:lnTo>
                  <a:lnTo>
                    <a:pt x="116973" y="887250"/>
                  </a:lnTo>
                  <a:lnTo>
                    <a:pt x="117641" y="784340"/>
                  </a:lnTo>
                  <a:lnTo>
                    <a:pt x="118309" y="781559"/>
                  </a:lnTo>
                  <a:lnTo>
                    <a:pt x="118977" y="834405"/>
                  </a:lnTo>
                  <a:lnTo>
                    <a:pt x="119645" y="834405"/>
                  </a:lnTo>
                  <a:lnTo>
                    <a:pt x="120314" y="834405"/>
                  </a:lnTo>
                  <a:lnTo>
                    <a:pt x="120982" y="834405"/>
                  </a:lnTo>
                  <a:lnTo>
                    <a:pt x="121650" y="814935"/>
                  </a:lnTo>
                  <a:lnTo>
                    <a:pt x="122318" y="940096"/>
                  </a:lnTo>
                  <a:lnTo>
                    <a:pt x="122986" y="976253"/>
                  </a:lnTo>
                  <a:lnTo>
                    <a:pt x="123654" y="998504"/>
                  </a:lnTo>
                  <a:lnTo>
                    <a:pt x="124322" y="1037443"/>
                  </a:lnTo>
                  <a:lnTo>
                    <a:pt x="124990" y="1157041"/>
                  </a:lnTo>
                  <a:lnTo>
                    <a:pt x="125658" y="1168166"/>
                  </a:lnTo>
                  <a:lnTo>
                    <a:pt x="126326" y="1221012"/>
                  </a:lnTo>
                  <a:lnTo>
                    <a:pt x="126994" y="1237700"/>
                  </a:lnTo>
                  <a:lnTo>
                    <a:pt x="127662" y="1332266"/>
                  </a:lnTo>
                  <a:lnTo>
                    <a:pt x="128330" y="1335048"/>
                  </a:lnTo>
                  <a:lnTo>
                    <a:pt x="128998" y="1323922"/>
                  </a:lnTo>
                  <a:lnTo>
                    <a:pt x="129666" y="1240482"/>
                  </a:lnTo>
                  <a:lnTo>
                    <a:pt x="130334" y="1223794"/>
                  </a:lnTo>
                  <a:lnTo>
                    <a:pt x="131002" y="1271077"/>
                  </a:lnTo>
                  <a:lnTo>
                    <a:pt x="131670" y="1310015"/>
                  </a:lnTo>
                  <a:lnTo>
                    <a:pt x="132338" y="1335048"/>
                  </a:lnTo>
                  <a:lnTo>
                    <a:pt x="133006" y="1335048"/>
                  </a:lnTo>
                  <a:lnTo>
                    <a:pt x="133674" y="1335048"/>
                  </a:lnTo>
                  <a:lnTo>
                    <a:pt x="134342" y="1437957"/>
                  </a:lnTo>
                  <a:lnTo>
                    <a:pt x="135010" y="1446302"/>
                  </a:lnTo>
                  <a:lnTo>
                    <a:pt x="135678" y="1446302"/>
                  </a:lnTo>
                  <a:lnTo>
                    <a:pt x="136346" y="1446302"/>
                  </a:lnTo>
                  <a:lnTo>
                    <a:pt x="137014" y="1446302"/>
                  </a:lnTo>
                  <a:lnTo>
                    <a:pt x="137682" y="1446302"/>
                  </a:lnTo>
                  <a:lnTo>
                    <a:pt x="138350" y="1462990"/>
                  </a:lnTo>
                  <a:lnTo>
                    <a:pt x="139018" y="1501929"/>
                  </a:lnTo>
                  <a:lnTo>
                    <a:pt x="139686" y="1507491"/>
                  </a:lnTo>
                  <a:lnTo>
                    <a:pt x="140354" y="1454646"/>
                  </a:lnTo>
                  <a:lnTo>
                    <a:pt x="141022" y="1443520"/>
                  </a:lnTo>
                  <a:lnTo>
                    <a:pt x="141690" y="1390675"/>
                  </a:lnTo>
                  <a:lnTo>
                    <a:pt x="142358" y="1387893"/>
                  </a:lnTo>
                  <a:lnTo>
                    <a:pt x="143026" y="1335048"/>
                  </a:lnTo>
                  <a:lnTo>
                    <a:pt x="143694" y="1296109"/>
                  </a:lnTo>
                  <a:lnTo>
                    <a:pt x="144362" y="1279421"/>
                  </a:lnTo>
                  <a:lnTo>
                    <a:pt x="145031" y="1279421"/>
                  </a:lnTo>
                  <a:lnTo>
                    <a:pt x="145699" y="1287765"/>
                  </a:lnTo>
                  <a:lnTo>
                    <a:pt x="146367" y="1371205"/>
                  </a:lnTo>
                  <a:lnTo>
                    <a:pt x="147035" y="1390675"/>
                  </a:lnTo>
                  <a:lnTo>
                    <a:pt x="147703" y="1390675"/>
                  </a:lnTo>
                  <a:lnTo>
                    <a:pt x="148371" y="1390675"/>
                  </a:lnTo>
                  <a:lnTo>
                    <a:pt x="149039" y="1390675"/>
                  </a:lnTo>
                  <a:lnTo>
                    <a:pt x="149707" y="1390675"/>
                  </a:lnTo>
                  <a:lnTo>
                    <a:pt x="150375" y="1390675"/>
                  </a:lnTo>
                  <a:lnTo>
                    <a:pt x="151043" y="1390675"/>
                  </a:lnTo>
                  <a:lnTo>
                    <a:pt x="151711" y="1362861"/>
                  </a:lnTo>
                  <a:lnTo>
                    <a:pt x="152379" y="1335048"/>
                  </a:lnTo>
                  <a:lnTo>
                    <a:pt x="153047" y="1335048"/>
                  </a:lnTo>
                  <a:lnTo>
                    <a:pt x="153715" y="1335048"/>
                  </a:lnTo>
                  <a:lnTo>
                    <a:pt x="154383" y="1287765"/>
                  </a:lnTo>
                  <a:lnTo>
                    <a:pt x="155051" y="1212668"/>
                  </a:lnTo>
                  <a:lnTo>
                    <a:pt x="155719" y="1168166"/>
                  </a:lnTo>
                  <a:lnTo>
                    <a:pt x="156387" y="1129228"/>
                  </a:lnTo>
                  <a:lnTo>
                    <a:pt x="157055" y="1195980"/>
                  </a:lnTo>
                  <a:lnTo>
                    <a:pt x="157723" y="1168166"/>
                  </a:lnTo>
                  <a:lnTo>
                    <a:pt x="158391" y="1223794"/>
                  </a:lnTo>
                  <a:lnTo>
                    <a:pt x="159059" y="1223794"/>
                  </a:lnTo>
                  <a:lnTo>
                    <a:pt x="159727" y="1279421"/>
                  </a:lnTo>
                  <a:lnTo>
                    <a:pt x="160395" y="1279421"/>
                  </a:lnTo>
                  <a:lnTo>
                    <a:pt x="161063" y="1251607"/>
                  </a:lnTo>
                  <a:lnTo>
                    <a:pt x="161731" y="1187636"/>
                  </a:lnTo>
                  <a:lnTo>
                    <a:pt x="162399" y="1168166"/>
                  </a:lnTo>
                  <a:lnTo>
                    <a:pt x="163067" y="1168166"/>
                  </a:lnTo>
                  <a:lnTo>
                    <a:pt x="163735" y="1168166"/>
                  </a:lnTo>
                  <a:lnTo>
                    <a:pt x="164403" y="1168166"/>
                  </a:lnTo>
                  <a:lnTo>
                    <a:pt x="165071" y="1126446"/>
                  </a:lnTo>
                  <a:lnTo>
                    <a:pt x="165739" y="1112540"/>
                  </a:lnTo>
                  <a:lnTo>
                    <a:pt x="166407" y="1112540"/>
                  </a:lnTo>
                  <a:lnTo>
                    <a:pt x="167075" y="1112540"/>
                  </a:lnTo>
                  <a:lnTo>
                    <a:pt x="167743" y="1112540"/>
                  </a:lnTo>
                  <a:lnTo>
                    <a:pt x="168411" y="1120884"/>
                  </a:lnTo>
                  <a:lnTo>
                    <a:pt x="169079" y="1106977"/>
                  </a:lnTo>
                  <a:lnTo>
                    <a:pt x="169748" y="1056912"/>
                  </a:lnTo>
                  <a:lnTo>
                    <a:pt x="170416" y="1056912"/>
                  </a:lnTo>
                  <a:lnTo>
                    <a:pt x="171084" y="1093070"/>
                  </a:lnTo>
                  <a:lnTo>
                    <a:pt x="171752" y="1118102"/>
                  </a:lnTo>
                  <a:lnTo>
                    <a:pt x="172420" y="1109758"/>
                  </a:lnTo>
                  <a:lnTo>
                    <a:pt x="173088" y="1106977"/>
                  </a:lnTo>
                  <a:lnTo>
                    <a:pt x="173756" y="1126446"/>
                  </a:lnTo>
                  <a:lnTo>
                    <a:pt x="174424" y="1140353"/>
                  </a:lnTo>
                  <a:lnTo>
                    <a:pt x="175092" y="1076382"/>
                  </a:lnTo>
                  <a:lnTo>
                    <a:pt x="175760" y="951221"/>
                  </a:lnTo>
                  <a:lnTo>
                    <a:pt x="176428" y="945659"/>
                  </a:lnTo>
                  <a:lnTo>
                    <a:pt x="177096" y="979035"/>
                  </a:lnTo>
                  <a:lnTo>
                    <a:pt x="177764" y="1026317"/>
                  </a:lnTo>
                  <a:lnTo>
                    <a:pt x="178432" y="1090289"/>
                  </a:lnTo>
                  <a:lnTo>
                    <a:pt x="179100" y="1087507"/>
                  </a:lnTo>
                  <a:lnTo>
                    <a:pt x="179768" y="1056912"/>
                  </a:lnTo>
                  <a:lnTo>
                    <a:pt x="180436" y="1004067"/>
                  </a:lnTo>
                  <a:lnTo>
                    <a:pt x="181104" y="1001286"/>
                  </a:lnTo>
                  <a:lnTo>
                    <a:pt x="181772" y="1040224"/>
                  </a:lnTo>
                  <a:lnTo>
                    <a:pt x="182440" y="1056912"/>
                  </a:lnTo>
                  <a:lnTo>
                    <a:pt x="183108" y="995723"/>
                  </a:lnTo>
                  <a:lnTo>
                    <a:pt x="183776" y="945659"/>
                  </a:lnTo>
                  <a:lnTo>
                    <a:pt x="184444" y="945659"/>
                  </a:lnTo>
                  <a:lnTo>
                    <a:pt x="185112" y="959565"/>
                  </a:lnTo>
                  <a:lnTo>
                    <a:pt x="185780" y="1004067"/>
                  </a:lnTo>
                  <a:lnTo>
                    <a:pt x="186448" y="1056912"/>
                  </a:lnTo>
                  <a:lnTo>
                    <a:pt x="187116" y="1056912"/>
                  </a:lnTo>
                  <a:lnTo>
                    <a:pt x="187784" y="1062475"/>
                  </a:lnTo>
                  <a:lnTo>
                    <a:pt x="188452" y="1112540"/>
                  </a:lnTo>
                  <a:lnTo>
                    <a:pt x="189120" y="1165385"/>
                  </a:lnTo>
                  <a:lnTo>
                    <a:pt x="189788" y="1223794"/>
                  </a:lnTo>
                  <a:lnTo>
                    <a:pt x="190456" y="1223794"/>
                  </a:lnTo>
                  <a:lnTo>
                    <a:pt x="191124" y="1221012"/>
                  </a:lnTo>
                  <a:lnTo>
                    <a:pt x="191792" y="1254388"/>
                  </a:lnTo>
                  <a:lnTo>
                    <a:pt x="192460" y="1382330"/>
                  </a:lnTo>
                  <a:lnTo>
                    <a:pt x="193128" y="1390675"/>
                  </a:lnTo>
                  <a:lnTo>
                    <a:pt x="193797" y="1390675"/>
                  </a:lnTo>
                  <a:lnTo>
                    <a:pt x="194465" y="1373987"/>
                  </a:lnTo>
                  <a:lnTo>
                    <a:pt x="195133" y="1335048"/>
                  </a:lnTo>
                  <a:lnTo>
                    <a:pt x="195801" y="1348954"/>
                  </a:lnTo>
                  <a:lnTo>
                    <a:pt x="196469" y="1321141"/>
                  </a:lnTo>
                  <a:lnTo>
                    <a:pt x="197137" y="1323922"/>
                  </a:lnTo>
                  <a:lnTo>
                    <a:pt x="197805" y="1207105"/>
                  </a:lnTo>
                  <a:lnTo>
                    <a:pt x="198473" y="1090289"/>
                  </a:lnTo>
                  <a:lnTo>
                    <a:pt x="199141" y="1029099"/>
                  </a:lnTo>
                  <a:lnTo>
                    <a:pt x="199809" y="1023536"/>
                  </a:lnTo>
                  <a:lnTo>
                    <a:pt x="200477" y="1001286"/>
                  </a:lnTo>
                  <a:lnTo>
                    <a:pt x="201145" y="956784"/>
                  </a:lnTo>
                  <a:lnTo>
                    <a:pt x="201813" y="912282"/>
                  </a:lnTo>
                  <a:lnTo>
                    <a:pt x="202481" y="848311"/>
                  </a:lnTo>
                  <a:lnTo>
                    <a:pt x="203149" y="834405"/>
                  </a:lnTo>
                  <a:lnTo>
                    <a:pt x="203817" y="834405"/>
                  </a:lnTo>
                  <a:lnTo>
                    <a:pt x="204485" y="834405"/>
                  </a:lnTo>
                  <a:lnTo>
                    <a:pt x="205153" y="834405"/>
                  </a:lnTo>
                  <a:lnTo>
                    <a:pt x="205821" y="834405"/>
                  </a:lnTo>
                  <a:lnTo>
                    <a:pt x="206489" y="834405"/>
                  </a:lnTo>
                  <a:lnTo>
                    <a:pt x="207157" y="834405"/>
                  </a:lnTo>
                  <a:lnTo>
                    <a:pt x="207825" y="859437"/>
                  </a:lnTo>
                  <a:lnTo>
                    <a:pt x="208493" y="890032"/>
                  </a:lnTo>
                  <a:lnTo>
                    <a:pt x="209161" y="890032"/>
                  </a:lnTo>
                  <a:lnTo>
                    <a:pt x="209829" y="890032"/>
                  </a:lnTo>
                  <a:lnTo>
                    <a:pt x="210497" y="890032"/>
                  </a:lnTo>
                  <a:lnTo>
                    <a:pt x="211165" y="903938"/>
                  </a:lnTo>
                  <a:lnTo>
                    <a:pt x="211833" y="945659"/>
                  </a:lnTo>
                  <a:lnTo>
                    <a:pt x="212501" y="951221"/>
                  </a:lnTo>
                  <a:lnTo>
                    <a:pt x="213169" y="951221"/>
                  </a:lnTo>
                  <a:lnTo>
                    <a:pt x="213837" y="948440"/>
                  </a:lnTo>
                  <a:lnTo>
                    <a:pt x="214505" y="1068038"/>
                  </a:lnTo>
                  <a:lnTo>
                    <a:pt x="215173" y="1182073"/>
                  </a:lnTo>
                  <a:lnTo>
                    <a:pt x="215841" y="1187636"/>
                  </a:lnTo>
                  <a:lnTo>
                    <a:pt x="216509" y="1120884"/>
                  </a:lnTo>
                  <a:lnTo>
                    <a:pt x="217177" y="1165385"/>
                  </a:lnTo>
                  <a:lnTo>
                    <a:pt x="217845" y="1209887"/>
                  </a:lnTo>
                  <a:lnTo>
                    <a:pt x="218514" y="1218231"/>
                  </a:lnTo>
                  <a:lnTo>
                    <a:pt x="219182" y="1262732"/>
                  </a:lnTo>
                  <a:lnTo>
                    <a:pt x="219850" y="1279421"/>
                  </a:lnTo>
                  <a:lnTo>
                    <a:pt x="220518" y="1246044"/>
                  </a:lnTo>
                  <a:lnTo>
                    <a:pt x="221186" y="1223794"/>
                  </a:lnTo>
                  <a:lnTo>
                    <a:pt x="221854" y="1223794"/>
                  </a:lnTo>
                  <a:lnTo>
                    <a:pt x="222522" y="1223794"/>
                  </a:lnTo>
                  <a:lnTo>
                    <a:pt x="223190" y="1223794"/>
                  </a:lnTo>
                  <a:lnTo>
                    <a:pt x="223858" y="1223794"/>
                  </a:lnTo>
                  <a:lnTo>
                    <a:pt x="224526" y="1223794"/>
                  </a:lnTo>
                  <a:lnTo>
                    <a:pt x="225194" y="1223794"/>
                  </a:lnTo>
                  <a:lnTo>
                    <a:pt x="225862" y="1223794"/>
                  </a:lnTo>
                  <a:lnTo>
                    <a:pt x="226530" y="1184855"/>
                  </a:lnTo>
                  <a:lnTo>
                    <a:pt x="227198" y="1112540"/>
                  </a:lnTo>
                  <a:lnTo>
                    <a:pt x="227866" y="1079163"/>
                  </a:lnTo>
                  <a:lnTo>
                    <a:pt x="228534" y="1056912"/>
                  </a:lnTo>
                  <a:lnTo>
                    <a:pt x="229202" y="1056912"/>
                  </a:lnTo>
                  <a:lnTo>
                    <a:pt x="229870" y="1112540"/>
                  </a:lnTo>
                  <a:lnTo>
                    <a:pt x="230538" y="1168166"/>
                  </a:lnTo>
                  <a:lnTo>
                    <a:pt x="231206" y="1168166"/>
                  </a:lnTo>
                  <a:lnTo>
                    <a:pt x="231874" y="1168166"/>
                  </a:lnTo>
                  <a:lnTo>
                    <a:pt x="232542" y="1226575"/>
                  </a:lnTo>
                  <a:lnTo>
                    <a:pt x="233210" y="1315578"/>
                  </a:lnTo>
                  <a:lnTo>
                    <a:pt x="233878" y="1321141"/>
                  </a:lnTo>
                  <a:lnTo>
                    <a:pt x="234546" y="1271077"/>
                  </a:lnTo>
                  <a:lnTo>
                    <a:pt x="235214" y="1257170"/>
                  </a:lnTo>
                  <a:lnTo>
                    <a:pt x="235882" y="1279421"/>
                  </a:lnTo>
                  <a:lnTo>
                    <a:pt x="236550" y="1279421"/>
                  </a:lnTo>
                  <a:lnTo>
                    <a:pt x="237218" y="1310015"/>
                  </a:lnTo>
                  <a:lnTo>
                    <a:pt x="237886" y="1335048"/>
                  </a:lnTo>
                  <a:lnTo>
                    <a:pt x="238554" y="1329485"/>
                  </a:lnTo>
                  <a:lnTo>
                    <a:pt x="239222" y="1279421"/>
                  </a:lnTo>
                  <a:lnTo>
                    <a:pt x="239890" y="1279421"/>
                  </a:lnTo>
                  <a:lnTo>
                    <a:pt x="240558" y="1279421"/>
                  </a:lnTo>
                  <a:lnTo>
                    <a:pt x="241226" y="1279421"/>
                  </a:lnTo>
                  <a:lnTo>
                    <a:pt x="241894" y="1226575"/>
                  </a:lnTo>
                  <a:lnTo>
                    <a:pt x="242562" y="1212668"/>
                  </a:lnTo>
                  <a:lnTo>
                    <a:pt x="243231" y="1201543"/>
                  </a:lnTo>
                  <a:lnTo>
                    <a:pt x="243899" y="1251607"/>
                  </a:lnTo>
                  <a:lnTo>
                    <a:pt x="244567" y="1254388"/>
                  </a:lnTo>
                  <a:lnTo>
                    <a:pt x="245235" y="1279421"/>
                  </a:lnTo>
                  <a:lnTo>
                    <a:pt x="245903" y="1254388"/>
                  </a:lnTo>
                  <a:lnTo>
                    <a:pt x="246571" y="1223794"/>
                  </a:lnTo>
                  <a:lnTo>
                    <a:pt x="247239" y="1223794"/>
                  </a:lnTo>
                  <a:lnTo>
                    <a:pt x="247907" y="1223794"/>
                  </a:lnTo>
                  <a:lnTo>
                    <a:pt x="248575" y="1204324"/>
                  </a:lnTo>
                  <a:lnTo>
                    <a:pt x="249243" y="1168166"/>
                  </a:lnTo>
                  <a:lnTo>
                    <a:pt x="249911" y="1201543"/>
                  </a:lnTo>
                  <a:lnTo>
                    <a:pt x="250579" y="1234919"/>
                  </a:lnTo>
                  <a:lnTo>
                    <a:pt x="251247" y="1284983"/>
                  </a:lnTo>
                  <a:lnTo>
                    <a:pt x="251915" y="1268295"/>
                  </a:lnTo>
                  <a:lnTo>
                    <a:pt x="252583" y="1223794"/>
                  </a:lnTo>
                  <a:lnTo>
                    <a:pt x="253251" y="1223794"/>
                  </a:lnTo>
                  <a:lnTo>
                    <a:pt x="253919" y="1223794"/>
                  </a:lnTo>
                  <a:lnTo>
                    <a:pt x="254587" y="1223794"/>
                  </a:lnTo>
                  <a:lnTo>
                    <a:pt x="255255" y="1204324"/>
                  </a:lnTo>
                  <a:lnTo>
                    <a:pt x="255923" y="1223794"/>
                  </a:lnTo>
                  <a:lnTo>
                    <a:pt x="256591" y="1223794"/>
                  </a:lnTo>
                  <a:lnTo>
                    <a:pt x="257259" y="1223794"/>
                  </a:lnTo>
                  <a:lnTo>
                    <a:pt x="257927" y="1223794"/>
                  </a:lnTo>
                  <a:lnTo>
                    <a:pt x="258595" y="1234919"/>
                  </a:lnTo>
                  <a:lnTo>
                    <a:pt x="259263" y="1232138"/>
                  </a:lnTo>
                  <a:lnTo>
                    <a:pt x="259931" y="1240482"/>
                  </a:lnTo>
                  <a:lnTo>
                    <a:pt x="260599" y="1248826"/>
                  </a:lnTo>
                  <a:lnTo>
                    <a:pt x="261267" y="1279421"/>
                  </a:lnTo>
                  <a:lnTo>
                    <a:pt x="261935" y="1279421"/>
                  </a:lnTo>
                  <a:lnTo>
                    <a:pt x="262603" y="1301671"/>
                  </a:lnTo>
                  <a:lnTo>
                    <a:pt x="263271" y="1335048"/>
                  </a:lnTo>
                  <a:lnTo>
                    <a:pt x="263939" y="1335048"/>
                  </a:lnTo>
                  <a:lnTo>
                    <a:pt x="264607" y="1282202"/>
                  </a:lnTo>
                  <a:lnTo>
                    <a:pt x="265275" y="1296109"/>
                  </a:lnTo>
                  <a:lnTo>
                    <a:pt x="265943" y="1335048"/>
                  </a:lnTo>
                  <a:lnTo>
                    <a:pt x="266611" y="1335048"/>
                  </a:lnTo>
                  <a:lnTo>
                    <a:pt x="267279" y="1335048"/>
                  </a:lnTo>
                  <a:lnTo>
                    <a:pt x="267948" y="1335048"/>
                  </a:lnTo>
                  <a:lnTo>
                    <a:pt x="268616" y="1390675"/>
                  </a:lnTo>
                  <a:lnTo>
                    <a:pt x="269284" y="1390675"/>
                  </a:lnTo>
                  <a:lnTo>
                    <a:pt x="269952" y="1368424"/>
                  </a:lnTo>
                  <a:lnTo>
                    <a:pt x="270620" y="1284983"/>
                  </a:lnTo>
                  <a:lnTo>
                    <a:pt x="271288" y="1223794"/>
                  </a:lnTo>
                  <a:lnTo>
                    <a:pt x="271956" y="1243263"/>
                  </a:lnTo>
                  <a:lnTo>
                    <a:pt x="272624" y="1262732"/>
                  </a:lnTo>
                  <a:lnTo>
                    <a:pt x="273292" y="1223794"/>
                  </a:lnTo>
                  <a:lnTo>
                    <a:pt x="273960" y="1173729"/>
                  </a:lnTo>
                  <a:lnTo>
                    <a:pt x="274628" y="1168166"/>
                  </a:lnTo>
                  <a:lnTo>
                    <a:pt x="275296" y="1204324"/>
                  </a:lnTo>
                  <a:lnTo>
                    <a:pt x="275964" y="1223794"/>
                  </a:lnTo>
                  <a:lnTo>
                    <a:pt x="276632" y="1259951"/>
                  </a:lnTo>
                  <a:lnTo>
                    <a:pt x="277300" y="1279421"/>
                  </a:lnTo>
                  <a:lnTo>
                    <a:pt x="277968" y="1209887"/>
                  </a:lnTo>
                  <a:lnTo>
                    <a:pt x="278636" y="1168166"/>
                  </a:lnTo>
                  <a:lnTo>
                    <a:pt x="279304" y="1168166"/>
                  </a:lnTo>
                  <a:lnTo>
                    <a:pt x="279972" y="1168166"/>
                  </a:lnTo>
                  <a:lnTo>
                    <a:pt x="280640" y="1168166"/>
                  </a:lnTo>
                  <a:lnTo>
                    <a:pt x="281308" y="1218231"/>
                  </a:lnTo>
                  <a:lnTo>
                    <a:pt x="281976" y="1190417"/>
                  </a:lnTo>
                  <a:lnTo>
                    <a:pt x="282644" y="1168166"/>
                  </a:lnTo>
                  <a:lnTo>
                    <a:pt x="283312" y="1168166"/>
                  </a:lnTo>
                  <a:lnTo>
                    <a:pt x="283980" y="1115321"/>
                  </a:lnTo>
                  <a:lnTo>
                    <a:pt x="284648" y="1084726"/>
                  </a:lnTo>
                  <a:lnTo>
                    <a:pt x="285316" y="1059694"/>
                  </a:lnTo>
                  <a:lnTo>
                    <a:pt x="285984" y="1112540"/>
                  </a:lnTo>
                  <a:lnTo>
                    <a:pt x="286652" y="1132009"/>
                  </a:lnTo>
                  <a:lnTo>
                    <a:pt x="287320" y="1215449"/>
                  </a:lnTo>
                  <a:lnTo>
                    <a:pt x="287988" y="1276639"/>
                  </a:lnTo>
                  <a:lnTo>
                    <a:pt x="288656" y="1279421"/>
                  </a:lnTo>
                  <a:lnTo>
                    <a:pt x="289324" y="1268295"/>
                  </a:lnTo>
                  <a:lnTo>
                    <a:pt x="289992" y="1279421"/>
                  </a:lnTo>
                  <a:lnTo>
                    <a:pt x="290660" y="1296109"/>
                  </a:lnTo>
                  <a:lnTo>
                    <a:pt x="291328" y="1262732"/>
                  </a:lnTo>
                  <a:lnTo>
                    <a:pt x="291997" y="1223794"/>
                  </a:lnTo>
                  <a:lnTo>
                    <a:pt x="292665" y="1170948"/>
                  </a:lnTo>
                  <a:lnTo>
                    <a:pt x="293333" y="1168166"/>
                  </a:lnTo>
                  <a:lnTo>
                    <a:pt x="294001" y="1168166"/>
                  </a:lnTo>
                  <a:lnTo>
                    <a:pt x="294669" y="1232138"/>
                  </a:lnTo>
                  <a:lnTo>
                    <a:pt x="295337" y="1279421"/>
                  </a:lnTo>
                  <a:lnTo>
                    <a:pt x="296005" y="1254388"/>
                  </a:lnTo>
                  <a:lnTo>
                    <a:pt x="296673" y="1176510"/>
                  </a:lnTo>
                  <a:lnTo>
                    <a:pt x="297341" y="1112540"/>
                  </a:lnTo>
                  <a:lnTo>
                    <a:pt x="298009" y="1104195"/>
                  </a:lnTo>
                  <a:lnTo>
                    <a:pt x="298677" y="1087507"/>
                  </a:lnTo>
                  <a:lnTo>
                    <a:pt x="299345" y="1070819"/>
                  </a:lnTo>
                  <a:lnTo>
                    <a:pt x="300013" y="1056912"/>
                  </a:lnTo>
                  <a:lnTo>
                    <a:pt x="300681" y="1106977"/>
                  </a:lnTo>
                  <a:lnTo>
                    <a:pt x="301349" y="1137572"/>
                  </a:lnTo>
                  <a:lnTo>
                    <a:pt x="302017" y="1168166"/>
                  </a:lnTo>
                  <a:lnTo>
                    <a:pt x="302685" y="1162604"/>
                  </a:lnTo>
                  <a:lnTo>
                    <a:pt x="303353" y="1084726"/>
                  </a:lnTo>
                  <a:lnTo>
                    <a:pt x="304021" y="1056912"/>
                  </a:lnTo>
                  <a:lnTo>
                    <a:pt x="304689" y="1056912"/>
                  </a:lnTo>
                  <a:lnTo>
                    <a:pt x="305357" y="1051350"/>
                  </a:lnTo>
                  <a:lnTo>
                    <a:pt x="306025" y="1023536"/>
                  </a:lnTo>
                  <a:lnTo>
                    <a:pt x="306693" y="1056912"/>
                  </a:lnTo>
                  <a:lnTo>
                    <a:pt x="307361" y="1084726"/>
                  </a:lnTo>
                  <a:lnTo>
                    <a:pt x="308029" y="1054131"/>
                  </a:lnTo>
                  <a:lnTo>
                    <a:pt x="308697" y="1056912"/>
                  </a:lnTo>
                  <a:lnTo>
                    <a:pt x="309365" y="1081945"/>
                  </a:lnTo>
                  <a:lnTo>
                    <a:pt x="310033" y="1031880"/>
                  </a:lnTo>
                  <a:lnTo>
                    <a:pt x="310701" y="906720"/>
                  </a:lnTo>
                  <a:lnTo>
                    <a:pt x="311369" y="831623"/>
                  </a:lnTo>
                  <a:lnTo>
                    <a:pt x="312037" y="745401"/>
                  </a:lnTo>
                  <a:lnTo>
                    <a:pt x="312705" y="689774"/>
                  </a:lnTo>
                  <a:lnTo>
                    <a:pt x="313373" y="764871"/>
                  </a:lnTo>
                  <a:lnTo>
                    <a:pt x="314041" y="817716"/>
                  </a:lnTo>
                  <a:lnTo>
                    <a:pt x="314709" y="712025"/>
                  </a:lnTo>
                  <a:lnTo>
                    <a:pt x="315377" y="720369"/>
                  </a:lnTo>
                  <a:lnTo>
                    <a:pt x="316045" y="667523"/>
                  </a:lnTo>
                  <a:lnTo>
                    <a:pt x="316714" y="661961"/>
                  </a:lnTo>
                  <a:lnTo>
                    <a:pt x="317382" y="611897"/>
                  </a:lnTo>
                  <a:lnTo>
                    <a:pt x="318050" y="575739"/>
                  </a:lnTo>
                  <a:lnTo>
                    <a:pt x="318718" y="478391"/>
                  </a:lnTo>
                  <a:lnTo>
                    <a:pt x="319386" y="447797"/>
                  </a:lnTo>
                  <a:lnTo>
                    <a:pt x="320054" y="506205"/>
                  </a:lnTo>
                  <a:lnTo>
                    <a:pt x="320722" y="481173"/>
                  </a:lnTo>
                  <a:lnTo>
                    <a:pt x="321390" y="445015"/>
                  </a:lnTo>
                  <a:lnTo>
                    <a:pt x="322058" y="419983"/>
                  </a:lnTo>
                  <a:lnTo>
                    <a:pt x="322726" y="445015"/>
                  </a:lnTo>
                  <a:lnTo>
                    <a:pt x="323394" y="445015"/>
                  </a:lnTo>
                  <a:lnTo>
                    <a:pt x="324062" y="445015"/>
                  </a:lnTo>
                  <a:lnTo>
                    <a:pt x="324730" y="511768"/>
                  </a:lnTo>
                  <a:lnTo>
                    <a:pt x="325398" y="556269"/>
                  </a:lnTo>
                  <a:lnTo>
                    <a:pt x="326066" y="556269"/>
                  </a:lnTo>
                  <a:lnTo>
                    <a:pt x="326734" y="578521"/>
                  </a:lnTo>
                  <a:lnTo>
                    <a:pt x="327402" y="700900"/>
                  </a:lnTo>
                  <a:lnTo>
                    <a:pt x="328070" y="775996"/>
                  </a:lnTo>
                  <a:lnTo>
                    <a:pt x="328738" y="862218"/>
                  </a:lnTo>
                  <a:lnTo>
                    <a:pt x="329406" y="945659"/>
                  </a:lnTo>
                  <a:lnTo>
                    <a:pt x="330074" y="945659"/>
                  </a:lnTo>
                  <a:lnTo>
                    <a:pt x="330742" y="959565"/>
                  </a:lnTo>
                  <a:lnTo>
                    <a:pt x="331410" y="1034662"/>
                  </a:lnTo>
                  <a:lnTo>
                    <a:pt x="332078" y="1056912"/>
                  </a:lnTo>
                  <a:lnTo>
                    <a:pt x="332746" y="1148697"/>
                  </a:lnTo>
                  <a:lnTo>
                    <a:pt x="333414" y="1170948"/>
                  </a:lnTo>
                  <a:lnTo>
                    <a:pt x="334082" y="1223794"/>
                  </a:lnTo>
                  <a:lnTo>
                    <a:pt x="334750" y="1254388"/>
                  </a:lnTo>
                  <a:lnTo>
                    <a:pt x="335418" y="1354517"/>
                  </a:lnTo>
                  <a:lnTo>
                    <a:pt x="336086" y="1390675"/>
                  </a:lnTo>
                  <a:lnTo>
                    <a:pt x="336754" y="1407363"/>
                  </a:lnTo>
                  <a:lnTo>
                    <a:pt x="337422" y="1462990"/>
                  </a:lnTo>
                  <a:lnTo>
                    <a:pt x="338090" y="1462990"/>
                  </a:lnTo>
                  <a:lnTo>
                    <a:pt x="338758" y="1471334"/>
                  </a:lnTo>
                  <a:lnTo>
                    <a:pt x="339426" y="1501929"/>
                  </a:lnTo>
                  <a:lnTo>
                    <a:pt x="340094" y="1501929"/>
                  </a:lnTo>
                  <a:lnTo>
                    <a:pt x="340762" y="1501929"/>
                  </a:lnTo>
                  <a:lnTo>
                    <a:pt x="341431" y="1501929"/>
                  </a:lnTo>
                  <a:lnTo>
                    <a:pt x="342099" y="1501929"/>
                  </a:lnTo>
                  <a:lnTo>
                    <a:pt x="342767" y="1521398"/>
                  </a:lnTo>
                  <a:lnTo>
                    <a:pt x="343435" y="1557556"/>
                  </a:lnTo>
                  <a:lnTo>
                    <a:pt x="344103" y="1557556"/>
                  </a:lnTo>
                  <a:lnTo>
                    <a:pt x="344771" y="1557556"/>
                  </a:lnTo>
                  <a:lnTo>
                    <a:pt x="345439" y="1557556"/>
                  </a:lnTo>
                  <a:lnTo>
                    <a:pt x="346107" y="1557556"/>
                  </a:lnTo>
                  <a:lnTo>
                    <a:pt x="346775" y="1557556"/>
                  </a:lnTo>
                  <a:lnTo>
                    <a:pt x="347443" y="1535305"/>
                  </a:lnTo>
                  <a:lnTo>
                    <a:pt x="348111" y="1532523"/>
                  </a:lnTo>
                  <a:lnTo>
                    <a:pt x="348779" y="1557556"/>
                  </a:lnTo>
                  <a:lnTo>
                    <a:pt x="349447" y="1557556"/>
                  </a:lnTo>
                  <a:lnTo>
                    <a:pt x="350115" y="1557556"/>
                  </a:lnTo>
                  <a:lnTo>
                    <a:pt x="350783" y="1557556"/>
                  </a:lnTo>
                  <a:lnTo>
                    <a:pt x="351451" y="1518617"/>
                  </a:lnTo>
                  <a:lnTo>
                    <a:pt x="352119" y="1501929"/>
                  </a:lnTo>
                  <a:lnTo>
                    <a:pt x="352787" y="1465771"/>
                  </a:lnTo>
                  <a:lnTo>
                    <a:pt x="353455" y="1446302"/>
                  </a:lnTo>
                  <a:lnTo>
                    <a:pt x="354123" y="1446302"/>
                  </a:lnTo>
                  <a:lnTo>
                    <a:pt x="354791" y="1429613"/>
                  </a:lnTo>
                  <a:lnTo>
                    <a:pt x="355459" y="1435176"/>
                  </a:lnTo>
                  <a:lnTo>
                    <a:pt x="356127" y="1390675"/>
                  </a:lnTo>
                  <a:lnTo>
                    <a:pt x="356795" y="1390675"/>
                  </a:lnTo>
                  <a:lnTo>
                    <a:pt x="357463" y="1390675"/>
                  </a:lnTo>
                  <a:lnTo>
                    <a:pt x="358131" y="1390675"/>
                  </a:lnTo>
                  <a:lnTo>
                    <a:pt x="358799" y="1348954"/>
                  </a:lnTo>
                  <a:lnTo>
                    <a:pt x="359467" y="1312797"/>
                  </a:lnTo>
                  <a:lnTo>
                    <a:pt x="360135" y="1262732"/>
                  </a:lnTo>
                  <a:lnTo>
                    <a:pt x="360803" y="1223794"/>
                  </a:lnTo>
                  <a:lnTo>
                    <a:pt x="361471" y="1223794"/>
                  </a:lnTo>
                  <a:lnTo>
                    <a:pt x="362139" y="1168166"/>
                  </a:lnTo>
                  <a:lnTo>
                    <a:pt x="362807" y="1129228"/>
                  </a:lnTo>
                  <a:lnTo>
                    <a:pt x="363475" y="1112540"/>
                  </a:lnTo>
                  <a:lnTo>
                    <a:pt x="364143" y="1132009"/>
                  </a:lnTo>
                  <a:lnTo>
                    <a:pt x="364811" y="1168166"/>
                  </a:lnTo>
                  <a:lnTo>
                    <a:pt x="365479" y="1168166"/>
                  </a:lnTo>
                  <a:lnTo>
                    <a:pt x="366148" y="1115321"/>
                  </a:lnTo>
                  <a:lnTo>
                    <a:pt x="366816" y="1081945"/>
                  </a:lnTo>
                  <a:lnTo>
                    <a:pt x="367484" y="1056912"/>
                  </a:lnTo>
                  <a:lnTo>
                    <a:pt x="368152" y="1093070"/>
                  </a:lnTo>
                  <a:lnTo>
                    <a:pt x="368820" y="1112540"/>
                  </a:lnTo>
                  <a:lnTo>
                    <a:pt x="369488" y="1145916"/>
                  </a:lnTo>
                  <a:lnTo>
                    <a:pt x="370156" y="1168166"/>
                  </a:lnTo>
                  <a:lnTo>
                    <a:pt x="370824" y="1168166"/>
                  </a:lnTo>
                  <a:lnTo>
                    <a:pt x="371492" y="1182073"/>
                  </a:lnTo>
                  <a:lnTo>
                    <a:pt x="372160" y="1176511"/>
                  </a:lnTo>
                  <a:lnTo>
                    <a:pt x="372828" y="1193199"/>
                  </a:lnTo>
                  <a:lnTo>
                    <a:pt x="373496" y="1168166"/>
                  </a:lnTo>
                  <a:lnTo>
                    <a:pt x="374164" y="1162604"/>
                  </a:lnTo>
                  <a:lnTo>
                    <a:pt x="374832" y="1112540"/>
                  </a:lnTo>
                  <a:lnTo>
                    <a:pt x="375500" y="1151478"/>
                  </a:lnTo>
                  <a:lnTo>
                    <a:pt x="376168" y="1176511"/>
                  </a:lnTo>
                  <a:lnTo>
                    <a:pt x="376836" y="1145916"/>
                  </a:lnTo>
                  <a:lnTo>
                    <a:pt x="377504" y="1098633"/>
                  </a:lnTo>
                  <a:lnTo>
                    <a:pt x="378172" y="1056912"/>
                  </a:lnTo>
                  <a:lnTo>
                    <a:pt x="378840" y="1073601"/>
                  </a:lnTo>
                  <a:lnTo>
                    <a:pt x="379508" y="1012411"/>
                  </a:lnTo>
                  <a:lnTo>
                    <a:pt x="380176" y="1001286"/>
                  </a:lnTo>
                  <a:lnTo>
                    <a:pt x="380844" y="1001286"/>
                  </a:lnTo>
                  <a:lnTo>
                    <a:pt x="381512" y="1001286"/>
                  </a:lnTo>
                  <a:lnTo>
                    <a:pt x="382180" y="928971"/>
                  </a:lnTo>
                  <a:lnTo>
                    <a:pt x="382848" y="892813"/>
                  </a:lnTo>
                  <a:lnTo>
                    <a:pt x="383516" y="917845"/>
                  </a:lnTo>
                  <a:lnTo>
                    <a:pt x="384184" y="945659"/>
                  </a:lnTo>
                  <a:lnTo>
                    <a:pt x="384852" y="945659"/>
                  </a:lnTo>
                  <a:lnTo>
                    <a:pt x="385520" y="945659"/>
                  </a:lnTo>
                  <a:lnTo>
                    <a:pt x="386188" y="945659"/>
                  </a:lnTo>
                  <a:lnTo>
                    <a:pt x="386856" y="945659"/>
                  </a:lnTo>
                  <a:lnTo>
                    <a:pt x="387524" y="945659"/>
                  </a:lnTo>
                  <a:lnTo>
                    <a:pt x="388192" y="979035"/>
                  </a:lnTo>
                  <a:lnTo>
                    <a:pt x="388860" y="1001286"/>
                  </a:lnTo>
                  <a:lnTo>
                    <a:pt x="389528" y="1029099"/>
                  </a:lnTo>
                  <a:lnTo>
                    <a:pt x="390197" y="1056912"/>
                  </a:lnTo>
                  <a:lnTo>
                    <a:pt x="390865" y="1059694"/>
                  </a:lnTo>
                  <a:lnTo>
                    <a:pt x="391533" y="1112540"/>
                  </a:lnTo>
                  <a:lnTo>
                    <a:pt x="392201" y="1112540"/>
                  </a:lnTo>
                  <a:lnTo>
                    <a:pt x="392869" y="1120884"/>
                  </a:lnTo>
                  <a:lnTo>
                    <a:pt x="393537" y="1198761"/>
                  </a:lnTo>
                  <a:lnTo>
                    <a:pt x="394205" y="1290546"/>
                  </a:lnTo>
                  <a:lnTo>
                    <a:pt x="394873" y="1298890"/>
                  </a:lnTo>
                  <a:lnTo>
                    <a:pt x="395541" y="1312797"/>
                  </a:lnTo>
                  <a:lnTo>
                    <a:pt x="396209" y="1410144"/>
                  </a:lnTo>
                  <a:lnTo>
                    <a:pt x="396877" y="1446302"/>
                  </a:lnTo>
                  <a:lnTo>
                    <a:pt x="397545" y="1446302"/>
                  </a:lnTo>
                  <a:lnTo>
                    <a:pt x="398213" y="1401800"/>
                  </a:lnTo>
                  <a:lnTo>
                    <a:pt x="398881" y="1457427"/>
                  </a:lnTo>
                  <a:lnTo>
                    <a:pt x="399549" y="1546430"/>
                  </a:lnTo>
                  <a:lnTo>
                    <a:pt x="400217" y="1557556"/>
                  </a:lnTo>
                  <a:lnTo>
                    <a:pt x="400885" y="1557556"/>
                  </a:lnTo>
                  <a:lnTo>
                    <a:pt x="401553" y="1557556"/>
                  </a:lnTo>
                  <a:lnTo>
                    <a:pt x="402221" y="1557556"/>
                  </a:lnTo>
                  <a:lnTo>
                    <a:pt x="402889" y="1557556"/>
                  </a:lnTo>
                  <a:lnTo>
                    <a:pt x="403557" y="1557556"/>
                  </a:lnTo>
                  <a:lnTo>
                    <a:pt x="404225" y="1557556"/>
                  </a:lnTo>
                  <a:lnTo>
                    <a:pt x="404893" y="1557556"/>
                  </a:lnTo>
                  <a:lnTo>
                    <a:pt x="405561" y="1557556"/>
                  </a:lnTo>
                  <a:lnTo>
                    <a:pt x="406229" y="1557556"/>
                  </a:lnTo>
                  <a:lnTo>
                    <a:pt x="406897" y="1557556"/>
                  </a:lnTo>
                  <a:lnTo>
                    <a:pt x="407565" y="1557556"/>
                  </a:lnTo>
                  <a:lnTo>
                    <a:pt x="408233" y="1557556"/>
                  </a:lnTo>
                  <a:lnTo>
                    <a:pt x="408901" y="1557556"/>
                  </a:lnTo>
                  <a:lnTo>
                    <a:pt x="409569" y="1557556"/>
                  </a:lnTo>
                  <a:lnTo>
                    <a:pt x="410237" y="1557556"/>
                  </a:lnTo>
                  <a:lnTo>
                    <a:pt x="410905" y="1557556"/>
                  </a:lnTo>
                  <a:lnTo>
                    <a:pt x="411573" y="1590932"/>
                  </a:lnTo>
                  <a:lnTo>
                    <a:pt x="412241" y="1613183"/>
                  </a:lnTo>
                  <a:lnTo>
                    <a:pt x="412909" y="1613183"/>
                  </a:lnTo>
                  <a:lnTo>
                    <a:pt x="413577" y="1613183"/>
                  </a:lnTo>
                  <a:lnTo>
                    <a:pt x="414245" y="1613183"/>
                  </a:lnTo>
                  <a:lnTo>
                    <a:pt x="414914" y="1654903"/>
                  </a:lnTo>
                  <a:lnTo>
                    <a:pt x="415582" y="1668810"/>
                  </a:lnTo>
                  <a:lnTo>
                    <a:pt x="415582" y="1668810"/>
                  </a:lnTo>
                  <a:lnTo>
                    <a:pt x="416250" y="1668810"/>
                  </a:lnTo>
                  <a:lnTo>
                    <a:pt x="416918" y="1635433"/>
                  </a:lnTo>
                  <a:lnTo>
                    <a:pt x="417586" y="1613183"/>
                  </a:lnTo>
                  <a:lnTo>
                    <a:pt x="418254" y="1613183"/>
                  </a:lnTo>
                  <a:lnTo>
                    <a:pt x="418922" y="1613183"/>
                  </a:lnTo>
                  <a:lnTo>
                    <a:pt x="419590" y="1613183"/>
                  </a:lnTo>
                  <a:lnTo>
                    <a:pt x="420258" y="1613183"/>
                  </a:lnTo>
                  <a:lnTo>
                    <a:pt x="420926" y="1613183"/>
                  </a:lnTo>
                  <a:lnTo>
                    <a:pt x="421594" y="1613183"/>
                  </a:lnTo>
                  <a:lnTo>
                    <a:pt x="422262" y="1613183"/>
                  </a:lnTo>
                  <a:lnTo>
                    <a:pt x="422930" y="1613183"/>
                  </a:lnTo>
                  <a:lnTo>
                    <a:pt x="423598" y="1577025"/>
                  </a:lnTo>
                  <a:lnTo>
                    <a:pt x="424266" y="1557556"/>
                  </a:lnTo>
                  <a:lnTo>
                    <a:pt x="424934" y="1504710"/>
                  </a:lnTo>
                  <a:lnTo>
                    <a:pt x="425602" y="1457427"/>
                  </a:lnTo>
                  <a:lnTo>
                    <a:pt x="426270" y="1354517"/>
                  </a:lnTo>
                  <a:lnTo>
                    <a:pt x="426938" y="1335048"/>
                  </a:lnTo>
                  <a:lnTo>
                    <a:pt x="427606" y="1335048"/>
                  </a:lnTo>
                  <a:lnTo>
                    <a:pt x="428274" y="1259951"/>
                  </a:lnTo>
                  <a:lnTo>
                    <a:pt x="428942" y="1223794"/>
                  </a:lnTo>
                  <a:lnTo>
                    <a:pt x="429610" y="1223794"/>
                  </a:lnTo>
                  <a:lnTo>
                    <a:pt x="430278" y="1223794"/>
                  </a:lnTo>
                  <a:lnTo>
                    <a:pt x="430946" y="1223794"/>
                  </a:lnTo>
                  <a:lnTo>
                    <a:pt x="431614" y="1223794"/>
                  </a:lnTo>
                  <a:lnTo>
                    <a:pt x="432282" y="1223794"/>
                  </a:lnTo>
                  <a:lnTo>
                    <a:pt x="432950" y="1223794"/>
                  </a:lnTo>
                  <a:lnTo>
                    <a:pt x="433618" y="1221012"/>
                  </a:lnTo>
                  <a:lnTo>
                    <a:pt x="434286" y="1223794"/>
                  </a:lnTo>
                  <a:lnTo>
                    <a:pt x="434954" y="1223794"/>
                  </a:lnTo>
                  <a:lnTo>
                    <a:pt x="435622" y="1223794"/>
                  </a:lnTo>
                  <a:lnTo>
                    <a:pt x="436290" y="1223794"/>
                  </a:lnTo>
                  <a:lnTo>
                    <a:pt x="436958" y="1223794"/>
                  </a:lnTo>
                  <a:lnTo>
                    <a:pt x="437626" y="1218231"/>
                  </a:lnTo>
                  <a:lnTo>
                    <a:pt x="438294" y="1168166"/>
                  </a:lnTo>
                  <a:lnTo>
                    <a:pt x="438962" y="1168166"/>
                  </a:lnTo>
                  <a:lnTo>
                    <a:pt x="439631" y="1168166"/>
                  </a:lnTo>
                  <a:lnTo>
                    <a:pt x="440299" y="1162604"/>
                  </a:lnTo>
                  <a:lnTo>
                    <a:pt x="440967" y="1112540"/>
                  </a:lnTo>
                  <a:lnTo>
                    <a:pt x="441635" y="1162604"/>
                  </a:lnTo>
                  <a:lnTo>
                    <a:pt x="442303" y="1207105"/>
                  </a:lnTo>
                  <a:lnTo>
                    <a:pt x="442971" y="1312797"/>
                  </a:lnTo>
                  <a:lnTo>
                    <a:pt x="443639" y="1335048"/>
                  </a:lnTo>
                  <a:lnTo>
                    <a:pt x="444307" y="1335048"/>
                  </a:lnTo>
                  <a:lnTo>
                    <a:pt x="444975" y="1404581"/>
                  </a:lnTo>
                  <a:lnTo>
                    <a:pt x="445643" y="1446302"/>
                  </a:lnTo>
                  <a:lnTo>
                    <a:pt x="446311" y="1446302"/>
                  </a:lnTo>
                  <a:lnTo>
                    <a:pt x="446979" y="1446302"/>
                  </a:lnTo>
                  <a:lnTo>
                    <a:pt x="447647" y="1446302"/>
                  </a:lnTo>
                  <a:lnTo>
                    <a:pt x="448315" y="1446302"/>
                  </a:lnTo>
                  <a:lnTo>
                    <a:pt x="448983" y="1446302"/>
                  </a:lnTo>
                  <a:lnTo>
                    <a:pt x="449651" y="1446302"/>
                  </a:lnTo>
                  <a:lnTo>
                    <a:pt x="450319" y="1476896"/>
                  </a:lnTo>
                  <a:lnTo>
                    <a:pt x="450987" y="1501929"/>
                  </a:lnTo>
                  <a:lnTo>
                    <a:pt x="451655" y="1501929"/>
                  </a:lnTo>
                  <a:lnTo>
                    <a:pt x="452323" y="1501929"/>
                  </a:lnTo>
                  <a:lnTo>
                    <a:pt x="452991" y="1471334"/>
                  </a:lnTo>
                  <a:lnTo>
                    <a:pt x="453659" y="1446302"/>
                  </a:lnTo>
                  <a:lnTo>
                    <a:pt x="454327" y="1449083"/>
                  </a:lnTo>
                  <a:lnTo>
                    <a:pt x="454995" y="1501929"/>
                  </a:lnTo>
                  <a:lnTo>
                    <a:pt x="455663" y="1501929"/>
                  </a:lnTo>
                  <a:lnTo>
                    <a:pt x="456331" y="1501929"/>
                  </a:lnTo>
                  <a:lnTo>
                    <a:pt x="456999" y="1488022"/>
                  </a:lnTo>
                  <a:lnTo>
                    <a:pt x="457667" y="1557556"/>
                  </a:lnTo>
                  <a:lnTo>
                    <a:pt x="458335" y="1557556"/>
                  </a:lnTo>
                  <a:lnTo>
                    <a:pt x="459003" y="1557556"/>
                  </a:lnTo>
                  <a:lnTo>
                    <a:pt x="459671" y="1557556"/>
                  </a:lnTo>
                  <a:lnTo>
                    <a:pt x="460339" y="1557556"/>
                  </a:lnTo>
                  <a:lnTo>
                    <a:pt x="461007" y="1557556"/>
                  </a:lnTo>
                  <a:lnTo>
                    <a:pt x="461675" y="1557556"/>
                  </a:lnTo>
                  <a:lnTo>
                    <a:pt x="462343" y="1557556"/>
                  </a:lnTo>
                  <a:lnTo>
                    <a:pt x="463011" y="1557556"/>
                  </a:lnTo>
                  <a:lnTo>
                    <a:pt x="463679" y="1557556"/>
                  </a:lnTo>
                  <a:lnTo>
                    <a:pt x="464348" y="1557556"/>
                  </a:lnTo>
                  <a:lnTo>
                    <a:pt x="465016" y="1557556"/>
                  </a:lnTo>
                  <a:lnTo>
                    <a:pt x="465684" y="1557556"/>
                  </a:lnTo>
                  <a:lnTo>
                    <a:pt x="466352" y="1557556"/>
                  </a:lnTo>
                  <a:lnTo>
                    <a:pt x="467020" y="1521398"/>
                  </a:lnTo>
                  <a:lnTo>
                    <a:pt x="467688" y="1474115"/>
                  </a:lnTo>
                  <a:lnTo>
                    <a:pt x="468356" y="1446302"/>
                  </a:lnTo>
                  <a:lnTo>
                    <a:pt x="469024" y="1429613"/>
                  </a:lnTo>
                  <a:lnTo>
                    <a:pt x="469692" y="1418488"/>
                  </a:lnTo>
                  <a:lnTo>
                    <a:pt x="470360" y="1446302"/>
                  </a:lnTo>
                  <a:lnTo>
                    <a:pt x="471028" y="1446302"/>
                  </a:lnTo>
                  <a:lnTo>
                    <a:pt x="471696" y="1446302"/>
                  </a:lnTo>
                  <a:lnTo>
                    <a:pt x="472364" y="1446302"/>
                  </a:lnTo>
                  <a:lnTo>
                    <a:pt x="473032" y="1446302"/>
                  </a:lnTo>
                  <a:lnTo>
                    <a:pt x="473700" y="1490803"/>
                  </a:lnTo>
                  <a:lnTo>
                    <a:pt x="474368" y="1476896"/>
                  </a:lnTo>
                  <a:lnTo>
                    <a:pt x="475036" y="1446302"/>
                  </a:lnTo>
                  <a:lnTo>
                    <a:pt x="475704" y="1446302"/>
                  </a:lnTo>
                  <a:lnTo>
                    <a:pt x="476372" y="1415707"/>
                  </a:lnTo>
                  <a:lnTo>
                    <a:pt x="477040" y="1390675"/>
                  </a:lnTo>
                  <a:lnTo>
                    <a:pt x="477708" y="1390675"/>
                  </a:lnTo>
                  <a:lnTo>
                    <a:pt x="478376" y="1390675"/>
                  </a:lnTo>
                  <a:lnTo>
                    <a:pt x="479044" y="1379549"/>
                  </a:lnTo>
                  <a:lnTo>
                    <a:pt x="479712" y="1315578"/>
                  </a:lnTo>
                  <a:lnTo>
                    <a:pt x="480380" y="1279421"/>
                  </a:lnTo>
                  <a:lnTo>
                    <a:pt x="481048" y="1279421"/>
                  </a:lnTo>
                  <a:lnTo>
                    <a:pt x="481716" y="1279421"/>
                  </a:lnTo>
                  <a:lnTo>
                    <a:pt x="482384" y="1279421"/>
                  </a:lnTo>
                  <a:lnTo>
                    <a:pt x="483052" y="1251607"/>
                  </a:lnTo>
                  <a:lnTo>
                    <a:pt x="483720" y="1257170"/>
                  </a:lnTo>
                  <a:lnTo>
                    <a:pt x="484388" y="1279421"/>
                  </a:lnTo>
                  <a:lnTo>
                    <a:pt x="485056" y="1279421"/>
                  </a:lnTo>
                  <a:lnTo>
                    <a:pt x="485724" y="1293327"/>
                  </a:lnTo>
                  <a:lnTo>
                    <a:pt x="486392" y="1335048"/>
                  </a:lnTo>
                  <a:lnTo>
                    <a:pt x="487060" y="1329485"/>
                  </a:lnTo>
                  <a:lnTo>
                    <a:pt x="487728" y="1279421"/>
                  </a:lnTo>
                  <a:lnTo>
                    <a:pt x="488397" y="1279421"/>
                  </a:lnTo>
                  <a:lnTo>
                    <a:pt x="489065" y="1246044"/>
                  </a:lnTo>
                  <a:lnTo>
                    <a:pt x="489733" y="1168166"/>
                  </a:lnTo>
                  <a:lnTo>
                    <a:pt x="490401" y="1134790"/>
                  </a:lnTo>
                  <a:lnTo>
                    <a:pt x="491069" y="1134790"/>
                  </a:lnTo>
                  <a:lnTo>
                    <a:pt x="491737" y="1168166"/>
                  </a:lnTo>
                  <a:lnTo>
                    <a:pt x="492405" y="1168166"/>
                  </a:lnTo>
                  <a:lnTo>
                    <a:pt x="493073" y="1195980"/>
                  </a:lnTo>
                  <a:lnTo>
                    <a:pt x="493741" y="1223794"/>
                  </a:lnTo>
                  <a:lnTo>
                    <a:pt x="494409" y="1195980"/>
                  </a:lnTo>
                  <a:lnTo>
                    <a:pt x="495077" y="1168166"/>
                  </a:lnTo>
                  <a:lnTo>
                    <a:pt x="495745" y="1176511"/>
                  </a:lnTo>
                  <a:lnTo>
                    <a:pt x="496413" y="1240482"/>
                  </a:lnTo>
                  <a:lnTo>
                    <a:pt x="497081" y="1279421"/>
                  </a:lnTo>
                  <a:lnTo>
                    <a:pt x="497749" y="1279421"/>
                  </a:lnTo>
                  <a:lnTo>
                    <a:pt x="498417" y="1271077"/>
                  </a:lnTo>
                  <a:lnTo>
                    <a:pt x="499085" y="1223794"/>
                  </a:lnTo>
                  <a:lnTo>
                    <a:pt x="499753" y="1248826"/>
                  </a:lnTo>
                  <a:lnTo>
                    <a:pt x="500421" y="1279421"/>
                  </a:lnTo>
                  <a:lnTo>
                    <a:pt x="501089" y="1301671"/>
                  </a:lnTo>
                  <a:lnTo>
                    <a:pt x="501757" y="1335048"/>
                  </a:lnTo>
                  <a:lnTo>
                    <a:pt x="502425" y="1315578"/>
                  </a:lnTo>
                  <a:lnTo>
                    <a:pt x="503093" y="1279421"/>
                  </a:lnTo>
                  <a:lnTo>
                    <a:pt x="503761" y="1282202"/>
                  </a:lnTo>
                  <a:lnTo>
                    <a:pt x="504429" y="1335048"/>
                  </a:lnTo>
                  <a:lnTo>
                    <a:pt x="505097" y="1335048"/>
                  </a:lnTo>
                  <a:lnTo>
                    <a:pt x="505765" y="1362861"/>
                  </a:lnTo>
                  <a:lnTo>
                    <a:pt x="506433" y="1393456"/>
                  </a:lnTo>
                  <a:lnTo>
                    <a:pt x="507101" y="1421269"/>
                  </a:lnTo>
                  <a:lnTo>
                    <a:pt x="507769" y="1446302"/>
                  </a:lnTo>
                  <a:lnTo>
                    <a:pt x="508437" y="1446302"/>
                  </a:lnTo>
                  <a:lnTo>
                    <a:pt x="509105" y="1446302"/>
                  </a:lnTo>
                  <a:lnTo>
                    <a:pt x="509773" y="1446302"/>
                  </a:lnTo>
                  <a:lnTo>
                    <a:pt x="510441" y="1446302"/>
                  </a:lnTo>
                  <a:lnTo>
                    <a:pt x="511109" y="1471334"/>
                  </a:lnTo>
                  <a:lnTo>
                    <a:pt x="511777" y="1501929"/>
                  </a:lnTo>
                  <a:lnTo>
                    <a:pt x="512445" y="1501929"/>
                  </a:lnTo>
                  <a:lnTo>
                    <a:pt x="513114" y="1501929"/>
                  </a:lnTo>
                  <a:lnTo>
                    <a:pt x="513782" y="1501929"/>
                  </a:lnTo>
                  <a:lnTo>
                    <a:pt x="514450" y="1501929"/>
                  </a:lnTo>
                  <a:lnTo>
                    <a:pt x="515118" y="1507491"/>
                  </a:lnTo>
                  <a:lnTo>
                    <a:pt x="515786" y="1557556"/>
                  </a:lnTo>
                  <a:lnTo>
                    <a:pt x="516454" y="1557556"/>
                  </a:lnTo>
                  <a:lnTo>
                    <a:pt x="517122" y="1557556"/>
                  </a:lnTo>
                  <a:lnTo>
                    <a:pt x="517790" y="1557556"/>
                  </a:lnTo>
                  <a:lnTo>
                    <a:pt x="518458" y="1557556"/>
                  </a:lnTo>
                  <a:lnTo>
                    <a:pt x="519126" y="1574244"/>
                  </a:lnTo>
                  <a:lnTo>
                    <a:pt x="519794" y="1613183"/>
                  </a:lnTo>
                  <a:lnTo>
                    <a:pt x="520462" y="1613183"/>
                  </a:lnTo>
                  <a:lnTo>
                    <a:pt x="521130" y="1613183"/>
                  </a:lnTo>
                  <a:lnTo>
                    <a:pt x="521798" y="1613183"/>
                  </a:lnTo>
                  <a:lnTo>
                    <a:pt x="522466" y="1613183"/>
                  </a:lnTo>
                  <a:lnTo>
                    <a:pt x="523134" y="1663247"/>
                  </a:lnTo>
                  <a:lnTo>
                    <a:pt x="523802" y="1668810"/>
                  </a:lnTo>
                  <a:lnTo>
                    <a:pt x="523802" y="1668810"/>
                  </a:lnTo>
                  <a:lnTo>
                    <a:pt x="524470" y="1668810"/>
                  </a:lnTo>
                  <a:lnTo>
                    <a:pt x="525138" y="1668810"/>
                  </a:lnTo>
                  <a:lnTo>
                    <a:pt x="525806" y="1668810"/>
                  </a:lnTo>
                  <a:lnTo>
                    <a:pt x="526474" y="1668810"/>
                  </a:lnTo>
                  <a:lnTo>
                    <a:pt x="527142" y="1668810"/>
                  </a:lnTo>
                  <a:lnTo>
                    <a:pt x="527810" y="1668810"/>
                  </a:lnTo>
                  <a:lnTo>
                    <a:pt x="528478" y="1668810"/>
                  </a:lnTo>
                  <a:lnTo>
                    <a:pt x="529146" y="1663247"/>
                  </a:lnTo>
                  <a:lnTo>
                    <a:pt x="529814" y="1613183"/>
                  </a:lnTo>
                  <a:lnTo>
                    <a:pt x="530482" y="1577025"/>
                  </a:lnTo>
                  <a:lnTo>
                    <a:pt x="531150" y="1526961"/>
                  </a:lnTo>
                  <a:lnTo>
                    <a:pt x="531818" y="1501929"/>
                  </a:lnTo>
                  <a:lnTo>
                    <a:pt x="532486" y="1460208"/>
                  </a:lnTo>
                  <a:lnTo>
                    <a:pt x="533154" y="1393456"/>
                  </a:lnTo>
                  <a:lnTo>
                    <a:pt x="533822" y="1390675"/>
                  </a:lnTo>
                  <a:lnTo>
                    <a:pt x="534490" y="1390675"/>
                  </a:lnTo>
                  <a:lnTo>
                    <a:pt x="535158" y="1390675"/>
                  </a:lnTo>
                  <a:lnTo>
                    <a:pt x="535826" y="1390675"/>
                  </a:lnTo>
                  <a:lnTo>
                    <a:pt x="536494" y="1390675"/>
                  </a:lnTo>
                  <a:lnTo>
                    <a:pt x="537162" y="1390675"/>
                  </a:lnTo>
                  <a:lnTo>
                    <a:pt x="537831" y="1390675"/>
                  </a:lnTo>
                  <a:lnTo>
                    <a:pt x="538499" y="1348954"/>
                  </a:lnTo>
                  <a:lnTo>
                    <a:pt x="539167" y="1298890"/>
                  </a:lnTo>
                  <a:lnTo>
                    <a:pt x="539835" y="1279421"/>
                  </a:lnTo>
                  <a:lnTo>
                    <a:pt x="540503" y="1279421"/>
                  </a:lnTo>
                  <a:lnTo>
                    <a:pt x="541171" y="1279421"/>
                  </a:lnTo>
                  <a:lnTo>
                    <a:pt x="541839" y="1279421"/>
                  </a:lnTo>
                  <a:lnTo>
                    <a:pt x="542507" y="1279421"/>
                  </a:lnTo>
                  <a:lnTo>
                    <a:pt x="543175" y="1279421"/>
                  </a:lnTo>
                  <a:lnTo>
                    <a:pt x="543843" y="1279421"/>
                  </a:lnTo>
                  <a:lnTo>
                    <a:pt x="544511" y="1279421"/>
                  </a:lnTo>
                  <a:lnTo>
                    <a:pt x="545179" y="1279421"/>
                  </a:lnTo>
                  <a:lnTo>
                    <a:pt x="545847" y="1282202"/>
                  </a:lnTo>
                  <a:lnTo>
                    <a:pt x="546515" y="1335048"/>
                  </a:lnTo>
                  <a:lnTo>
                    <a:pt x="547183" y="1368424"/>
                  </a:lnTo>
                  <a:lnTo>
                    <a:pt x="547851" y="1418488"/>
                  </a:lnTo>
                  <a:lnTo>
                    <a:pt x="548519" y="1446302"/>
                  </a:lnTo>
                  <a:lnTo>
                    <a:pt x="549187" y="1485240"/>
                  </a:lnTo>
                  <a:lnTo>
                    <a:pt x="549855" y="1551993"/>
                  </a:lnTo>
                  <a:lnTo>
                    <a:pt x="550523" y="1543649"/>
                  </a:lnTo>
                  <a:lnTo>
                    <a:pt x="551191" y="1501929"/>
                  </a:lnTo>
                  <a:lnTo>
                    <a:pt x="551859" y="1501929"/>
                  </a:lnTo>
                  <a:lnTo>
                    <a:pt x="552527" y="1501929"/>
                  </a:lnTo>
                  <a:lnTo>
                    <a:pt x="553195" y="1501929"/>
                  </a:lnTo>
                  <a:lnTo>
                    <a:pt x="553863" y="1501929"/>
                  </a:lnTo>
                  <a:lnTo>
                    <a:pt x="554531" y="1501929"/>
                  </a:lnTo>
                  <a:lnTo>
                    <a:pt x="555199" y="1540867"/>
                  </a:lnTo>
                  <a:lnTo>
                    <a:pt x="555867" y="1560337"/>
                  </a:lnTo>
                  <a:lnTo>
                    <a:pt x="556535" y="1557556"/>
                  </a:lnTo>
                  <a:lnTo>
                    <a:pt x="557203" y="1557556"/>
                  </a:lnTo>
                  <a:lnTo>
                    <a:pt x="557871" y="1546430"/>
                  </a:lnTo>
                  <a:lnTo>
                    <a:pt x="558539" y="1490803"/>
                  </a:lnTo>
                  <a:lnTo>
                    <a:pt x="559207" y="1446302"/>
                  </a:lnTo>
                  <a:lnTo>
                    <a:pt x="559875" y="1401800"/>
                  </a:lnTo>
                  <a:lnTo>
                    <a:pt x="560543" y="1390675"/>
                  </a:lnTo>
                  <a:lnTo>
                    <a:pt x="561211" y="1390675"/>
                  </a:lnTo>
                  <a:lnTo>
                    <a:pt x="561879" y="1390675"/>
                  </a:lnTo>
                  <a:lnTo>
                    <a:pt x="562548" y="1390675"/>
                  </a:lnTo>
                  <a:lnTo>
                    <a:pt x="563216" y="1390675"/>
                  </a:lnTo>
                  <a:lnTo>
                    <a:pt x="563884" y="1390675"/>
                  </a:lnTo>
                  <a:lnTo>
                    <a:pt x="564552" y="1390675"/>
                  </a:lnTo>
                  <a:lnTo>
                    <a:pt x="565220" y="1346173"/>
                  </a:lnTo>
                  <a:lnTo>
                    <a:pt x="565888" y="1287765"/>
                  </a:lnTo>
                  <a:lnTo>
                    <a:pt x="566556" y="1279421"/>
                  </a:lnTo>
                  <a:lnTo>
                    <a:pt x="567224" y="1290546"/>
                  </a:lnTo>
                  <a:lnTo>
                    <a:pt x="567892" y="1335048"/>
                  </a:lnTo>
                  <a:lnTo>
                    <a:pt x="568560" y="1335048"/>
                  </a:lnTo>
                  <a:lnTo>
                    <a:pt x="569228" y="1335048"/>
                  </a:lnTo>
                  <a:lnTo>
                    <a:pt x="569896" y="1335048"/>
                  </a:lnTo>
                  <a:lnTo>
                    <a:pt x="570564" y="1335048"/>
                  </a:lnTo>
                  <a:lnTo>
                    <a:pt x="571232" y="1335048"/>
                  </a:lnTo>
                  <a:lnTo>
                    <a:pt x="571900" y="1335048"/>
                  </a:lnTo>
                  <a:lnTo>
                    <a:pt x="572568" y="1357298"/>
                  </a:lnTo>
                  <a:lnTo>
                    <a:pt x="573236" y="1315578"/>
                  </a:lnTo>
                  <a:lnTo>
                    <a:pt x="573904" y="1237700"/>
                  </a:lnTo>
                  <a:lnTo>
                    <a:pt x="574572" y="1232138"/>
                  </a:lnTo>
                  <a:lnTo>
                    <a:pt x="575240" y="1287765"/>
                  </a:lnTo>
                  <a:lnTo>
                    <a:pt x="575908" y="1326704"/>
                  </a:lnTo>
                  <a:lnTo>
                    <a:pt x="576576" y="1321141"/>
                  </a:lnTo>
                  <a:lnTo>
                    <a:pt x="577244" y="1335048"/>
                  </a:lnTo>
                  <a:lnTo>
                    <a:pt x="577912" y="1335048"/>
                  </a:lnTo>
                  <a:lnTo>
                    <a:pt x="578580" y="1335048"/>
                  </a:lnTo>
                  <a:lnTo>
                    <a:pt x="579248" y="1335048"/>
                  </a:lnTo>
                  <a:lnTo>
                    <a:pt x="579916" y="1335048"/>
                  </a:lnTo>
                  <a:lnTo>
                    <a:pt x="580584" y="1335048"/>
                  </a:lnTo>
                  <a:lnTo>
                    <a:pt x="581252" y="1335048"/>
                  </a:lnTo>
                  <a:lnTo>
                    <a:pt x="581920" y="1376768"/>
                  </a:lnTo>
                  <a:lnTo>
                    <a:pt x="582588" y="1435176"/>
                  </a:lnTo>
                  <a:lnTo>
                    <a:pt x="583256" y="1446302"/>
                  </a:lnTo>
                  <a:lnTo>
                    <a:pt x="583924" y="1446302"/>
                  </a:lnTo>
                  <a:lnTo>
                    <a:pt x="584592" y="1446302"/>
                  </a:lnTo>
                  <a:lnTo>
                    <a:pt x="585260" y="1446302"/>
                  </a:lnTo>
                  <a:lnTo>
                    <a:pt x="585928" y="1399019"/>
                  </a:lnTo>
                  <a:lnTo>
                    <a:pt x="586597" y="1390675"/>
                  </a:lnTo>
                  <a:lnTo>
                    <a:pt x="587265" y="1390675"/>
                  </a:lnTo>
                  <a:lnTo>
                    <a:pt x="587933" y="1390675"/>
                  </a:lnTo>
                  <a:lnTo>
                    <a:pt x="588601" y="1390675"/>
                  </a:lnTo>
                  <a:lnTo>
                    <a:pt x="589269" y="1393456"/>
                  </a:lnTo>
                  <a:lnTo>
                    <a:pt x="589937" y="1462990"/>
                  </a:lnTo>
                  <a:lnTo>
                    <a:pt x="590605" y="1540867"/>
                  </a:lnTo>
                  <a:lnTo>
                    <a:pt x="591273" y="1557556"/>
                  </a:lnTo>
                  <a:lnTo>
                    <a:pt x="591941" y="1501929"/>
                  </a:lnTo>
                  <a:lnTo>
                    <a:pt x="592609" y="1451864"/>
                  </a:lnTo>
                  <a:lnTo>
                    <a:pt x="593277" y="1501929"/>
                  </a:lnTo>
                  <a:lnTo>
                    <a:pt x="593945" y="1501929"/>
                  </a:lnTo>
                  <a:lnTo>
                    <a:pt x="594613" y="1501929"/>
                  </a:lnTo>
                  <a:lnTo>
                    <a:pt x="595281" y="1501929"/>
                  </a:lnTo>
                  <a:lnTo>
                    <a:pt x="595949" y="1501929"/>
                  </a:lnTo>
                  <a:lnTo>
                    <a:pt x="596617" y="1501929"/>
                  </a:lnTo>
                  <a:lnTo>
                    <a:pt x="597285" y="1501929"/>
                  </a:lnTo>
                  <a:lnTo>
                    <a:pt x="597953" y="1501929"/>
                  </a:lnTo>
                  <a:lnTo>
                    <a:pt x="598621" y="1446302"/>
                  </a:lnTo>
                  <a:lnTo>
                    <a:pt x="599289" y="1446302"/>
                  </a:lnTo>
                  <a:lnTo>
                    <a:pt x="599957" y="1446302"/>
                  </a:lnTo>
                  <a:lnTo>
                    <a:pt x="600625" y="1446302"/>
                  </a:lnTo>
                  <a:lnTo>
                    <a:pt x="601293" y="1446302"/>
                  </a:lnTo>
                  <a:lnTo>
                    <a:pt x="601961" y="1435176"/>
                  </a:lnTo>
                  <a:lnTo>
                    <a:pt x="602629" y="1435176"/>
                  </a:lnTo>
                  <a:lnTo>
                    <a:pt x="603297" y="1446302"/>
                  </a:lnTo>
                  <a:lnTo>
                    <a:pt x="603965" y="1421269"/>
                  </a:lnTo>
                  <a:lnTo>
                    <a:pt x="604633" y="1390675"/>
                  </a:lnTo>
                  <a:lnTo>
                    <a:pt x="605301" y="1390675"/>
                  </a:lnTo>
                  <a:lnTo>
                    <a:pt x="605969" y="1390675"/>
                  </a:lnTo>
                  <a:lnTo>
                    <a:pt x="606637" y="1390675"/>
                  </a:lnTo>
                  <a:lnTo>
                    <a:pt x="607305" y="1385112"/>
                  </a:lnTo>
                  <a:lnTo>
                    <a:pt x="607973" y="1335048"/>
                  </a:lnTo>
                  <a:lnTo>
                    <a:pt x="608641" y="1385112"/>
                  </a:lnTo>
                  <a:lnTo>
                    <a:pt x="609309" y="1446302"/>
                  </a:lnTo>
                  <a:lnTo>
                    <a:pt x="609977" y="1446302"/>
                  </a:lnTo>
                  <a:lnTo>
                    <a:pt x="610645" y="1446302"/>
                  </a:lnTo>
                  <a:lnTo>
                    <a:pt x="611314" y="1401800"/>
                  </a:lnTo>
                  <a:lnTo>
                    <a:pt x="611982" y="1390675"/>
                  </a:lnTo>
                  <a:lnTo>
                    <a:pt x="612650" y="1390675"/>
                  </a:lnTo>
                  <a:lnTo>
                    <a:pt x="613318" y="1390675"/>
                  </a:lnTo>
                  <a:lnTo>
                    <a:pt x="613986" y="1390675"/>
                  </a:lnTo>
                  <a:lnTo>
                    <a:pt x="614654" y="1390675"/>
                  </a:lnTo>
                  <a:lnTo>
                    <a:pt x="615322" y="1443520"/>
                  </a:lnTo>
                  <a:lnTo>
                    <a:pt x="615990" y="1446302"/>
                  </a:lnTo>
                  <a:lnTo>
                    <a:pt x="616658" y="1446302"/>
                  </a:lnTo>
                  <a:lnTo>
                    <a:pt x="617326" y="1446302"/>
                  </a:lnTo>
                  <a:lnTo>
                    <a:pt x="617994" y="1446302"/>
                  </a:lnTo>
                  <a:lnTo>
                    <a:pt x="618662" y="1454646"/>
                  </a:lnTo>
                  <a:lnTo>
                    <a:pt x="619330" y="1465771"/>
                  </a:lnTo>
                  <a:lnTo>
                    <a:pt x="619998" y="1432395"/>
                  </a:lnTo>
                  <a:lnTo>
                    <a:pt x="620666" y="1371205"/>
                  </a:lnTo>
                  <a:lnTo>
                    <a:pt x="621334" y="1390675"/>
                  </a:lnTo>
                  <a:lnTo>
                    <a:pt x="622002" y="1390675"/>
                  </a:lnTo>
                  <a:lnTo>
                    <a:pt x="622670" y="1390675"/>
                  </a:lnTo>
                  <a:lnTo>
                    <a:pt x="623338" y="1390675"/>
                  </a:lnTo>
                  <a:lnTo>
                    <a:pt x="624006" y="1354517"/>
                  </a:lnTo>
                  <a:lnTo>
                    <a:pt x="624674" y="1390675"/>
                  </a:lnTo>
                  <a:lnTo>
                    <a:pt x="625342" y="1390675"/>
                  </a:lnTo>
                  <a:lnTo>
                    <a:pt x="626010" y="1390675"/>
                  </a:lnTo>
                  <a:lnTo>
                    <a:pt x="626678" y="1362861"/>
                  </a:lnTo>
                  <a:lnTo>
                    <a:pt x="627346" y="1335048"/>
                  </a:lnTo>
                  <a:lnTo>
                    <a:pt x="628014" y="1351736"/>
                  </a:lnTo>
                  <a:lnTo>
                    <a:pt x="628682" y="1335048"/>
                  </a:lnTo>
                  <a:lnTo>
                    <a:pt x="629350" y="1335048"/>
                  </a:lnTo>
                  <a:lnTo>
                    <a:pt x="630018" y="1335048"/>
                  </a:lnTo>
                  <a:lnTo>
                    <a:pt x="630686" y="1335048"/>
                  </a:lnTo>
                  <a:lnTo>
                    <a:pt x="631354" y="1279421"/>
                  </a:lnTo>
                  <a:lnTo>
                    <a:pt x="632022" y="1279421"/>
                  </a:lnTo>
                  <a:lnTo>
                    <a:pt x="632690" y="1279421"/>
                  </a:lnTo>
                  <a:lnTo>
                    <a:pt x="633358" y="1279421"/>
                  </a:lnTo>
                  <a:lnTo>
                    <a:pt x="634026" y="1279421"/>
                  </a:lnTo>
                  <a:lnTo>
                    <a:pt x="634694" y="1268295"/>
                  </a:lnTo>
                  <a:lnTo>
                    <a:pt x="635362" y="1223794"/>
                  </a:lnTo>
                  <a:lnTo>
                    <a:pt x="636031" y="1257170"/>
                  </a:lnTo>
                  <a:lnTo>
                    <a:pt x="636699" y="1290546"/>
                  </a:lnTo>
                  <a:lnTo>
                    <a:pt x="637367" y="1373986"/>
                  </a:lnTo>
                  <a:lnTo>
                    <a:pt x="638035" y="1390675"/>
                  </a:lnTo>
                  <a:lnTo>
                    <a:pt x="638703" y="1368424"/>
                  </a:lnTo>
                  <a:lnTo>
                    <a:pt x="639371" y="1335048"/>
                  </a:lnTo>
                  <a:lnTo>
                    <a:pt x="640039" y="1335048"/>
                  </a:lnTo>
                  <a:lnTo>
                    <a:pt x="640707" y="1371205"/>
                  </a:lnTo>
                  <a:lnTo>
                    <a:pt x="641375" y="1390675"/>
                  </a:lnTo>
                  <a:lnTo>
                    <a:pt x="642043" y="1382331"/>
                  </a:lnTo>
                  <a:lnTo>
                    <a:pt x="642711" y="1335048"/>
                  </a:lnTo>
                  <a:lnTo>
                    <a:pt x="643379" y="1360080"/>
                  </a:lnTo>
                  <a:lnTo>
                    <a:pt x="644047" y="1354517"/>
                  </a:lnTo>
                  <a:lnTo>
                    <a:pt x="644715" y="1357298"/>
                  </a:lnTo>
                  <a:lnTo>
                    <a:pt x="645383" y="1390675"/>
                  </a:lnTo>
                  <a:lnTo>
                    <a:pt x="646051" y="1390675"/>
                  </a:lnTo>
                  <a:lnTo>
                    <a:pt x="646719" y="1390675"/>
                  </a:lnTo>
                  <a:lnTo>
                    <a:pt x="647387" y="1390675"/>
                  </a:lnTo>
                  <a:lnTo>
                    <a:pt x="648055" y="1443520"/>
                  </a:lnTo>
                  <a:lnTo>
                    <a:pt x="648723" y="1446302"/>
                  </a:lnTo>
                  <a:lnTo>
                    <a:pt x="649391" y="1446302"/>
                  </a:lnTo>
                  <a:lnTo>
                    <a:pt x="650059" y="1446302"/>
                  </a:lnTo>
                  <a:lnTo>
                    <a:pt x="650727" y="1390675"/>
                  </a:lnTo>
                  <a:lnTo>
                    <a:pt x="651395" y="1399019"/>
                  </a:lnTo>
                  <a:lnTo>
                    <a:pt x="652063" y="1446302"/>
                  </a:lnTo>
                  <a:lnTo>
                    <a:pt x="652731" y="1446302"/>
                  </a:lnTo>
                  <a:lnTo>
                    <a:pt x="653399" y="1446302"/>
                  </a:lnTo>
                  <a:lnTo>
                    <a:pt x="654067" y="1446302"/>
                  </a:lnTo>
                  <a:lnTo>
                    <a:pt x="654735" y="1418488"/>
                  </a:lnTo>
                  <a:lnTo>
                    <a:pt x="655403" y="1410144"/>
                  </a:lnTo>
                  <a:lnTo>
                    <a:pt x="656071" y="1396237"/>
                  </a:lnTo>
                  <a:lnTo>
                    <a:pt x="656739" y="1390675"/>
                  </a:lnTo>
                  <a:lnTo>
                    <a:pt x="657407" y="1390675"/>
                  </a:lnTo>
                  <a:lnTo>
                    <a:pt x="658075" y="1390675"/>
                  </a:lnTo>
                  <a:lnTo>
                    <a:pt x="658743" y="1396237"/>
                  </a:lnTo>
                  <a:lnTo>
                    <a:pt x="659411" y="1446302"/>
                  </a:lnTo>
                  <a:lnTo>
                    <a:pt x="660079" y="1446302"/>
                  </a:lnTo>
                  <a:lnTo>
                    <a:pt x="660748" y="1479678"/>
                  </a:lnTo>
                  <a:lnTo>
                    <a:pt x="661416" y="1490803"/>
                  </a:lnTo>
                  <a:lnTo>
                    <a:pt x="662084" y="1401800"/>
                  </a:lnTo>
                  <a:lnTo>
                    <a:pt x="662752" y="1390675"/>
                  </a:lnTo>
                  <a:lnTo>
                    <a:pt x="663420" y="1390675"/>
                  </a:lnTo>
                  <a:lnTo>
                    <a:pt x="664088" y="1390675"/>
                  </a:lnTo>
                  <a:lnTo>
                    <a:pt x="664756" y="1382331"/>
                  </a:lnTo>
                  <a:lnTo>
                    <a:pt x="665424" y="1335048"/>
                  </a:lnTo>
                  <a:lnTo>
                    <a:pt x="666092" y="1335048"/>
                  </a:lnTo>
                  <a:lnTo>
                    <a:pt x="666760" y="1335048"/>
                  </a:lnTo>
                  <a:lnTo>
                    <a:pt x="667428" y="1387893"/>
                  </a:lnTo>
                  <a:lnTo>
                    <a:pt x="668096" y="1390675"/>
                  </a:lnTo>
                  <a:lnTo>
                    <a:pt x="668764" y="1390675"/>
                  </a:lnTo>
                  <a:lnTo>
                    <a:pt x="669432" y="1390675"/>
                  </a:lnTo>
                  <a:lnTo>
                    <a:pt x="670100" y="1335048"/>
                  </a:lnTo>
                  <a:lnTo>
                    <a:pt x="670768" y="1335048"/>
                  </a:lnTo>
                  <a:lnTo>
                    <a:pt x="671436" y="1346173"/>
                  </a:lnTo>
                  <a:lnTo>
                    <a:pt x="672104" y="1335048"/>
                  </a:lnTo>
                  <a:lnTo>
                    <a:pt x="672772" y="1382330"/>
                  </a:lnTo>
                  <a:lnTo>
                    <a:pt x="673440" y="1390675"/>
                  </a:lnTo>
                  <a:lnTo>
                    <a:pt x="674108" y="1390675"/>
                  </a:lnTo>
                  <a:lnTo>
                    <a:pt x="674776" y="1390675"/>
                  </a:lnTo>
                  <a:lnTo>
                    <a:pt x="675444" y="1390675"/>
                  </a:lnTo>
                  <a:lnTo>
                    <a:pt x="676112" y="1390675"/>
                  </a:lnTo>
                  <a:lnTo>
                    <a:pt x="676780" y="1390675"/>
                  </a:lnTo>
                  <a:lnTo>
                    <a:pt x="677448" y="1390675"/>
                  </a:lnTo>
                  <a:lnTo>
                    <a:pt x="678116" y="1354517"/>
                  </a:lnTo>
                  <a:lnTo>
                    <a:pt x="678784" y="1432395"/>
                  </a:lnTo>
                  <a:lnTo>
                    <a:pt x="679452" y="1446302"/>
                  </a:lnTo>
                  <a:lnTo>
                    <a:pt x="680120" y="1446302"/>
                  </a:lnTo>
                  <a:lnTo>
                    <a:pt x="680788" y="1446302"/>
                  </a:lnTo>
                  <a:lnTo>
                    <a:pt x="681456" y="1451864"/>
                  </a:lnTo>
                  <a:lnTo>
                    <a:pt x="682124" y="1501929"/>
                  </a:lnTo>
                  <a:lnTo>
                    <a:pt x="682792" y="1501929"/>
                  </a:lnTo>
                  <a:lnTo>
                    <a:pt x="683460" y="1501929"/>
                  </a:lnTo>
                  <a:lnTo>
                    <a:pt x="684128" y="1501929"/>
                  </a:lnTo>
                  <a:lnTo>
                    <a:pt x="684797" y="1501929"/>
                  </a:lnTo>
                  <a:lnTo>
                    <a:pt x="685465" y="1501929"/>
                  </a:lnTo>
                  <a:lnTo>
                    <a:pt x="686133" y="1501929"/>
                  </a:lnTo>
                  <a:lnTo>
                    <a:pt x="686801" y="1549212"/>
                  </a:lnTo>
                  <a:lnTo>
                    <a:pt x="687469" y="1501929"/>
                  </a:lnTo>
                  <a:lnTo>
                    <a:pt x="688137" y="1513054"/>
                  </a:lnTo>
                  <a:lnTo>
                    <a:pt x="688805" y="1557556"/>
                  </a:lnTo>
                  <a:lnTo>
                    <a:pt x="689473" y="1549212"/>
                  </a:lnTo>
                  <a:lnTo>
                    <a:pt x="690141" y="1501929"/>
                  </a:lnTo>
                  <a:lnTo>
                    <a:pt x="690809" y="1501929"/>
                  </a:lnTo>
                  <a:lnTo>
                    <a:pt x="691477" y="1501929"/>
                  </a:lnTo>
                  <a:lnTo>
                    <a:pt x="692145" y="1501929"/>
                  </a:lnTo>
                  <a:lnTo>
                    <a:pt x="692813" y="1501929"/>
                  </a:lnTo>
                  <a:lnTo>
                    <a:pt x="693481" y="1501929"/>
                  </a:lnTo>
                  <a:lnTo>
                    <a:pt x="694149" y="1501929"/>
                  </a:lnTo>
                  <a:lnTo>
                    <a:pt x="694817" y="1543649"/>
                  </a:lnTo>
                  <a:lnTo>
                    <a:pt x="695485" y="1557556"/>
                  </a:lnTo>
                  <a:lnTo>
                    <a:pt x="696153" y="1557556"/>
                  </a:lnTo>
                  <a:lnTo>
                    <a:pt x="696821" y="1557556"/>
                  </a:lnTo>
                  <a:lnTo>
                    <a:pt x="697489" y="1557556"/>
                  </a:lnTo>
                  <a:lnTo>
                    <a:pt x="698157" y="1557556"/>
                  </a:lnTo>
                  <a:lnTo>
                    <a:pt x="698825" y="1518617"/>
                  </a:lnTo>
                  <a:lnTo>
                    <a:pt x="699493" y="1501929"/>
                  </a:lnTo>
                  <a:lnTo>
                    <a:pt x="700161" y="1501929"/>
                  </a:lnTo>
                  <a:lnTo>
                    <a:pt x="700829" y="1501929"/>
                  </a:lnTo>
                  <a:lnTo>
                    <a:pt x="701497" y="1501929"/>
                  </a:lnTo>
                  <a:lnTo>
                    <a:pt x="702165" y="1501929"/>
                  </a:lnTo>
                  <a:lnTo>
                    <a:pt x="702833" y="1501929"/>
                  </a:lnTo>
                  <a:lnTo>
                    <a:pt x="703501" y="1504710"/>
                  </a:lnTo>
                  <a:lnTo>
                    <a:pt x="704169" y="1557556"/>
                  </a:lnTo>
                  <a:lnTo>
                    <a:pt x="704837" y="1557556"/>
                  </a:lnTo>
                  <a:lnTo>
                    <a:pt x="705505" y="1557556"/>
                  </a:lnTo>
                  <a:lnTo>
                    <a:pt x="706173" y="1535305"/>
                  </a:lnTo>
                  <a:lnTo>
                    <a:pt x="706841" y="1557556"/>
                  </a:lnTo>
                  <a:lnTo>
                    <a:pt x="707509" y="1493584"/>
                  </a:lnTo>
                  <a:lnTo>
                    <a:pt x="708177" y="1390675"/>
                  </a:lnTo>
                  <a:lnTo>
                    <a:pt x="708845" y="1390675"/>
                  </a:lnTo>
                  <a:lnTo>
                    <a:pt x="709514" y="1390675"/>
                  </a:lnTo>
                  <a:lnTo>
                    <a:pt x="710182" y="1390675"/>
                  </a:lnTo>
                  <a:lnTo>
                    <a:pt x="710850" y="1390675"/>
                  </a:lnTo>
                  <a:lnTo>
                    <a:pt x="711518" y="1351736"/>
                  </a:lnTo>
                  <a:lnTo>
                    <a:pt x="712186" y="1335048"/>
                  </a:lnTo>
                  <a:lnTo>
                    <a:pt x="712854" y="1335048"/>
                  </a:lnTo>
                  <a:lnTo>
                    <a:pt x="713522" y="1335048"/>
                  </a:lnTo>
                  <a:lnTo>
                    <a:pt x="714190" y="1304453"/>
                  </a:lnTo>
                  <a:lnTo>
                    <a:pt x="714858" y="1279421"/>
                  </a:lnTo>
                  <a:lnTo>
                    <a:pt x="715526" y="1315578"/>
                  </a:lnTo>
                  <a:lnTo>
                    <a:pt x="716194" y="1315578"/>
                  </a:lnTo>
                  <a:lnTo>
                    <a:pt x="716862" y="1257170"/>
                  </a:lnTo>
                  <a:lnTo>
                    <a:pt x="717530" y="1223794"/>
                  </a:lnTo>
                  <a:lnTo>
                    <a:pt x="718198" y="1223794"/>
                  </a:lnTo>
                  <a:lnTo>
                    <a:pt x="718866" y="1223794"/>
                  </a:lnTo>
                  <a:lnTo>
                    <a:pt x="719534" y="1223794"/>
                  </a:lnTo>
                  <a:lnTo>
                    <a:pt x="720202" y="1223794"/>
                  </a:lnTo>
                  <a:lnTo>
                    <a:pt x="720870" y="1223794"/>
                  </a:lnTo>
                  <a:lnTo>
                    <a:pt x="721538" y="1168166"/>
                  </a:lnTo>
                  <a:lnTo>
                    <a:pt x="722206" y="1168166"/>
                  </a:lnTo>
                  <a:lnTo>
                    <a:pt x="722874" y="1193199"/>
                  </a:lnTo>
                  <a:lnTo>
                    <a:pt x="723542" y="1223794"/>
                  </a:lnTo>
                  <a:lnTo>
                    <a:pt x="724210" y="1282202"/>
                  </a:lnTo>
                  <a:lnTo>
                    <a:pt x="724878" y="1387893"/>
                  </a:lnTo>
                  <a:lnTo>
                    <a:pt x="725546" y="1348954"/>
                  </a:lnTo>
                  <a:lnTo>
                    <a:pt x="726214" y="1326704"/>
                  </a:lnTo>
                  <a:lnTo>
                    <a:pt x="726882" y="1259951"/>
                  </a:lnTo>
                  <a:lnTo>
                    <a:pt x="727550" y="1223794"/>
                  </a:lnTo>
                  <a:lnTo>
                    <a:pt x="728218" y="1259951"/>
                  </a:lnTo>
                  <a:lnTo>
                    <a:pt x="728886" y="1279421"/>
                  </a:lnTo>
                  <a:lnTo>
                    <a:pt x="729554" y="1279421"/>
                  </a:lnTo>
                  <a:lnTo>
                    <a:pt x="730222" y="1279421"/>
                  </a:lnTo>
                  <a:lnTo>
                    <a:pt x="730890" y="1307234"/>
                  </a:lnTo>
                  <a:lnTo>
                    <a:pt x="731558" y="1335048"/>
                  </a:lnTo>
                  <a:lnTo>
                    <a:pt x="732226" y="1335048"/>
                  </a:lnTo>
                  <a:lnTo>
                    <a:pt x="732894" y="1351736"/>
                  </a:lnTo>
                  <a:lnTo>
                    <a:pt x="733562" y="1410144"/>
                  </a:lnTo>
                  <a:lnTo>
                    <a:pt x="734231" y="1446302"/>
                  </a:lnTo>
                  <a:lnTo>
                    <a:pt x="734899" y="1446302"/>
                  </a:lnTo>
                  <a:lnTo>
                    <a:pt x="735567" y="1418488"/>
                  </a:lnTo>
                  <a:lnTo>
                    <a:pt x="736235" y="1368424"/>
                  </a:lnTo>
                  <a:lnTo>
                    <a:pt x="736903" y="1279421"/>
                  </a:lnTo>
                  <a:lnTo>
                    <a:pt x="737571" y="1279421"/>
                  </a:lnTo>
                  <a:lnTo>
                    <a:pt x="738239" y="1332266"/>
                  </a:lnTo>
                  <a:lnTo>
                    <a:pt x="738907" y="1335048"/>
                  </a:lnTo>
                  <a:lnTo>
                    <a:pt x="739575" y="1335048"/>
                  </a:lnTo>
                  <a:lnTo>
                    <a:pt x="740243" y="1335048"/>
                  </a:lnTo>
                  <a:lnTo>
                    <a:pt x="740911" y="1335048"/>
                  </a:lnTo>
                  <a:lnTo>
                    <a:pt x="741579" y="1335048"/>
                  </a:lnTo>
                  <a:lnTo>
                    <a:pt x="742247" y="1340610"/>
                  </a:lnTo>
                  <a:lnTo>
                    <a:pt x="742915" y="1340610"/>
                  </a:lnTo>
                  <a:lnTo>
                    <a:pt x="743583" y="1407363"/>
                  </a:lnTo>
                  <a:lnTo>
                    <a:pt x="744251" y="1446302"/>
                  </a:lnTo>
                  <a:lnTo>
                    <a:pt x="744919" y="1410144"/>
                  </a:lnTo>
                  <a:lnTo>
                    <a:pt x="745587" y="1335048"/>
                  </a:lnTo>
                  <a:lnTo>
                    <a:pt x="746255" y="1335048"/>
                  </a:lnTo>
                  <a:lnTo>
                    <a:pt x="746923" y="1279421"/>
                  </a:lnTo>
                  <a:lnTo>
                    <a:pt x="747591" y="1279421"/>
                  </a:lnTo>
                  <a:lnTo>
                    <a:pt x="748259" y="1279421"/>
                  </a:lnTo>
                  <a:lnTo>
                    <a:pt x="748927" y="1279421"/>
                  </a:lnTo>
                  <a:lnTo>
                    <a:pt x="749595" y="1279421"/>
                  </a:lnTo>
                  <a:lnTo>
                    <a:pt x="750263" y="1279421"/>
                  </a:lnTo>
                  <a:lnTo>
                    <a:pt x="750931" y="1279421"/>
                  </a:lnTo>
                  <a:lnTo>
                    <a:pt x="751599" y="1279421"/>
                  </a:lnTo>
                  <a:lnTo>
                    <a:pt x="752267" y="1304453"/>
                  </a:lnTo>
                  <a:lnTo>
                    <a:pt x="752935" y="1351736"/>
                  </a:lnTo>
                  <a:lnTo>
                    <a:pt x="753603" y="1446302"/>
                  </a:lnTo>
                  <a:lnTo>
                    <a:pt x="754271" y="1446302"/>
                  </a:lnTo>
                  <a:lnTo>
                    <a:pt x="754939" y="1446302"/>
                  </a:lnTo>
                  <a:lnTo>
                    <a:pt x="755607" y="1446302"/>
                  </a:lnTo>
                  <a:lnTo>
                    <a:pt x="756275" y="1446302"/>
                  </a:lnTo>
                  <a:lnTo>
                    <a:pt x="756943" y="1446302"/>
                  </a:lnTo>
                  <a:lnTo>
                    <a:pt x="757611" y="1446302"/>
                  </a:lnTo>
                  <a:lnTo>
                    <a:pt x="758279" y="1410144"/>
                  </a:lnTo>
                  <a:lnTo>
                    <a:pt x="758948" y="1421269"/>
                  </a:lnTo>
                  <a:lnTo>
                    <a:pt x="759616" y="1446302"/>
                  </a:lnTo>
                  <a:lnTo>
                    <a:pt x="760284" y="1446302"/>
                  </a:lnTo>
                  <a:lnTo>
                    <a:pt x="760952" y="1446302"/>
                  </a:lnTo>
                  <a:lnTo>
                    <a:pt x="761620" y="1476896"/>
                  </a:lnTo>
                  <a:lnTo>
                    <a:pt x="762288" y="1557556"/>
                  </a:lnTo>
                  <a:lnTo>
                    <a:pt x="762956" y="1557556"/>
                  </a:lnTo>
                  <a:lnTo>
                    <a:pt x="763624" y="1610401"/>
                  </a:lnTo>
                  <a:lnTo>
                    <a:pt x="764292" y="1613183"/>
                  </a:lnTo>
                  <a:lnTo>
                    <a:pt x="764960" y="1613183"/>
                  </a:lnTo>
                  <a:lnTo>
                    <a:pt x="765628" y="1613183"/>
                  </a:lnTo>
                  <a:lnTo>
                    <a:pt x="766296" y="1563118"/>
                  </a:lnTo>
                  <a:lnTo>
                    <a:pt x="766964" y="1557556"/>
                  </a:lnTo>
                  <a:lnTo>
                    <a:pt x="767632" y="1557556"/>
                  </a:lnTo>
                  <a:lnTo>
                    <a:pt x="768300" y="1557556"/>
                  </a:lnTo>
                  <a:lnTo>
                    <a:pt x="768968" y="1557556"/>
                  </a:lnTo>
                  <a:lnTo>
                    <a:pt x="769636" y="1557556"/>
                  </a:lnTo>
                  <a:lnTo>
                    <a:pt x="770304" y="1557556"/>
                  </a:lnTo>
                  <a:lnTo>
                    <a:pt x="770972" y="1557556"/>
                  </a:lnTo>
                  <a:lnTo>
                    <a:pt x="771640" y="1557556"/>
                  </a:lnTo>
                  <a:lnTo>
                    <a:pt x="772308" y="1557556"/>
                  </a:lnTo>
                  <a:lnTo>
                    <a:pt x="772976" y="1557556"/>
                  </a:lnTo>
                  <a:lnTo>
                    <a:pt x="773644" y="1557556"/>
                  </a:lnTo>
                  <a:lnTo>
                    <a:pt x="774312" y="1557556"/>
                  </a:lnTo>
                  <a:lnTo>
                    <a:pt x="774980" y="1540867"/>
                  </a:lnTo>
                  <a:lnTo>
                    <a:pt x="775648" y="1557556"/>
                  </a:lnTo>
                  <a:lnTo>
                    <a:pt x="776316" y="1557556"/>
                  </a:lnTo>
                  <a:lnTo>
                    <a:pt x="776984" y="1557556"/>
                  </a:lnTo>
                  <a:lnTo>
                    <a:pt x="777652" y="1507491"/>
                  </a:lnTo>
                  <a:lnTo>
                    <a:pt x="778320" y="1476896"/>
                  </a:lnTo>
                  <a:lnTo>
                    <a:pt x="778988" y="1446302"/>
                  </a:lnTo>
                  <a:lnTo>
                    <a:pt x="779656" y="1410144"/>
                  </a:lnTo>
                  <a:lnTo>
                    <a:pt x="780324" y="1379549"/>
                  </a:lnTo>
                  <a:lnTo>
                    <a:pt x="780992" y="1273858"/>
                  </a:lnTo>
                  <a:lnTo>
                    <a:pt x="781660" y="1223794"/>
                  </a:lnTo>
                  <a:lnTo>
                    <a:pt x="782328" y="1223794"/>
                  </a:lnTo>
                  <a:lnTo>
                    <a:pt x="782997" y="1271077"/>
                  </a:lnTo>
                  <a:lnTo>
                    <a:pt x="783665" y="1279421"/>
                  </a:lnTo>
                  <a:lnTo>
                    <a:pt x="784333" y="1279421"/>
                  </a:lnTo>
                  <a:lnTo>
                    <a:pt x="785001" y="1279421"/>
                  </a:lnTo>
                  <a:lnTo>
                    <a:pt x="785669" y="1279421"/>
                  </a:lnTo>
                  <a:lnTo>
                    <a:pt x="786337" y="1279421"/>
                  </a:lnTo>
                  <a:lnTo>
                    <a:pt x="787005" y="1279421"/>
                  </a:lnTo>
                  <a:lnTo>
                    <a:pt x="787673" y="1279421"/>
                  </a:lnTo>
                  <a:lnTo>
                    <a:pt x="788341" y="1279421"/>
                  </a:lnTo>
                  <a:lnTo>
                    <a:pt x="789009" y="1279421"/>
                  </a:lnTo>
                  <a:lnTo>
                    <a:pt x="789677" y="1279421"/>
                  </a:lnTo>
                  <a:lnTo>
                    <a:pt x="790345" y="1279421"/>
                  </a:lnTo>
                  <a:lnTo>
                    <a:pt x="791013" y="1279421"/>
                  </a:lnTo>
                  <a:lnTo>
                    <a:pt x="791681" y="1326704"/>
                  </a:lnTo>
                  <a:lnTo>
                    <a:pt x="792349" y="1335048"/>
                  </a:lnTo>
                  <a:lnTo>
                    <a:pt x="793017" y="1335048"/>
                  </a:lnTo>
                  <a:lnTo>
                    <a:pt x="793685" y="1335048"/>
                  </a:lnTo>
                  <a:lnTo>
                    <a:pt x="794353" y="1382330"/>
                  </a:lnTo>
                  <a:lnTo>
                    <a:pt x="795021" y="1412925"/>
                  </a:lnTo>
                  <a:lnTo>
                    <a:pt x="795689" y="1446302"/>
                  </a:lnTo>
                  <a:lnTo>
                    <a:pt x="796357" y="1479678"/>
                  </a:lnTo>
                  <a:lnTo>
                    <a:pt x="797025" y="1510273"/>
                  </a:lnTo>
                  <a:lnTo>
                    <a:pt x="797693" y="1613183"/>
                  </a:lnTo>
                  <a:lnTo>
                    <a:pt x="798361" y="1613183"/>
                  </a:lnTo>
                  <a:lnTo>
                    <a:pt x="799029" y="1613183"/>
                  </a:lnTo>
                  <a:lnTo>
                    <a:pt x="799697" y="1613183"/>
                  </a:lnTo>
                  <a:lnTo>
                    <a:pt x="800365" y="1590932"/>
                  </a:lnTo>
                  <a:lnTo>
                    <a:pt x="801033" y="1557556"/>
                  </a:lnTo>
                  <a:lnTo>
                    <a:pt x="801701" y="1557556"/>
                  </a:lnTo>
                  <a:lnTo>
                    <a:pt x="802369" y="1557556"/>
                  </a:lnTo>
                  <a:lnTo>
                    <a:pt x="803037" y="1557556"/>
                  </a:lnTo>
                  <a:lnTo>
                    <a:pt x="803705" y="1557556"/>
                  </a:lnTo>
                  <a:lnTo>
                    <a:pt x="804373" y="1554774"/>
                  </a:lnTo>
                  <a:lnTo>
                    <a:pt x="805041" y="1501929"/>
                  </a:lnTo>
                  <a:lnTo>
                    <a:pt x="805709" y="1501929"/>
                  </a:lnTo>
                  <a:lnTo>
                    <a:pt x="806377" y="1501929"/>
                  </a:lnTo>
                  <a:lnTo>
                    <a:pt x="807045" y="1501929"/>
                  </a:lnTo>
                  <a:lnTo>
                    <a:pt x="807714" y="1501929"/>
                  </a:lnTo>
                  <a:lnTo>
                    <a:pt x="808382" y="1501929"/>
                  </a:lnTo>
                  <a:lnTo>
                    <a:pt x="809050" y="1501929"/>
                  </a:lnTo>
                  <a:lnTo>
                    <a:pt x="809718" y="1454646"/>
                  </a:lnTo>
                  <a:lnTo>
                    <a:pt x="810386" y="1446302"/>
                  </a:lnTo>
                  <a:lnTo>
                    <a:pt x="811054" y="1421269"/>
                  </a:lnTo>
                  <a:lnTo>
                    <a:pt x="811722" y="1390675"/>
                  </a:lnTo>
                  <a:lnTo>
                    <a:pt x="812390" y="1390675"/>
                  </a:lnTo>
                  <a:lnTo>
                    <a:pt x="813058" y="1390675"/>
                  </a:lnTo>
                  <a:lnTo>
                    <a:pt x="813726" y="1390675"/>
                  </a:lnTo>
                  <a:lnTo>
                    <a:pt x="814394" y="1390675"/>
                  </a:lnTo>
                  <a:lnTo>
                    <a:pt x="815062" y="1443520"/>
                  </a:lnTo>
                  <a:lnTo>
                    <a:pt x="815730" y="1446302"/>
                  </a:lnTo>
                  <a:lnTo>
                    <a:pt x="816398" y="1446302"/>
                  </a:lnTo>
                  <a:lnTo>
                    <a:pt x="817066" y="1465771"/>
                  </a:lnTo>
                  <a:lnTo>
                    <a:pt x="817734" y="1501929"/>
                  </a:lnTo>
                  <a:lnTo>
                    <a:pt x="818402" y="1501929"/>
                  </a:lnTo>
                  <a:lnTo>
                    <a:pt x="819070" y="1501929"/>
                  </a:lnTo>
                  <a:lnTo>
                    <a:pt x="819738" y="1501929"/>
                  </a:lnTo>
                  <a:lnTo>
                    <a:pt x="820406" y="1501929"/>
                  </a:lnTo>
                  <a:lnTo>
                    <a:pt x="821074" y="1501929"/>
                  </a:lnTo>
                  <a:lnTo>
                    <a:pt x="821742" y="1557556"/>
                  </a:lnTo>
                  <a:lnTo>
                    <a:pt x="822410" y="1557556"/>
                  </a:lnTo>
                  <a:lnTo>
                    <a:pt x="823078" y="1557556"/>
                  </a:lnTo>
                  <a:lnTo>
                    <a:pt x="823746" y="1557556"/>
                  </a:lnTo>
                  <a:lnTo>
                    <a:pt x="824414" y="1557556"/>
                  </a:lnTo>
                  <a:lnTo>
                    <a:pt x="825082" y="1557556"/>
                  </a:lnTo>
                  <a:lnTo>
                    <a:pt x="825750" y="1557556"/>
                  </a:lnTo>
                  <a:lnTo>
                    <a:pt x="826418" y="1602057"/>
                  </a:lnTo>
                  <a:lnTo>
                    <a:pt x="827086" y="1613183"/>
                  </a:lnTo>
                  <a:lnTo>
                    <a:pt x="827754" y="1635433"/>
                  </a:lnTo>
                  <a:lnTo>
                    <a:pt x="828422" y="1668810"/>
                  </a:lnTo>
                  <a:lnTo>
                    <a:pt x="828422" y="1668810"/>
                  </a:lnTo>
                  <a:lnTo>
                    <a:pt x="829090" y="1668810"/>
                  </a:lnTo>
                  <a:lnTo>
                    <a:pt x="829758" y="1621527"/>
                  </a:lnTo>
                  <a:lnTo>
                    <a:pt x="830426" y="1613183"/>
                  </a:lnTo>
                  <a:lnTo>
                    <a:pt x="831094" y="1613183"/>
                  </a:lnTo>
                  <a:lnTo>
                    <a:pt x="831762" y="1613183"/>
                  </a:lnTo>
                  <a:lnTo>
                    <a:pt x="832431" y="1613183"/>
                  </a:lnTo>
                  <a:lnTo>
                    <a:pt x="833099" y="1582588"/>
                  </a:lnTo>
                  <a:lnTo>
                    <a:pt x="833767" y="1557556"/>
                  </a:lnTo>
                  <a:lnTo>
                    <a:pt x="834435" y="1554774"/>
                  </a:lnTo>
                  <a:lnTo>
                    <a:pt x="835103" y="1501929"/>
                  </a:lnTo>
                  <a:lnTo>
                    <a:pt x="835771" y="1474115"/>
                  </a:lnTo>
                  <a:lnTo>
                    <a:pt x="836439" y="1446302"/>
                  </a:lnTo>
                  <a:lnTo>
                    <a:pt x="837107" y="1446302"/>
                  </a:lnTo>
                  <a:lnTo>
                    <a:pt x="837775" y="1446302"/>
                  </a:lnTo>
                  <a:lnTo>
                    <a:pt x="838443" y="1446302"/>
                  </a:lnTo>
                  <a:lnTo>
                    <a:pt x="839111" y="1446302"/>
                  </a:lnTo>
                  <a:lnTo>
                    <a:pt x="839779" y="1446302"/>
                  </a:lnTo>
                  <a:lnTo>
                    <a:pt x="840447" y="1446302"/>
                  </a:lnTo>
                  <a:lnTo>
                    <a:pt x="841115" y="1446302"/>
                  </a:lnTo>
                  <a:lnTo>
                    <a:pt x="841783" y="1446302"/>
                  </a:lnTo>
                  <a:lnTo>
                    <a:pt x="842451" y="1446302"/>
                  </a:lnTo>
                  <a:lnTo>
                    <a:pt x="843119" y="1446302"/>
                  </a:lnTo>
                  <a:lnTo>
                    <a:pt x="843787" y="1446302"/>
                  </a:lnTo>
                  <a:lnTo>
                    <a:pt x="844455" y="1446302"/>
                  </a:lnTo>
                  <a:lnTo>
                    <a:pt x="845123" y="1446302"/>
                  </a:lnTo>
                  <a:lnTo>
                    <a:pt x="845791" y="1446302"/>
                  </a:lnTo>
                  <a:lnTo>
                    <a:pt x="846459" y="1490803"/>
                  </a:lnTo>
                  <a:lnTo>
                    <a:pt x="847127" y="1501929"/>
                  </a:lnTo>
                  <a:lnTo>
                    <a:pt x="847795" y="1501929"/>
                  </a:lnTo>
                  <a:lnTo>
                    <a:pt x="848463" y="1501929"/>
                  </a:lnTo>
                  <a:lnTo>
                    <a:pt x="849131" y="1501929"/>
                  </a:lnTo>
                  <a:lnTo>
                    <a:pt x="849799" y="1529742"/>
                  </a:lnTo>
                  <a:lnTo>
                    <a:pt x="850467" y="1557556"/>
                  </a:lnTo>
                  <a:lnTo>
                    <a:pt x="851135" y="1557556"/>
                  </a:lnTo>
                  <a:lnTo>
                    <a:pt x="851803" y="1604839"/>
                  </a:lnTo>
                  <a:lnTo>
                    <a:pt x="852471" y="1582588"/>
                  </a:lnTo>
                  <a:lnTo>
                    <a:pt x="853139" y="1613183"/>
                  </a:lnTo>
                  <a:lnTo>
                    <a:pt x="853807" y="1571462"/>
                  </a:lnTo>
                  <a:lnTo>
                    <a:pt x="854475" y="1557556"/>
                  </a:lnTo>
                  <a:lnTo>
                    <a:pt x="855143" y="1557556"/>
                  </a:lnTo>
                  <a:lnTo>
                    <a:pt x="855811" y="1546430"/>
                  </a:lnTo>
                  <a:lnTo>
                    <a:pt x="856480" y="1268295"/>
                  </a:lnTo>
                  <a:lnTo>
                    <a:pt x="857148" y="1223794"/>
                  </a:lnTo>
                  <a:lnTo>
                    <a:pt x="857816" y="1193199"/>
                  </a:lnTo>
                  <a:lnTo>
                    <a:pt x="858484" y="1168166"/>
                  </a:lnTo>
                  <a:lnTo>
                    <a:pt x="859152" y="1168166"/>
                  </a:lnTo>
                  <a:lnTo>
                    <a:pt x="859820" y="1168166"/>
                  </a:lnTo>
                  <a:lnTo>
                    <a:pt x="860488" y="1168166"/>
                  </a:lnTo>
                  <a:lnTo>
                    <a:pt x="861156" y="1168166"/>
                  </a:lnTo>
                  <a:lnTo>
                    <a:pt x="861824" y="1168166"/>
                  </a:lnTo>
                  <a:lnTo>
                    <a:pt x="862492" y="1168166"/>
                  </a:lnTo>
                  <a:lnTo>
                    <a:pt x="863160" y="1168166"/>
                  </a:lnTo>
                  <a:lnTo>
                    <a:pt x="863828" y="1168166"/>
                  </a:lnTo>
                  <a:lnTo>
                    <a:pt x="864496" y="1168166"/>
                  </a:lnTo>
                  <a:lnTo>
                    <a:pt x="865164" y="1168166"/>
                  </a:lnTo>
                  <a:lnTo>
                    <a:pt x="865832" y="1168166"/>
                  </a:lnTo>
                  <a:lnTo>
                    <a:pt x="866500" y="1118102"/>
                  </a:lnTo>
                  <a:lnTo>
                    <a:pt x="867168" y="1112540"/>
                  </a:lnTo>
                  <a:lnTo>
                    <a:pt x="867836" y="1112540"/>
                  </a:lnTo>
                  <a:lnTo>
                    <a:pt x="868504" y="1118102"/>
                  </a:lnTo>
                  <a:lnTo>
                    <a:pt x="869172" y="1115321"/>
                  </a:lnTo>
                  <a:lnTo>
                    <a:pt x="869840" y="1112540"/>
                  </a:lnTo>
                  <a:lnTo>
                    <a:pt x="870508" y="1106977"/>
                  </a:lnTo>
                  <a:lnTo>
                    <a:pt x="871176" y="1112540"/>
                  </a:lnTo>
                  <a:lnTo>
                    <a:pt x="871844" y="1112540"/>
                  </a:lnTo>
                  <a:lnTo>
                    <a:pt x="872512" y="1118102"/>
                  </a:lnTo>
                  <a:lnTo>
                    <a:pt x="873180" y="1390675"/>
                  </a:lnTo>
                  <a:lnTo>
                    <a:pt x="873848" y="1446302"/>
                  </a:lnTo>
                  <a:lnTo>
                    <a:pt x="874516" y="1474115"/>
                  </a:lnTo>
                  <a:lnTo>
                    <a:pt x="875184" y="1501929"/>
                  </a:lnTo>
                  <a:lnTo>
                    <a:pt x="875852" y="1501929"/>
                  </a:lnTo>
                  <a:lnTo>
                    <a:pt x="876520" y="1501929"/>
                  </a:lnTo>
                  <a:lnTo>
                    <a:pt x="877188" y="1501929"/>
                  </a:lnTo>
                  <a:lnTo>
                    <a:pt x="877856" y="1501929"/>
                  </a:lnTo>
                  <a:lnTo>
                    <a:pt x="878524" y="1501929"/>
                  </a:lnTo>
                  <a:lnTo>
                    <a:pt x="879192" y="1501929"/>
                  </a:lnTo>
                  <a:lnTo>
                    <a:pt x="879860" y="1501929"/>
                  </a:lnTo>
                  <a:lnTo>
                    <a:pt x="880528" y="1501929"/>
                  </a:lnTo>
                  <a:lnTo>
                    <a:pt x="881197" y="1460208"/>
                  </a:lnTo>
                  <a:lnTo>
                    <a:pt x="881865" y="1446302"/>
                  </a:lnTo>
                  <a:lnTo>
                    <a:pt x="882533" y="1446302"/>
                  </a:lnTo>
                  <a:lnTo>
                    <a:pt x="883201" y="1493585"/>
                  </a:lnTo>
                  <a:lnTo>
                    <a:pt x="883869" y="1501929"/>
                  </a:lnTo>
                  <a:lnTo>
                    <a:pt x="884537" y="1501929"/>
                  </a:lnTo>
                  <a:lnTo>
                    <a:pt x="885205" y="1501929"/>
                  </a:lnTo>
                  <a:lnTo>
                    <a:pt x="885873" y="1551993"/>
                  </a:lnTo>
                  <a:lnTo>
                    <a:pt x="886541" y="1557556"/>
                  </a:lnTo>
                  <a:lnTo>
                    <a:pt x="887209" y="1599276"/>
                  </a:lnTo>
                  <a:lnTo>
                    <a:pt x="887877" y="1613183"/>
                  </a:lnTo>
                  <a:lnTo>
                    <a:pt x="888545" y="1613183"/>
                  </a:lnTo>
                  <a:lnTo>
                    <a:pt x="889213" y="1613183"/>
                  </a:lnTo>
                  <a:lnTo>
                    <a:pt x="889881" y="1613183"/>
                  </a:lnTo>
                  <a:lnTo>
                    <a:pt x="890549" y="1613183"/>
                  </a:lnTo>
                  <a:lnTo>
                    <a:pt x="891217" y="1588150"/>
                  </a:lnTo>
                  <a:lnTo>
                    <a:pt x="891885" y="1557556"/>
                  </a:lnTo>
                  <a:lnTo>
                    <a:pt x="892553" y="1557556"/>
                  </a:lnTo>
                  <a:lnTo>
                    <a:pt x="893221" y="1557556"/>
                  </a:lnTo>
                  <a:lnTo>
                    <a:pt x="893889" y="1557556"/>
                  </a:lnTo>
                  <a:lnTo>
                    <a:pt x="894557" y="1557556"/>
                  </a:lnTo>
                  <a:lnTo>
                    <a:pt x="895225" y="1557556"/>
                  </a:lnTo>
                  <a:lnTo>
                    <a:pt x="895893" y="1557556"/>
                  </a:lnTo>
                  <a:lnTo>
                    <a:pt x="896561" y="1513054"/>
                  </a:lnTo>
                  <a:lnTo>
                    <a:pt x="897229" y="1457427"/>
                  </a:lnTo>
                  <a:lnTo>
                    <a:pt x="897897" y="1485240"/>
                  </a:lnTo>
                  <a:lnTo>
                    <a:pt x="898565" y="1501929"/>
                  </a:lnTo>
                  <a:lnTo>
                    <a:pt x="899233" y="1501929"/>
                  </a:lnTo>
                  <a:lnTo>
                    <a:pt x="899901" y="1501929"/>
                  </a:lnTo>
                  <a:lnTo>
                    <a:pt x="900569" y="1501929"/>
                  </a:lnTo>
                  <a:lnTo>
                    <a:pt x="901237" y="1501929"/>
                  </a:lnTo>
                  <a:lnTo>
                    <a:pt x="901905" y="1471334"/>
                  </a:lnTo>
                  <a:lnTo>
                    <a:pt x="902573" y="1446302"/>
                  </a:lnTo>
                  <a:lnTo>
                    <a:pt x="903241" y="1446302"/>
                  </a:lnTo>
                  <a:lnTo>
                    <a:pt x="903909" y="1446302"/>
                  </a:lnTo>
                  <a:lnTo>
                    <a:pt x="904577" y="1446302"/>
                  </a:lnTo>
                  <a:lnTo>
                    <a:pt x="905245" y="1446302"/>
                  </a:lnTo>
                  <a:lnTo>
                    <a:pt x="905914" y="1446302"/>
                  </a:lnTo>
                  <a:lnTo>
                    <a:pt x="906582" y="1446302"/>
                  </a:lnTo>
                  <a:lnTo>
                    <a:pt x="907250" y="1446302"/>
                  </a:lnTo>
                  <a:lnTo>
                    <a:pt x="907918" y="1468552"/>
                  </a:lnTo>
                  <a:lnTo>
                    <a:pt x="908586" y="1471334"/>
                  </a:lnTo>
                  <a:lnTo>
                    <a:pt x="909254" y="1446302"/>
                  </a:lnTo>
                  <a:lnTo>
                    <a:pt x="909922" y="1446302"/>
                  </a:lnTo>
                  <a:lnTo>
                    <a:pt x="910590" y="1446302"/>
                  </a:lnTo>
                  <a:lnTo>
                    <a:pt x="911258" y="1446302"/>
                  </a:lnTo>
                  <a:lnTo>
                    <a:pt x="911926" y="1446302"/>
                  </a:lnTo>
                  <a:lnTo>
                    <a:pt x="912594" y="1437957"/>
                  </a:lnTo>
                  <a:lnTo>
                    <a:pt x="913262" y="1432395"/>
                  </a:lnTo>
                  <a:lnTo>
                    <a:pt x="913930" y="1488022"/>
                  </a:lnTo>
                  <a:lnTo>
                    <a:pt x="914598" y="1501929"/>
                  </a:lnTo>
                  <a:lnTo>
                    <a:pt x="915266" y="1501929"/>
                  </a:lnTo>
                  <a:lnTo>
                    <a:pt x="915934" y="1501929"/>
                  </a:lnTo>
                  <a:lnTo>
                    <a:pt x="916602" y="1501929"/>
                  </a:lnTo>
                  <a:lnTo>
                    <a:pt x="917270" y="1501929"/>
                  </a:lnTo>
                  <a:lnTo>
                    <a:pt x="917938" y="1479678"/>
                  </a:lnTo>
                  <a:lnTo>
                    <a:pt x="918606" y="1474115"/>
                  </a:lnTo>
                  <a:lnTo>
                    <a:pt x="919274" y="1501929"/>
                  </a:lnTo>
                  <a:lnTo>
                    <a:pt x="919942" y="1501929"/>
                  </a:lnTo>
                  <a:lnTo>
                    <a:pt x="920610" y="1501929"/>
                  </a:lnTo>
                  <a:lnTo>
                    <a:pt x="921278" y="1476896"/>
                  </a:lnTo>
                  <a:lnTo>
                    <a:pt x="921946" y="1446302"/>
                  </a:lnTo>
                  <a:lnTo>
                    <a:pt x="922614" y="1440739"/>
                  </a:lnTo>
                  <a:lnTo>
                    <a:pt x="923282" y="1371205"/>
                  </a:lnTo>
                  <a:lnTo>
                    <a:pt x="923950" y="1335048"/>
                  </a:lnTo>
                  <a:lnTo>
                    <a:pt x="924618" y="1312797"/>
                  </a:lnTo>
                  <a:lnTo>
                    <a:pt x="925286" y="1257170"/>
                  </a:lnTo>
                  <a:lnTo>
                    <a:pt x="925954" y="1279421"/>
                  </a:lnTo>
                  <a:lnTo>
                    <a:pt x="926622" y="1215449"/>
                  </a:lnTo>
                  <a:lnTo>
                    <a:pt x="927290" y="1165385"/>
                  </a:lnTo>
                  <a:lnTo>
                    <a:pt x="927958" y="1112540"/>
                  </a:lnTo>
                  <a:lnTo>
                    <a:pt x="928626" y="1112540"/>
                  </a:lnTo>
                  <a:lnTo>
                    <a:pt x="929294" y="1090289"/>
                  </a:lnTo>
                  <a:lnTo>
                    <a:pt x="929962" y="1098633"/>
                  </a:lnTo>
                  <a:lnTo>
                    <a:pt x="930631" y="1048568"/>
                  </a:lnTo>
                  <a:lnTo>
                    <a:pt x="931299" y="1001286"/>
                  </a:lnTo>
                  <a:lnTo>
                    <a:pt x="931967" y="1001286"/>
                  </a:lnTo>
                  <a:lnTo>
                    <a:pt x="932635" y="1001286"/>
                  </a:lnTo>
                  <a:lnTo>
                    <a:pt x="933303" y="976253"/>
                  </a:lnTo>
                  <a:lnTo>
                    <a:pt x="933971" y="945659"/>
                  </a:lnTo>
                  <a:lnTo>
                    <a:pt x="934639" y="937315"/>
                  </a:lnTo>
                  <a:lnTo>
                    <a:pt x="935307" y="945659"/>
                  </a:lnTo>
                  <a:lnTo>
                    <a:pt x="935975" y="912282"/>
                  </a:lnTo>
                  <a:lnTo>
                    <a:pt x="936643" y="873344"/>
                  </a:lnTo>
                  <a:lnTo>
                    <a:pt x="937311" y="834405"/>
                  </a:lnTo>
                  <a:lnTo>
                    <a:pt x="937979" y="856655"/>
                  </a:lnTo>
                  <a:lnTo>
                    <a:pt x="938647" y="890032"/>
                  </a:lnTo>
                  <a:lnTo>
                    <a:pt x="939315" y="801028"/>
                  </a:lnTo>
                  <a:lnTo>
                    <a:pt x="939983" y="851093"/>
                  </a:lnTo>
                  <a:lnTo>
                    <a:pt x="940651" y="801028"/>
                  </a:lnTo>
                  <a:lnTo>
                    <a:pt x="941319" y="767652"/>
                  </a:lnTo>
                  <a:lnTo>
                    <a:pt x="941987" y="826061"/>
                  </a:lnTo>
                  <a:lnTo>
                    <a:pt x="942655" y="834405"/>
                  </a:lnTo>
                  <a:lnTo>
                    <a:pt x="943323" y="892813"/>
                  </a:lnTo>
                  <a:lnTo>
                    <a:pt x="943991" y="945659"/>
                  </a:lnTo>
                  <a:lnTo>
                    <a:pt x="944659" y="1001286"/>
                  </a:lnTo>
                  <a:lnTo>
                    <a:pt x="945327" y="998504"/>
                  </a:lnTo>
                  <a:lnTo>
                    <a:pt x="945995" y="970691"/>
                  </a:lnTo>
                  <a:lnTo>
                    <a:pt x="946663" y="920626"/>
                  </a:lnTo>
                  <a:lnTo>
                    <a:pt x="947331" y="931752"/>
                  </a:lnTo>
                  <a:lnTo>
                    <a:pt x="947999" y="945659"/>
                  </a:lnTo>
                  <a:lnTo>
                    <a:pt x="948667" y="945659"/>
                  </a:lnTo>
                  <a:lnTo>
                    <a:pt x="949335" y="926189"/>
                  </a:lnTo>
                  <a:lnTo>
                    <a:pt x="950003" y="912282"/>
                  </a:lnTo>
                  <a:lnTo>
                    <a:pt x="950671" y="945659"/>
                  </a:lnTo>
                  <a:lnTo>
                    <a:pt x="951339" y="937315"/>
                  </a:lnTo>
                  <a:lnTo>
                    <a:pt x="952007" y="945659"/>
                  </a:lnTo>
                  <a:lnTo>
                    <a:pt x="952675" y="976254"/>
                  </a:lnTo>
                  <a:lnTo>
                    <a:pt x="953343" y="1015192"/>
                  </a:lnTo>
                  <a:lnTo>
                    <a:pt x="954011" y="1056912"/>
                  </a:lnTo>
                  <a:lnTo>
                    <a:pt x="954680" y="962347"/>
                  </a:lnTo>
                  <a:lnTo>
                    <a:pt x="955348" y="945659"/>
                  </a:lnTo>
                  <a:lnTo>
                    <a:pt x="956016" y="1031880"/>
                  </a:lnTo>
                  <a:lnTo>
                    <a:pt x="956684" y="1056912"/>
                  </a:lnTo>
                  <a:lnTo>
                    <a:pt x="957352" y="1140353"/>
                  </a:lnTo>
                  <a:lnTo>
                    <a:pt x="958020" y="1195980"/>
                  </a:lnTo>
                  <a:lnTo>
                    <a:pt x="958688" y="1223794"/>
                  </a:lnTo>
                  <a:lnTo>
                    <a:pt x="959356" y="1223794"/>
                  </a:lnTo>
                  <a:lnTo>
                    <a:pt x="960024" y="1190417"/>
                  </a:lnTo>
                  <a:lnTo>
                    <a:pt x="960692" y="1168166"/>
                  </a:lnTo>
                  <a:lnTo>
                    <a:pt x="961360" y="1129228"/>
                  </a:lnTo>
                  <a:lnTo>
                    <a:pt x="962028" y="1112540"/>
                  </a:lnTo>
                  <a:lnTo>
                    <a:pt x="962696" y="1168166"/>
                  </a:lnTo>
                  <a:lnTo>
                    <a:pt x="963364" y="1254388"/>
                  </a:lnTo>
                  <a:lnTo>
                    <a:pt x="964032" y="1232138"/>
                  </a:lnTo>
                  <a:lnTo>
                    <a:pt x="964700" y="1223794"/>
                  </a:lnTo>
                  <a:lnTo>
                    <a:pt x="965368" y="1223794"/>
                  </a:lnTo>
                  <a:lnTo>
                    <a:pt x="966036" y="1240482"/>
                  </a:lnTo>
                  <a:lnTo>
                    <a:pt x="966704" y="1279421"/>
                  </a:lnTo>
                  <a:lnTo>
                    <a:pt x="967372" y="1240482"/>
                  </a:lnTo>
                  <a:lnTo>
                    <a:pt x="968040" y="1120883"/>
                  </a:lnTo>
                  <a:lnTo>
                    <a:pt x="968708" y="1112540"/>
                  </a:lnTo>
                  <a:lnTo>
                    <a:pt x="969376" y="1112540"/>
                  </a:lnTo>
                  <a:lnTo>
                    <a:pt x="970044" y="1112540"/>
                  </a:lnTo>
                  <a:lnTo>
                    <a:pt x="970712" y="1112540"/>
                  </a:lnTo>
                  <a:lnTo>
                    <a:pt x="971380" y="1201543"/>
                  </a:lnTo>
                  <a:lnTo>
                    <a:pt x="972048" y="1207105"/>
                  </a:lnTo>
                  <a:lnTo>
                    <a:pt x="972716" y="1168166"/>
                  </a:lnTo>
                  <a:lnTo>
                    <a:pt x="973384" y="1118102"/>
                  </a:lnTo>
                  <a:lnTo>
                    <a:pt x="974052" y="1112540"/>
                  </a:lnTo>
                  <a:lnTo>
                    <a:pt x="974720" y="1112540"/>
                  </a:lnTo>
                  <a:lnTo>
                    <a:pt x="975388" y="1095851"/>
                  </a:lnTo>
                  <a:lnTo>
                    <a:pt x="976056" y="1020755"/>
                  </a:lnTo>
                  <a:lnTo>
                    <a:pt x="976724" y="1031880"/>
                  </a:lnTo>
                  <a:lnTo>
                    <a:pt x="977392" y="1056912"/>
                  </a:lnTo>
                  <a:lnTo>
                    <a:pt x="978060" y="1070819"/>
                  </a:lnTo>
                  <a:lnTo>
                    <a:pt x="978728" y="1056912"/>
                  </a:lnTo>
                  <a:lnTo>
                    <a:pt x="979397" y="1056912"/>
                  </a:lnTo>
                  <a:lnTo>
                    <a:pt x="980065" y="1056912"/>
                  </a:lnTo>
                  <a:lnTo>
                    <a:pt x="980733" y="1115321"/>
                  </a:lnTo>
                  <a:lnTo>
                    <a:pt x="981401" y="1168166"/>
                  </a:lnTo>
                  <a:lnTo>
                    <a:pt x="982069" y="1168166"/>
                  </a:lnTo>
                  <a:lnTo>
                    <a:pt x="982737" y="1168166"/>
                  </a:lnTo>
                  <a:lnTo>
                    <a:pt x="983405" y="1168166"/>
                  </a:lnTo>
                  <a:lnTo>
                    <a:pt x="984073" y="1201543"/>
                  </a:lnTo>
                  <a:lnTo>
                    <a:pt x="984741" y="1351736"/>
                  </a:lnTo>
                  <a:lnTo>
                    <a:pt x="985409" y="1390675"/>
                  </a:lnTo>
                  <a:lnTo>
                    <a:pt x="986077" y="1390675"/>
                  </a:lnTo>
                  <a:lnTo>
                    <a:pt x="986745" y="1360080"/>
                  </a:lnTo>
                  <a:lnTo>
                    <a:pt x="987413" y="1335048"/>
                  </a:lnTo>
                  <a:lnTo>
                    <a:pt x="988081" y="1335048"/>
                  </a:lnTo>
                  <a:lnTo>
                    <a:pt x="988749" y="1348954"/>
                  </a:lnTo>
                  <a:lnTo>
                    <a:pt x="989417" y="1390675"/>
                  </a:lnTo>
                  <a:lnTo>
                    <a:pt x="990085" y="1437957"/>
                  </a:lnTo>
                  <a:lnTo>
                    <a:pt x="990753" y="1357298"/>
                  </a:lnTo>
                  <a:lnTo>
                    <a:pt x="991421" y="1335048"/>
                  </a:lnTo>
                  <a:lnTo>
                    <a:pt x="992089" y="1348954"/>
                  </a:lnTo>
                  <a:lnTo>
                    <a:pt x="992757" y="1424051"/>
                  </a:lnTo>
                  <a:lnTo>
                    <a:pt x="993425" y="1446302"/>
                  </a:lnTo>
                  <a:lnTo>
                    <a:pt x="994093" y="1446302"/>
                  </a:lnTo>
                  <a:lnTo>
                    <a:pt x="994761" y="1465771"/>
                  </a:lnTo>
                  <a:lnTo>
                    <a:pt x="995429" y="1501929"/>
                  </a:lnTo>
                  <a:lnTo>
                    <a:pt x="996097" y="1501929"/>
                  </a:lnTo>
                  <a:lnTo>
                    <a:pt x="996765" y="1501929"/>
                  </a:lnTo>
                  <a:lnTo>
                    <a:pt x="997433" y="1501929"/>
                  </a:lnTo>
                  <a:lnTo>
                    <a:pt x="998101" y="1501929"/>
                  </a:lnTo>
                  <a:lnTo>
                    <a:pt x="998769" y="1501929"/>
                  </a:lnTo>
                  <a:lnTo>
                    <a:pt x="999437" y="1501929"/>
                  </a:lnTo>
                  <a:lnTo>
                    <a:pt x="1000105" y="1501929"/>
                  </a:lnTo>
                  <a:lnTo>
                    <a:pt x="1000773" y="1501929"/>
                  </a:lnTo>
                  <a:lnTo>
                    <a:pt x="1001441" y="1501929"/>
                  </a:lnTo>
                  <a:lnTo>
                    <a:pt x="1002109" y="1501929"/>
                  </a:lnTo>
                  <a:lnTo>
                    <a:pt x="1002777" y="1501929"/>
                  </a:lnTo>
                  <a:lnTo>
                    <a:pt x="1003445" y="1521398"/>
                  </a:lnTo>
                  <a:lnTo>
                    <a:pt x="1004114" y="1501929"/>
                  </a:lnTo>
                  <a:lnTo>
                    <a:pt x="1004782" y="1501929"/>
                  </a:lnTo>
                  <a:lnTo>
                    <a:pt x="1005450" y="1457427"/>
                  </a:lnTo>
                  <a:lnTo>
                    <a:pt x="1006118" y="1446302"/>
                  </a:lnTo>
                  <a:lnTo>
                    <a:pt x="1006786" y="1446302"/>
                  </a:lnTo>
                  <a:lnTo>
                    <a:pt x="1007454" y="1529742"/>
                  </a:lnTo>
                  <a:lnTo>
                    <a:pt x="1008122" y="1557556"/>
                  </a:lnTo>
                  <a:lnTo>
                    <a:pt x="1008790" y="1557556"/>
                  </a:lnTo>
                  <a:lnTo>
                    <a:pt x="1009458" y="1557556"/>
                  </a:lnTo>
                  <a:lnTo>
                    <a:pt x="1010126" y="1557556"/>
                  </a:lnTo>
                  <a:lnTo>
                    <a:pt x="1010794" y="1557556"/>
                  </a:lnTo>
                  <a:lnTo>
                    <a:pt x="1011462" y="1529742"/>
                  </a:lnTo>
                  <a:lnTo>
                    <a:pt x="1012130" y="1501929"/>
                  </a:lnTo>
                  <a:lnTo>
                    <a:pt x="1012798" y="1501929"/>
                  </a:lnTo>
                  <a:lnTo>
                    <a:pt x="1013466" y="1501929"/>
                  </a:lnTo>
                  <a:lnTo>
                    <a:pt x="1014134" y="1501929"/>
                  </a:lnTo>
                  <a:lnTo>
                    <a:pt x="1014802" y="1501929"/>
                  </a:lnTo>
                  <a:lnTo>
                    <a:pt x="1015470" y="1501929"/>
                  </a:lnTo>
                  <a:lnTo>
                    <a:pt x="1016138" y="1501929"/>
                  </a:lnTo>
                  <a:lnTo>
                    <a:pt x="1016806" y="1501929"/>
                  </a:lnTo>
                  <a:lnTo>
                    <a:pt x="1017474" y="1501929"/>
                  </a:lnTo>
                  <a:lnTo>
                    <a:pt x="1018142" y="1501929"/>
                  </a:lnTo>
                  <a:lnTo>
                    <a:pt x="1018810" y="1501929"/>
                  </a:lnTo>
                  <a:lnTo>
                    <a:pt x="1019478" y="1501929"/>
                  </a:lnTo>
                  <a:lnTo>
                    <a:pt x="1020146" y="1482459"/>
                  </a:lnTo>
                  <a:lnTo>
                    <a:pt x="1020814" y="1501929"/>
                  </a:lnTo>
                  <a:lnTo>
                    <a:pt x="1021482" y="1501929"/>
                  </a:lnTo>
                  <a:lnTo>
                    <a:pt x="1022150" y="1543649"/>
                  </a:lnTo>
                  <a:lnTo>
                    <a:pt x="1022818" y="1557556"/>
                  </a:lnTo>
                  <a:lnTo>
                    <a:pt x="1023486" y="1557556"/>
                  </a:lnTo>
                  <a:lnTo>
                    <a:pt x="1024154" y="1557556"/>
                  </a:lnTo>
                  <a:lnTo>
                    <a:pt x="1024822" y="1557556"/>
                  </a:lnTo>
                  <a:lnTo>
                    <a:pt x="1025490" y="1557556"/>
                  </a:lnTo>
                  <a:lnTo>
                    <a:pt x="1026158" y="1538086"/>
                  </a:lnTo>
                  <a:lnTo>
                    <a:pt x="1026826" y="1437957"/>
                  </a:lnTo>
                  <a:lnTo>
                    <a:pt x="1027494" y="1390675"/>
                  </a:lnTo>
                  <a:lnTo>
                    <a:pt x="1028162" y="1415707"/>
                  </a:lnTo>
                  <a:lnTo>
                    <a:pt x="1028831" y="1407363"/>
                  </a:lnTo>
                  <a:lnTo>
                    <a:pt x="1029499" y="1390675"/>
                  </a:lnTo>
                  <a:lnTo>
                    <a:pt x="1030167" y="1390675"/>
                  </a:lnTo>
                  <a:lnTo>
                    <a:pt x="1030835" y="1390675"/>
                  </a:lnTo>
                  <a:lnTo>
                    <a:pt x="1031503" y="1390675"/>
                  </a:lnTo>
                  <a:lnTo>
                    <a:pt x="1032171" y="1390675"/>
                  </a:lnTo>
                  <a:lnTo>
                    <a:pt x="1032839" y="1390675"/>
                  </a:lnTo>
                  <a:lnTo>
                    <a:pt x="1033507" y="1390675"/>
                  </a:lnTo>
                  <a:lnTo>
                    <a:pt x="1034175" y="1376768"/>
                  </a:lnTo>
                  <a:lnTo>
                    <a:pt x="1034843" y="1335048"/>
                  </a:lnTo>
                  <a:lnTo>
                    <a:pt x="1035511" y="1282202"/>
                  </a:lnTo>
                  <a:lnTo>
                    <a:pt x="1036179" y="1279421"/>
                  </a:lnTo>
                  <a:lnTo>
                    <a:pt x="1036847" y="1262732"/>
                  </a:lnTo>
                  <a:lnTo>
                    <a:pt x="1037515" y="1279421"/>
                  </a:lnTo>
                  <a:lnTo>
                    <a:pt x="1038183" y="1279421"/>
                  </a:lnTo>
                  <a:lnTo>
                    <a:pt x="1038851" y="1279421"/>
                  </a:lnTo>
                  <a:lnTo>
                    <a:pt x="1039519" y="1279421"/>
                  </a:lnTo>
                  <a:lnTo>
                    <a:pt x="1040187" y="1279421"/>
                  </a:lnTo>
                  <a:lnTo>
                    <a:pt x="1040855" y="1279421"/>
                  </a:lnTo>
                  <a:lnTo>
                    <a:pt x="1041523" y="1279421"/>
                  </a:lnTo>
                  <a:lnTo>
                    <a:pt x="1042191" y="1279421"/>
                  </a:lnTo>
                  <a:lnTo>
                    <a:pt x="1042859" y="1293327"/>
                  </a:lnTo>
                  <a:lnTo>
                    <a:pt x="1043527" y="1396237"/>
                  </a:lnTo>
                  <a:lnTo>
                    <a:pt x="1044195" y="1446302"/>
                  </a:lnTo>
                  <a:lnTo>
                    <a:pt x="1044863" y="1446302"/>
                  </a:lnTo>
                  <a:lnTo>
                    <a:pt x="1045531" y="1482459"/>
                  </a:lnTo>
                  <a:lnTo>
                    <a:pt x="1046199" y="1501929"/>
                  </a:lnTo>
                  <a:lnTo>
                    <a:pt x="1046867" y="1501929"/>
                  </a:lnTo>
                  <a:lnTo>
                    <a:pt x="1047535" y="1501929"/>
                  </a:lnTo>
                  <a:lnTo>
                    <a:pt x="1048203" y="1501929"/>
                  </a:lnTo>
                  <a:lnTo>
                    <a:pt x="1048871" y="1501929"/>
                  </a:lnTo>
                  <a:lnTo>
                    <a:pt x="1049539" y="1501929"/>
                  </a:lnTo>
                  <a:lnTo>
                    <a:pt x="1050207" y="1501929"/>
                  </a:lnTo>
                  <a:lnTo>
                    <a:pt x="1050875" y="1513054"/>
                  </a:lnTo>
                  <a:lnTo>
                    <a:pt x="1051543" y="1557556"/>
                  </a:lnTo>
                  <a:lnTo>
                    <a:pt x="1052211" y="1607620"/>
                  </a:lnTo>
                  <a:lnTo>
                    <a:pt x="1052880" y="1613183"/>
                  </a:lnTo>
                  <a:lnTo>
                    <a:pt x="1053548" y="1649340"/>
                  </a:lnTo>
                  <a:lnTo>
                    <a:pt x="1054216" y="1668810"/>
                  </a:lnTo>
                  <a:lnTo>
                    <a:pt x="1054216" y="1668810"/>
                  </a:lnTo>
                  <a:lnTo>
                    <a:pt x="1054884" y="1668810"/>
                  </a:lnTo>
                  <a:lnTo>
                    <a:pt x="1055552" y="1668810"/>
                  </a:lnTo>
                  <a:lnTo>
                    <a:pt x="1056220" y="1668810"/>
                  </a:lnTo>
                  <a:lnTo>
                    <a:pt x="1056888" y="1618745"/>
                  </a:lnTo>
                  <a:lnTo>
                    <a:pt x="1057556" y="1507491"/>
                  </a:lnTo>
                  <a:lnTo>
                    <a:pt x="1058224" y="1501929"/>
                  </a:lnTo>
                  <a:lnTo>
                    <a:pt x="1058892" y="1501929"/>
                  </a:lnTo>
                  <a:lnTo>
                    <a:pt x="1059560" y="1449083"/>
                  </a:lnTo>
                  <a:lnTo>
                    <a:pt x="1060228" y="1421269"/>
                  </a:lnTo>
                  <a:lnTo>
                    <a:pt x="1060896" y="1390675"/>
                  </a:lnTo>
                  <a:lnTo>
                    <a:pt x="1061564" y="1390675"/>
                  </a:lnTo>
                  <a:lnTo>
                    <a:pt x="1062232" y="1390675"/>
                  </a:lnTo>
                  <a:lnTo>
                    <a:pt x="1062900" y="1390675"/>
                  </a:lnTo>
                  <a:lnTo>
                    <a:pt x="1063568" y="1390675"/>
                  </a:lnTo>
                  <a:lnTo>
                    <a:pt x="1064236" y="1390675"/>
                  </a:lnTo>
                  <a:lnTo>
                    <a:pt x="1064904" y="1390675"/>
                  </a:lnTo>
                  <a:lnTo>
                    <a:pt x="1065572" y="1390675"/>
                  </a:lnTo>
                  <a:lnTo>
                    <a:pt x="1066240" y="1390675"/>
                  </a:lnTo>
                  <a:lnTo>
                    <a:pt x="1066908" y="1390675"/>
                  </a:lnTo>
                  <a:lnTo>
                    <a:pt x="1067576" y="1390675"/>
                  </a:lnTo>
                  <a:lnTo>
                    <a:pt x="1068244" y="1390675"/>
                  </a:lnTo>
                  <a:lnTo>
                    <a:pt x="1068912" y="1390675"/>
                  </a:lnTo>
                  <a:lnTo>
                    <a:pt x="1069580" y="1385112"/>
                  </a:lnTo>
                  <a:lnTo>
                    <a:pt x="1070248" y="1335048"/>
                  </a:lnTo>
                  <a:lnTo>
                    <a:pt x="1070916" y="1335048"/>
                  </a:lnTo>
                  <a:lnTo>
                    <a:pt x="1071584" y="1335048"/>
                  </a:lnTo>
                  <a:lnTo>
                    <a:pt x="1072252" y="1335048"/>
                  </a:lnTo>
                  <a:lnTo>
                    <a:pt x="1072920" y="1335048"/>
                  </a:lnTo>
                  <a:lnTo>
                    <a:pt x="1073588" y="1379549"/>
                  </a:lnTo>
                  <a:lnTo>
                    <a:pt x="1074256" y="1485240"/>
                  </a:lnTo>
                  <a:lnTo>
                    <a:pt x="1074924" y="1446302"/>
                  </a:lnTo>
                  <a:lnTo>
                    <a:pt x="1075592" y="1446302"/>
                  </a:lnTo>
                  <a:lnTo>
                    <a:pt x="1076260" y="1496366"/>
                  </a:lnTo>
                  <a:lnTo>
                    <a:pt x="1076928" y="1524179"/>
                  </a:lnTo>
                  <a:lnTo>
                    <a:pt x="1077597" y="1546430"/>
                  </a:lnTo>
                  <a:lnTo>
                    <a:pt x="1078265" y="1501929"/>
                  </a:lnTo>
                  <a:lnTo>
                    <a:pt x="1078933" y="1501929"/>
                  </a:lnTo>
                  <a:lnTo>
                    <a:pt x="1079601" y="1501929"/>
                  </a:lnTo>
                  <a:lnTo>
                    <a:pt x="1080269" y="1501929"/>
                  </a:lnTo>
                  <a:lnTo>
                    <a:pt x="1080937" y="1474115"/>
                  </a:lnTo>
                  <a:lnTo>
                    <a:pt x="1081605" y="1446302"/>
                  </a:lnTo>
                  <a:lnTo>
                    <a:pt x="1082273" y="1446302"/>
                  </a:lnTo>
                  <a:lnTo>
                    <a:pt x="1082941" y="1446302"/>
                  </a:lnTo>
                  <a:lnTo>
                    <a:pt x="1083609" y="1446302"/>
                  </a:lnTo>
                  <a:lnTo>
                    <a:pt x="1084277" y="1390675"/>
                  </a:lnTo>
                  <a:lnTo>
                    <a:pt x="1084945" y="1390675"/>
                  </a:lnTo>
                  <a:lnTo>
                    <a:pt x="1085613" y="1390675"/>
                  </a:lnTo>
                  <a:lnTo>
                    <a:pt x="1086281" y="1393456"/>
                  </a:lnTo>
                  <a:lnTo>
                    <a:pt x="1086949" y="1446302"/>
                  </a:lnTo>
                  <a:lnTo>
                    <a:pt x="1087617" y="1446302"/>
                  </a:lnTo>
                  <a:lnTo>
                    <a:pt x="1088285" y="1446302"/>
                  </a:lnTo>
                  <a:lnTo>
                    <a:pt x="1088953" y="1415707"/>
                  </a:lnTo>
                  <a:lnTo>
                    <a:pt x="1089621" y="1390675"/>
                  </a:lnTo>
                  <a:lnTo>
                    <a:pt x="1090289" y="1360080"/>
                  </a:lnTo>
                  <a:lnTo>
                    <a:pt x="1090957" y="1282202"/>
                  </a:lnTo>
                  <a:lnTo>
                    <a:pt x="1091625" y="1276639"/>
                  </a:lnTo>
                  <a:lnTo>
                    <a:pt x="1092293" y="1223794"/>
                  </a:lnTo>
                  <a:lnTo>
                    <a:pt x="1092961" y="1223794"/>
                  </a:lnTo>
                  <a:lnTo>
                    <a:pt x="1093629" y="1223794"/>
                  </a:lnTo>
                  <a:lnTo>
                    <a:pt x="1094297" y="1232138"/>
                  </a:lnTo>
                  <a:lnTo>
                    <a:pt x="1094965" y="1279421"/>
                  </a:lnTo>
                  <a:lnTo>
                    <a:pt x="1095633" y="1279421"/>
                  </a:lnTo>
                  <a:lnTo>
                    <a:pt x="1096301" y="1279421"/>
                  </a:lnTo>
                  <a:lnTo>
                    <a:pt x="1096969" y="1279421"/>
                  </a:lnTo>
                  <a:lnTo>
                    <a:pt x="1097637" y="1296109"/>
                  </a:lnTo>
                  <a:lnTo>
                    <a:pt x="1098305" y="1279421"/>
                  </a:lnTo>
                  <a:lnTo>
                    <a:pt x="1098973" y="1279421"/>
                  </a:lnTo>
                  <a:lnTo>
                    <a:pt x="1099641" y="1279421"/>
                  </a:lnTo>
                  <a:lnTo>
                    <a:pt x="1100309" y="1279421"/>
                  </a:lnTo>
                  <a:lnTo>
                    <a:pt x="1100977" y="1332266"/>
                  </a:lnTo>
                  <a:lnTo>
                    <a:pt x="1101645" y="1335048"/>
                  </a:lnTo>
                  <a:lnTo>
                    <a:pt x="1102314" y="1329485"/>
                  </a:lnTo>
                  <a:lnTo>
                    <a:pt x="1102982" y="1232138"/>
                  </a:lnTo>
                  <a:lnTo>
                    <a:pt x="1103650" y="1223794"/>
                  </a:lnTo>
                  <a:lnTo>
                    <a:pt x="1104318" y="1223794"/>
                  </a:lnTo>
                  <a:lnTo>
                    <a:pt x="1104986" y="1223794"/>
                  </a:lnTo>
                  <a:lnTo>
                    <a:pt x="1105654" y="1243263"/>
                  </a:lnTo>
                  <a:lnTo>
                    <a:pt x="1106322" y="1223794"/>
                  </a:lnTo>
                  <a:lnTo>
                    <a:pt x="1106990" y="1248826"/>
                  </a:lnTo>
                  <a:lnTo>
                    <a:pt x="1107658" y="1335048"/>
                  </a:lnTo>
                  <a:lnTo>
                    <a:pt x="1108326" y="1379549"/>
                  </a:lnTo>
                  <a:lnTo>
                    <a:pt x="1108994" y="1390675"/>
                  </a:lnTo>
                  <a:lnTo>
                    <a:pt x="1109662" y="1387893"/>
                  </a:lnTo>
                  <a:lnTo>
                    <a:pt x="1110330" y="1335048"/>
                  </a:lnTo>
                  <a:lnTo>
                    <a:pt x="1110998" y="1335048"/>
                  </a:lnTo>
                  <a:lnTo>
                    <a:pt x="1111666" y="1335048"/>
                  </a:lnTo>
                  <a:lnTo>
                    <a:pt x="1112334" y="1329485"/>
                  </a:lnTo>
                  <a:lnTo>
                    <a:pt x="1113002" y="1279421"/>
                  </a:lnTo>
                  <a:lnTo>
                    <a:pt x="1113670" y="1279421"/>
                  </a:lnTo>
                  <a:lnTo>
                    <a:pt x="1114338" y="1284983"/>
                  </a:lnTo>
                  <a:lnTo>
                    <a:pt x="1115006" y="1332266"/>
                  </a:lnTo>
                  <a:lnTo>
                    <a:pt x="1115674" y="1279421"/>
                  </a:lnTo>
                  <a:lnTo>
                    <a:pt x="1116342" y="1279421"/>
                  </a:lnTo>
                  <a:lnTo>
                    <a:pt x="1117010" y="1279421"/>
                  </a:lnTo>
                  <a:lnTo>
                    <a:pt x="1117678" y="1279421"/>
                  </a:lnTo>
                  <a:lnTo>
                    <a:pt x="1118346" y="1279421"/>
                  </a:lnTo>
                  <a:lnTo>
                    <a:pt x="1119014" y="1268295"/>
                  </a:lnTo>
                  <a:lnTo>
                    <a:pt x="1119682" y="1323922"/>
                  </a:lnTo>
                  <a:lnTo>
                    <a:pt x="1120350" y="1321141"/>
                  </a:lnTo>
                  <a:lnTo>
                    <a:pt x="1121018" y="1279421"/>
                  </a:lnTo>
                  <a:lnTo>
                    <a:pt x="1121686" y="1279421"/>
                  </a:lnTo>
                  <a:lnTo>
                    <a:pt x="1122354" y="1284983"/>
                  </a:lnTo>
                  <a:lnTo>
                    <a:pt x="1123022" y="1335048"/>
                  </a:lnTo>
                  <a:lnTo>
                    <a:pt x="1123690" y="1304453"/>
                  </a:lnTo>
                  <a:lnTo>
                    <a:pt x="1124358" y="1271077"/>
                  </a:lnTo>
                  <a:lnTo>
                    <a:pt x="1125026" y="1232138"/>
                  </a:lnTo>
                  <a:lnTo>
                    <a:pt x="1125694" y="1248826"/>
                  </a:lnTo>
                  <a:lnTo>
                    <a:pt x="1126362" y="1223794"/>
                  </a:lnTo>
                  <a:lnTo>
                    <a:pt x="1127031" y="1279421"/>
                  </a:lnTo>
                  <a:lnTo>
                    <a:pt x="1127699" y="1279421"/>
                  </a:lnTo>
                  <a:lnTo>
                    <a:pt x="1128367" y="1279421"/>
                  </a:lnTo>
                  <a:lnTo>
                    <a:pt x="1129035" y="1282202"/>
                  </a:lnTo>
                  <a:lnTo>
                    <a:pt x="1129703" y="1335048"/>
                  </a:lnTo>
                  <a:lnTo>
                    <a:pt x="1130371" y="1335048"/>
                  </a:lnTo>
                  <a:lnTo>
                    <a:pt x="1131039" y="1301671"/>
                  </a:lnTo>
                  <a:lnTo>
                    <a:pt x="1131707" y="1240482"/>
                  </a:lnTo>
                  <a:lnTo>
                    <a:pt x="1132375" y="1279421"/>
                  </a:lnTo>
                  <a:lnTo>
                    <a:pt x="1133043" y="1279421"/>
                  </a:lnTo>
                  <a:lnTo>
                    <a:pt x="1133711" y="1279421"/>
                  </a:lnTo>
                  <a:lnTo>
                    <a:pt x="1134379" y="1279421"/>
                  </a:lnTo>
                  <a:lnTo>
                    <a:pt x="1135047" y="1279421"/>
                  </a:lnTo>
                  <a:lnTo>
                    <a:pt x="1135715" y="1257170"/>
                  </a:lnTo>
                  <a:lnTo>
                    <a:pt x="1136383" y="1248826"/>
                  </a:lnTo>
                  <a:lnTo>
                    <a:pt x="1137051" y="1190417"/>
                  </a:lnTo>
                  <a:lnTo>
                    <a:pt x="1137719" y="1223794"/>
                  </a:lnTo>
                  <a:lnTo>
                    <a:pt x="1138387" y="1223794"/>
                  </a:lnTo>
                  <a:lnTo>
                    <a:pt x="1139055" y="1209887"/>
                  </a:lnTo>
                  <a:lnTo>
                    <a:pt x="1139723" y="1168166"/>
                  </a:lnTo>
                  <a:lnTo>
                    <a:pt x="1140391" y="1129228"/>
                  </a:lnTo>
                  <a:lnTo>
                    <a:pt x="1141059" y="1118102"/>
                  </a:lnTo>
                  <a:lnTo>
                    <a:pt x="1141727" y="1145916"/>
                  </a:lnTo>
                  <a:lnTo>
                    <a:pt x="1142395" y="1140353"/>
                  </a:lnTo>
                  <a:lnTo>
                    <a:pt x="1143063" y="1168166"/>
                  </a:lnTo>
                  <a:lnTo>
                    <a:pt x="1143731" y="1168166"/>
                  </a:lnTo>
                  <a:lnTo>
                    <a:pt x="1144399" y="1168166"/>
                  </a:lnTo>
                  <a:lnTo>
                    <a:pt x="1145067" y="1168166"/>
                  </a:lnTo>
                  <a:lnTo>
                    <a:pt x="1145735" y="1168166"/>
                  </a:lnTo>
                  <a:lnTo>
                    <a:pt x="1146403" y="1168166"/>
                  </a:lnTo>
                  <a:lnTo>
                    <a:pt x="1147071" y="1168166"/>
                  </a:lnTo>
                  <a:lnTo>
                    <a:pt x="1147739" y="1198761"/>
                  </a:lnTo>
                  <a:lnTo>
                    <a:pt x="1148407" y="1259951"/>
                  </a:lnTo>
                  <a:lnTo>
                    <a:pt x="1149075" y="1279421"/>
                  </a:lnTo>
                  <a:lnTo>
                    <a:pt x="1149743" y="1251607"/>
                  </a:lnTo>
                  <a:lnTo>
                    <a:pt x="1150411" y="1223794"/>
                  </a:lnTo>
                  <a:lnTo>
                    <a:pt x="1151080" y="1223794"/>
                  </a:lnTo>
                  <a:lnTo>
                    <a:pt x="1151748" y="1209887"/>
                  </a:lnTo>
                  <a:lnTo>
                    <a:pt x="1152416" y="1198761"/>
                  </a:lnTo>
                  <a:lnTo>
                    <a:pt x="1153084" y="1248826"/>
                  </a:lnTo>
                  <a:lnTo>
                    <a:pt x="1153752" y="1265514"/>
                  </a:lnTo>
                  <a:lnTo>
                    <a:pt x="1154420" y="1279421"/>
                  </a:lnTo>
                  <a:lnTo>
                    <a:pt x="1155088" y="1240482"/>
                  </a:lnTo>
                  <a:lnTo>
                    <a:pt x="1155756" y="1234919"/>
                  </a:lnTo>
                  <a:lnTo>
                    <a:pt x="1156424" y="1279421"/>
                  </a:lnTo>
                  <a:lnTo>
                    <a:pt x="1157092" y="1315578"/>
                  </a:lnTo>
                  <a:lnTo>
                    <a:pt x="1157760" y="1335048"/>
                  </a:lnTo>
                  <a:lnTo>
                    <a:pt x="1158428" y="1354517"/>
                  </a:lnTo>
                  <a:lnTo>
                    <a:pt x="1159096" y="1351736"/>
                  </a:lnTo>
                  <a:lnTo>
                    <a:pt x="1159764" y="1335048"/>
                  </a:lnTo>
                  <a:lnTo>
                    <a:pt x="1160432" y="1335048"/>
                  </a:lnTo>
                  <a:lnTo>
                    <a:pt x="1161100" y="1335048"/>
                  </a:lnTo>
                  <a:lnTo>
                    <a:pt x="1161768" y="1335048"/>
                  </a:lnTo>
                  <a:lnTo>
                    <a:pt x="1162436" y="1315578"/>
                  </a:lnTo>
                  <a:lnTo>
                    <a:pt x="1163104" y="1279421"/>
                  </a:lnTo>
                  <a:lnTo>
                    <a:pt x="1163772" y="1279421"/>
                  </a:lnTo>
                  <a:lnTo>
                    <a:pt x="1164440" y="1279421"/>
                  </a:lnTo>
                  <a:lnTo>
                    <a:pt x="1165108" y="1279421"/>
                  </a:lnTo>
                  <a:lnTo>
                    <a:pt x="1165776" y="1279421"/>
                  </a:lnTo>
                  <a:lnTo>
                    <a:pt x="1166444" y="1268295"/>
                  </a:lnTo>
                  <a:lnTo>
                    <a:pt x="1167112" y="1279421"/>
                  </a:lnTo>
                  <a:lnTo>
                    <a:pt x="1167780" y="1279421"/>
                  </a:lnTo>
                  <a:lnTo>
                    <a:pt x="1168448" y="1290546"/>
                  </a:lnTo>
                  <a:lnTo>
                    <a:pt x="1169116" y="1335048"/>
                  </a:lnTo>
                  <a:lnTo>
                    <a:pt x="1169784" y="1335048"/>
                  </a:lnTo>
                  <a:lnTo>
                    <a:pt x="1170452" y="1390675"/>
                  </a:lnTo>
                  <a:lnTo>
                    <a:pt x="1171120" y="1390675"/>
                  </a:lnTo>
                  <a:lnTo>
                    <a:pt x="1171788" y="1426832"/>
                  </a:lnTo>
                  <a:lnTo>
                    <a:pt x="1172456" y="1446302"/>
                  </a:lnTo>
                  <a:lnTo>
                    <a:pt x="1173124" y="1446302"/>
                  </a:lnTo>
                  <a:lnTo>
                    <a:pt x="1173792" y="1468552"/>
                  </a:lnTo>
                  <a:lnTo>
                    <a:pt x="1174460" y="1501929"/>
                  </a:lnTo>
                  <a:lnTo>
                    <a:pt x="1175128" y="1501929"/>
                  </a:lnTo>
                  <a:lnTo>
                    <a:pt x="1175797" y="1538086"/>
                  </a:lnTo>
                  <a:lnTo>
                    <a:pt x="1176465" y="1557556"/>
                  </a:lnTo>
                  <a:lnTo>
                    <a:pt x="1177133" y="1546430"/>
                  </a:lnTo>
                  <a:lnTo>
                    <a:pt x="1177801" y="1501929"/>
                  </a:lnTo>
                  <a:lnTo>
                    <a:pt x="1178469" y="1501929"/>
                  </a:lnTo>
                  <a:lnTo>
                    <a:pt x="1179137" y="1518617"/>
                  </a:lnTo>
                  <a:lnTo>
                    <a:pt x="1179805" y="1557556"/>
                  </a:lnTo>
                  <a:lnTo>
                    <a:pt x="1180473" y="1557556"/>
                  </a:lnTo>
                  <a:lnTo>
                    <a:pt x="1181141" y="1557556"/>
                  </a:lnTo>
                  <a:lnTo>
                    <a:pt x="1181809" y="1557556"/>
                  </a:lnTo>
                  <a:lnTo>
                    <a:pt x="1182477" y="1557556"/>
                  </a:lnTo>
                  <a:lnTo>
                    <a:pt x="1183145" y="1590932"/>
                  </a:lnTo>
                  <a:lnTo>
                    <a:pt x="1183813" y="1613183"/>
                  </a:lnTo>
                  <a:lnTo>
                    <a:pt x="1184481" y="1613183"/>
                  </a:lnTo>
                  <a:lnTo>
                    <a:pt x="1185149" y="1613183"/>
                  </a:lnTo>
                  <a:lnTo>
                    <a:pt x="1185817" y="1613183"/>
                  </a:lnTo>
                  <a:lnTo>
                    <a:pt x="1186485" y="1613183"/>
                  </a:lnTo>
                  <a:lnTo>
                    <a:pt x="1187153" y="1613183"/>
                  </a:lnTo>
                  <a:lnTo>
                    <a:pt x="1187821" y="1613183"/>
                  </a:lnTo>
                  <a:lnTo>
                    <a:pt x="1188489" y="1613183"/>
                  </a:lnTo>
                  <a:lnTo>
                    <a:pt x="1189157" y="1560337"/>
                  </a:lnTo>
                  <a:lnTo>
                    <a:pt x="1189825" y="1557556"/>
                  </a:lnTo>
                  <a:lnTo>
                    <a:pt x="1190493" y="1557556"/>
                  </a:lnTo>
                  <a:lnTo>
                    <a:pt x="1191161" y="1557556"/>
                  </a:lnTo>
                  <a:lnTo>
                    <a:pt x="1191829" y="1557556"/>
                  </a:lnTo>
                  <a:lnTo>
                    <a:pt x="1192497" y="1557556"/>
                  </a:lnTo>
                  <a:lnTo>
                    <a:pt x="1193165" y="1543649"/>
                  </a:lnTo>
                  <a:lnTo>
                    <a:pt x="1193833" y="1510273"/>
                  </a:lnTo>
                  <a:lnTo>
                    <a:pt x="1194501" y="1557556"/>
                  </a:lnTo>
                  <a:lnTo>
                    <a:pt x="1195169" y="1557556"/>
                  </a:lnTo>
                  <a:lnTo>
                    <a:pt x="1195837" y="1557556"/>
                  </a:lnTo>
                  <a:lnTo>
                    <a:pt x="1196505" y="1557556"/>
                  </a:lnTo>
                  <a:lnTo>
                    <a:pt x="1197173" y="1557556"/>
                  </a:lnTo>
                  <a:lnTo>
                    <a:pt x="1197841" y="1532523"/>
                  </a:lnTo>
                  <a:lnTo>
                    <a:pt x="1198509" y="1501929"/>
                  </a:lnTo>
                  <a:lnTo>
                    <a:pt x="1199177" y="1501929"/>
                  </a:lnTo>
                  <a:lnTo>
                    <a:pt x="1199845" y="1501929"/>
                  </a:lnTo>
                  <a:lnTo>
                    <a:pt x="1200514" y="1490803"/>
                  </a:lnTo>
                  <a:lnTo>
                    <a:pt x="1201182" y="1446302"/>
                  </a:lnTo>
                  <a:lnTo>
                    <a:pt x="1201850" y="1446302"/>
                  </a:lnTo>
                  <a:lnTo>
                    <a:pt x="1202518" y="1446302"/>
                  </a:lnTo>
                  <a:lnTo>
                    <a:pt x="1203186" y="1446302"/>
                  </a:lnTo>
                  <a:lnTo>
                    <a:pt x="1203854" y="1446302"/>
                  </a:lnTo>
                  <a:lnTo>
                    <a:pt x="1204522" y="1446302"/>
                  </a:lnTo>
                  <a:lnTo>
                    <a:pt x="1205190" y="1446302"/>
                  </a:lnTo>
                  <a:lnTo>
                    <a:pt x="1205858" y="1496366"/>
                  </a:lnTo>
                  <a:lnTo>
                    <a:pt x="1206526" y="1501929"/>
                  </a:lnTo>
                  <a:lnTo>
                    <a:pt x="1207194" y="1501929"/>
                  </a:lnTo>
                  <a:lnTo>
                    <a:pt x="1207862" y="1501929"/>
                  </a:lnTo>
                  <a:lnTo>
                    <a:pt x="1208530" y="1501929"/>
                  </a:lnTo>
                  <a:lnTo>
                    <a:pt x="1209198" y="1501929"/>
                  </a:lnTo>
                  <a:lnTo>
                    <a:pt x="1209866" y="1513054"/>
                  </a:lnTo>
                  <a:lnTo>
                    <a:pt x="1210534" y="1557556"/>
                  </a:lnTo>
                  <a:lnTo>
                    <a:pt x="1211202" y="1557556"/>
                  </a:lnTo>
                  <a:lnTo>
                    <a:pt x="1211870" y="1557556"/>
                  </a:lnTo>
                  <a:lnTo>
                    <a:pt x="1212538" y="1557556"/>
                  </a:lnTo>
                  <a:lnTo>
                    <a:pt x="1213206" y="1557556"/>
                  </a:lnTo>
                  <a:lnTo>
                    <a:pt x="1213874" y="1524179"/>
                  </a:lnTo>
                  <a:lnTo>
                    <a:pt x="1214542" y="1485240"/>
                  </a:lnTo>
                  <a:lnTo>
                    <a:pt x="1215210" y="1454646"/>
                  </a:lnTo>
                  <a:lnTo>
                    <a:pt x="1215878" y="1446302"/>
                  </a:lnTo>
                  <a:lnTo>
                    <a:pt x="1216546" y="1410144"/>
                  </a:lnTo>
                  <a:lnTo>
                    <a:pt x="1217214" y="1399019"/>
                  </a:lnTo>
                  <a:lnTo>
                    <a:pt x="1217882" y="1404581"/>
                  </a:lnTo>
                  <a:lnTo>
                    <a:pt x="1218550" y="1335048"/>
                  </a:lnTo>
                  <a:lnTo>
                    <a:pt x="1219218" y="1304453"/>
                  </a:lnTo>
                  <a:lnTo>
                    <a:pt x="1219886" y="1279421"/>
                  </a:lnTo>
                  <a:lnTo>
                    <a:pt x="1220554" y="1279421"/>
                  </a:lnTo>
                  <a:lnTo>
                    <a:pt x="1221222" y="1279421"/>
                  </a:lnTo>
                  <a:lnTo>
                    <a:pt x="1221890" y="1279421"/>
                  </a:lnTo>
                  <a:lnTo>
                    <a:pt x="1222558" y="1232138"/>
                  </a:lnTo>
                  <a:lnTo>
                    <a:pt x="1223226" y="1223794"/>
                  </a:lnTo>
                  <a:lnTo>
                    <a:pt x="1223894" y="1182073"/>
                  </a:lnTo>
                  <a:lnTo>
                    <a:pt x="1224562" y="1168166"/>
                  </a:lnTo>
                  <a:lnTo>
                    <a:pt x="1225231" y="1168166"/>
                  </a:lnTo>
                  <a:lnTo>
                    <a:pt x="1225899" y="1151478"/>
                  </a:lnTo>
                  <a:lnTo>
                    <a:pt x="1226567" y="1112540"/>
                  </a:lnTo>
                  <a:lnTo>
                    <a:pt x="1227235" y="1104195"/>
                  </a:lnTo>
                  <a:lnTo>
                    <a:pt x="1227903" y="1045787"/>
                  </a:lnTo>
                  <a:lnTo>
                    <a:pt x="1228571" y="1001286"/>
                  </a:lnTo>
                  <a:lnTo>
                    <a:pt x="1229239" y="948440"/>
                  </a:lnTo>
                  <a:lnTo>
                    <a:pt x="1229907" y="945659"/>
                  </a:lnTo>
                  <a:lnTo>
                    <a:pt x="1230575" y="976254"/>
                  </a:lnTo>
                  <a:lnTo>
                    <a:pt x="1231243" y="1037443"/>
                  </a:lnTo>
                  <a:lnTo>
                    <a:pt x="1231911" y="1101414"/>
                  </a:lnTo>
                  <a:lnTo>
                    <a:pt x="1232579" y="1112540"/>
                  </a:lnTo>
                  <a:lnTo>
                    <a:pt x="1233247" y="1145916"/>
                  </a:lnTo>
                  <a:lnTo>
                    <a:pt x="1233915" y="1148697"/>
                  </a:lnTo>
                  <a:lnTo>
                    <a:pt x="1234583" y="1148697"/>
                  </a:lnTo>
                  <a:lnTo>
                    <a:pt x="1235251" y="1190417"/>
                  </a:lnTo>
                  <a:lnTo>
                    <a:pt x="1235919" y="1195980"/>
                  </a:lnTo>
                  <a:lnTo>
                    <a:pt x="1236587" y="1223794"/>
                  </a:lnTo>
                  <a:lnTo>
                    <a:pt x="1237255" y="1223794"/>
                  </a:lnTo>
                  <a:lnTo>
                    <a:pt x="1237923" y="1223794"/>
                  </a:lnTo>
                  <a:lnTo>
                    <a:pt x="1238591" y="1223794"/>
                  </a:lnTo>
                  <a:lnTo>
                    <a:pt x="1239259" y="1268295"/>
                  </a:lnTo>
                  <a:lnTo>
                    <a:pt x="1239927" y="1279421"/>
                  </a:lnTo>
                  <a:lnTo>
                    <a:pt x="1240595" y="1318360"/>
                  </a:lnTo>
                  <a:lnTo>
                    <a:pt x="1241263" y="1335048"/>
                  </a:lnTo>
                  <a:lnTo>
                    <a:pt x="1241931" y="1335048"/>
                  </a:lnTo>
                  <a:lnTo>
                    <a:pt x="1242599" y="1304453"/>
                  </a:lnTo>
                  <a:lnTo>
                    <a:pt x="1243267" y="1335048"/>
                  </a:lnTo>
                  <a:lnTo>
                    <a:pt x="1243935" y="1340610"/>
                  </a:lnTo>
                  <a:lnTo>
                    <a:pt x="1244603" y="1399019"/>
                  </a:lnTo>
                  <a:lnTo>
                    <a:pt x="1245271" y="1446302"/>
                  </a:lnTo>
                  <a:lnTo>
                    <a:pt x="1245939" y="1476896"/>
                  </a:lnTo>
                  <a:lnTo>
                    <a:pt x="1246607" y="1446302"/>
                  </a:lnTo>
                  <a:lnTo>
                    <a:pt x="1247275" y="1446302"/>
                  </a:lnTo>
                  <a:lnTo>
                    <a:pt x="1247943" y="1426832"/>
                  </a:lnTo>
                  <a:lnTo>
                    <a:pt x="1248611" y="1390675"/>
                  </a:lnTo>
                  <a:lnTo>
                    <a:pt x="1249280" y="1390675"/>
                  </a:lnTo>
                  <a:lnTo>
                    <a:pt x="1249948" y="1390675"/>
                  </a:lnTo>
                  <a:lnTo>
                    <a:pt x="1250616" y="1407363"/>
                  </a:lnTo>
                  <a:lnTo>
                    <a:pt x="1251284" y="1446302"/>
                  </a:lnTo>
                  <a:lnTo>
                    <a:pt x="1251952" y="1476896"/>
                  </a:lnTo>
                  <a:lnTo>
                    <a:pt x="1252620" y="1501929"/>
                  </a:lnTo>
                  <a:lnTo>
                    <a:pt x="1253288" y="1454646"/>
                  </a:lnTo>
                  <a:lnTo>
                    <a:pt x="1253956" y="1446302"/>
                  </a:lnTo>
                  <a:lnTo>
                    <a:pt x="1254624" y="1399019"/>
                  </a:lnTo>
                  <a:lnTo>
                    <a:pt x="1255292" y="1365642"/>
                  </a:lnTo>
                  <a:lnTo>
                    <a:pt x="1255960" y="1323922"/>
                  </a:lnTo>
                  <a:lnTo>
                    <a:pt x="1256628" y="1223793"/>
                  </a:lnTo>
                  <a:lnTo>
                    <a:pt x="1257296" y="1168166"/>
                  </a:lnTo>
                  <a:lnTo>
                    <a:pt x="1257964" y="1168166"/>
                  </a:lnTo>
                  <a:lnTo>
                    <a:pt x="1258632" y="1129228"/>
                  </a:lnTo>
                  <a:lnTo>
                    <a:pt x="1259300" y="1154260"/>
                  </a:lnTo>
                  <a:lnTo>
                    <a:pt x="1259968" y="1168166"/>
                  </a:lnTo>
                  <a:lnTo>
                    <a:pt x="1260636" y="1168166"/>
                  </a:lnTo>
                  <a:lnTo>
                    <a:pt x="1261304" y="1168166"/>
                  </a:lnTo>
                  <a:lnTo>
                    <a:pt x="1261972" y="1168166"/>
                  </a:lnTo>
                  <a:lnTo>
                    <a:pt x="1262640" y="1184855"/>
                  </a:lnTo>
                  <a:lnTo>
                    <a:pt x="1263308" y="1159822"/>
                  </a:lnTo>
                  <a:lnTo>
                    <a:pt x="1263976" y="1090289"/>
                  </a:lnTo>
                  <a:lnTo>
                    <a:pt x="1264644" y="992942"/>
                  </a:lnTo>
                  <a:lnTo>
                    <a:pt x="1265312" y="1001286"/>
                  </a:lnTo>
                  <a:lnTo>
                    <a:pt x="1265980" y="1001286"/>
                  </a:lnTo>
                  <a:lnTo>
                    <a:pt x="1266648" y="1001286"/>
                  </a:lnTo>
                  <a:lnTo>
                    <a:pt x="1267316" y="1001286"/>
                  </a:lnTo>
                  <a:lnTo>
                    <a:pt x="1267984" y="1001286"/>
                  </a:lnTo>
                  <a:lnTo>
                    <a:pt x="1268652" y="1001286"/>
                  </a:lnTo>
                  <a:lnTo>
                    <a:pt x="1269320" y="1001286"/>
                  </a:lnTo>
                  <a:lnTo>
                    <a:pt x="1269988" y="1045787"/>
                  </a:lnTo>
                  <a:lnTo>
                    <a:pt x="1270656" y="1056912"/>
                  </a:lnTo>
                  <a:lnTo>
                    <a:pt x="1271324" y="1101414"/>
                  </a:lnTo>
                  <a:lnTo>
                    <a:pt x="1271992" y="1134790"/>
                  </a:lnTo>
                  <a:lnTo>
                    <a:pt x="1272660" y="1176511"/>
                  </a:lnTo>
                  <a:lnTo>
                    <a:pt x="1273328" y="1273858"/>
                  </a:lnTo>
                  <a:lnTo>
                    <a:pt x="1273997" y="1335048"/>
                  </a:lnTo>
                  <a:lnTo>
                    <a:pt x="1274665" y="1335048"/>
                  </a:lnTo>
                  <a:lnTo>
                    <a:pt x="1275333" y="1371205"/>
                  </a:lnTo>
                  <a:lnTo>
                    <a:pt x="1276001" y="1385112"/>
                  </a:lnTo>
                  <a:lnTo>
                    <a:pt x="1276669" y="1335048"/>
                  </a:lnTo>
                  <a:lnTo>
                    <a:pt x="1277337" y="1335048"/>
                  </a:lnTo>
                  <a:lnTo>
                    <a:pt x="1278005" y="1335048"/>
                  </a:lnTo>
                  <a:lnTo>
                    <a:pt x="1278673" y="1279421"/>
                  </a:lnTo>
                  <a:lnTo>
                    <a:pt x="1279341" y="1271077"/>
                  </a:lnTo>
                  <a:lnTo>
                    <a:pt x="1280009" y="1251607"/>
                  </a:lnTo>
                  <a:lnTo>
                    <a:pt x="1280677" y="1243263"/>
                  </a:lnTo>
                  <a:lnTo>
                    <a:pt x="1281345" y="1307234"/>
                  </a:lnTo>
                  <a:lnTo>
                    <a:pt x="1282013" y="1282202"/>
                  </a:lnTo>
                  <a:lnTo>
                    <a:pt x="1282681" y="1279421"/>
                  </a:lnTo>
                  <a:lnTo>
                    <a:pt x="1283349" y="1279421"/>
                  </a:lnTo>
                  <a:lnTo>
                    <a:pt x="1284017" y="1279421"/>
                  </a:lnTo>
                  <a:lnTo>
                    <a:pt x="1284685" y="1279421"/>
                  </a:lnTo>
                  <a:lnTo>
                    <a:pt x="1285353" y="1279421"/>
                  </a:lnTo>
                  <a:lnTo>
                    <a:pt x="1286021" y="1279421"/>
                  </a:lnTo>
                  <a:lnTo>
                    <a:pt x="1286689" y="1268295"/>
                  </a:lnTo>
                  <a:lnTo>
                    <a:pt x="1287357" y="1179292"/>
                  </a:lnTo>
                  <a:lnTo>
                    <a:pt x="1288025" y="1120884"/>
                  </a:lnTo>
                  <a:lnTo>
                    <a:pt x="1288693" y="1112540"/>
                  </a:lnTo>
                  <a:lnTo>
                    <a:pt x="1289361" y="1112540"/>
                  </a:lnTo>
                  <a:lnTo>
                    <a:pt x="1290029" y="1112540"/>
                  </a:lnTo>
                  <a:lnTo>
                    <a:pt x="1290697" y="1112540"/>
                  </a:lnTo>
                  <a:lnTo>
                    <a:pt x="1291365" y="1079163"/>
                  </a:lnTo>
                  <a:lnTo>
                    <a:pt x="1292033" y="1026318"/>
                  </a:lnTo>
                  <a:lnTo>
                    <a:pt x="1292701" y="967909"/>
                  </a:lnTo>
                  <a:lnTo>
                    <a:pt x="1293369" y="970691"/>
                  </a:lnTo>
                  <a:lnTo>
                    <a:pt x="1294037" y="906720"/>
                  </a:lnTo>
                  <a:lnTo>
                    <a:pt x="1294705" y="890032"/>
                  </a:lnTo>
                  <a:lnTo>
                    <a:pt x="1295373" y="942877"/>
                  </a:lnTo>
                  <a:lnTo>
                    <a:pt x="1296041" y="951221"/>
                  </a:lnTo>
                  <a:lnTo>
                    <a:pt x="1296709" y="981816"/>
                  </a:lnTo>
                  <a:lnTo>
                    <a:pt x="1297377" y="1056912"/>
                  </a:lnTo>
                  <a:lnTo>
                    <a:pt x="1298045" y="1101414"/>
                  </a:lnTo>
                  <a:lnTo>
                    <a:pt x="1298714" y="1162604"/>
                  </a:lnTo>
                  <a:lnTo>
                    <a:pt x="1299382" y="1168166"/>
                  </a:lnTo>
                  <a:lnTo>
                    <a:pt x="1300050" y="1168166"/>
                  </a:lnTo>
                  <a:lnTo>
                    <a:pt x="1300718" y="1168166"/>
                  </a:lnTo>
                  <a:lnTo>
                    <a:pt x="1301386" y="1168166"/>
                  </a:lnTo>
                  <a:lnTo>
                    <a:pt x="1302054" y="1168166"/>
                  </a:lnTo>
                  <a:lnTo>
                    <a:pt x="1302722" y="1168166"/>
                  </a:lnTo>
                  <a:lnTo>
                    <a:pt x="1303390" y="1170948"/>
                  </a:lnTo>
                  <a:lnTo>
                    <a:pt x="1304058" y="1209887"/>
                  </a:lnTo>
                  <a:lnTo>
                    <a:pt x="1304726" y="1268295"/>
                  </a:lnTo>
                  <a:lnTo>
                    <a:pt x="1305394" y="1279421"/>
                  </a:lnTo>
                  <a:lnTo>
                    <a:pt x="1306062" y="1279421"/>
                  </a:lnTo>
                  <a:lnTo>
                    <a:pt x="1306730" y="1279421"/>
                  </a:lnTo>
                  <a:lnTo>
                    <a:pt x="1307398" y="1279421"/>
                  </a:lnTo>
                  <a:lnTo>
                    <a:pt x="1308066" y="1310015"/>
                  </a:lnTo>
                  <a:lnTo>
                    <a:pt x="1308734" y="1357298"/>
                  </a:lnTo>
                  <a:lnTo>
                    <a:pt x="1309402" y="1368424"/>
                  </a:lnTo>
                  <a:lnTo>
                    <a:pt x="1310070" y="1418488"/>
                  </a:lnTo>
                  <a:lnTo>
                    <a:pt x="1310738" y="1482459"/>
                  </a:lnTo>
                  <a:lnTo>
                    <a:pt x="1311406" y="1468552"/>
                  </a:lnTo>
                  <a:lnTo>
                    <a:pt x="1312074" y="1446302"/>
                  </a:lnTo>
                  <a:lnTo>
                    <a:pt x="1312742" y="1446302"/>
                  </a:lnTo>
                  <a:lnTo>
                    <a:pt x="1313410" y="1488022"/>
                  </a:lnTo>
                  <a:lnTo>
                    <a:pt x="1314078" y="1501929"/>
                  </a:lnTo>
                  <a:lnTo>
                    <a:pt x="1314746" y="1501929"/>
                  </a:lnTo>
                  <a:lnTo>
                    <a:pt x="1315414" y="1465771"/>
                  </a:lnTo>
                  <a:lnTo>
                    <a:pt x="1316082" y="1446302"/>
                  </a:lnTo>
                  <a:lnTo>
                    <a:pt x="1316750" y="1435176"/>
                  </a:lnTo>
                  <a:lnTo>
                    <a:pt x="1317418" y="1390675"/>
                  </a:lnTo>
                  <a:lnTo>
                    <a:pt x="1318086" y="1390675"/>
                  </a:lnTo>
                  <a:lnTo>
                    <a:pt x="1318754" y="1390675"/>
                  </a:lnTo>
                  <a:lnTo>
                    <a:pt x="1319422" y="1390675"/>
                  </a:lnTo>
                  <a:lnTo>
                    <a:pt x="1320090" y="1393456"/>
                  </a:lnTo>
                  <a:lnTo>
                    <a:pt x="1320758" y="1446302"/>
                  </a:lnTo>
                  <a:lnTo>
                    <a:pt x="1321426" y="1446302"/>
                  </a:lnTo>
                  <a:lnTo>
                    <a:pt x="1322094" y="1446302"/>
                  </a:lnTo>
                  <a:lnTo>
                    <a:pt x="1322762" y="1446302"/>
                  </a:lnTo>
                  <a:lnTo>
                    <a:pt x="1323431" y="1432395"/>
                  </a:lnTo>
                  <a:lnTo>
                    <a:pt x="1324099" y="1390675"/>
                  </a:lnTo>
                  <a:lnTo>
                    <a:pt x="1324767" y="1390675"/>
                  </a:lnTo>
                  <a:lnTo>
                    <a:pt x="1325435" y="1393456"/>
                  </a:lnTo>
                  <a:lnTo>
                    <a:pt x="1326103" y="1446302"/>
                  </a:lnTo>
                  <a:lnTo>
                    <a:pt x="1326771" y="1446302"/>
                  </a:lnTo>
                  <a:lnTo>
                    <a:pt x="1327439" y="1446302"/>
                  </a:lnTo>
                  <a:lnTo>
                    <a:pt x="1328107" y="1476896"/>
                  </a:lnTo>
                  <a:lnTo>
                    <a:pt x="1328775" y="1501929"/>
                  </a:lnTo>
                  <a:lnTo>
                    <a:pt x="1329443" y="1468552"/>
                  </a:lnTo>
                  <a:lnTo>
                    <a:pt x="1330111" y="1446302"/>
                  </a:lnTo>
                  <a:lnTo>
                    <a:pt x="1330779" y="1446302"/>
                  </a:lnTo>
                  <a:lnTo>
                    <a:pt x="1331447" y="1446302"/>
                  </a:lnTo>
                  <a:lnTo>
                    <a:pt x="1332115" y="1479678"/>
                  </a:lnTo>
                  <a:lnTo>
                    <a:pt x="1332783" y="1501929"/>
                  </a:lnTo>
                  <a:lnTo>
                    <a:pt x="1333451" y="1510273"/>
                  </a:lnTo>
                  <a:lnTo>
                    <a:pt x="1334119" y="1557556"/>
                  </a:lnTo>
                  <a:lnTo>
                    <a:pt x="1334787" y="1557556"/>
                  </a:lnTo>
                  <a:lnTo>
                    <a:pt x="1335455" y="1551993"/>
                  </a:lnTo>
                  <a:lnTo>
                    <a:pt x="1336123" y="1501929"/>
                  </a:lnTo>
                  <a:lnTo>
                    <a:pt x="1336791" y="1501929"/>
                  </a:lnTo>
                  <a:lnTo>
                    <a:pt x="1337459" y="1501929"/>
                  </a:lnTo>
                  <a:lnTo>
                    <a:pt x="1338127" y="1460208"/>
                  </a:lnTo>
                  <a:lnTo>
                    <a:pt x="1338795" y="1446302"/>
                  </a:lnTo>
                  <a:lnTo>
                    <a:pt x="1339463" y="1440739"/>
                  </a:lnTo>
                  <a:lnTo>
                    <a:pt x="1340131" y="1401800"/>
                  </a:lnTo>
                  <a:lnTo>
                    <a:pt x="1340799" y="1446302"/>
                  </a:lnTo>
                  <a:lnTo>
                    <a:pt x="1341467" y="1446302"/>
                  </a:lnTo>
                  <a:lnTo>
                    <a:pt x="1342135" y="1446302"/>
                  </a:lnTo>
                  <a:lnTo>
                    <a:pt x="1342803" y="1446302"/>
                  </a:lnTo>
                  <a:lnTo>
                    <a:pt x="1343471" y="1401800"/>
                  </a:lnTo>
                  <a:lnTo>
                    <a:pt x="1344139" y="1390675"/>
                  </a:lnTo>
                  <a:lnTo>
                    <a:pt x="1344807" y="1360080"/>
                  </a:lnTo>
                  <a:lnTo>
                    <a:pt x="1345475" y="1335048"/>
                  </a:lnTo>
                  <a:lnTo>
                    <a:pt x="1346143" y="1365642"/>
                  </a:lnTo>
                  <a:lnTo>
                    <a:pt x="1346811" y="1390675"/>
                  </a:lnTo>
                  <a:lnTo>
                    <a:pt x="1347480" y="1390675"/>
                  </a:lnTo>
                  <a:lnTo>
                    <a:pt x="1348148" y="1390675"/>
                  </a:lnTo>
                  <a:lnTo>
                    <a:pt x="1348816" y="1390675"/>
                  </a:lnTo>
                  <a:lnTo>
                    <a:pt x="1349484" y="1390675"/>
                  </a:lnTo>
                  <a:lnTo>
                    <a:pt x="1350152" y="1390675"/>
                  </a:lnTo>
                  <a:lnTo>
                    <a:pt x="1350820" y="1390675"/>
                  </a:lnTo>
                  <a:lnTo>
                    <a:pt x="1351488" y="1390675"/>
                  </a:lnTo>
                  <a:lnTo>
                    <a:pt x="1352156" y="1393456"/>
                  </a:lnTo>
                  <a:lnTo>
                    <a:pt x="1352824" y="1446302"/>
                  </a:lnTo>
                  <a:lnTo>
                    <a:pt x="1353492" y="1446302"/>
                  </a:lnTo>
                  <a:lnTo>
                    <a:pt x="1354160" y="1446302"/>
                  </a:lnTo>
                  <a:lnTo>
                    <a:pt x="1354828" y="1449083"/>
                  </a:lnTo>
                  <a:lnTo>
                    <a:pt x="1355496" y="1446302"/>
                  </a:lnTo>
                  <a:lnTo>
                    <a:pt x="1356164" y="1449083"/>
                  </a:lnTo>
                  <a:lnTo>
                    <a:pt x="1356832" y="1501929"/>
                  </a:lnTo>
                  <a:lnTo>
                    <a:pt x="1357500" y="1501929"/>
                  </a:lnTo>
                  <a:lnTo>
                    <a:pt x="1358168" y="1471334"/>
                  </a:lnTo>
                  <a:lnTo>
                    <a:pt x="1358836" y="1446302"/>
                  </a:lnTo>
                  <a:lnTo>
                    <a:pt x="1359504" y="1446302"/>
                  </a:lnTo>
                  <a:lnTo>
                    <a:pt x="1360172" y="1488022"/>
                  </a:lnTo>
                  <a:lnTo>
                    <a:pt x="1360840" y="1501929"/>
                  </a:lnTo>
                  <a:lnTo>
                    <a:pt x="1361508" y="1529742"/>
                  </a:lnTo>
                  <a:lnTo>
                    <a:pt x="1362176" y="1557556"/>
                  </a:lnTo>
                  <a:lnTo>
                    <a:pt x="1362844" y="1557556"/>
                  </a:lnTo>
                  <a:lnTo>
                    <a:pt x="1363512" y="1557556"/>
                  </a:lnTo>
                  <a:lnTo>
                    <a:pt x="1364180" y="1557556"/>
                  </a:lnTo>
                  <a:lnTo>
                    <a:pt x="1364848" y="1557556"/>
                  </a:lnTo>
                  <a:lnTo>
                    <a:pt x="1365516" y="1557556"/>
                  </a:lnTo>
                  <a:lnTo>
                    <a:pt x="1366184" y="1557556"/>
                  </a:lnTo>
                  <a:lnTo>
                    <a:pt x="1366852" y="1557556"/>
                  </a:lnTo>
                  <a:lnTo>
                    <a:pt x="1367520" y="1557556"/>
                  </a:lnTo>
                  <a:lnTo>
                    <a:pt x="1368188" y="1501929"/>
                  </a:lnTo>
                  <a:lnTo>
                    <a:pt x="1368856" y="1482459"/>
                  </a:lnTo>
                  <a:lnTo>
                    <a:pt x="1369524" y="1446302"/>
                  </a:lnTo>
                  <a:lnTo>
                    <a:pt x="1370192" y="1446302"/>
                  </a:lnTo>
                  <a:lnTo>
                    <a:pt x="1370860" y="1446302"/>
                  </a:lnTo>
                  <a:lnTo>
                    <a:pt x="1371528" y="1479678"/>
                  </a:lnTo>
                  <a:lnTo>
                    <a:pt x="1372197" y="1501929"/>
                  </a:lnTo>
                  <a:lnTo>
                    <a:pt x="1372865" y="1501929"/>
                  </a:lnTo>
                  <a:lnTo>
                    <a:pt x="1373533" y="1501929"/>
                  </a:lnTo>
                  <a:lnTo>
                    <a:pt x="1374201" y="1501929"/>
                  </a:lnTo>
                  <a:lnTo>
                    <a:pt x="1374869" y="1529742"/>
                  </a:lnTo>
                  <a:lnTo>
                    <a:pt x="1375537" y="1557556"/>
                  </a:lnTo>
                  <a:lnTo>
                    <a:pt x="1376205" y="1557556"/>
                  </a:lnTo>
                  <a:lnTo>
                    <a:pt x="1376873" y="1557556"/>
                  </a:lnTo>
                  <a:lnTo>
                    <a:pt x="1377541" y="1557556"/>
                  </a:lnTo>
                  <a:lnTo>
                    <a:pt x="1378209" y="1557556"/>
                  </a:lnTo>
                  <a:lnTo>
                    <a:pt x="1378877" y="1557556"/>
                  </a:lnTo>
                  <a:lnTo>
                    <a:pt x="1379545" y="1557556"/>
                  </a:lnTo>
                  <a:lnTo>
                    <a:pt x="1380213" y="1557556"/>
                  </a:lnTo>
                  <a:lnTo>
                    <a:pt x="1380881" y="1557556"/>
                  </a:lnTo>
                  <a:lnTo>
                    <a:pt x="1381549" y="1535305"/>
                  </a:lnTo>
                  <a:lnTo>
                    <a:pt x="1382217" y="1501929"/>
                  </a:lnTo>
                  <a:lnTo>
                    <a:pt x="1382885" y="1501929"/>
                  </a:lnTo>
                  <a:lnTo>
                    <a:pt x="1383553" y="1501929"/>
                  </a:lnTo>
                  <a:lnTo>
                    <a:pt x="1384221" y="1501929"/>
                  </a:lnTo>
                  <a:lnTo>
                    <a:pt x="1384889" y="1554774"/>
                  </a:lnTo>
                  <a:lnTo>
                    <a:pt x="1385557" y="1574244"/>
                  </a:lnTo>
                  <a:lnTo>
                    <a:pt x="1386225" y="1613183"/>
                  </a:lnTo>
                  <a:lnTo>
                    <a:pt x="1386893" y="1613183"/>
                  </a:lnTo>
                  <a:lnTo>
                    <a:pt x="1387561" y="1613183"/>
                  </a:lnTo>
                  <a:lnTo>
                    <a:pt x="1388229" y="1613183"/>
                  </a:lnTo>
                  <a:lnTo>
                    <a:pt x="1388897" y="1613183"/>
                  </a:lnTo>
                  <a:lnTo>
                    <a:pt x="1389565" y="1613183"/>
                  </a:lnTo>
                  <a:lnTo>
                    <a:pt x="1390233" y="1613183"/>
                  </a:lnTo>
                  <a:lnTo>
                    <a:pt x="1390901" y="1613183"/>
                  </a:lnTo>
                  <a:lnTo>
                    <a:pt x="1391569" y="1560337"/>
                  </a:lnTo>
                  <a:lnTo>
                    <a:pt x="1392237" y="1526961"/>
                  </a:lnTo>
                  <a:lnTo>
                    <a:pt x="1392905" y="1501929"/>
                  </a:lnTo>
                  <a:lnTo>
                    <a:pt x="1393573" y="1488022"/>
                  </a:lnTo>
                  <a:lnTo>
                    <a:pt x="1394241" y="1446302"/>
                  </a:lnTo>
                  <a:lnTo>
                    <a:pt x="1394909" y="1415707"/>
                  </a:lnTo>
                  <a:lnTo>
                    <a:pt x="1395577" y="1390675"/>
                  </a:lnTo>
                  <a:lnTo>
                    <a:pt x="1396245" y="1360080"/>
                  </a:lnTo>
                  <a:lnTo>
                    <a:pt x="1396914" y="1335048"/>
                  </a:lnTo>
                  <a:lnTo>
                    <a:pt x="1397582" y="1335048"/>
                  </a:lnTo>
                  <a:lnTo>
                    <a:pt x="1398250" y="1354517"/>
                  </a:lnTo>
                  <a:lnTo>
                    <a:pt x="1398918" y="1390675"/>
                  </a:lnTo>
                  <a:lnTo>
                    <a:pt x="1399586" y="1390675"/>
                  </a:lnTo>
                  <a:lnTo>
                    <a:pt x="1400254" y="1371205"/>
                  </a:lnTo>
                  <a:lnTo>
                    <a:pt x="1400922" y="1335048"/>
                  </a:lnTo>
                  <a:lnTo>
                    <a:pt x="1401590" y="1335048"/>
                  </a:lnTo>
                  <a:lnTo>
                    <a:pt x="1402258" y="1326704"/>
                  </a:lnTo>
                  <a:lnTo>
                    <a:pt x="1402926" y="1232138"/>
                  </a:lnTo>
                  <a:lnTo>
                    <a:pt x="1403594" y="1187636"/>
                  </a:lnTo>
                  <a:lnTo>
                    <a:pt x="1404262" y="1112540"/>
                  </a:lnTo>
                  <a:lnTo>
                    <a:pt x="1404930" y="1112540"/>
                  </a:lnTo>
                  <a:lnTo>
                    <a:pt x="1405598" y="1112540"/>
                  </a:lnTo>
                  <a:lnTo>
                    <a:pt x="1406266" y="1112540"/>
                  </a:lnTo>
                  <a:lnTo>
                    <a:pt x="1406934" y="1112540"/>
                  </a:lnTo>
                  <a:lnTo>
                    <a:pt x="1407602" y="1101414"/>
                  </a:lnTo>
                  <a:lnTo>
                    <a:pt x="1408270" y="1070819"/>
                  </a:lnTo>
                  <a:lnTo>
                    <a:pt x="1408938" y="998504"/>
                  </a:lnTo>
                  <a:lnTo>
                    <a:pt x="1409606" y="1001286"/>
                  </a:lnTo>
                  <a:lnTo>
                    <a:pt x="1410274" y="995723"/>
                  </a:lnTo>
                  <a:lnTo>
                    <a:pt x="1410942" y="1001286"/>
                  </a:lnTo>
                  <a:lnTo>
                    <a:pt x="1411610" y="1029099"/>
                  </a:lnTo>
                  <a:lnTo>
                    <a:pt x="1412278" y="1017974"/>
                  </a:lnTo>
                  <a:lnTo>
                    <a:pt x="1412946" y="1029099"/>
                  </a:lnTo>
                  <a:lnTo>
                    <a:pt x="1413614" y="1056912"/>
                  </a:lnTo>
                  <a:lnTo>
                    <a:pt x="1414282" y="1056912"/>
                  </a:lnTo>
                  <a:lnTo>
                    <a:pt x="1414950" y="1056912"/>
                  </a:lnTo>
                  <a:lnTo>
                    <a:pt x="1415618" y="1056912"/>
                  </a:lnTo>
                  <a:lnTo>
                    <a:pt x="1416286" y="1001286"/>
                  </a:lnTo>
                  <a:lnTo>
                    <a:pt x="1416954" y="1017974"/>
                  </a:lnTo>
                  <a:lnTo>
                    <a:pt x="1417622" y="1017974"/>
                  </a:lnTo>
                  <a:lnTo>
                    <a:pt x="1418290" y="1001286"/>
                  </a:lnTo>
                  <a:lnTo>
                    <a:pt x="1418958" y="920626"/>
                  </a:lnTo>
                  <a:lnTo>
                    <a:pt x="1419626" y="990160"/>
                  </a:lnTo>
                  <a:lnTo>
                    <a:pt x="1420294" y="1031880"/>
                  </a:lnTo>
                  <a:lnTo>
                    <a:pt x="1420963" y="1112540"/>
                  </a:lnTo>
                  <a:lnTo>
                    <a:pt x="1421631" y="1112540"/>
                  </a:lnTo>
                  <a:lnTo>
                    <a:pt x="1422299" y="1112540"/>
                  </a:lnTo>
                  <a:lnTo>
                    <a:pt x="1422967" y="1112540"/>
                  </a:lnTo>
                  <a:lnTo>
                    <a:pt x="1423635" y="1068038"/>
                  </a:lnTo>
                  <a:lnTo>
                    <a:pt x="1424303" y="1065256"/>
                  </a:lnTo>
                  <a:lnTo>
                    <a:pt x="1424971" y="1143134"/>
                  </a:lnTo>
                  <a:lnTo>
                    <a:pt x="1425639" y="1248826"/>
                  </a:lnTo>
                  <a:lnTo>
                    <a:pt x="1426307" y="1187636"/>
                  </a:lnTo>
                  <a:lnTo>
                    <a:pt x="1426975" y="1182073"/>
                  </a:lnTo>
                  <a:lnTo>
                    <a:pt x="1427643" y="1223794"/>
                  </a:lnTo>
                  <a:lnTo>
                    <a:pt x="1428311" y="1223794"/>
                  </a:lnTo>
                  <a:lnTo>
                    <a:pt x="1428979" y="1259951"/>
                  </a:lnTo>
                  <a:lnTo>
                    <a:pt x="1429647" y="1279421"/>
                  </a:lnTo>
                  <a:lnTo>
                    <a:pt x="1430315" y="1271077"/>
                  </a:lnTo>
                  <a:lnTo>
                    <a:pt x="1430983" y="1198761"/>
                  </a:lnTo>
                  <a:lnTo>
                    <a:pt x="1431651" y="1112540"/>
                  </a:lnTo>
                  <a:lnTo>
                    <a:pt x="1432319" y="1112540"/>
                  </a:lnTo>
                  <a:lnTo>
                    <a:pt x="1432987" y="1120884"/>
                  </a:lnTo>
                  <a:lnTo>
                    <a:pt x="1433655" y="1112540"/>
                  </a:lnTo>
                  <a:lnTo>
                    <a:pt x="1434323" y="1148697"/>
                  </a:lnTo>
                  <a:lnTo>
                    <a:pt x="1434991" y="1168166"/>
                  </a:lnTo>
                  <a:lnTo>
                    <a:pt x="1435659" y="1248826"/>
                  </a:lnTo>
                  <a:lnTo>
                    <a:pt x="1436327" y="1279421"/>
                  </a:lnTo>
                  <a:lnTo>
                    <a:pt x="1436995" y="1279421"/>
                  </a:lnTo>
                  <a:lnTo>
                    <a:pt x="1437663" y="1279421"/>
                  </a:lnTo>
                  <a:lnTo>
                    <a:pt x="1438331" y="1268295"/>
                  </a:lnTo>
                  <a:lnTo>
                    <a:pt x="1438999" y="1218231"/>
                  </a:lnTo>
                  <a:lnTo>
                    <a:pt x="1439667" y="1168166"/>
                  </a:lnTo>
                  <a:lnTo>
                    <a:pt x="1440335" y="1209887"/>
                  </a:lnTo>
                  <a:lnTo>
                    <a:pt x="1441003" y="1223794"/>
                  </a:lnTo>
                  <a:lnTo>
                    <a:pt x="1441671" y="1223794"/>
                  </a:lnTo>
                  <a:lnTo>
                    <a:pt x="1442339" y="1223794"/>
                  </a:lnTo>
                  <a:lnTo>
                    <a:pt x="1443007" y="1312797"/>
                  </a:lnTo>
                  <a:lnTo>
                    <a:pt x="1443675" y="1304453"/>
                  </a:lnTo>
                  <a:lnTo>
                    <a:pt x="1444343" y="1279421"/>
                  </a:lnTo>
                  <a:lnTo>
                    <a:pt x="1445011" y="1279421"/>
                  </a:lnTo>
                  <a:lnTo>
                    <a:pt x="1445680" y="1279421"/>
                  </a:lnTo>
                  <a:lnTo>
                    <a:pt x="1446348" y="1246044"/>
                  </a:lnTo>
                  <a:lnTo>
                    <a:pt x="1447016" y="1229356"/>
                  </a:lnTo>
                  <a:lnTo>
                    <a:pt x="1447684" y="1298890"/>
                  </a:lnTo>
                  <a:lnTo>
                    <a:pt x="1448352" y="1371205"/>
                  </a:lnTo>
                  <a:lnTo>
                    <a:pt x="1449020" y="1293327"/>
                  </a:lnTo>
                  <a:lnTo>
                    <a:pt x="1449688" y="1265514"/>
                  </a:lnTo>
                  <a:lnTo>
                    <a:pt x="1450356" y="1279421"/>
                  </a:lnTo>
                  <a:lnTo>
                    <a:pt x="1451024" y="1279421"/>
                  </a:lnTo>
                  <a:lnTo>
                    <a:pt x="1451692" y="1234919"/>
                  </a:lnTo>
                  <a:lnTo>
                    <a:pt x="1452360" y="1123665"/>
                  </a:lnTo>
                  <a:lnTo>
                    <a:pt x="1453028" y="1062475"/>
                  </a:lnTo>
                  <a:lnTo>
                    <a:pt x="1453696" y="984598"/>
                  </a:lnTo>
                  <a:lnTo>
                    <a:pt x="1454364" y="945659"/>
                  </a:lnTo>
                  <a:lnTo>
                    <a:pt x="1455032" y="870562"/>
                  </a:lnTo>
                  <a:lnTo>
                    <a:pt x="1455700" y="892813"/>
                  </a:lnTo>
                  <a:lnTo>
                    <a:pt x="1456368" y="928971"/>
                  </a:lnTo>
                  <a:lnTo>
                    <a:pt x="1457036" y="890032"/>
                  </a:lnTo>
                  <a:lnTo>
                    <a:pt x="1457704" y="856655"/>
                  </a:lnTo>
                  <a:lnTo>
                    <a:pt x="1458372" y="834405"/>
                  </a:lnTo>
                  <a:lnTo>
                    <a:pt x="1459040" y="773215"/>
                  </a:lnTo>
                  <a:lnTo>
                    <a:pt x="1459708" y="664742"/>
                  </a:lnTo>
                  <a:lnTo>
                    <a:pt x="1460376" y="625803"/>
                  </a:lnTo>
                  <a:lnTo>
                    <a:pt x="1461044" y="592427"/>
                  </a:lnTo>
                  <a:lnTo>
                    <a:pt x="1461712" y="525675"/>
                  </a:lnTo>
                  <a:lnTo>
                    <a:pt x="1462380" y="483954"/>
                  </a:lnTo>
                  <a:lnTo>
                    <a:pt x="1463048" y="475610"/>
                  </a:lnTo>
                  <a:lnTo>
                    <a:pt x="1463716" y="470047"/>
                  </a:lnTo>
                  <a:lnTo>
                    <a:pt x="1464384" y="392170"/>
                  </a:lnTo>
                  <a:lnTo>
                    <a:pt x="1465052" y="294823"/>
                  </a:lnTo>
                  <a:lnTo>
                    <a:pt x="1465720" y="369919"/>
                  </a:lnTo>
                  <a:lnTo>
                    <a:pt x="1466388" y="375482"/>
                  </a:lnTo>
                  <a:lnTo>
                    <a:pt x="1467056" y="297604"/>
                  </a:lnTo>
                  <a:lnTo>
                    <a:pt x="1467724" y="225289"/>
                  </a:lnTo>
                  <a:lnTo>
                    <a:pt x="1468392" y="241977"/>
                  </a:lnTo>
                  <a:lnTo>
                    <a:pt x="1469060" y="272572"/>
                  </a:lnTo>
                  <a:lnTo>
                    <a:pt x="1469728" y="211382"/>
                  </a:lnTo>
                  <a:lnTo>
                    <a:pt x="1470397" y="236414"/>
                  </a:lnTo>
                  <a:lnTo>
                    <a:pt x="1471065" y="278134"/>
                  </a:lnTo>
                  <a:lnTo>
                    <a:pt x="1471733" y="356012"/>
                  </a:lnTo>
                  <a:lnTo>
                    <a:pt x="1472401" y="389389"/>
                  </a:lnTo>
                  <a:lnTo>
                    <a:pt x="1473069" y="403295"/>
                  </a:lnTo>
                  <a:lnTo>
                    <a:pt x="1473737" y="445015"/>
                  </a:lnTo>
                  <a:lnTo>
                    <a:pt x="1474405" y="475610"/>
                  </a:lnTo>
                  <a:lnTo>
                    <a:pt x="1475073" y="492298"/>
                  </a:lnTo>
                  <a:lnTo>
                    <a:pt x="1475741" y="500642"/>
                  </a:lnTo>
                  <a:lnTo>
                    <a:pt x="1476409" y="609115"/>
                  </a:lnTo>
                  <a:lnTo>
                    <a:pt x="1477077" y="678649"/>
                  </a:lnTo>
                  <a:lnTo>
                    <a:pt x="1477745" y="692556"/>
                  </a:lnTo>
                  <a:lnTo>
                    <a:pt x="1478413" y="750964"/>
                  </a:lnTo>
                  <a:lnTo>
                    <a:pt x="1479081" y="734276"/>
                  </a:lnTo>
                  <a:lnTo>
                    <a:pt x="1479749" y="723150"/>
                  </a:lnTo>
                  <a:lnTo>
                    <a:pt x="1480417" y="750964"/>
                  </a:lnTo>
                  <a:lnTo>
                    <a:pt x="1481085" y="823279"/>
                  </a:lnTo>
                  <a:lnTo>
                    <a:pt x="1481753" y="945659"/>
                  </a:lnTo>
                  <a:lnTo>
                    <a:pt x="1482421" y="945659"/>
                  </a:lnTo>
                  <a:lnTo>
                    <a:pt x="1483089" y="954003"/>
                  </a:lnTo>
                  <a:lnTo>
                    <a:pt x="1483757" y="1034662"/>
                  </a:lnTo>
                  <a:lnTo>
                    <a:pt x="1484425" y="1106977"/>
                  </a:lnTo>
                  <a:lnTo>
                    <a:pt x="1485093" y="1132009"/>
                  </a:lnTo>
                  <a:lnTo>
                    <a:pt x="1485761" y="1209887"/>
                  </a:lnTo>
                  <a:lnTo>
                    <a:pt x="1486429" y="1326703"/>
                  </a:lnTo>
                  <a:lnTo>
                    <a:pt x="1487097" y="1390675"/>
                  </a:lnTo>
                  <a:lnTo>
                    <a:pt x="1487765" y="1335048"/>
                  </a:lnTo>
                  <a:lnTo>
                    <a:pt x="1488433" y="1335048"/>
                  </a:lnTo>
                  <a:lnTo>
                    <a:pt x="1489101" y="1335048"/>
                  </a:lnTo>
                  <a:lnTo>
                    <a:pt x="1489769" y="1335048"/>
                  </a:lnTo>
                  <a:lnTo>
                    <a:pt x="1490437" y="1335048"/>
                  </a:lnTo>
                  <a:lnTo>
                    <a:pt x="1491105" y="1335048"/>
                  </a:lnTo>
                  <a:lnTo>
                    <a:pt x="1491773" y="1340610"/>
                  </a:lnTo>
                  <a:lnTo>
                    <a:pt x="1492441" y="1390675"/>
                  </a:lnTo>
                  <a:lnTo>
                    <a:pt x="1493109" y="1390675"/>
                  </a:lnTo>
                  <a:lnTo>
                    <a:pt x="1493777" y="1390675"/>
                  </a:lnTo>
                  <a:lnTo>
                    <a:pt x="1494445" y="1426832"/>
                  </a:lnTo>
                  <a:lnTo>
                    <a:pt x="1495114" y="1390675"/>
                  </a:lnTo>
                  <a:lnTo>
                    <a:pt x="1495782" y="1443520"/>
                  </a:lnTo>
                  <a:lnTo>
                    <a:pt x="1496450" y="1474115"/>
                  </a:lnTo>
                  <a:lnTo>
                    <a:pt x="1497118" y="1446302"/>
                  </a:lnTo>
                  <a:lnTo>
                    <a:pt x="1497786" y="1446302"/>
                  </a:lnTo>
                  <a:lnTo>
                    <a:pt x="1498454" y="1446302"/>
                  </a:lnTo>
                  <a:lnTo>
                    <a:pt x="1499122" y="1437957"/>
                  </a:lnTo>
                  <a:lnTo>
                    <a:pt x="1499790" y="1443520"/>
                  </a:lnTo>
                  <a:lnTo>
                    <a:pt x="1500458" y="1446302"/>
                  </a:lnTo>
                  <a:lnTo>
                    <a:pt x="1501126" y="1446302"/>
                  </a:lnTo>
                  <a:lnTo>
                    <a:pt x="1501794" y="1446302"/>
                  </a:lnTo>
                  <a:lnTo>
                    <a:pt x="1502462" y="1446302"/>
                  </a:lnTo>
                  <a:lnTo>
                    <a:pt x="1503130" y="1390675"/>
                  </a:lnTo>
                  <a:lnTo>
                    <a:pt x="1503798" y="1390675"/>
                  </a:lnTo>
                  <a:lnTo>
                    <a:pt x="1504466" y="1418488"/>
                  </a:lnTo>
                  <a:lnTo>
                    <a:pt x="1505134" y="1335048"/>
                  </a:lnTo>
                  <a:lnTo>
                    <a:pt x="1505802" y="1301671"/>
                  </a:lnTo>
                  <a:lnTo>
                    <a:pt x="1506470" y="1279421"/>
                  </a:lnTo>
                  <a:lnTo>
                    <a:pt x="1507138" y="1223794"/>
                  </a:lnTo>
                  <a:lnTo>
                    <a:pt x="1507806" y="1187636"/>
                  </a:lnTo>
                  <a:lnTo>
                    <a:pt x="1508474" y="1168166"/>
                  </a:lnTo>
                  <a:lnTo>
                    <a:pt x="1509142" y="1168166"/>
                  </a:lnTo>
                  <a:lnTo>
                    <a:pt x="1509810" y="1112540"/>
                  </a:lnTo>
                  <a:lnTo>
                    <a:pt x="1510478" y="1081945"/>
                  </a:lnTo>
                  <a:lnTo>
                    <a:pt x="1511146" y="1054131"/>
                  </a:lnTo>
                  <a:lnTo>
                    <a:pt x="1511814" y="1006848"/>
                  </a:lnTo>
                  <a:lnTo>
                    <a:pt x="1512482" y="1001286"/>
                  </a:lnTo>
                  <a:lnTo>
                    <a:pt x="1513150" y="1026317"/>
                  </a:lnTo>
                  <a:lnTo>
                    <a:pt x="1513818" y="1023536"/>
                  </a:lnTo>
                  <a:lnTo>
                    <a:pt x="1514486" y="1001286"/>
                  </a:lnTo>
                  <a:lnTo>
                    <a:pt x="1515154" y="1001286"/>
                  </a:lnTo>
                  <a:lnTo>
                    <a:pt x="1515822" y="970691"/>
                  </a:lnTo>
                  <a:lnTo>
                    <a:pt x="1516490" y="970691"/>
                  </a:lnTo>
                  <a:lnTo>
                    <a:pt x="1517158" y="945659"/>
                  </a:lnTo>
                  <a:lnTo>
                    <a:pt x="1517826" y="945659"/>
                  </a:lnTo>
                  <a:lnTo>
                    <a:pt x="1518494" y="945659"/>
                  </a:lnTo>
                  <a:lnTo>
                    <a:pt x="1519163" y="926189"/>
                  </a:lnTo>
                  <a:lnTo>
                    <a:pt x="1519831" y="942877"/>
                  </a:lnTo>
                  <a:lnTo>
                    <a:pt x="1520499" y="917845"/>
                  </a:lnTo>
                  <a:lnTo>
                    <a:pt x="1521167" y="909501"/>
                  </a:lnTo>
                  <a:lnTo>
                    <a:pt x="1521835" y="1001286"/>
                  </a:lnTo>
                  <a:lnTo>
                    <a:pt x="1522503" y="1031880"/>
                  </a:lnTo>
                  <a:lnTo>
                    <a:pt x="1523171" y="1056912"/>
                  </a:lnTo>
                  <a:lnTo>
                    <a:pt x="1523839" y="1087507"/>
                  </a:lnTo>
                  <a:lnTo>
                    <a:pt x="1524507" y="1090289"/>
                  </a:lnTo>
                  <a:lnTo>
                    <a:pt x="1525175" y="1112540"/>
                  </a:lnTo>
                  <a:lnTo>
                    <a:pt x="1525843" y="1112540"/>
                  </a:lnTo>
                  <a:lnTo>
                    <a:pt x="1526511" y="1157041"/>
                  </a:lnTo>
                  <a:lnTo>
                    <a:pt x="1527179" y="1140353"/>
                  </a:lnTo>
                  <a:lnTo>
                    <a:pt x="1527847" y="1173729"/>
                  </a:lnTo>
                  <a:lnTo>
                    <a:pt x="1528515" y="1218231"/>
                  </a:lnTo>
                  <a:lnTo>
                    <a:pt x="1529183" y="1223794"/>
                  </a:lnTo>
                  <a:lnTo>
                    <a:pt x="1529851" y="1207105"/>
                  </a:lnTo>
                  <a:lnTo>
                    <a:pt x="1530519" y="1198761"/>
                  </a:lnTo>
                  <a:lnTo>
                    <a:pt x="1531187" y="1223794"/>
                  </a:lnTo>
                  <a:lnTo>
                    <a:pt x="1531855" y="1195980"/>
                  </a:lnTo>
                  <a:lnTo>
                    <a:pt x="1532523" y="1201543"/>
                  </a:lnTo>
                  <a:lnTo>
                    <a:pt x="1533191" y="1251607"/>
                  </a:lnTo>
                  <a:lnTo>
                    <a:pt x="1533859" y="1259951"/>
                  </a:lnTo>
                  <a:lnTo>
                    <a:pt x="1534527" y="1209887"/>
                  </a:lnTo>
                  <a:lnTo>
                    <a:pt x="1535195" y="1168166"/>
                  </a:lnTo>
                  <a:lnTo>
                    <a:pt x="1535863" y="1168166"/>
                  </a:lnTo>
                  <a:lnTo>
                    <a:pt x="1536531" y="1168166"/>
                  </a:lnTo>
                  <a:lnTo>
                    <a:pt x="1537199" y="1193199"/>
                  </a:lnTo>
                  <a:lnTo>
                    <a:pt x="1537867" y="1218231"/>
                  </a:lnTo>
                  <a:lnTo>
                    <a:pt x="1538535" y="1151478"/>
                  </a:lnTo>
                  <a:lnTo>
                    <a:pt x="1539203" y="1112540"/>
                  </a:lnTo>
                  <a:lnTo>
                    <a:pt x="1539871" y="1112540"/>
                  </a:lnTo>
                  <a:lnTo>
                    <a:pt x="1540539" y="1132009"/>
                  </a:lnTo>
                  <a:lnTo>
                    <a:pt x="1541207" y="1168166"/>
                  </a:lnTo>
                  <a:lnTo>
                    <a:pt x="1541875" y="1168166"/>
                  </a:lnTo>
                  <a:lnTo>
                    <a:pt x="1542543" y="1168166"/>
                  </a:lnTo>
                  <a:lnTo>
                    <a:pt x="1543211" y="1173729"/>
                  </a:lnTo>
                  <a:lnTo>
                    <a:pt x="1543880" y="1223794"/>
                  </a:lnTo>
                  <a:lnTo>
                    <a:pt x="1544548" y="1223794"/>
                  </a:lnTo>
                  <a:lnTo>
                    <a:pt x="1545216" y="1273858"/>
                  </a:lnTo>
                  <a:lnTo>
                    <a:pt x="1545884" y="1279421"/>
                  </a:lnTo>
                  <a:lnTo>
                    <a:pt x="1546552" y="1293327"/>
                  </a:lnTo>
                  <a:lnTo>
                    <a:pt x="1547220" y="1335048"/>
                  </a:lnTo>
                  <a:lnTo>
                    <a:pt x="1547888" y="1335048"/>
                  </a:lnTo>
                  <a:lnTo>
                    <a:pt x="1548556" y="1337829"/>
                  </a:lnTo>
                  <a:lnTo>
                    <a:pt x="1549224" y="1335048"/>
                  </a:lnTo>
                  <a:lnTo>
                    <a:pt x="1549892" y="1335048"/>
                  </a:lnTo>
                  <a:lnTo>
                    <a:pt x="1550560" y="1351736"/>
                  </a:lnTo>
                  <a:lnTo>
                    <a:pt x="1551228" y="1401800"/>
                  </a:lnTo>
                  <a:lnTo>
                    <a:pt x="1551896" y="1446302"/>
                  </a:lnTo>
                  <a:lnTo>
                    <a:pt x="1552564" y="1460208"/>
                  </a:lnTo>
                  <a:lnTo>
                    <a:pt x="1553232" y="1501929"/>
                  </a:lnTo>
                  <a:lnTo>
                    <a:pt x="1553900" y="1501929"/>
                  </a:lnTo>
                  <a:lnTo>
                    <a:pt x="1554568" y="1504710"/>
                  </a:lnTo>
                  <a:lnTo>
                    <a:pt x="1555236" y="1571462"/>
                  </a:lnTo>
                  <a:lnTo>
                    <a:pt x="1555904" y="1613183"/>
                  </a:lnTo>
                  <a:lnTo>
                    <a:pt x="1556572" y="1613183"/>
                  </a:lnTo>
                  <a:lnTo>
                    <a:pt x="1557240" y="1613183"/>
                  </a:lnTo>
                  <a:lnTo>
                    <a:pt x="1557908" y="1613183"/>
                  </a:lnTo>
                  <a:lnTo>
                    <a:pt x="1558576" y="1613183"/>
                  </a:lnTo>
                  <a:lnTo>
                    <a:pt x="1559244" y="1613183"/>
                  </a:lnTo>
                  <a:lnTo>
                    <a:pt x="1559912" y="1613183"/>
                  </a:lnTo>
                  <a:lnTo>
                    <a:pt x="1560580" y="1613183"/>
                  </a:lnTo>
                  <a:lnTo>
                    <a:pt x="1561248" y="1613183"/>
                  </a:lnTo>
                  <a:lnTo>
                    <a:pt x="1561916" y="1613183"/>
                  </a:lnTo>
                  <a:lnTo>
                    <a:pt x="1562584" y="1613183"/>
                  </a:lnTo>
                  <a:lnTo>
                    <a:pt x="1563252" y="1613183"/>
                  </a:lnTo>
                  <a:lnTo>
                    <a:pt x="1563920" y="1613183"/>
                  </a:lnTo>
                  <a:lnTo>
                    <a:pt x="1564588" y="1613183"/>
                  </a:lnTo>
                  <a:lnTo>
                    <a:pt x="1565256" y="1632652"/>
                  </a:lnTo>
                  <a:lnTo>
                    <a:pt x="1565924" y="1629871"/>
                  </a:lnTo>
                  <a:lnTo>
                    <a:pt x="1566592" y="1613183"/>
                  </a:lnTo>
                  <a:lnTo>
                    <a:pt x="1567260" y="1613183"/>
                  </a:lnTo>
                  <a:lnTo>
                    <a:pt x="1567928" y="1613183"/>
                  </a:lnTo>
                  <a:lnTo>
                    <a:pt x="1568597" y="1613183"/>
                  </a:lnTo>
                  <a:lnTo>
                    <a:pt x="1569265" y="1613183"/>
                  </a:lnTo>
                  <a:lnTo>
                    <a:pt x="1569933" y="1613183"/>
                  </a:lnTo>
                  <a:lnTo>
                    <a:pt x="1570601" y="1613183"/>
                  </a:lnTo>
                  <a:lnTo>
                    <a:pt x="1571269" y="1613183"/>
                  </a:lnTo>
                  <a:lnTo>
                    <a:pt x="1571937" y="1613183"/>
                  </a:lnTo>
                  <a:lnTo>
                    <a:pt x="1572605" y="1613183"/>
                  </a:lnTo>
                  <a:lnTo>
                    <a:pt x="1573273" y="1613183"/>
                  </a:lnTo>
                  <a:lnTo>
                    <a:pt x="1573941" y="1613183"/>
                  </a:lnTo>
                  <a:lnTo>
                    <a:pt x="1574609" y="1613183"/>
                  </a:lnTo>
                  <a:lnTo>
                    <a:pt x="1575277" y="1613183"/>
                  </a:lnTo>
                  <a:lnTo>
                    <a:pt x="1575945" y="1613183"/>
                  </a:lnTo>
                  <a:lnTo>
                    <a:pt x="1576613" y="1613183"/>
                  </a:lnTo>
                  <a:lnTo>
                    <a:pt x="1577281" y="1613183"/>
                  </a:lnTo>
                  <a:lnTo>
                    <a:pt x="1577949" y="1613183"/>
                  </a:lnTo>
                  <a:lnTo>
                    <a:pt x="1578617" y="1579806"/>
                  </a:lnTo>
                  <a:lnTo>
                    <a:pt x="1579285" y="1557556"/>
                  </a:lnTo>
                  <a:lnTo>
                    <a:pt x="1579953" y="1557556"/>
                  </a:lnTo>
                  <a:lnTo>
                    <a:pt x="1580621" y="1557556"/>
                  </a:lnTo>
                  <a:lnTo>
                    <a:pt x="1581289" y="1557556"/>
                  </a:lnTo>
                  <a:lnTo>
                    <a:pt x="1581957" y="1521398"/>
                  </a:lnTo>
                  <a:lnTo>
                    <a:pt x="1582625" y="1538086"/>
                  </a:lnTo>
                  <a:lnTo>
                    <a:pt x="1583293" y="1557556"/>
                  </a:lnTo>
                  <a:lnTo>
                    <a:pt x="1583961" y="1557556"/>
                  </a:lnTo>
                  <a:lnTo>
                    <a:pt x="1584629" y="1557556"/>
                  </a:lnTo>
                  <a:lnTo>
                    <a:pt x="1585297" y="1557556"/>
                  </a:lnTo>
                  <a:lnTo>
                    <a:pt x="1585965" y="1557556"/>
                  </a:lnTo>
                  <a:lnTo>
                    <a:pt x="1586633" y="1538086"/>
                  </a:lnTo>
                  <a:lnTo>
                    <a:pt x="1587301" y="1482459"/>
                  </a:lnTo>
                  <a:lnTo>
                    <a:pt x="1587969" y="1446302"/>
                  </a:lnTo>
                  <a:lnTo>
                    <a:pt x="1588637" y="1432395"/>
                  </a:lnTo>
                  <a:lnTo>
                    <a:pt x="1589305" y="1382331"/>
                  </a:lnTo>
                  <a:lnTo>
                    <a:pt x="1589973" y="1335048"/>
                  </a:lnTo>
                  <a:lnTo>
                    <a:pt x="1590641" y="1298890"/>
                  </a:lnTo>
                  <a:lnTo>
                    <a:pt x="1591309" y="1223794"/>
                  </a:lnTo>
                  <a:lnTo>
                    <a:pt x="1591977" y="1223794"/>
                  </a:lnTo>
                  <a:lnTo>
                    <a:pt x="1592645" y="1223794"/>
                  </a:lnTo>
                  <a:lnTo>
                    <a:pt x="1593314" y="1223794"/>
                  </a:lnTo>
                  <a:lnTo>
                    <a:pt x="1593982" y="1223794"/>
                  </a:lnTo>
                  <a:lnTo>
                    <a:pt x="1594650" y="1223794"/>
                  </a:lnTo>
                  <a:lnTo>
                    <a:pt x="1595318" y="1254388"/>
                  </a:lnTo>
                  <a:lnTo>
                    <a:pt x="1595986" y="1279421"/>
                  </a:lnTo>
                  <a:lnTo>
                    <a:pt x="1596654" y="1279421"/>
                  </a:lnTo>
                  <a:lnTo>
                    <a:pt x="1597322" y="1279421"/>
                  </a:lnTo>
                  <a:lnTo>
                    <a:pt x="1597990" y="1279421"/>
                  </a:lnTo>
                  <a:lnTo>
                    <a:pt x="1598658" y="1312797"/>
                  </a:lnTo>
                  <a:lnTo>
                    <a:pt x="1599326" y="1335048"/>
                  </a:lnTo>
                  <a:lnTo>
                    <a:pt x="1599994" y="1279421"/>
                  </a:lnTo>
                  <a:lnTo>
                    <a:pt x="1600662" y="1279421"/>
                  </a:lnTo>
                  <a:lnTo>
                    <a:pt x="1601330" y="1279421"/>
                  </a:lnTo>
                  <a:lnTo>
                    <a:pt x="1601998" y="1279421"/>
                  </a:lnTo>
                  <a:lnTo>
                    <a:pt x="1602666" y="1279421"/>
                  </a:lnTo>
                  <a:lnTo>
                    <a:pt x="1603334" y="1293327"/>
                  </a:lnTo>
                  <a:lnTo>
                    <a:pt x="1604002" y="1296109"/>
                  </a:lnTo>
                  <a:lnTo>
                    <a:pt x="1604670" y="1335048"/>
                  </a:lnTo>
                  <a:lnTo>
                    <a:pt x="1605338" y="1346173"/>
                  </a:lnTo>
                  <a:lnTo>
                    <a:pt x="1606006" y="1396237"/>
                  </a:lnTo>
                  <a:lnTo>
                    <a:pt x="1606674" y="1446302"/>
                  </a:lnTo>
                  <a:lnTo>
                    <a:pt x="1607342" y="1476896"/>
                  </a:lnTo>
                  <a:lnTo>
                    <a:pt x="1608010" y="1557556"/>
                  </a:lnTo>
                  <a:lnTo>
                    <a:pt x="1608678" y="1557556"/>
                  </a:lnTo>
                  <a:lnTo>
                    <a:pt x="1609346" y="1557556"/>
                  </a:lnTo>
                  <a:lnTo>
                    <a:pt x="1610014" y="1557556"/>
                  </a:lnTo>
                  <a:lnTo>
                    <a:pt x="1610682" y="1557556"/>
                  </a:lnTo>
                  <a:lnTo>
                    <a:pt x="1611350" y="1557556"/>
                  </a:lnTo>
                  <a:lnTo>
                    <a:pt x="1612018" y="1557556"/>
                  </a:lnTo>
                  <a:lnTo>
                    <a:pt x="1612686" y="1557556"/>
                  </a:lnTo>
                  <a:lnTo>
                    <a:pt x="1613354" y="1557556"/>
                  </a:lnTo>
                  <a:lnTo>
                    <a:pt x="1614022" y="1501929"/>
                  </a:lnTo>
                  <a:lnTo>
                    <a:pt x="1614690" y="1501929"/>
                  </a:lnTo>
                  <a:lnTo>
                    <a:pt x="1615358" y="1446302"/>
                  </a:lnTo>
                  <a:lnTo>
                    <a:pt x="1616026" y="1390675"/>
                  </a:lnTo>
                  <a:lnTo>
                    <a:pt x="1616694" y="1443520"/>
                  </a:lnTo>
                  <a:lnTo>
                    <a:pt x="1617363" y="1446302"/>
                  </a:lnTo>
                  <a:lnTo>
                    <a:pt x="1618031" y="1446302"/>
                  </a:lnTo>
                  <a:lnTo>
                    <a:pt x="1618699" y="1446302"/>
                  </a:lnTo>
                  <a:lnTo>
                    <a:pt x="1619367" y="1418488"/>
                  </a:lnTo>
                  <a:lnTo>
                    <a:pt x="1620035" y="1390675"/>
                  </a:lnTo>
                  <a:lnTo>
                    <a:pt x="1620703" y="1446302"/>
                  </a:lnTo>
                  <a:lnTo>
                    <a:pt x="1621371" y="1446302"/>
                  </a:lnTo>
                  <a:lnTo>
                    <a:pt x="1622039" y="1446302"/>
                  </a:lnTo>
                  <a:lnTo>
                    <a:pt x="1622707" y="1446302"/>
                  </a:lnTo>
                  <a:lnTo>
                    <a:pt x="1623375" y="1446302"/>
                  </a:lnTo>
                  <a:lnTo>
                    <a:pt x="1624043" y="1446302"/>
                  </a:lnTo>
                  <a:lnTo>
                    <a:pt x="1624711" y="1446302"/>
                  </a:lnTo>
                  <a:lnTo>
                    <a:pt x="1625379" y="1393456"/>
                  </a:lnTo>
                  <a:lnTo>
                    <a:pt x="1626047" y="1390675"/>
                  </a:lnTo>
                  <a:lnTo>
                    <a:pt x="1626715" y="1390675"/>
                  </a:lnTo>
                  <a:lnTo>
                    <a:pt x="1627383" y="1390675"/>
                  </a:lnTo>
                  <a:lnTo>
                    <a:pt x="1628051" y="1360080"/>
                  </a:lnTo>
                  <a:lnTo>
                    <a:pt x="1628719" y="1335048"/>
                  </a:lnTo>
                  <a:lnTo>
                    <a:pt x="1629387" y="1335048"/>
                  </a:lnTo>
                  <a:lnTo>
                    <a:pt x="1630055" y="1226575"/>
                  </a:lnTo>
                  <a:lnTo>
                    <a:pt x="1630723" y="1201543"/>
                  </a:lnTo>
                  <a:lnTo>
                    <a:pt x="1631391" y="1168166"/>
                  </a:lnTo>
                  <a:lnTo>
                    <a:pt x="1632059" y="1204324"/>
                  </a:lnTo>
                  <a:lnTo>
                    <a:pt x="1632727" y="1223794"/>
                  </a:lnTo>
                  <a:lnTo>
                    <a:pt x="1633395" y="1223794"/>
                  </a:lnTo>
                  <a:lnTo>
                    <a:pt x="1634063" y="1221012"/>
                  </a:lnTo>
                  <a:lnTo>
                    <a:pt x="1634731" y="1168166"/>
                  </a:lnTo>
                  <a:lnTo>
                    <a:pt x="1635399" y="1168166"/>
                  </a:lnTo>
                  <a:lnTo>
                    <a:pt x="1636067" y="1145916"/>
                  </a:lnTo>
                  <a:lnTo>
                    <a:pt x="1636735" y="1168166"/>
                  </a:lnTo>
                  <a:lnTo>
                    <a:pt x="1637403" y="1168166"/>
                  </a:lnTo>
                  <a:lnTo>
                    <a:pt x="1638071" y="1168166"/>
                  </a:lnTo>
                  <a:lnTo>
                    <a:pt x="1638739" y="1168166"/>
                  </a:lnTo>
                  <a:lnTo>
                    <a:pt x="1639407" y="1168166"/>
                  </a:lnTo>
                  <a:lnTo>
                    <a:pt x="1640075" y="1168166"/>
                  </a:lnTo>
                  <a:lnTo>
                    <a:pt x="1640743" y="1168166"/>
                  </a:lnTo>
                  <a:lnTo>
                    <a:pt x="1641411" y="1168166"/>
                  </a:lnTo>
                  <a:lnTo>
                    <a:pt x="1642080" y="1218231"/>
                  </a:lnTo>
                  <a:lnTo>
                    <a:pt x="1642748" y="1223794"/>
                  </a:lnTo>
                  <a:lnTo>
                    <a:pt x="1643416" y="1223794"/>
                  </a:lnTo>
                  <a:lnTo>
                    <a:pt x="1644084" y="1223794"/>
                  </a:lnTo>
                  <a:lnTo>
                    <a:pt x="1644752" y="1251607"/>
                  </a:lnTo>
                  <a:lnTo>
                    <a:pt x="1645420" y="1279421"/>
                  </a:lnTo>
                  <a:lnTo>
                    <a:pt x="1646088" y="1279421"/>
                  </a:lnTo>
                  <a:lnTo>
                    <a:pt x="1646756" y="1379549"/>
                  </a:lnTo>
                  <a:lnTo>
                    <a:pt x="1647424" y="1462990"/>
                  </a:lnTo>
                  <a:lnTo>
                    <a:pt x="1648092" y="1493585"/>
                  </a:lnTo>
                  <a:lnTo>
                    <a:pt x="1648760" y="1457427"/>
                  </a:lnTo>
                  <a:lnTo>
                    <a:pt x="1649428" y="1501929"/>
                  </a:lnTo>
                  <a:lnTo>
                    <a:pt x="1650096" y="1501929"/>
                  </a:lnTo>
                  <a:lnTo>
                    <a:pt x="1650764" y="1501929"/>
                  </a:lnTo>
                  <a:lnTo>
                    <a:pt x="1651432" y="1551993"/>
                  </a:lnTo>
                  <a:lnTo>
                    <a:pt x="1652100" y="1501929"/>
                  </a:lnTo>
                  <a:lnTo>
                    <a:pt x="1652768" y="1499147"/>
                  </a:lnTo>
                  <a:lnTo>
                    <a:pt x="1653436" y="1501929"/>
                  </a:lnTo>
                  <a:lnTo>
                    <a:pt x="1654104" y="1501929"/>
                  </a:lnTo>
                  <a:lnTo>
                    <a:pt x="1654772" y="1501929"/>
                  </a:lnTo>
                  <a:lnTo>
                    <a:pt x="1655440" y="1449083"/>
                  </a:lnTo>
                  <a:lnTo>
                    <a:pt x="1656108" y="1424051"/>
                  </a:lnTo>
                  <a:lnTo>
                    <a:pt x="1656776" y="1390675"/>
                  </a:lnTo>
                  <a:lnTo>
                    <a:pt x="1657444" y="1390675"/>
                  </a:lnTo>
                  <a:lnTo>
                    <a:pt x="1658112" y="1376768"/>
                  </a:lnTo>
                  <a:lnTo>
                    <a:pt x="1658780" y="1335048"/>
                  </a:lnTo>
                  <a:lnTo>
                    <a:pt x="1659448" y="1335048"/>
                  </a:lnTo>
                  <a:lnTo>
                    <a:pt x="1660116" y="1284983"/>
                  </a:lnTo>
                  <a:lnTo>
                    <a:pt x="1660784" y="1223794"/>
                  </a:lnTo>
                  <a:lnTo>
                    <a:pt x="1661452" y="1223794"/>
                  </a:lnTo>
                  <a:lnTo>
                    <a:pt x="1662120" y="1132009"/>
                  </a:lnTo>
                  <a:lnTo>
                    <a:pt x="1662788" y="1112540"/>
                  </a:lnTo>
                  <a:lnTo>
                    <a:pt x="1663456" y="1112540"/>
                  </a:lnTo>
                  <a:lnTo>
                    <a:pt x="1664124" y="1112540"/>
                  </a:lnTo>
                  <a:lnTo>
                    <a:pt x="1664792" y="1118102"/>
                  </a:lnTo>
                  <a:lnTo>
                    <a:pt x="1665460" y="1168166"/>
                  </a:lnTo>
                  <a:lnTo>
                    <a:pt x="1666128" y="1168166"/>
                  </a:lnTo>
                  <a:lnTo>
                    <a:pt x="1666797" y="1168166"/>
                  </a:lnTo>
                  <a:lnTo>
                    <a:pt x="1667465" y="1168166"/>
                  </a:lnTo>
                  <a:lnTo>
                    <a:pt x="1668133" y="1170948"/>
                  </a:lnTo>
                  <a:lnTo>
                    <a:pt x="1668801" y="1170948"/>
                  </a:lnTo>
                  <a:lnTo>
                    <a:pt x="1669469" y="1212668"/>
                  </a:lnTo>
                  <a:lnTo>
                    <a:pt x="1670137" y="1176511"/>
                  </a:lnTo>
                  <a:lnTo>
                    <a:pt x="1670805" y="1168166"/>
                  </a:lnTo>
                  <a:lnTo>
                    <a:pt x="1671473" y="1145916"/>
                  </a:lnTo>
                  <a:lnTo>
                    <a:pt x="1672141" y="1162604"/>
                  </a:lnTo>
                  <a:lnTo>
                    <a:pt x="1672809" y="1179292"/>
                  </a:lnTo>
                  <a:lnTo>
                    <a:pt x="1673477" y="1168166"/>
                  </a:lnTo>
                  <a:lnTo>
                    <a:pt x="1674145" y="1168166"/>
                  </a:lnTo>
                  <a:lnTo>
                    <a:pt x="1674813" y="1179292"/>
                  </a:lnTo>
                  <a:lnTo>
                    <a:pt x="1675481" y="1223794"/>
                  </a:lnTo>
                  <a:lnTo>
                    <a:pt x="1676149" y="1223794"/>
                  </a:lnTo>
                  <a:lnTo>
                    <a:pt x="1676817" y="1268295"/>
                  </a:lnTo>
                  <a:lnTo>
                    <a:pt x="1677485" y="1307234"/>
                  </a:lnTo>
                  <a:lnTo>
                    <a:pt x="1678153" y="1279421"/>
                  </a:lnTo>
                  <a:lnTo>
                    <a:pt x="1678821" y="1365642"/>
                  </a:lnTo>
                  <a:lnTo>
                    <a:pt x="1679489" y="1390675"/>
                  </a:lnTo>
                  <a:lnTo>
                    <a:pt x="1680157" y="1390675"/>
                  </a:lnTo>
                  <a:lnTo>
                    <a:pt x="1680825" y="1390675"/>
                  </a:lnTo>
                  <a:lnTo>
                    <a:pt x="1681493" y="1390675"/>
                  </a:lnTo>
                  <a:lnTo>
                    <a:pt x="1682161" y="1390675"/>
                  </a:lnTo>
                  <a:lnTo>
                    <a:pt x="1682829" y="1390675"/>
                  </a:lnTo>
                  <a:lnTo>
                    <a:pt x="1683497" y="1390675"/>
                  </a:lnTo>
                  <a:lnTo>
                    <a:pt x="1684165" y="1390675"/>
                  </a:lnTo>
                  <a:lnTo>
                    <a:pt x="1684833" y="1390675"/>
                  </a:lnTo>
                  <a:lnTo>
                    <a:pt x="1685501" y="1440739"/>
                  </a:lnTo>
                  <a:lnTo>
                    <a:pt x="1686169" y="1446302"/>
                  </a:lnTo>
                  <a:lnTo>
                    <a:pt x="1686837" y="1490803"/>
                  </a:lnTo>
                  <a:lnTo>
                    <a:pt x="1687505" y="1501929"/>
                  </a:lnTo>
                  <a:lnTo>
                    <a:pt x="1688173" y="1521398"/>
                  </a:lnTo>
                  <a:lnTo>
                    <a:pt x="1688841" y="1557556"/>
                  </a:lnTo>
                  <a:lnTo>
                    <a:pt x="1689509" y="1563118"/>
                  </a:lnTo>
                  <a:lnTo>
                    <a:pt x="1690177" y="1613183"/>
                  </a:lnTo>
                  <a:lnTo>
                    <a:pt x="1690845" y="1590932"/>
                  </a:lnTo>
                  <a:lnTo>
                    <a:pt x="1691514" y="1557556"/>
                  </a:lnTo>
                  <a:lnTo>
                    <a:pt x="1692182" y="1557556"/>
                  </a:lnTo>
                  <a:lnTo>
                    <a:pt x="1692850" y="1557556"/>
                  </a:lnTo>
                  <a:lnTo>
                    <a:pt x="1693518" y="1557556"/>
                  </a:lnTo>
                  <a:lnTo>
                    <a:pt x="1694186" y="1582588"/>
                  </a:lnTo>
                  <a:lnTo>
                    <a:pt x="1694854" y="1599276"/>
                  </a:lnTo>
                  <a:lnTo>
                    <a:pt x="1695522" y="1557556"/>
                  </a:lnTo>
                  <a:lnTo>
                    <a:pt x="1696190" y="1557556"/>
                  </a:lnTo>
                  <a:lnTo>
                    <a:pt x="1696858" y="1557556"/>
                  </a:lnTo>
                  <a:lnTo>
                    <a:pt x="1697526" y="1557556"/>
                  </a:lnTo>
                  <a:lnTo>
                    <a:pt x="1698194" y="1557556"/>
                  </a:lnTo>
                  <a:lnTo>
                    <a:pt x="1698862" y="1557556"/>
                  </a:lnTo>
                  <a:lnTo>
                    <a:pt x="1699530" y="1557556"/>
                  </a:lnTo>
                  <a:lnTo>
                    <a:pt x="1700198" y="1557556"/>
                  </a:lnTo>
                  <a:lnTo>
                    <a:pt x="1700866" y="1557556"/>
                  </a:lnTo>
                  <a:lnTo>
                    <a:pt x="1701534" y="1557556"/>
                  </a:lnTo>
                  <a:lnTo>
                    <a:pt x="1702202" y="1557556"/>
                  </a:lnTo>
                  <a:lnTo>
                    <a:pt x="1702870" y="1557556"/>
                  </a:lnTo>
                  <a:lnTo>
                    <a:pt x="1703538" y="1551993"/>
                  </a:lnTo>
                  <a:lnTo>
                    <a:pt x="1704206" y="1501929"/>
                  </a:lnTo>
                  <a:lnTo>
                    <a:pt x="1704874" y="1501929"/>
                  </a:lnTo>
                  <a:lnTo>
                    <a:pt x="1705542" y="1501929"/>
                  </a:lnTo>
                  <a:lnTo>
                    <a:pt x="1706210" y="1501929"/>
                  </a:lnTo>
                  <a:lnTo>
                    <a:pt x="1706878" y="1501929"/>
                  </a:lnTo>
                  <a:lnTo>
                    <a:pt x="1707546" y="1521398"/>
                  </a:lnTo>
                  <a:lnTo>
                    <a:pt x="1708214" y="1557556"/>
                  </a:lnTo>
                  <a:lnTo>
                    <a:pt x="1708882" y="1557556"/>
                  </a:lnTo>
                  <a:lnTo>
                    <a:pt x="1709550" y="1529742"/>
                  </a:lnTo>
                  <a:lnTo>
                    <a:pt x="1710218" y="1501929"/>
                  </a:lnTo>
                  <a:lnTo>
                    <a:pt x="1710886" y="1501929"/>
                  </a:lnTo>
                  <a:lnTo>
                    <a:pt x="1711554" y="1501929"/>
                  </a:lnTo>
                  <a:lnTo>
                    <a:pt x="1711554" y="150192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29273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2318557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375" name="pl375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2210003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88007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555013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220207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889027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tx388"/>
            <p:cNvSpPr/>
            <p:nvPr/>
          </p:nvSpPr>
          <p:spPr>
            <a:xfrm>
              <a:off x="1925582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30750000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3595650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30800000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526571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30850000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6935786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30900000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860585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30950000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394" name="tx394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2026-03-10T15:34:41Z</dcterms:modified>
  <cp:category/>
</cp:coreProperties>
</file>